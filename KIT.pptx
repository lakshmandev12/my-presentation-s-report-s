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6"/>
  </p:notesMasterIdLst>
  <p:sldIdLst>
    <p:sldId id="256" r:id="rId2"/>
    <p:sldId id="258" r:id="rId3"/>
    <p:sldId id="293" r:id="rId4"/>
    <p:sldId id="267" r:id="rId5"/>
    <p:sldId id="268" r:id="rId6"/>
    <p:sldId id="270" r:id="rId7"/>
    <p:sldId id="278" r:id="rId8"/>
    <p:sldId id="294" r:id="rId9"/>
    <p:sldId id="261" r:id="rId10"/>
    <p:sldId id="262" r:id="rId11"/>
    <p:sldId id="295" r:id="rId12"/>
    <p:sldId id="296" r:id="rId13"/>
    <p:sldId id="297" r:id="rId14"/>
    <p:sldId id="298" r:id="rId15"/>
    <p:sldId id="299" r:id="rId16"/>
    <p:sldId id="300" r:id="rId17"/>
    <p:sldId id="274" r:id="rId18"/>
    <p:sldId id="273" r:id="rId19"/>
    <p:sldId id="301" r:id="rId20"/>
    <p:sldId id="263" r:id="rId21"/>
    <p:sldId id="302" r:id="rId22"/>
    <p:sldId id="303" r:id="rId23"/>
    <p:sldId id="304" r:id="rId24"/>
    <p:sldId id="290" r:id="rId25"/>
  </p:sldIdLst>
  <p:sldSz cx="9144000" cy="5143500" type="screen16x9"/>
  <p:notesSz cx="6858000" cy="9144000"/>
  <p:embeddedFontLst>
    <p:embeddedFont>
      <p:font typeface="Anaheim" panose="020B0604020202020204" charset="0"/>
      <p:regular r:id="rId27"/>
    </p:embeddedFont>
    <p:embeddedFont>
      <p:font typeface="Barlow Semi Condensed" panose="00000506000000000000" pitchFamily="2" charset="0"/>
      <p:regular r:id="rId28"/>
      <p:bold r:id="rId29"/>
      <p:italic r:id="rId30"/>
      <p:boldItalic r:id="rId31"/>
    </p:embeddedFont>
    <p:embeddedFont>
      <p:font typeface="Barlow Semi Condensed Light" panose="00000406000000000000" pitchFamily="2" charset="0"/>
      <p:regular r:id="rId32"/>
      <p:italic r:id="rId33"/>
    </p:embeddedFont>
    <p:embeddedFont>
      <p:font typeface="DM Sans" pitchFamily="2" charset="0"/>
      <p:regular r:id="rId34"/>
      <p:bold r:id="rId35"/>
      <p:italic r:id="rId36"/>
      <p:boldItalic r:id="rId37"/>
    </p:embeddedFont>
    <p:embeddedFont>
      <p:font typeface="Kdam Thmor Pro" panose="020B0604020202020204" charset="0"/>
      <p:regular r:id="rId38"/>
    </p:embeddedFont>
    <p:embeddedFont>
      <p:font typeface="Nunito Light" pitchFamily="2" charset="0"/>
      <p:regular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7335B4-B8D0-478A-A04E-CE17875654EC}">
  <a:tblStyle styleId="{B37335B4-B8D0-478A-A04E-CE17875654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2C1A862-461F-4554-AFEC-FEC62FCBD8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18825"/>
            <a:ext cx="5615100" cy="21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08400" y="3888675"/>
            <a:ext cx="3290100" cy="475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6836475" y="539500"/>
            <a:ext cx="1594200" cy="39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74800" y="36370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74800" y="329890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 rot="-2332665">
            <a:off x="79609" y="2035828"/>
            <a:ext cx="604847" cy="794559"/>
            <a:chOff x="4836419" y="2703028"/>
            <a:chExt cx="1091230" cy="1433497"/>
          </a:xfrm>
        </p:grpSpPr>
        <p:sp>
          <p:nvSpPr>
            <p:cNvPr id="66" name="Google Shape;66;p6"/>
            <p:cNvSpPr/>
            <p:nvPr/>
          </p:nvSpPr>
          <p:spPr>
            <a:xfrm>
              <a:off x="4914436" y="3064422"/>
              <a:ext cx="665409" cy="921103"/>
            </a:xfrm>
            <a:custGeom>
              <a:avLst/>
              <a:gdLst/>
              <a:ahLst/>
              <a:cxnLst/>
              <a:rect l="l" t="t" r="r" b="b"/>
              <a:pathLst>
                <a:path w="1322" h="1830" extrusionOk="0">
                  <a:moveTo>
                    <a:pt x="1314" y="612"/>
                  </a:moveTo>
                  <a:cubicBezTo>
                    <a:pt x="1307" y="459"/>
                    <a:pt x="1240" y="315"/>
                    <a:pt x="1134" y="205"/>
                  </a:cubicBezTo>
                  <a:cubicBezTo>
                    <a:pt x="1120" y="191"/>
                    <a:pt x="1105" y="177"/>
                    <a:pt x="1090" y="163"/>
                  </a:cubicBezTo>
                  <a:cubicBezTo>
                    <a:pt x="1088" y="162"/>
                    <a:pt x="1087" y="161"/>
                    <a:pt x="1085" y="160"/>
                  </a:cubicBezTo>
                  <a:lnTo>
                    <a:pt x="985" y="95"/>
                  </a:lnTo>
                  <a:cubicBezTo>
                    <a:pt x="941" y="68"/>
                    <a:pt x="893" y="47"/>
                    <a:pt x="842" y="34"/>
                  </a:cubicBezTo>
                  <a:lnTo>
                    <a:pt x="726" y="5"/>
                  </a:lnTo>
                  <a:cubicBezTo>
                    <a:pt x="724" y="5"/>
                    <a:pt x="722" y="5"/>
                    <a:pt x="720" y="4"/>
                  </a:cubicBezTo>
                  <a:cubicBezTo>
                    <a:pt x="700" y="2"/>
                    <a:pt x="680" y="1"/>
                    <a:pt x="660" y="1"/>
                  </a:cubicBezTo>
                  <a:cubicBezTo>
                    <a:pt x="507" y="0"/>
                    <a:pt x="356" y="50"/>
                    <a:pt x="241" y="151"/>
                  </a:cubicBezTo>
                  <a:cubicBezTo>
                    <a:pt x="122" y="253"/>
                    <a:pt x="43" y="400"/>
                    <a:pt x="20" y="555"/>
                  </a:cubicBezTo>
                  <a:cubicBezTo>
                    <a:pt x="8" y="636"/>
                    <a:pt x="12" y="717"/>
                    <a:pt x="31" y="796"/>
                  </a:cubicBezTo>
                  <a:cubicBezTo>
                    <a:pt x="52" y="886"/>
                    <a:pt x="84" y="973"/>
                    <a:pt x="92" y="1065"/>
                  </a:cubicBezTo>
                  <a:cubicBezTo>
                    <a:pt x="110" y="1242"/>
                    <a:pt x="67" y="1418"/>
                    <a:pt x="19" y="1587"/>
                  </a:cubicBezTo>
                  <a:cubicBezTo>
                    <a:pt x="13" y="1608"/>
                    <a:pt x="7" y="1629"/>
                    <a:pt x="0" y="1650"/>
                  </a:cubicBezTo>
                  <a:cubicBezTo>
                    <a:pt x="0" y="1653"/>
                    <a:pt x="1" y="1656"/>
                    <a:pt x="3" y="1659"/>
                  </a:cubicBezTo>
                  <a:cubicBezTo>
                    <a:pt x="5" y="1663"/>
                    <a:pt x="11" y="1666"/>
                    <a:pt x="14" y="1667"/>
                  </a:cubicBezTo>
                  <a:lnTo>
                    <a:pt x="378" y="1824"/>
                  </a:lnTo>
                  <a:cubicBezTo>
                    <a:pt x="382" y="1826"/>
                    <a:pt x="393" y="1829"/>
                    <a:pt x="395" y="1823"/>
                  </a:cubicBezTo>
                  <a:cubicBezTo>
                    <a:pt x="395" y="1822"/>
                    <a:pt x="395" y="1822"/>
                    <a:pt x="395" y="1821"/>
                  </a:cubicBezTo>
                  <a:cubicBezTo>
                    <a:pt x="396" y="1813"/>
                    <a:pt x="397" y="1806"/>
                    <a:pt x="401" y="1799"/>
                  </a:cubicBezTo>
                  <a:lnTo>
                    <a:pt x="424" y="1761"/>
                  </a:lnTo>
                  <a:cubicBezTo>
                    <a:pt x="513" y="1610"/>
                    <a:pt x="611" y="1458"/>
                    <a:pt x="751" y="1349"/>
                  </a:cubicBezTo>
                  <a:cubicBezTo>
                    <a:pt x="825" y="1292"/>
                    <a:pt x="909" y="1255"/>
                    <a:pt x="989" y="1208"/>
                  </a:cubicBezTo>
                  <a:cubicBezTo>
                    <a:pt x="1060" y="1167"/>
                    <a:pt x="1122" y="1115"/>
                    <a:pt x="1172" y="1050"/>
                  </a:cubicBezTo>
                  <a:cubicBezTo>
                    <a:pt x="1269" y="927"/>
                    <a:pt x="1321" y="769"/>
                    <a:pt x="1314" y="61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4896316" y="3251663"/>
              <a:ext cx="611049" cy="741412"/>
            </a:xfrm>
            <a:custGeom>
              <a:avLst/>
              <a:gdLst/>
              <a:ahLst/>
              <a:cxnLst/>
              <a:rect l="l" t="t" r="r" b="b"/>
              <a:pathLst>
                <a:path w="1214" h="1473" extrusionOk="0">
                  <a:moveTo>
                    <a:pt x="892" y="625"/>
                  </a:moveTo>
                  <a:cubicBezTo>
                    <a:pt x="883" y="601"/>
                    <a:pt x="863" y="583"/>
                    <a:pt x="841" y="571"/>
                  </a:cubicBezTo>
                  <a:cubicBezTo>
                    <a:pt x="791" y="546"/>
                    <a:pt x="734" y="552"/>
                    <a:pt x="688" y="583"/>
                  </a:cubicBezTo>
                  <a:cubicBezTo>
                    <a:pt x="638" y="617"/>
                    <a:pt x="602" y="671"/>
                    <a:pt x="570" y="721"/>
                  </a:cubicBezTo>
                  <a:cubicBezTo>
                    <a:pt x="550" y="752"/>
                    <a:pt x="532" y="784"/>
                    <a:pt x="515" y="817"/>
                  </a:cubicBezTo>
                  <a:lnTo>
                    <a:pt x="514" y="819"/>
                  </a:lnTo>
                  <a:lnTo>
                    <a:pt x="431" y="783"/>
                  </a:lnTo>
                  <a:lnTo>
                    <a:pt x="432" y="782"/>
                  </a:lnTo>
                  <a:cubicBezTo>
                    <a:pt x="445" y="747"/>
                    <a:pt x="455" y="711"/>
                    <a:pt x="464" y="675"/>
                  </a:cubicBezTo>
                  <a:cubicBezTo>
                    <a:pt x="478" y="618"/>
                    <a:pt x="493" y="555"/>
                    <a:pt x="483" y="495"/>
                  </a:cubicBezTo>
                  <a:cubicBezTo>
                    <a:pt x="474" y="441"/>
                    <a:pt x="440" y="395"/>
                    <a:pt x="387" y="376"/>
                  </a:cubicBezTo>
                  <a:cubicBezTo>
                    <a:pt x="363" y="368"/>
                    <a:pt x="336" y="366"/>
                    <a:pt x="312" y="376"/>
                  </a:cubicBezTo>
                  <a:cubicBezTo>
                    <a:pt x="285" y="388"/>
                    <a:pt x="267" y="411"/>
                    <a:pt x="254" y="437"/>
                  </a:cubicBezTo>
                  <a:cubicBezTo>
                    <a:pt x="229" y="487"/>
                    <a:pt x="224" y="546"/>
                    <a:pt x="236" y="600"/>
                  </a:cubicBezTo>
                  <a:cubicBezTo>
                    <a:pt x="248" y="656"/>
                    <a:pt x="278" y="707"/>
                    <a:pt x="323" y="743"/>
                  </a:cubicBezTo>
                  <a:cubicBezTo>
                    <a:pt x="345" y="761"/>
                    <a:pt x="370" y="776"/>
                    <a:pt x="397" y="787"/>
                  </a:cubicBezTo>
                  <a:cubicBezTo>
                    <a:pt x="369" y="862"/>
                    <a:pt x="332" y="934"/>
                    <a:pt x="289" y="1001"/>
                  </a:cubicBezTo>
                  <a:cubicBezTo>
                    <a:pt x="255" y="1053"/>
                    <a:pt x="217" y="1102"/>
                    <a:pt x="175" y="1148"/>
                  </a:cubicBezTo>
                  <a:cubicBezTo>
                    <a:pt x="137" y="1189"/>
                    <a:pt x="95" y="1232"/>
                    <a:pt x="44" y="1258"/>
                  </a:cubicBezTo>
                  <a:cubicBezTo>
                    <a:pt x="32" y="1264"/>
                    <a:pt x="19" y="1269"/>
                    <a:pt x="6" y="1272"/>
                  </a:cubicBezTo>
                  <a:cubicBezTo>
                    <a:pt x="0" y="1274"/>
                    <a:pt x="4" y="1281"/>
                    <a:pt x="7" y="1284"/>
                  </a:cubicBezTo>
                  <a:cubicBezTo>
                    <a:pt x="13" y="1289"/>
                    <a:pt x="21" y="1292"/>
                    <a:pt x="28" y="1290"/>
                  </a:cubicBezTo>
                  <a:cubicBezTo>
                    <a:pt x="87" y="1274"/>
                    <a:pt x="133" y="1232"/>
                    <a:pt x="175" y="1190"/>
                  </a:cubicBezTo>
                  <a:cubicBezTo>
                    <a:pt x="222" y="1143"/>
                    <a:pt x="264" y="1092"/>
                    <a:pt x="301" y="1038"/>
                  </a:cubicBezTo>
                  <a:cubicBezTo>
                    <a:pt x="352" y="963"/>
                    <a:pt x="394" y="883"/>
                    <a:pt x="426" y="798"/>
                  </a:cubicBezTo>
                  <a:lnTo>
                    <a:pt x="508" y="833"/>
                  </a:lnTo>
                  <a:cubicBezTo>
                    <a:pt x="468" y="915"/>
                    <a:pt x="438" y="1001"/>
                    <a:pt x="420" y="1089"/>
                  </a:cubicBezTo>
                  <a:cubicBezTo>
                    <a:pt x="406" y="1153"/>
                    <a:pt x="398" y="1219"/>
                    <a:pt x="396" y="1285"/>
                  </a:cubicBezTo>
                  <a:cubicBezTo>
                    <a:pt x="394" y="1344"/>
                    <a:pt x="396" y="1407"/>
                    <a:pt x="424" y="1461"/>
                  </a:cubicBezTo>
                  <a:cubicBezTo>
                    <a:pt x="427" y="1467"/>
                    <a:pt x="436" y="1471"/>
                    <a:pt x="443" y="1472"/>
                  </a:cubicBezTo>
                  <a:cubicBezTo>
                    <a:pt x="447" y="1472"/>
                    <a:pt x="455" y="1470"/>
                    <a:pt x="452" y="1464"/>
                  </a:cubicBezTo>
                  <a:cubicBezTo>
                    <a:pt x="446" y="1452"/>
                    <a:pt x="440" y="1439"/>
                    <a:pt x="437" y="1426"/>
                  </a:cubicBezTo>
                  <a:cubicBezTo>
                    <a:pt x="420" y="1372"/>
                    <a:pt x="423" y="1312"/>
                    <a:pt x="427" y="1256"/>
                  </a:cubicBezTo>
                  <a:cubicBezTo>
                    <a:pt x="431" y="1194"/>
                    <a:pt x="440" y="1132"/>
                    <a:pt x="455" y="1072"/>
                  </a:cubicBezTo>
                  <a:cubicBezTo>
                    <a:pt x="473" y="995"/>
                    <a:pt x="501" y="919"/>
                    <a:pt x="535" y="847"/>
                  </a:cubicBezTo>
                  <a:cubicBezTo>
                    <a:pt x="562" y="859"/>
                    <a:pt x="590" y="867"/>
                    <a:pt x="618" y="871"/>
                  </a:cubicBezTo>
                  <a:cubicBezTo>
                    <a:pt x="676" y="878"/>
                    <a:pt x="733" y="865"/>
                    <a:pt x="783" y="835"/>
                  </a:cubicBezTo>
                  <a:cubicBezTo>
                    <a:pt x="830" y="806"/>
                    <a:pt x="869" y="762"/>
                    <a:pt x="888" y="710"/>
                  </a:cubicBezTo>
                  <a:cubicBezTo>
                    <a:pt x="898" y="683"/>
                    <a:pt x="902" y="653"/>
                    <a:pt x="892" y="625"/>
                  </a:cubicBezTo>
                  <a:moveTo>
                    <a:pt x="402" y="772"/>
                  </a:moveTo>
                  <a:cubicBezTo>
                    <a:pt x="389" y="767"/>
                    <a:pt x="375" y="760"/>
                    <a:pt x="363" y="752"/>
                  </a:cubicBezTo>
                  <a:cubicBezTo>
                    <a:pt x="318" y="723"/>
                    <a:pt x="286" y="679"/>
                    <a:pt x="270" y="629"/>
                  </a:cubicBezTo>
                  <a:cubicBezTo>
                    <a:pt x="255" y="580"/>
                    <a:pt x="255" y="524"/>
                    <a:pt x="272" y="475"/>
                  </a:cubicBezTo>
                  <a:cubicBezTo>
                    <a:pt x="287" y="431"/>
                    <a:pt x="323" y="377"/>
                    <a:pt x="378" y="390"/>
                  </a:cubicBezTo>
                  <a:cubicBezTo>
                    <a:pt x="426" y="402"/>
                    <a:pt x="450" y="452"/>
                    <a:pt x="456" y="498"/>
                  </a:cubicBezTo>
                  <a:cubicBezTo>
                    <a:pt x="462" y="554"/>
                    <a:pt x="448" y="612"/>
                    <a:pt x="435" y="666"/>
                  </a:cubicBezTo>
                  <a:cubicBezTo>
                    <a:pt x="426" y="702"/>
                    <a:pt x="415" y="737"/>
                    <a:pt x="402" y="772"/>
                  </a:cubicBezTo>
                  <a:moveTo>
                    <a:pt x="848" y="723"/>
                  </a:moveTo>
                  <a:cubicBezTo>
                    <a:pt x="824" y="769"/>
                    <a:pt x="784" y="807"/>
                    <a:pt x="737" y="830"/>
                  </a:cubicBezTo>
                  <a:cubicBezTo>
                    <a:pt x="690" y="853"/>
                    <a:pt x="636" y="859"/>
                    <a:pt x="584" y="847"/>
                  </a:cubicBezTo>
                  <a:cubicBezTo>
                    <a:pt x="570" y="843"/>
                    <a:pt x="556" y="838"/>
                    <a:pt x="542" y="832"/>
                  </a:cubicBezTo>
                  <a:cubicBezTo>
                    <a:pt x="559" y="799"/>
                    <a:pt x="577" y="767"/>
                    <a:pt x="597" y="736"/>
                  </a:cubicBezTo>
                  <a:cubicBezTo>
                    <a:pt x="627" y="689"/>
                    <a:pt x="660" y="639"/>
                    <a:pt x="705" y="605"/>
                  </a:cubicBezTo>
                  <a:cubicBezTo>
                    <a:pt x="742" y="577"/>
                    <a:pt x="795" y="561"/>
                    <a:pt x="837" y="587"/>
                  </a:cubicBezTo>
                  <a:cubicBezTo>
                    <a:pt x="884" y="618"/>
                    <a:pt x="869" y="681"/>
                    <a:pt x="848" y="723"/>
                  </a:cubicBezTo>
                  <a:moveTo>
                    <a:pt x="1197" y="210"/>
                  </a:moveTo>
                  <a:cubicBezTo>
                    <a:pt x="1186" y="222"/>
                    <a:pt x="1170" y="225"/>
                    <a:pt x="1154" y="221"/>
                  </a:cubicBezTo>
                  <a:cubicBezTo>
                    <a:pt x="1135" y="215"/>
                    <a:pt x="1123" y="200"/>
                    <a:pt x="1113" y="183"/>
                  </a:cubicBezTo>
                  <a:cubicBezTo>
                    <a:pt x="1095" y="156"/>
                    <a:pt x="1084" y="124"/>
                    <a:pt x="1078" y="91"/>
                  </a:cubicBezTo>
                  <a:cubicBezTo>
                    <a:pt x="1074" y="66"/>
                    <a:pt x="1066" y="18"/>
                    <a:pt x="1100" y="8"/>
                  </a:cubicBezTo>
                  <a:cubicBezTo>
                    <a:pt x="1129" y="0"/>
                    <a:pt x="1159" y="24"/>
                    <a:pt x="1176" y="46"/>
                  </a:cubicBezTo>
                  <a:cubicBezTo>
                    <a:pt x="1194" y="70"/>
                    <a:pt x="1207" y="98"/>
                    <a:pt x="1211" y="129"/>
                  </a:cubicBezTo>
                  <a:cubicBezTo>
                    <a:pt x="1213" y="141"/>
                    <a:pt x="1213" y="153"/>
                    <a:pt x="1211" y="165"/>
                  </a:cubicBezTo>
                  <a:cubicBezTo>
                    <a:pt x="1211" y="181"/>
                    <a:pt x="1208" y="198"/>
                    <a:pt x="1197" y="21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4860579" y="3855161"/>
              <a:ext cx="288914" cy="281364"/>
            </a:xfrm>
            <a:custGeom>
              <a:avLst/>
              <a:gdLst/>
              <a:ahLst/>
              <a:cxnLst/>
              <a:rect l="l" t="t" r="r" b="b"/>
              <a:pathLst>
                <a:path w="574" h="559" extrusionOk="0">
                  <a:moveTo>
                    <a:pt x="81" y="0"/>
                  </a:moveTo>
                  <a:lnTo>
                    <a:pt x="39" y="96"/>
                  </a:lnTo>
                  <a:cubicBezTo>
                    <a:pt x="0" y="189"/>
                    <a:pt x="16" y="291"/>
                    <a:pt x="73" y="366"/>
                  </a:cubicBezTo>
                  <a:cubicBezTo>
                    <a:pt x="50" y="430"/>
                    <a:pt x="81" y="503"/>
                    <a:pt x="144" y="530"/>
                  </a:cubicBezTo>
                  <a:cubicBezTo>
                    <a:pt x="208" y="558"/>
                    <a:pt x="282" y="530"/>
                    <a:pt x="312" y="469"/>
                  </a:cubicBezTo>
                  <a:cubicBezTo>
                    <a:pt x="406" y="459"/>
                    <a:pt x="492" y="401"/>
                    <a:pt x="532" y="308"/>
                  </a:cubicBezTo>
                  <a:lnTo>
                    <a:pt x="573" y="212"/>
                  </a:lnTo>
                  <a:lnTo>
                    <a:pt x="8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4836419" y="3881838"/>
              <a:ext cx="315088" cy="201334"/>
            </a:xfrm>
            <a:custGeom>
              <a:avLst/>
              <a:gdLst/>
              <a:ahLst/>
              <a:cxnLst/>
              <a:rect l="l" t="t" r="r" b="b"/>
              <a:pathLst>
                <a:path w="626" h="400" extrusionOk="0">
                  <a:moveTo>
                    <a:pt x="589" y="272"/>
                  </a:moveTo>
                  <a:lnTo>
                    <a:pt x="68" y="48"/>
                  </a:lnTo>
                  <a:cubicBezTo>
                    <a:pt x="57" y="43"/>
                    <a:pt x="51" y="29"/>
                    <a:pt x="56" y="17"/>
                  </a:cubicBezTo>
                  <a:cubicBezTo>
                    <a:pt x="61" y="5"/>
                    <a:pt x="75" y="0"/>
                    <a:pt x="87" y="5"/>
                  </a:cubicBezTo>
                  <a:lnTo>
                    <a:pt x="608" y="229"/>
                  </a:lnTo>
                  <a:cubicBezTo>
                    <a:pt x="620" y="234"/>
                    <a:pt x="625" y="248"/>
                    <a:pt x="620" y="260"/>
                  </a:cubicBezTo>
                  <a:cubicBezTo>
                    <a:pt x="615" y="271"/>
                    <a:pt x="601" y="277"/>
                    <a:pt x="589" y="272"/>
                  </a:cubicBezTo>
                  <a:moveTo>
                    <a:pt x="568" y="381"/>
                  </a:moveTo>
                  <a:cubicBezTo>
                    <a:pt x="574" y="369"/>
                    <a:pt x="568" y="356"/>
                    <a:pt x="556" y="351"/>
                  </a:cubicBezTo>
                  <a:lnTo>
                    <a:pt x="35" y="126"/>
                  </a:lnTo>
                  <a:cubicBezTo>
                    <a:pt x="24" y="121"/>
                    <a:pt x="10" y="127"/>
                    <a:pt x="5" y="139"/>
                  </a:cubicBezTo>
                  <a:cubicBezTo>
                    <a:pt x="0" y="151"/>
                    <a:pt x="5" y="164"/>
                    <a:pt x="17" y="169"/>
                  </a:cubicBezTo>
                  <a:lnTo>
                    <a:pt x="538" y="393"/>
                  </a:lnTo>
                  <a:cubicBezTo>
                    <a:pt x="550" y="399"/>
                    <a:pt x="563" y="393"/>
                    <a:pt x="568" y="3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840446" y="2703028"/>
              <a:ext cx="1087204" cy="632189"/>
            </a:xfrm>
            <a:custGeom>
              <a:avLst/>
              <a:gdLst/>
              <a:ahLst/>
              <a:cxnLst/>
              <a:rect l="l" t="t" r="r" b="b"/>
              <a:pathLst>
                <a:path w="2160" h="1256" extrusionOk="0">
                  <a:moveTo>
                    <a:pt x="351" y="713"/>
                  </a:moveTo>
                  <a:cubicBezTo>
                    <a:pt x="343" y="709"/>
                    <a:pt x="336" y="704"/>
                    <a:pt x="330" y="697"/>
                  </a:cubicBezTo>
                  <a:lnTo>
                    <a:pt x="21" y="332"/>
                  </a:lnTo>
                  <a:cubicBezTo>
                    <a:pt x="0" y="308"/>
                    <a:pt x="3" y="271"/>
                    <a:pt x="27" y="250"/>
                  </a:cubicBezTo>
                  <a:cubicBezTo>
                    <a:pt x="52" y="229"/>
                    <a:pt x="88" y="233"/>
                    <a:pt x="109" y="257"/>
                  </a:cubicBezTo>
                  <a:lnTo>
                    <a:pt x="418" y="621"/>
                  </a:lnTo>
                  <a:cubicBezTo>
                    <a:pt x="439" y="646"/>
                    <a:pt x="436" y="683"/>
                    <a:pt x="412" y="703"/>
                  </a:cubicBezTo>
                  <a:cubicBezTo>
                    <a:pt x="394" y="718"/>
                    <a:pt x="371" y="721"/>
                    <a:pt x="351" y="713"/>
                  </a:cubicBezTo>
                  <a:moveTo>
                    <a:pt x="1187" y="629"/>
                  </a:moveTo>
                  <a:lnTo>
                    <a:pt x="1375" y="190"/>
                  </a:lnTo>
                  <a:cubicBezTo>
                    <a:pt x="1388" y="160"/>
                    <a:pt x="1374" y="126"/>
                    <a:pt x="1345" y="113"/>
                  </a:cubicBezTo>
                  <a:cubicBezTo>
                    <a:pt x="1315" y="100"/>
                    <a:pt x="1281" y="114"/>
                    <a:pt x="1268" y="144"/>
                  </a:cubicBezTo>
                  <a:lnTo>
                    <a:pt x="1079" y="583"/>
                  </a:lnTo>
                  <a:cubicBezTo>
                    <a:pt x="1067" y="612"/>
                    <a:pt x="1081" y="646"/>
                    <a:pt x="1110" y="659"/>
                  </a:cubicBezTo>
                  <a:cubicBezTo>
                    <a:pt x="1140" y="672"/>
                    <a:pt x="1174" y="658"/>
                    <a:pt x="1187" y="629"/>
                  </a:cubicBezTo>
                  <a:moveTo>
                    <a:pt x="1538" y="851"/>
                  </a:moveTo>
                  <a:lnTo>
                    <a:pt x="1871" y="618"/>
                  </a:lnTo>
                  <a:cubicBezTo>
                    <a:pt x="1897" y="600"/>
                    <a:pt x="1904" y="564"/>
                    <a:pt x="1885" y="537"/>
                  </a:cubicBezTo>
                  <a:cubicBezTo>
                    <a:pt x="1867" y="511"/>
                    <a:pt x="1830" y="504"/>
                    <a:pt x="1804" y="523"/>
                  </a:cubicBezTo>
                  <a:lnTo>
                    <a:pt x="1471" y="755"/>
                  </a:lnTo>
                  <a:cubicBezTo>
                    <a:pt x="1445" y="774"/>
                    <a:pt x="1438" y="810"/>
                    <a:pt x="1457" y="836"/>
                  </a:cubicBezTo>
                  <a:cubicBezTo>
                    <a:pt x="1463" y="846"/>
                    <a:pt x="1472" y="852"/>
                    <a:pt x="1482" y="857"/>
                  </a:cubicBezTo>
                  <a:cubicBezTo>
                    <a:pt x="1499" y="864"/>
                    <a:pt x="1521" y="863"/>
                    <a:pt x="1538" y="851"/>
                  </a:cubicBezTo>
                  <a:moveTo>
                    <a:pt x="693" y="517"/>
                  </a:moveTo>
                  <a:cubicBezTo>
                    <a:pt x="703" y="521"/>
                    <a:pt x="714" y="523"/>
                    <a:pt x="725" y="521"/>
                  </a:cubicBezTo>
                  <a:cubicBezTo>
                    <a:pt x="757" y="517"/>
                    <a:pt x="778" y="487"/>
                    <a:pt x="774" y="455"/>
                  </a:cubicBezTo>
                  <a:lnTo>
                    <a:pt x="714" y="54"/>
                  </a:lnTo>
                  <a:cubicBezTo>
                    <a:pt x="709" y="22"/>
                    <a:pt x="679" y="0"/>
                    <a:pt x="647" y="5"/>
                  </a:cubicBezTo>
                  <a:cubicBezTo>
                    <a:pt x="615" y="9"/>
                    <a:pt x="594" y="39"/>
                    <a:pt x="598" y="71"/>
                  </a:cubicBezTo>
                  <a:lnTo>
                    <a:pt x="658" y="473"/>
                  </a:lnTo>
                  <a:cubicBezTo>
                    <a:pt x="662" y="493"/>
                    <a:pt x="675" y="510"/>
                    <a:pt x="693" y="517"/>
                  </a:cubicBezTo>
                  <a:moveTo>
                    <a:pt x="1626" y="1254"/>
                  </a:moveTo>
                  <a:lnTo>
                    <a:pt x="2103" y="1228"/>
                  </a:lnTo>
                  <a:cubicBezTo>
                    <a:pt x="2135" y="1227"/>
                    <a:pt x="2159" y="1199"/>
                    <a:pt x="2158" y="1167"/>
                  </a:cubicBezTo>
                  <a:cubicBezTo>
                    <a:pt x="2156" y="1135"/>
                    <a:pt x="2128" y="1110"/>
                    <a:pt x="2096" y="1112"/>
                  </a:cubicBezTo>
                  <a:lnTo>
                    <a:pt x="1619" y="1138"/>
                  </a:lnTo>
                  <a:cubicBezTo>
                    <a:pt x="1587" y="1140"/>
                    <a:pt x="1562" y="1167"/>
                    <a:pt x="1564" y="1199"/>
                  </a:cubicBezTo>
                  <a:cubicBezTo>
                    <a:pt x="1566" y="1222"/>
                    <a:pt x="1580" y="1241"/>
                    <a:pt x="1599" y="1250"/>
                  </a:cubicBezTo>
                  <a:cubicBezTo>
                    <a:pt x="1607" y="1253"/>
                    <a:pt x="1616" y="1255"/>
                    <a:pt x="1626" y="125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6"/>
          <p:cNvSpPr/>
          <p:nvPr/>
        </p:nvSpPr>
        <p:spPr>
          <a:xfrm>
            <a:off x="66575" y="1430525"/>
            <a:ext cx="150288" cy="22162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10800000">
            <a:off x="8529475" y="3727462"/>
            <a:ext cx="193650" cy="28557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6"/>
          <p:cNvGrpSpPr/>
          <p:nvPr/>
        </p:nvGrpSpPr>
        <p:grpSpPr>
          <a:xfrm rot="-605977" flipH="1">
            <a:off x="8284104" y="495157"/>
            <a:ext cx="902227" cy="976155"/>
            <a:chOff x="8384162" y="1304543"/>
            <a:chExt cx="1069017" cy="1156612"/>
          </a:xfrm>
        </p:grpSpPr>
        <p:sp>
          <p:nvSpPr>
            <p:cNvPr id="74" name="Google Shape;74;p6"/>
            <p:cNvSpPr/>
            <p:nvPr/>
          </p:nvSpPr>
          <p:spPr>
            <a:xfrm rot="-1190507">
              <a:off x="8520416" y="1411754"/>
              <a:ext cx="796510" cy="942190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rot="-1190507">
              <a:off x="8564441" y="1510893"/>
              <a:ext cx="649191" cy="744847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 rot="-1190507">
              <a:off x="8483113" y="1571867"/>
              <a:ext cx="257258" cy="506276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6"/>
          <p:cNvSpPr/>
          <p:nvPr/>
        </p:nvSpPr>
        <p:spPr>
          <a:xfrm rot="1930783">
            <a:off x="8472878" y="1928586"/>
            <a:ext cx="770531" cy="764628"/>
          </a:xfrm>
          <a:custGeom>
            <a:avLst/>
            <a:gdLst/>
            <a:ahLst/>
            <a:cxnLst/>
            <a:rect l="l" t="t" r="r" b="b"/>
            <a:pathLst>
              <a:path w="2551" h="1808" extrusionOk="0">
                <a:moveTo>
                  <a:pt x="304" y="1807"/>
                </a:moveTo>
                <a:lnTo>
                  <a:pt x="2547" y="1807"/>
                </a:lnTo>
                <a:cubicBezTo>
                  <a:pt x="2549" y="1803"/>
                  <a:pt x="2550" y="1799"/>
                  <a:pt x="2548" y="1794"/>
                </a:cubicBezTo>
                <a:cubicBezTo>
                  <a:pt x="2366" y="1339"/>
                  <a:pt x="2276" y="865"/>
                  <a:pt x="2279" y="390"/>
                </a:cubicBezTo>
                <a:cubicBezTo>
                  <a:pt x="2280" y="260"/>
                  <a:pt x="2288" y="129"/>
                  <a:pt x="2302" y="0"/>
                </a:cubicBezTo>
                <a:lnTo>
                  <a:pt x="54" y="0"/>
                </a:lnTo>
                <a:cubicBezTo>
                  <a:pt x="0" y="472"/>
                  <a:pt x="39" y="951"/>
                  <a:pt x="170" y="1415"/>
                </a:cubicBezTo>
                <a:cubicBezTo>
                  <a:pt x="207" y="1547"/>
                  <a:pt x="252" y="1678"/>
                  <a:pt x="304" y="1807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 rot="1930783">
            <a:off x="8956709" y="1887622"/>
            <a:ext cx="163409" cy="159016"/>
          </a:xfrm>
          <a:custGeom>
            <a:avLst/>
            <a:gdLst/>
            <a:ahLst/>
            <a:cxnLst/>
            <a:rect l="l" t="t" r="r" b="b"/>
            <a:pathLst>
              <a:path w="541" h="376" extrusionOk="0">
                <a:moveTo>
                  <a:pt x="35" y="361"/>
                </a:moveTo>
                <a:cubicBezTo>
                  <a:pt x="36" y="365"/>
                  <a:pt x="36" y="370"/>
                  <a:pt x="36" y="375"/>
                </a:cubicBezTo>
                <a:lnTo>
                  <a:pt x="540" y="375"/>
                </a:lnTo>
                <a:cubicBezTo>
                  <a:pt x="538" y="358"/>
                  <a:pt x="533" y="340"/>
                  <a:pt x="530" y="324"/>
                </a:cubicBezTo>
                <a:cubicBezTo>
                  <a:pt x="517" y="223"/>
                  <a:pt x="504" y="122"/>
                  <a:pt x="491" y="21"/>
                </a:cubicBezTo>
                <a:cubicBezTo>
                  <a:pt x="490" y="13"/>
                  <a:pt x="488" y="6"/>
                  <a:pt x="486" y="0"/>
                </a:cubicBezTo>
                <a:lnTo>
                  <a:pt x="0" y="0"/>
                </a:lnTo>
                <a:cubicBezTo>
                  <a:pt x="6" y="96"/>
                  <a:pt x="14" y="191"/>
                  <a:pt x="26" y="286"/>
                </a:cubicBezTo>
                <a:cubicBezTo>
                  <a:pt x="29" y="311"/>
                  <a:pt x="32" y="336"/>
                  <a:pt x="35" y="36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 rot="1930798">
            <a:off x="8595268" y="2105009"/>
            <a:ext cx="525739" cy="411782"/>
          </a:xfrm>
          <a:custGeom>
            <a:avLst/>
            <a:gdLst/>
            <a:ahLst/>
            <a:cxnLst/>
            <a:rect l="l" t="t" r="r" b="b"/>
            <a:pathLst>
              <a:path w="1995" h="1116" extrusionOk="0">
                <a:moveTo>
                  <a:pt x="1935" y="52"/>
                </a:moveTo>
                <a:cubicBezTo>
                  <a:pt x="1797" y="62"/>
                  <a:pt x="1659" y="66"/>
                  <a:pt x="1520" y="67"/>
                </a:cubicBezTo>
                <a:cubicBezTo>
                  <a:pt x="1045" y="71"/>
                  <a:pt x="568" y="34"/>
                  <a:pt x="96" y="84"/>
                </a:cubicBezTo>
                <a:cubicBezTo>
                  <a:pt x="74" y="87"/>
                  <a:pt x="22" y="85"/>
                  <a:pt x="11" y="68"/>
                </a:cubicBezTo>
                <a:cubicBezTo>
                  <a:pt x="0" y="49"/>
                  <a:pt x="39" y="40"/>
                  <a:pt x="59" y="38"/>
                </a:cubicBezTo>
                <a:cubicBezTo>
                  <a:pt x="196" y="24"/>
                  <a:pt x="334" y="16"/>
                  <a:pt x="472" y="13"/>
                </a:cubicBezTo>
                <a:cubicBezTo>
                  <a:pt x="948" y="0"/>
                  <a:pt x="1425" y="40"/>
                  <a:pt x="1899" y="6"/>
                </a:cubicBezTo>
                <a:cubicBezTo>
                  <a:pt x="1921" y="4"/>
                  <a:pt x="1972" y="4"/>
                  <a:pt x="1983" y="22"/>
                </a:cubicBezTo>
                <a:cubicBezTo>
                  <a:pt x="1994" y="41"/>
                  <a:pt x="1956" y="50"/>
                  <a:pt x="1935" y="52"/>
                </a:cubicBezTo>
                <a:moveTo>
                  <a:pt x="1883" y="220"/>
                </a:moveTo>
                <a:cubicBezTo>
                  <a:pt x="1410" y="220"/>
                  <a:pt x="937" y="216"/>
                  <a:pt x="464" y="219"/>
                </a:cubicBezTo>
                <a:cubicBezTo>
                  <a:pt x="330" y="220"/>
                  <a:pt x="197" y="223"/>
                  <a:pt x="65" y="236"/>
                </a:cubicBezTo>
                <a:cubicBezTo>
                  <a:pt x="45" y="238"/>
                  <a:pt x="5" y="247"/>
                  <a:pt x="17" y="265"/>
                </a:cubicBezTo>
                <a:cubicBezTo>
                  <a:pt x="28" y="283"/>
                  <a:pt x="79" y="284"/>
                  <a:pt x="101" y="282"/>
                </a:cubicBezTo>
                <a:cubicBezTo>
                  <a:pt x="328" y="260"/>
                  <a:pt x="559" y="266"/>
                  <a:pt x="788" y="266"/>
                </a:cubicBezTo>
                <a:cubicBezTo>
                  <a:pt x="1019" y="267"/>
                  <a:pt x="1251" y="267"/>
                  <a:pt x="1482" y="267"/>
                </a:cubicBezTo>
                <a:cubicBezTo>
                  <a:pt x="1616" y="267"/>
                  <a:pt x="1750" y="268"/>
                  <a:pt x="1883" y="268"/>
                </a:cubicBezTo>
                <a:cubicBezTo>
                  <a:pt x="1904" y="268"/>
                  <a:pt x="1951" y="263"/>
                  <a:pt x="1952" y="244"/>
                </a:cubicBezTo>
                <a:cubicBezTo>
                  <a:pt x="1953" y="225"/>
                  <a:pt x="1902" y="220"/>
                  <a:pt x="1883" y="220"/>
                </a:cubicBezTo>
                <a:moveTo>
                  <a:pt x="1894" y="411"/>
                </a:moveTo>
                <a:cubicBezTo>
                  <a:pt x="1663" y="400"/>
                  <a:pt x="1430" y="410"/>
                  <a:pt x="1199" y="413"/>
                </a:cubicBezTo>
                <a:cubicBezTo>
                  <a:pt x="968" y="415"/>
                  <a:pt x="736" y="418"/>
                  <a:pt x="505" y="421"/>
                </a:cubicBezTo>
                <a:lnTo>
                  <a:pt x="111" y="426"/>
                </a:lnTo>
                <a:cubicBezTo>
                  <a:pt x="90" y="426"/>
                  <a:pt x="43" y="430"/>
                  <a:pt x="42" y="450"/>
                </a:cubicBezTo>
                <a:cubicBezTo>
                  <a:pt x="41" y="469"/>
                  <a:pt x="92" y="474"/>
                  <a:pt x="111" y="473"/>
                </a:cubicBezTo>
                <a:lnTo>
                  <a:pt x="1478" y="457"/>
                </a:lnTo>
                <a:cubicBezTo>
                  <a:pt x="1604" y="455"/>
                  <a:pt x="1731" y="451"/>
                  <a:pt x="1857" y="457"/>
                </a:cubicBezTo>
                <a:cubicBezTo>
                  <a:pt x="1882" y="458"/>
                  <a:pt x="1929" y="459"/>
                  <a:pt x="1941" y="440"/>
                </a:cubicBezTo>
                <a:cubicBezTo>
                  <a:pt x="1954" y="422"/>
                  <a:pt x="1913" y="412"/>
                  <a:pt x="1894" y="411"/>
                </a:cubicBezTo>
                <a:moveTo>
                  <a:pt x="1842" y="606"/>
                </a:moveTo>
                <a:cubicBezTo>
                  <a:pt x="1283" y="619"/>
                  <a:pt x="725" y="633"/>
                  <a:pt x="167" y="646"/>
                </a:cubicBezTo>
                <a:cubicBezTo>
                  <a:pt x="146" y="647"/>
                  <a:pt x="99" y="650"/>
                  <a:pt x="98" y="670"/>
                </a:cubicBezTo>
                <a:cubicBezTo>
                  <a:pt x="97" y="689"/>
                  <a:pt x="148" y="694"/>
                  <a:pt x="167" y="694"/>
                </a:cubicBezTo>
                <a:cubicBezTo>
                  <a:pt x="725" y="680"/>
                  <a:pt x="1283" y="667"/>
                  <a:pt x="1842" y="653"/>
                </a:cubicBezTo>
                <a:cubicBezTo>
                  <a:pt x="1863" y="653"/>
                  <a:pt x="1909" y="649"/>
                  <a:pt x="1910" y="629"/>
                </a:cubicBezTo>
                <a:cubicBezTo>
                  <a:pt x="1911" y="610"/>
                  <a:pt x="1860" y="605"/>
                  <a:pt x="1842" y="606"/>
                </a:cubicBezTo>
                <a:moveTo>
                  <a:pt x="1875" y="830"/>
                </a:moveTo>
                <a:cubicBezTo>
                  <a:pt x="1307" y="832"/>
                  <a:pt x="738" y="846"/>
                  <a:pt x="171" y="872"/>
                </a:cubicBezTo>
                <a:cubicBezTo>
                  <a:pt x="151" y="873"/>
                  <a:pt x="104" y="876"/>
                  <a:pt x="103" y="896"/>
                </a:cubicBezTo>
                <a:cubicBezTo>
                  <a:pt x="102" y="914"/>
                  <a:pt x="153" y="920"/>
                  <a:pt x="171" y="920"/>
                </a:cubicBezTo>
                <a:cubicBezTo>
                  <a:pt x="738" y="893"/>
                  <a:pt x="1307" y="879"/>
                  <a:pt x="1875" y="878"/>
                </a:cubicBezTo>
                <a:cubicBezTo>
                  <a:pt x="1896" y="878"/>
                  <a:pt x="1942" y="874"/>
                  <a:pt x="1943" y="854"/>
                </a:cubicBezTo>
                <a:cubicBezTo>
                  <a:pt x="1944" y="835"/>
                  <a:pt x="1893" y="830"/>
                  <a:pt x="1875" y="830"/>
                </a:cubicBezTo>
                <a:moveTo>
                  <a:pt x="1884" y="1039"/>
                </a:moveTo>
                <a:cubicBezTo>
                  <a:pt x="1337" y="1061"/>
                  <a:pt x="789" y="1067"/>
                  <a:pt x="241" y="1059"/>
                </a:cubicBezTo>
                <a:cubicBezTo>
                  <a:pt x="220" y="1059"/>
                  <a:pt x="174" y="1064"/>
                  <a:pt x="173" y="1083"/>
                </a:cubicBezTo>
                <a:cubicBezTo>
                  <a:pt x="172" y="1103"/>
                  <a:pt x="223" y="1107"/>
                  <a:pt x="241" y="1107"/>
                </a:cubicBezTo>
                <a:cubicBezTo>
                  <a:pt x="789" y="1115"/>
                  <a:pt x="1337" y="1108"/>
                  <a:pt x="1884" y="1087"/>
                </a:cubicBezTo>
                <a:cubicBezTo>
                  <a:pt x="1905" y="1086"/>
                  <a:pt x="1951" y="1083"/>
                  <a:pt x="1952" y="1063"/>
                </a:cubicBezTo>
                <a:cubicBezTo>
                  <a:pt x="1953" y="1044"/>
                  <a:pt x="1902" y="1038"/>
                  <a:pt x="1884" y="1039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6"/>
          <p:cNvGrpSpPr/>
          <p:nvPr/>
        </p:nvGrpSpPr>
        <p:grpSpPr>
          <a:xfrm rot="-1616709">
            <a:off x="8418680" y="1902170"/>
            <a:ext cx="878924" cy="2824253"/>
            <a:chOff x="5762590" y="3480685"/>
            <a:chExt cx="766943" cy="2464422"/>
          </a:xfrm>
        </p:grpSpPr>
        <p:sp>
          <p:nvSpPr>
            <p:cNvPr id="81" name="Google Shape;81;p6"/>
            <p:cNvSpPr/>
            <p:nvPr/>
          </p:nvSpPr>
          <p:spPr>
            <a:xfrm rot="-4499997">
              <a:off x="5105689" y="4815298"/>
              <a:ext cx="2055956" cy="217440"/>
            </a:xfrm>
            <a:custGeom>
              <a:avLst/>
              <a:gdLst/>
              <a:ahLst/>
              <a:cxnLst/>
              <a:rect l="l" t="t" r="r" b="b"/>
              <a:pathLst>
                <a:path w="5711" h="604" extrusionOk="0">
                  <a:moveTo>
                    <a:pt x="0" y="253"/>
                  </a:moveTo>
                  <a:lnTo>
                    <a:pt x="5694" y="0"/>
                  </a:lnTo>
                  <a:lnTo>
                    <a:pt x="5710" y="349"/>
                  </a:lnTo>
                  <a:lnTo>
                    <a:pt x="16" y="603"/>
                  </a:lnTo>
                  <a:lnTo>
                    <a:pt x="0" y="253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 rot="-4499997">
              <a:off x="5107489" y="4854538"/>
              <a:ext cx="2052356" cy="138960"/>
            </a:xfrm>
            <a:custGeom>
              <a:avLst/>
              <a:gdLst/>
              <a:ahLst/>
              <a:cxnLst/>
              <a:rect l="l" t="t" r="r" b="b"/>
              <a:pathLst>
                <a:path w="5701" h="386" extrusionOk="0">
                  <a:moveTo>
                    <a:pt x="0" y="253"/>
                  </a:moveTo>
                  <a:lnTo>
                    <a:pt x="5694" y="0"/>
                  </a:lnTo>
                  <a:lnTo>
                    <a:pt x="5700" y="131"/>
                  </a:lnTo>
                  <a:lnTo>
                    <a:pt x="6" y="385"/>
                  </a:lnTo>
                  <a:lnTo>
                    <a:pt x="0" y="253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83" name="Google Shape;83;p6"/>
            <p:cNvSpPr/>
            <p:nvPr/>
          </p:nvSpPr>
          <p:spPr>
            <a:xfrm rot="-4499997">
              <a:off x="6363449" y="3940457"/>
              <a:ext cx="58320" cy="38520"/>
            </a:xfrm>
            <a:custGeom>
              <a:avLst/>
              <a:gdLst/>
              <a:ahLst/>
              <a:cxnLst/>
              <a:rect l="l" t="t" r="r" b="b"/>
              <a:pathLst>
                <a:path w="162" h="107" extrusionOk="0">
                  <a:moveTo>
                    <a:pt x="2" y="77"/>
                  </a:moveTo>
                  <a:cubicBezTo>
                    <a:pt x="2" y="87"/>
                    <a:pt x="9" y="97"/>
                    <a:pt x="21" y="106"/>
                  </a:cubicBezTo>
                  <a:lnTo>
                    <a:pt x="161" y="99"/>
                  </a:lnTo>
                  <a:lnTo>
                    <a:pt x="156" y="0"/>
                  </a:lnTo>
                  <a:cubicBezTo>
                    <a:pt x="66" y="13"/>
                    <a:pt x="0" y="44"/>
                    <a:pt x="2" y="7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 rot="-4499997">
              <a:off x="5953247" y="3829229"/>
              <a:ext cx="818638" cy="126360"/>
            </a:xfrm>
            <a:custGeom>
              <a:avLst/>
              <a:gdLst/>
              <a:ahLst/>
              <a:cxnLst/>
              <a:rect l="l" t="t" r="r" b="b"/>
              <a:pathLst>
                <a:path w="2274" h="351" extrusionOk="0">
                  <a:moveTo>
                    <a:pt x="2222" y="78"/>
                  </a:moveTo>
                  <a:lnTo>
                    <a:pt x="1903" y="56"/>
                  </a:lnTo>
                  <a:lnTo>
                    <a:pt x="1064" y="0"/>
                  </a:lnTo>
                  <a:lnTo>
                    <a:pt x="994" y="3"/>
                  </a:lnTo>
                  <a:lnTo>
                    <a:pt x="902" y="7"/>
                  </a:lnTo>
                  <a:lnTo>
                    <a:pt x="0" y="47"/>
                  </a:lnTo>
                  <a:lnTo>
                    <a:pt x="902" y="7"/>
                  </a:lnTo>
                  <a:cubicBezTo>
                    <a:pt x="891" y="16"/>
                    <a:pt x="885" y="26"/>
                    <a:pt x="886" y="37"/>
                  </a:cubicBezTo>
                  <a:cubicBezTo>
                    <a:pt x="887" y="70"/>
                    <a:pt x="955" y="95"/>
                    <a:pt x="1047" y="100"/>
                  </a:cubicBezTo>
                  <a:lnTo>
                    <a:pt x="1047" y="105"/>
                  </a:lnTo>
                  <a:cubicBezTo>
                    <a:pt x="956" y="118"/>
                    <a:pt x="891" y="149"/>
                    <a:pt x="892" y="183"/>
                  </a:cubicBezTo>
                  <a:cubicBezTo>
                    <a:pt x="894" y="216"/>
                    <a:pt x="962" y="241"/>
                    <a:pt x="1053" y="246"/>
                  </a:cubicBezTo>
                  <a:lnTo>
                    <a:pt x="1058" y="350"/>
                  </a:lnTo>
                  <a:lnTo>
                    <a:pt x="1080" y="349"/>
                  </a:lnTo>
                  <a:lnTo>
                    <a:pt x="1910" y="218"/>
                  </a:lnTo>
                  <a:lnTo>
                    <a:pt x="2226" y="168"/>
                  </a:lnTo>
                  <a:cubicBezTo>
                    <a:pt x="2273" y="161"/>
                    <a:pt x="2270" y="81"/>
                    <a:pt x="2222" y="7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 rot="-4499997">
              <a:off x="6371228" y="3528659"/>
              <a:ext cx="133560" cy="58680"/>
            </a:xfrm>
            <a:custGeom>
              <a:avLst/>
              <a:gdLst/>
              <a:ahLst/>
              <a:cxnLst/>
              <a:rect l="l" t="t" r="r" b="b"/>
              <a:pathLst>
                <a:path w="371" h="163" extrusionOk="0">
                  <a:moveTo>
                    <a:pt x="323" y="112"/>
                  </a:moveTo>
                  <a:lnTo>
                    <a:pt x="7" y="162"/>
                  </a:lnTo>
                  <a:lnTo>
                    <a:pt x="0" y="0"/>
                  </a:lnTo>
                  <a:lnTo>
                    <a:pt x="319" y="22"/>
                  </a:lnTo>
                  <a:cubicBezTo>
                    <a:pt x="367" y="25"/>
                    <a:pt x="370" y="105"/>
                    <a:pt x="323" y="11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"/>
          </p:nvPr>
        </p:nvSpPr>
        <p:spPr>
          <a:xfrm>
            <a:off x="720000" y="1740625"/>
            <a:ext cx="4294800" cy="21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Barlow Semi Condensed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713225" y="3237825"/>
            <a:ext cx="77715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720000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2"/>
          </p:nvPr>
        </p:nvSpPr>
        <p:spPr>
          <a:xfrm>
            <a:off x="3419271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3"/>
          </p:nvPr>
        </p:nvSpPr>
        <p:spPr>
          <a:xfrm>
            <a:off x="720000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4"/>
          </p:nvPr>
        </p:nvSpPr>
        <p:spPr>
          <a:xfrm>
            <a:off x="3419271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5"/>
          </p:nvPr>
        </p:nvSpPr>
        <p:spPr>
          <a:xfrm>
            <a:off x="6118549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6"/>
          </p:nvPr>
        </p:nvSpPr>
        <p:spPr>
          <a:xfrm>
            <a:off x="6118549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25139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2983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71" y="125139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71" y="2983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49" y="125139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49" y="2983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6"/>
          </p:nvPr>
        </p:nvSpPr>
        <p:spPr>
          <a:xfrm>
            <a:off x="720000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7"/>
          </p:nvPr>
        </p:nvSpPr>
        <p:spPr>
          <a:xfrm>
            <a:off x="3419271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8"/>
          </p:nvPr>
        </p:nvSpPr>
        <p:spPr>
          <a:xfrm>
            <a:off x="6118549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9"/>
          </p:nvPr>
        </p:nvSpPr>
        <p:spPr>
          <a:xfrm>
            <a:off x="720000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20"/>
          </p:nvPr>
        </p:nvSpPr>
        <p:spPr>
          <a:xfrm>
            <a:off x="3419271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21"/>
          </p:nvPr>
        </p:nvSpPr>
        <p:spPr>
          <a:xfrm>
            <a:off x="6118549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21" name="Google Shape;121;p13"/>
          <p:cNvGrpSpPr/>
          <p:nvPr/>
        </p:nvGrpSpPr>
        <p:grpSpPr>
          <a:xfrm rot="9314345">
            <a:off x="-307070" y="1080300"/>
            <a:ext cx="1014270" cy="3259161"/>
            <a:chOff x="5762590" y="3480685"/>
            <a:chExt cx="766943" cy="2464422"/>
          </a:xfrm>
        </p:grpSpPr>
        <p:sp>
          <p:nvSpPr>
            <p:cNvPr id="122" name="Google Shape;122;p13"/>
            <p:cNvSpPr/>
            <p:nvPr/>
          </p:nvSpPr>
          <p:spPr>
            <a:xfrm rot="-4499997">
              <a:off x="5105689" y="4815298"/>
              <a:ext cx="2055956" cy="217440"/>
            </a:xfrm>
            <a:custGeom>
              <a:avLst/>
              <a:gdLst/>
              <a:ahLst/>
              <a:cxnLst/>
              <a:rect l="l" t="t" r="r" b="b"/>
              <a:pathLst>
                <a:path w="5711" h="604" extrusionOk="0">
                  <a:moveTo>
                    <a:pt x="0" y="253"/>
                  </a:moveTo>
                  <a:lnTo>
                    <a:pt x="5694" y="0"/>
                  </a:lnTo>
                  <a:lnTo>
                    <a:pt x="5710" y="349"/>
                  </a:lnTo>
                  <a:lnTo>
                    <a:pt x="16" y="603"/>
                  </a:lnTo>
                  <a:lnTo>
                    <a:pt x="0" y="253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3" name="Google Shape;123;p13"/>
            <p:cNvSpPr/>
            <p:nvPr/>
          </p:nvSpPr>
          <p:spPr>
            <a:xfrm rot="-4499997">
              <a:off x="5107489" y="4854538"/>
              <a:ext cx="2052356" cy="138960"/>
            </a:xfrm>
            <a:custGeom>
              <a:avLst/>
              <a:gdLst/>
              <a:ahLst/>
              <a:cxnLst/>
              <a:rect l="l" t="t" r="r" b="b"/>
              <a:pathLst>
                <a:path w="5701" h="386" extrusionOk="0">
                  <a:moveTo>
                    <a:pt x="0" y="253"/>
                  </a:moveTo>
                  <a:lnTo>
                    <a:pt x="5694" y="0"/>
                  </a:lnTo>
                  <a:lnTo>
                    <a:pt x="5700" y="131"/>
                  </a:lnTo>
                  <a:lnTo>
                    <a:pt x="6" y="385"/>
                  </a:lnTo>
                  <a:lnTo>
                    <a:pt x="0" y="25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4" name="Google Shape;124;p13"/>
            <p:cNvSpPr/>
            <p:nvPr/>
          </p:nvSpPr>
          <p:spPr>
            <a:xfrm rot="-4499997">
              <a:off x="6363449" y="3940457"/>
              <a:ext cx="58320" cy="38520"/>
            </a:xfrm>
            <a:custGeom>
              <a:avLst/>
              <a:gdLst/>
              <a:ahLst/>
              <a:cxnLst/>
              <a:rect l="l" t="t" r="r" b="b"/>
              <a:pathLst>
                <a:path w="162" h="107" extrusionOk="0">
                  <a:moveTo>
                    <a:pt x="2" y="77"/>
                  </a:moveTo>
                  <a:cubicBezTo>
                    <a:pt x="2" y="87"/>
                    <a:pt x="9" y="97"/>
                    <a:pt x="21" y="106"/>
                  </a:cubicBezTo>
                  <a:lnTo>
                    <a:pt x="161" y="99"/>
                  </a:lnTo>
                  <a:lnTo>
                    <a:pt x="156" y="0"/>
                  </a:lnTo>
                  <a:cubicBezTo>
                    <a:pt x="66" y="13"/>
                    <a:pt x="0" y="44"/>
                    <a:pt x="2" y="7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 rot="-4499997">
              <a:off x="5953247" y="3829229"/>
              <a:ext cx="818638" cy="126360"/>
            </a:xfrm>
            <a:custGeom>
              <a:avLst/>
              <a:gdLst/>
              <a:ahLst/>
              <a:cxnLst/>
              <a:rect l="l" t="t" r="r" b="b"/>
              <a:pathLst>
                <a:path w="2274" h="351" extrusionOk="0">
                  <a:moveTo>
                    <a:pt x="2222" y="78"/>
                  </a:moveTo>
                  <a:lnTo>
                    <a:pt x="1903" y="56"/>
                  </a:lnTo>
                  <a:lnTo>
                    <a:pt x="1064" y="0"/>
                  </a:lnTo>
                  <a:lnTo>
                    <a:pt x="994" y="3"/>
                  </a:lnTo>
                  <a:lnTo>
                    <a:pt x="902" y="7"/>
                  </a:lnTo>
                  <a:lnTo>
                    <a:pt x="0" y="47"/>
                  </a:lnTo>
                  <a:lnTo>
                    <a:pt x="902" y="7"/>
                  </a:lnTo>
                  <a:cubicBezTo>
                    <a:pt x="891" y="16"/>
                    <a:pt x="885" y="26"/>
                    <a:pt x="886" y="37"/>
                  </a:cubicBezTo>
                  <a:cubicBezTo>
                    <a:pt x="887" y="70"/>
                    <a:pt x="955" y="95"/>
                    <a:pt x="1047" y="100"/>
                  </a:cubicBezTo>
                  <a:lnTo>
                    <a:pt x="1047" y="105"/>
                  </a:lnTo>
                  <a:cubicBezTo>
                    <a:pt x="956" y="118"/>
                    <a:pt x="891" y="149"/>
                    <a:pt x="892" y="183"/>
                  </a:cubicBezTo>
                  <a:cubicBezTo>
                    <a:pt x="894" y="216"/>
                    <a:pt x="962" y="241"/>
                    <a:pt x="1053" y="246"/>
                  </a:cubicBezTo>
                  <a:lnTo>
                    <a:pt x="1058" y="350"/>
                  </a:lnTo>
                  <a:lnTo>
                    <a:pt x="1080" y="349"/>
                  </a:lnTo>
                  <a:lnTo>
                    <a:pt x="1910" y="218"/>
                  </a:lnTo>
                  <a:lnTo>
                    <a:pt x="2226" y="168"/>
                  </a:lnTo>
                  <a:cubicBezTo>
                    <a:pt x="2273" y="161"/>
                    <a:pt x="2270" y="81"/>
                    <a:pt x="2222" y="7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 rot="-4499997">
              <a:off x="6371228" y="3528659"/>
              <a:ext cx="133560" cy="58680"/>
            </a:xfrm>
            <a:custGeom>
              <a:avLst/>
              <a:gdLst/>
              <a:ahLst/>
              <a:cxnLst/>
              <a:rect l="l" t="t" r="r" b="b"/>
              <a:pathLst>
                <a:path w="371" h="163" extrusionOk="0">
                  <a:moveTo>
                    <a:pt x="323" y="112"/>
                  </a:moveTo>
                  <a:lnTo>
                    <a:pt x="7" y="162"/>
                  </a:lnTo>
                  <a:lnTo>
                    <a:pt x="0" y="0"/>
                  </a:lnTo>
                  <a:lnTo>
                    <a:pt x="319" y="22"/>
                  </a:lnTo>
                  <a:cubicBezTo>
                    <a:pt x="367" y="25"/>
                    <a:pt x="370" y="105"/>
                    <a:pt x="323" y="11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13"/>
          <p:cNvSpPr/>
          <p:nvPr/>
        </p:nvSpPr>
        <p:spPr>
          <a:xfrm rot="10800000">
            <a:off x="293325" y="1898526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26400" y="4589076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/>
          <p:nvPr/>
        </p:nvSpPr>
        <p:spPr>
          <a:xfrm rot="1045092">
            <a:off x="8521953" y="3067240"/>
            <a:ext cx="655894" cy="650880"/>
          </a:xfrm>
          <a:custGeom>
            <a:avLst/>
            <a:gdLst/>
            <a:ahLst/>
            <a:cxnLst/>
            <a:rect l="l" t="t" r="r" b="b"/>
            <a:pathLst>
              <a:path w="2551" h="1808" extrusionOk="0">
                <a:moveTo>
                  <a:pt x="304" y="1807"/>
                </a:moveTo>
                <a:lnTo>
                  <a:pt x="2547" y="1807"/>
                </a:lnTo>
                <a:cubicBezTo>
                  <a:pt x="2549" y="1803"/>
                  <a:pt x="2550" y="1799"/>
                  <a:pt x="2548" y="1794"/>
                </a:cubicBezTo>
                <a:cubicBezTo>
                  <a:pt x="2366" y="1339"/>
                  <a:pt x="2276" y="865"/>
                  <a:pt x="2279" y="390"/>
                </a:cubicBezTo>
                <a:cubicBezTo>
                  <a:pt x="2280" y="260"/>
                  <a:pt x="2288" y="129"/>
                  <a:pt x="2302" y="0"/>
                </a:cubicBezTo>
                <a:lnTo>
                  <a:pt x="54" y="0"/>
                </a:lnTo>
                <a:cubicBezTo>
                  <a:pt x="0" y="472"/>
                  <a:pt x="39" y="951"/>
                  <a:pt x="170" y="1415"/>
                </a:cubicBezTo>
                <a:cubicBezTo>
                  <a:pt x="207" y="1547"/>
                  <a:pt x="252" y="1678"/>
                  <a:pt x="304" y="1807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 rot="1045092">
            <a:off x="8854177" y="3002931"/>
            <a:ext cx="139098" cy="135360"/>
          </a:xfrm>
          <a:custGeom>
            <a:avLst/>
            <a:gdLst/>
            <a:ahLst/>
            <a:cxnLst/>
            <a:rect l="l" t="t" r="r" b="b"/>
            <a:pathLst>
              <a:path w="541" h="376" extrusionOk="0">
                <a:moveTo>
                  <a:pt x="35" y="361"/>
                </a:moveTo>
                <a:cubicBezTo>
                  <a:pt x="36" y="365"/>
                  <a:pt x="36" y="370"/>
                  <a:pt x="36" y="375"/>
                </a:cubicBezTo>
                <a:lnTo>
                  <a:pt x="540" y="375"/>
                </a:lnTo>
                <a:cubicBezTo>
                  <a:pt x="538" y="358"/>
                  <a:pt x="533" y="340"/>
                  <a:pt x="530" y="324"/>
                </a:cubicBezTo>
                <a:cubicBezTo>
                  <a:pt x="517" y="223"/>
                  <a:pt x="504" y="122"/>
                  <a:pt x="491" y="21"/>
                </a:cubicBezTo>
                <a:cubicBezTo>
                  <a:pt x="490" y="13"/>
                  <a:pt x="488" y="6"/>
                  <a:pt x="486" y="0"/>
                </a:cubicBezTo>
                <a:lnTo>
                  <a:pt x="0" y="0"/>
                </a:lnTo>
                <a:cubicBezTo>
                  <a:pt x="6" y="96"/>
                  <a:pt x="14" y="191"/>
                  <a:pt x="26" y="286"/>
                </a:cubicBezTo>
                <a:cubicBezTo>
                  <a:pt x="29" y="311"/>
                  <a:pt x="32" y="336"/>
                  <a:pt x="35" y="361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"/>
          <p:cNvSpPr/>
          <p:nvPr/>
        </p:nvSpPr>
        <p:spPr>
          <a:xfrm rot="1045092">
            <a:off x="8581815" y="3195325"/>
            <a:ext cx="512939" cy="401760"/>
          </a:xfrm>
          <a:custGeom>
            <a:avLst/>
            <a:gdLst/>
            <a:ahLst/>
            <a:cxnLst/>
            <a:rect l="l" t="t" r="r" b="b"/>
            <a:pathLst>
              <a:path w="1995" h="1116" extrusionOk="0">
                <a:moveTo>
                  <a:pt x="1935" y="52"/>
                </a:moveTo>
                <a:cubicBezTo>
                  <a:pt x="1797" y="62"/>
                  <a:pt x="1659" y="66"/>
                  <a:pt x="1520" y="67"/>
                </a:cubicBezTo>
                <a:cubicBezTo>
                  <a:pt x="1045" y="71"/>
                  <a:pt x="568" y="34"/>
                  <a:pt x="96" y="84"/>
                </a:cubicBezTo>
                <a:cubicBezTo>
                  <a:pt x="74" y="87"/>
                  <a:pt x="22" y="85"/>
                  <a:pt x="11" y="68"/>
                </a:cubicBezTo>
                <a:cubicBezTo>
                  <a:pt x="0" y="49"/>
                  <a:pt x="39" y="40"/>
                  <a:pt x="59" y="38"/>
                </a:cubicBezTo>
                <a:cubicBezTo>
                  <a:pt x="196" y="24"/>
                  <a:pt x="334" y="16"/>
                  <a:pt x="472" y="13"/>
                </a:cubicBezTo>
                <a:cubicBezTo>
                  <a:pt x="948" y="0"/>
                  <a:pt x="1425" y="40"/>
                  <a:pt x="1899" y="6"/>
                </a:cubicBezTo>
                <a:cubicBezTo>
                  <a:pt x="1921" y="4"/>
                  <a:pt x="1972" y="4"/>
                  <a:pt x="1983" y="22"/>
                </a:cubicBezTo>
                <a:cubicBezTo>
                  <a:pt x="1994" y="41"/>
                  <a:pt x="1956" y="50"/>
                  <a:pt x="1935" y="52"/>
                </a:cubicBezTo>
                <a:moveTo>
                  <a:pt x="1883" y="220"/>
                </a:moveTo>
                <a:cubicBezTo>
                  <a:pt x="1410" y="220"/>
                  <a:pt x="937" y="216"/>
                  <a:pt x="464" y="219"/>
                </a:cubicBezTo>
                <a:cubicBezTo>
                  <a:pt x="330" y="220"/>
                  <a:pt x="197" y="223"/>
                  <a:pt x="65" y="236"/>
                </a:cubicBezTo>
                <a:cubicBezTo>
                  <a:pt x="45" y="238"/>
                  <a:pt x="5" y="247"/>
                  <a:pt x="17" y="265"/>
                </a:cubicBezTo>
                <a:cubicBezTo>
                  <a:pt x="28" y="283"/>
                  <a:pt x="79" y="284"/>
                  <a:pt x="101" y="282"/>
                </a:cubicBezTo>
                <a:cubicBezTo>
                  <a:pt x="328" y="260"/>
                  <a:pt x="559" y="266"/>
                  <a:pt x="788" y="266"/>
                </a:cubicBezTo>
                <a:cubicBezTo>
                  <a:pt x="1019" y="267"/>
                  <a:pt x="1251" y="267"/>
                  <a:pt x="1482" y="267"/>
                </a:cubicBezTo>
                <a:cubicBezTo>
                  <a:pt x="1616" y="267"/>
                  <a:pt x="1750" y="268"/>
                  <a:pt x="1883" y="268"/>
                </a:cubicBezTo>
                <a:cubicBezTo>
                  <a:pt x="1904" y="268"/>
                  <a:pt x="1951" y="263"/>
                  <a:pt x="1952" y="244"/>
                </a:cubicBezTo>
                <a:cubicBezTo>
                  <a:pt x="1953" y="225"/>
                  <a:pt x="1902" y="220"/>
                  <a:pt x="1883" y="220"/>
                </a:cubicBezTo>
                <a:moveTo>
                  <a:pt x="1894" y="411"/>
                </a:moveTo>
                <a:cubicBezTo>
                  <a:pt x="1663" y="400"/>
                  <a:pt x="1430" y="410"/>
                  <a:pt x="1199" y="413"/>
                </a:cubicBezTo>
                <a:cubicBezTo>
                  <a:pt x="968" y="415"/>
                  <a:pt x="736" y="418"/>
                  <a:pt x="505" y="421"/>
                </a:cubicBezTo>
                <a:lnTo>
                  <a:pt x="111" y="426"/>
                </a:lnTo>
                <a:cubicBezTo>
                  <a:pt x="90" y="426"/>
                  <a:pt x="43" y="430"/>
                  <a:pt x="42" y="450"/>
                </a:cubicBezTo>
                <a:cubicBezTo>
                  <a:pt x="41" y="469"/>
                  <a:pt x="92" y="474"/>
                  <a:pt x="111" y="473"/>
                </a:cubicBezTo>
                <a:lnTo>
                  <a:pt x="1478" y="457"/>
                </a:lnTo>
                <a:cubicBezTo>
                  <a:pt x="1604" y="455"/>
                  <a:pt x="1731" y="451"/>
                  <a:pt x="1857" y="457"/>
                </a:cubicBezTo>
                <a:cubicBezTo>
                  <a:pt x="1882" y="458"/>
                  <a:pt x="1929" y="459"/>
                  <a:pt x="1941" y="440"/>
                </a:cubicBezTo>
                <a:cubicBezTo>
                  <a:pt x="1954" y="422"/>
                  <a:pt x="1913" y="412"/>
                  <a:pt x="1894" y="411"/>
                </a:cubicBezTo>
                <a:moveTo>
                  <a:pt x="1842" y="606"/>
                </a:moveTo>
                <a:cubicBezTo>
                  <a:pt x="1283" y="619"/>
                  <a:pt x="725" y="633"/>
                  <a:pt x="167" y="646"/>
                </a:cubicBezTo>
                <a:cubicBezTo>
                  <a:pt x="146" y="647"/>
                  <a:pt x="99" y="650"/>
                  <a:pt x="98" y="670"/>
                </a:cubicBezTo>
                <a:cubicBezTo>
                  <a:pt x="97" y="689"/>
                  <a:pt x="148" y="694"/>
                  <a:pt x="167" y="694"/>
                </a:cubicBezTo>
                <a:cubicBezTo>
                  <a:pt x="725" y="680"/>
                  <a:pt x="1283" y="667"/>
                  <a:pt x="1842" y="653"/>
                </a:cubicBezTo>
                <a:cubicBezTo>
                  <a:pt x="1863" y="653"/>
                  <a:pt x="1909" y="649"/>
                  <a:pt x="1910" y="629"/>
                </a:cubicBezTo>
                <a:cubicBezTo>
                  <a:pt x="1911" y="610"/>
                  <a:pt x="1860" y="605"/>
                  <a:pt x="1842" y="606"/>
                </a:cubicBezTo>
                <a:moveTo>
                  <a:pt x="1875" y="830"/>
                </a:moveTo>
                <a:cubicBezTo>
                  <a:pt x="1307" y="832"/>
                  <a:pt x="738" y="846"/>
                  <a:pt x="171" y="872"/>
                </a:cubicBezTo>
                <a:cubicBezTo>
                  <a:pt x="151" y="873"/>
                  <a:pt x="104" y="876"/>
                  <a:pt x="103" y="896"/>
                </a:cubicBezTo>
                <a:cubicBezTo>
                  <a:pt x="102" y="914"/>
                  <a:pt x="153" y="920"/>
                  <a:pt x="171" y="920"/>
                </a:cubicBezTo>
                <a:cubicBezTo>
                  <a:pt x="738" y="893"/>
                  <a:pt x="1307" y="879"/>
                  <a:pt x="1875" y="878"/>
                </a:cubicBezTo>
                <a:cubicBezTo>
                  <a:pt x="1896" y="878"/>
                  <a:pt x="1942" y="874"/>
                  <a:pt x="1943" y="854"/>
                </a:cubicBezTo>
                <a:cubicBezTo>
                  <a:pt x="1944" y="835"/>
                  <a:pt x="1893" y="830"/>
                  <a:pt x="1875" y="830"/>
                </a:cubicBezTo>
                <a:moveTo>
                  <a:pt x="1884" y="1039"/>
                </a:moveTo>
                <a:cubicBezTo>
                  <a:pt x="1337" y="1061"/>
                  <a:pt x="789" y="1067"/>
                  <a:pt x="241" y="1059"/>
                </a:cubicBezTo>
                <a:cubicBezTo>
                  <a:pt x="220" y="1059"/>
                  <a:pt x="174" y="1064"/>
                  <a:pt x="173" y="1083"/>
                </a:cubicBezTo>
                <a:cubicBezTo>
                  <a:pt x="172" y="1103"/>
                  <a:pt x="223" y="1107"/>
                  <a:pt x="241" y="1107"/>
                </a:cubicBezTo>
                <a:cubicBezTo>
                  <a:pt x="789" y="1115"/>
                  <a:pt x="1337" y="1108"/>
                  <a:pt x="1884" y="1087"/>
                </a:cubicBezTo>
                <a:cubicBezTo>
                  <a:pt x="1905" y="1086"/>
                  <a:pt x="1951" y="1083"/>
                  <a:pt x="1952" y="1063"/>
                </a:cubicBezTo>
                <a:cubicBezTo>
                  <a:pt x="1953" y="1044"/>
                  <a:pt x="1902" y="1038"/>
                  <a:pt x="1884" y="1039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8638493" y="4158654"/>
            <a:ext cx="436384" cy="391791"/>
            <a:chOff x="8638493" y="4158654"/>
            <a:chExt cx="436384" cy="391791"/>
          </a:xfrm>
        </p:grpSpPr>
        <p:sp>
          <p:nvSpPr>
            <p:cNvPr id="133" name="Google Shape;133;p13"/>
            <p:cNvSpPr/>
            <p:nvPr/>
          </p:nvSpPr>
          <p:spPr>
            <a:xfrm rot="-1055748">
              <a:off x="8674650" y="4206769"/>
              <a:ext cx="364071" cy="295561"/>
            </a:xfrm>
            <a:custGeom>
              <a:avLst/>
              <a:gdLst/>
              <a:ahLst/>
              <a:cxnLst/>
              <a:rect l="l" t="t" r="r" b="b"/>
              <a:pathLst>
                <a:path w="1416" h="821" extrusionOk="0">
                  <a:moveTo>
                    <a:pt x="896" y="813"/>
                  </a:moveTo>
                  <a:cubicBezTo>
                    <a:pt x="943" y="816"/>
                    <a:pt x="990" y="817"/>
                    <a:pt x="1036" y="819"/>
                  </a:cubicBezTo>
                  <a:cubicBezTo>
                    <a:pt x="1050" y="819"/>
                    <a:pt x="1064" y="820"/>
                    <a:pt x="1077" y="817"/>
                  </a:cubicBezTo>
                  <a:cubicBezTo>
                    <a:pt x="1097" y="813"/>
                    <a:pt x="1112" y="802"/>
                    <a:pt x="1124" y="790"/>
                  </a:cubicBezTo>
                  <a:cubicBezTo>
                    <a:pt x="1159" y="758"/>
                    <a:pt x="1181" y="721"/>
                    <a:pt x="1215" y="687"/>
                  </a:cubicBezTo>
                  <a:cubicBezTo>
                    <a:pt x="1257" y="646"/>
                    <a:pt x="1334" y="642"/>
                    <a:pt x="1373" y="609"/>
                  </a:cubicBezTo>
                  <a:cubicBezTo>
                    <a:pt x="1415" y="573"/>
                    <a:pt x="1380" y="474"/>
                    <a:pt x="1368" y="433"/>
                  </a:cubicBezTo>
                  <a:cubicBezTo>
                    <a:pt x="1355" y="385"/>
                    <a:pt x="1345" y="307"/>
                    <a:pt x="1260" y="302"/>
                  </a:cubicBezTo>
                  <a:cubicBezTo>
                    <a:pt x="991" y="288"/>
                    <a:pt x="792" y="134"/>
                    <a:pt x="555" y="47"/>
                  </a:cubicBezTo>
                  <a:cubicBezTo>
                    <a:pt x="427" y="0"/>
                    <a:pt x="103" y="323"/>
                    <a:pt x="26" y="388"/>
                  </a:cubicBezTo>
                  <a:cubicBezTo>
                    <a:pt x="14" y="398"/>
                    <a:pt x="2" y="409"/>
                    <a:pt x="1" y="422"/>
                  </a:cubicBezTo>
                  <a:cubicBezTo>
                    <a:pt x="0" y="431"/>
                    <a:pt x="6" y="441"/>
                    <a:pt x="12" y="450"/>
                  </a:cubicBezTo>
                  <a:cubicBezTo>
                    <a:pt x="56" y="519"/>
                    <a:pt x="78" y="595"/>
                    <a:pt x="78" y="671"/>
                  </a:cubicBezTo>
                  <a:cubicBezTo>
                    <a:pt x="78" y="690"/>
                    <a:pt x="77" y="710"/>
                    <a:pt x="93" y="726"/>
                  </a:cubicBezTo>
                  <a:cubicBezTo>
                    <a:pt x="111" y="742"/>
                    <a:pt x="144" y="747"/>
                    <a:pt x="174" y="751"/>
                  </a:cubicBezTo>
                  <a:cubicBezTo>
                    <a:pt x="413" y="781"/>
                    <a:pt x="654" y="802"/>
                    <a:pt x="896" y="81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rot="-1055748">
              <a:off x="8690492" y="4251491"/>
              <a:ext cx="318819" cy="229680"/>
            </a:xfrm>
            <a:custGeom>
              <a:avLst/>
              <a:gdLst/>
              <a:ahLst/>
              <a:cxnLst/>
              <a:rect l="l" t="t" r="r" b="b"/>
              <a:pathLst>
                <a:path w="1240" h="638" extrusionOk="0">
                  <a:moveTo>
                    <a:pt x="1212" y="247"/>
                  </a:moveTo>
                  <a:cubicBezTo>
                    <a:pt x="1139" y="239"/>
                    <a:pt x="1092" y="276"/>
                    <a:pt x="1062" y="316"/>
                  </a:cubicBezTo>
                  <a:cubicBezTo>
                    <a:pt x="1043" y="342"/>
                    <a:pt x="1024" y="367"/>
                    <a:pt x="1005" y="393"/>
                  </a:cubicBezTo>
                  <a:cubicBezTo>
                    <a:pt x="996" y="404"/>
                    <a:pt x="991" y="407"/>
                    <a:pt x="973" y="408"/>
                  </a:cubicBezTo>
                  <a:cubicBezTo>
                    <a:pt x="950" y="410"/>
                    <a:pt x="927" y="412"/>
                    <a:pt x="904" y="413"/>
                  </a:cubicBezTo>
                  <a:cubicBezTo>
                    <a:pt x="903" y="413"/>
                    <a:pt x="902" y="413"/>
                    <a:pt x="902" y="413"/>
                  </a:cubicBezTo>
                  <a:cubicBezTo>
                    <a:pt x="894" y="397"/>
                    <a:pt x="887" y="380"/>
                    <a:pt x="880" y="363"/>
                  </a:cubicBezTo>
                  <a:cubicBezTo>
                    <a:pt x="864" y="323"/>
                    <a:pt x="846" y="285"/>
                    <a:pt x="781" y="271"/>
                  </a:cubicBezTo>
                  <a:cubicBezTo>
                    <a:pt x="724" y="258"/>
                    <a:pt x="657" y="266"/>
                    <a:pt x="596" y="270"/>
                  </a:cubicBezTo>
                  <a:cubicBezTo>
                    <a:pt x="600" y="260"/>
                    <a:pt x="604" y="251"/>
                    <a:pt x="608" y="241"/>
                  </a:cubicBezTo>
                  <a:cubicBezTo>
                    <a:pt x="619" y="213"/>
                    <a:pt x="631" y="186"/>
                    <a:pt x="639" y="158"/>
                  </a:cubicBezTo>
                  <a:cubicBezTo>
                    <a:pt x="646" y="132"/>
                    <a:pt x="628" y="115"/>
                    <a:pt x="598" y="100"/>
                  </a:cubicBezTo>
                  <a:cubicBezTo>
                    <a:pt x="539" y="69"/>
                    <a:pt x="463" y="51"/>
                    <a:pt x="419" y="9"/>
                  </a:cubicBezTo>
                  <a:cubicBezTo>
                    <a:pt x="411" y="1"/>
                    <a:pt x="393" y="0"/>
                    <a:pt x="381" y="2"/>
                  </a:cubicBezTo>
                  <a:cubicBezTo>
                    <a:pt x="374" y="2"/>
                    <a:pt x="351" y="7"/>
                    <a:pt x="359" y="15"/>
                  </a:cubicBezTo>
                  <a:cubicBezTo>
                    <a:pt x="399" y="52"/>
                    <a:pt x="460" y="73"/>
                    <a:pt x="516" y="97"/>
                  </a:cubicBezTo>
                  <a:cubicBezTo>
                    <a:pt x="544" y="109"/>
                    <a:pt x="582" y="124"/>
                    <a:pt x="579" y="149"/>
                  </a:cubicBezTo>
                  <a:cubicBezTo>
                    <a:pt x="576" y="177"/>
                    <a:pt x="560" y="206"/>
                    <a:pt x="550" y="233"/>
                  </a:cubicBezTo>
                  <a:cubicBezTo>
                    <a:pt x="538" y="263"/>
                    <a:pt x="526" y="292"/>
                    <a:pt x="514" y="322"/>
                  </a:cubicBezTo>
                  <a:cubicBezTo>
                    <a:pt x="503" y="348"/>
                    <a:pt x="495" y="375"/>
                    <a:pt x="479" y="399"/>
                  </a:cubicBezTo>
                  <a:cubicBezTo>
                    <a:pt x="471" y="411"/>
                    <a:pt x="461" y="419"/>
                    <a:pt x="450" y="427"/>
                  </a:cubicBezTo>
                  <a:cubicBezTo>
                    <a:pt x="423" y="403"/>
                    <a:pt x="396" y="379"/>
                    <a:pt x="370" y="354"/>
                  </a:cubicBezTo>
                  <a:cubicBezTo>
                    <a:pt x="359" y="344"/>
                    <a:pt x="348" y="333"/>
                    <a:pt x="332" y="326"/>
                  </a:cubicBezTo>
                  <a:cubicBezTo>
                    <a:pt x="312" y="319"/>
                    <a:pt x="289" y="318"/>
                    <a:pt x="268" y="321"/>
                  </a:cubicBezTo>
                  <a:cubicBezTo>
                    <a:pt x="249" y="323"/>
                    <a:pt x="232" y="331"/>
                    <a:pt x="213" y="332"/>
                  </a:cubicBezTo>
                  <a:cubicBezTo>
                    <a:pt x="196" y="334"/>
                    <a:pt x="178" y="330"/>
                    <a:pt x="162" y="326"/>
                  </a:cubicBezTo>
                  <a:cubicBezTo>
                    <a:pt x="123" y="317"/>
                    <a:pt x="85" y="306"/>
                    <a:pt x="44" y="301"/>
                  </a:cubicBezTo>
                  <a:cubicBezTo>
                    <a:pt x="33" y="300"/>
                    <a:pt x="11" y="301"/>
                    <a:pt x="6" y="309"/>
                  </a:cubicBezTo>
                  <a:cubicBezTo>
                    <a:pt x="0" y="317"/>
                    <a:pt x="19" y="321"/>
                    <a:pt x="27" y="322"/>
                  </a:cubicBezTo>
                  <a:cubicBezTo>
                    <a:pt x="62" y="325"/>
                    <a:pt x="95" y="336"/>
                    <a:pt x="128" y="344"/>
                  </a:cubicBezTo>
                  <a:cubicBezTo>
                    <a:pt x="164" y="352"/>
                    <a:pt x="202" y="357"/>
                    <a:pt x="239" y="352"/>
                  </a:cubicBezTo>
                  <a:cubicBezTo>
                    <a:pt x="247" y="351"/>
                    <a:pt x="255" y="349"/>
                    <a:pt x="263" y="347"/>
                  </a:cubicBezTo>
                  <a:cubicBezTo>
                    <a:pt x="269" y="346"/>
                    <a:pt x="279" y="342"/>
                    <a:pt x="286" y="341"/>
                  </a:cubicBezTo>
                  <a:cubicBezTo>
                    <a:pt x="286" y="342"/>
                    <a:pt x="289" y="343"/>
                    <a:pt x="291" y="344"/>
                  </a:cubicBezTo>
                  <a:cubicBezTo>
                    <a:pt x="294" y="346"/>
                    <a:pt x="297" y="348"/>
                    <a:pt x="299" y="350"/>
                  </a:cubicBezTo>
                  <a:cubicBezTo>
                    <a:pt x="306" y="356"/>
                    <a:pt x="312" y="362"/>
                    <a:pt x="319" y="368"/>
                  </a:cubicBezTo>
                  <a:lnTo>
                    <a:pt x="400" y="442"/>
                  </a:lnTo>
                  <a:cubicBezTo>
                    <a:pt x="403" y="445"/>
                    <a:pt x="407" y="447"/>
                    <a:pt x="412" y="448"/>
                  </a:cubicBezTo>
                  <a:cubicBezTo>
                    <a:pt x="409" y="449"/>
                    <a:pt x="407" y="450"/>
                    <a:pt x="404" y="452"/>
                  </a:cubicBezTo>
                  <a:cubicBezTo>
                    <a:pt x="379" y="465"/>
                    <a:pt x="357" y="480"/>
                    <a:pt x="344" y="500"/>
                  </a:cubicBezTo>
                  <a:cubicBezTo>
                    <a:pt x="317" y="543"/>
                    <a:pt x="327" y="592"/>
                    <a:pt x="372" y="627"/>
                  </a:cubicBezTo>
                  <a:cubicBezTo>
                    <a:pt x="384" y="637"/>
                    <a:pt x="444" y="631"/>
                    <a:pt x="425" y="616"/>
                  </a:cubicBezTo>
                  <a:cubicBezTo>
                    <a:pt x="386" y="585"/>
                    <a:pt x="380" y="537"/>
                    <a:pt x="407" y="501"/>
                  </a:cubicBezTo>
                  <a:cubicBezTo>
                    <a:pt x="422" y="481"/>
                    <a:pt x="446" y="468"/>
                    <a:pt x="472" y="455"/>
                  </a:cubicBezTo>
                  <a:cubicBezTo>
                    <a:pt x="502" y="440"/>
                    <a:pt x="526" y="425"/>
                    <a:pt x="540" y="401"/>
                  </a:cubicBezTo>
                  <a:cubicBezTo>
                    <a:pt x="555" y="376"/>
                    <a:pt x="564" y="349"/>
                    <a:pt x="575" y="322"/>
                  </a:cubicBezTo>
                  <a:cubicBezTo>
                    <a:pt x="579" y="313"/>
                    <a:pt x="583" y="303"/>
                    <a:pt x="587" y="293"/>
                  </a:cubicBezTo>
                  <a:cubicBezTo>
                    <a:pt x="588" y="293"/>
                    <a:pt x="590" y="293"/>
                    <a:pt x="591" y="293"/>
                  </a:cubicBezTo>
                  <a:cubicBezTo>
                    <a:pt x="625" y="291"/>
                    <a:pt x="660" y="288"/>
                    <a:pt x="695" y="286"/>
                  </a:cubicBezTo>
                  <a:cubicBezTo>
                    <a:pt x="723" y="285"/>
                    <a:pt x="752" y="285"/>
                    <a:pt x="774" y="299"/>
                  </a:cubicBezTo>
                  <a:cubicBezTo>
                    <a:pt x="796" y="312"/>
                    <a:pt x="806" y="332"/>
                    <a:pt x="813" y="350"/>
                  </a:cubicBezTo>
                  <a:cubicBezTo>
                    <a:pt x="824" y="375"/>
                    <a:pt x="833" y="399"/>
                    <a:pt x="843" y="423"/>
                  </a:cubicBezTo>
                  <a:cubicBezTo>
                    <a:pt x="854" y="447"/>
                    <a:pt x="865" y="471"/>
                    <a:pt x="877" y="496"/>
                  </a:cubicBezTo>
                  <a:cubicBezTo>
                    <a:pt x="888" y="518"/>
                    <a:pt x="896" y="544"/>
                    <a:pt x="913" y="565"/>
                  </a:cubicBezTo>
                  <a:cubicBezTo>
                    <a:pt x="929" y="585"/>
                    <a:pt x="963" y="587"/>
                    <a:pt x="993" y="588"/>
                  </a:cubicBezTo>
                  <a:cubicBezTo>
                    <a:pt x="1032" y="589"/>
                    <a:pt x="1070" y="590"/>
                    <a:pt x="1109" y="591"/>
                  </a:cubicBezTo>
                  <a:cubicBezTo>
                    <a:pt x="1118" y="592"/>
                    <a:pt x="1140" y="589"/>
                    <a:pt x="1140" y="581"/>
                  </a:cubicBezTo>
                  <a:cubicBezTo>
                    <a:pt x="1140" y="572"/>
                    <a:pt x="1118" y="570"/>
                    <a:pt x="1109" y="570"/>
                  </a:cubicBezTo>
                  <a:cubicBezTo>
                    <a:pt x="1069" y="569"/>
                    <a:pt x="1029" y="569"/>
                    <a:pt x="989" y="567"/>
                  </a:cubicBezTo>
                  <a:cubicBezTo>
                    <a:pt x="974" y="566"/>
                    <a:pt x="972" y="559"/>
                    <a:pt x="967" y="550"/>
                  </a:cubicBezTo>
                  <a:cubicBezTo>
                    <a:pt x="960" y="537"/>
                    <a:pt x="953" y="524"/>
                    <a:pt x="947" y="512"/>
                  </a:cubicBezTo>
                  <a:cubicBezTo>
                    <a:pt x="934" y="486"/>
                    <a:pt x="922" y="460"/>
                    <a:pt x="910" y="434"/>
                  </a:cubicBezTo>
                  <a:cubicBezTo>
                    <a:pt x="914" y="434"/>
                    <a:pt x="918" y="434"/>
                    <a:pt x="920" y="434"/>
                  </a:cubicBezTo>
                  <a:cubicBezTo>
                    <a:pt x="941" y="432"/>
                    <a:pt x="962" y="431"/>
                    <a:pt x="983" y="429"/>
                  </a:cubicBezTo>
                  <a:cubicBezTo>
                    <a:pt x="1001" y="428"/>
                    <a:pt x="1020" y="427"/>
                    <a:pt x="1036" y="420"/>
                  </a:cubicBezTo>
                  <a:cubicBezTo>
                    <a:pt x="1050" y="415"/>
                    <a:pt x="1059" y="406"/>
                    <a:pt x="1066" y="396"/>
                  </a:cubicBezTo>
                  <a:cubicBezTo>
                    <a:pt x="1076" y="383"/>
                    <a:pt x="1085" y="370"/>
                    <a:pt x="1095" y="357"/>
                  </a:cubicBezTo>
                  <a:cubicBezTo>
                    <a:pt x="1110" y="336"/>
                    <a:pt x="1125" y="314"/>
                    <a:pt x="1144" y="295"/>
                  </a:cubicBezTo>
                  <a:cubicBezTo>
                    <a:pt x="1153" y="287"/>
                    <a:pt x="1162" y="279"/>
                    <a:pt x="1174" y="273"/>
                  </a:cubicBezTo>
                  <a:cubicBezTo>
                    <a:pt x="1178" y="271"/>
                    <a:pt x="1182" y="269"/>
                    <a:pt x="1186" y="268"/>
                  </a:cubicBezTo>
                  <a:cubicBezTo>
                    <a:pt x="1191" y="267"/>
                    <a:pt x="1191" y="267"/>
                    <a:pt x="1195" y="267"/>
                  </a:cubicBezTo>
                  <a:cubicBezTo>
                    <a:pt x="1206" y="268"/>
                    <a:pt x="1227" y="268"/>
                    <a:pt x="1233" y="260"/>
                  </a:cubicBezTo>
                  <a:cubicBezTo>
                    <a:pt x="1239" y="252"/>
                    <a:pt x="1220" y="248"/>
                    <a:pt x="1212" y="24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-133009" y="166105"/>
            <a:ext cx="899791" cy="915953"/>
            <a:chOff x="-133009" y="166105"/>
            <a:chExt cx="899791" cy="915953"/>
          </a:xfrm>
        </p:grpSpPr>
        <p:sp>
          <p:nvSpPr>
            <p:cNvPr id="136" name="Google Shape;136;p13"/>
            <p:cNvSpPr/>
            <p:nvPr/>
          </p:nvSpPr>
          <p:spPr>
            <a:xfrm rot="-1897547" flipH="1">
              <a:off x="-11062" y="307541"/>
              <a:ext cx="655897" cy="650881"/>
            </a:xfrm>
            <a:custGeom>
              <a:avLst/>
              <a:gdLst/>
              <a:ahLst/>
              <a:cxnLst/>
              <a:rect l="l" t="t" r="r" b="b"/>
              <a:pathLst>
                <a:path w="2551" h="1808" extrusionOk="0">
                  <a:moveTo>
                    <a:pt x="304" y="1807"/>
                  </a:moveTo>
                  <a:lnTo>
                    <a:pt x="2547" y="1807"/>
                  </a:lnTo>
                  <a:cubicBezTo>
                    <a:pt x="2549" y="1803"/>
                    <a:pt x="2550" y="1799"/>
                    <a:pt x="2548" y="1794"/>
                  </a:cubicBezTo>
                  <a:cubicBezTo>
                    <a:pt x="2366" y="1339"/>
                    <a:pt x="2276" y="865"/>
                    <a:pt x="2279" y="390"/>
                  </a:cubicBezTo>
                  <a:cubicBezTo>
                    <a:pt x="2280" y="260"/>
                    <a:pt x="2288" y="129"/>
                    <a:pt x="2302" y="0"/>
                  </a:cubicBezTo>
                  <a:lnTo>
                    <a:pt x="54" y="0"/>
                  </a:lnTo>
                  <a:cubicBezTo>
                    <a:pt x="0" y="472"/>
                    <a:pt x="39" y="951"/>
                    <a:pt x="170" y="1415"/>
                  </a:cubicBezTo>
                  <a:cubicBezTo>
                    <a:pt x="207" y="1547"/>
                    <a:pt x="252" y="1678"/>
                    <a:pt x="304" y="180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rot="-1897547" flipH="1">
              <a:off x="238446" y="192523"/>
              <a:ext cx="139099" cy="135360"/>
            </a:xfrm>
            <a:custGeom>
              <a:avLst/>
              <a:gdLst/>
              <a:ahLst/>
              <a:cxnLst/>
              <a:rect l="l" t="t" r="r" b="b"/>
              <a:pathLst>
                <a:path w="541" h="376" extrusionOk="0">
                  <a:moveTo>
                    <a:pt x="35" y="361"/>
                  </a:moveTo>
                  <a:cubicBezTo>
                    <a:pt x="36" y="365"/>
                    <a:pt x="36" y="370"/>
                    <a:pt x="36" y="375"/>
                  </a:cubicBezTo>
                  <a:lnTo>
                    <a:pt x="540" y="375"/>
                  </a:lnTo>
                  <a:cubicBezTo>
                    <a:pt x="538" y="358"/>
                    <a:pt x="533" y="340"/>
                    <a:pt x="530" y="324"/>
                  </a:cubicBezTo>
                  <a:cubicBezTo>
                    <a:pt x="517" y="223"/>
                    <a:pt x="504" y="122"/>
                    <a:pt x="491" y="21"/>
                  </a:cubicBezTo>
                  <a:cubicBezTo>
                    <a:pt x="490" y="13"/>
                    <a:pt x="488" y="6"/>
                    <a:pt x="486" y="0"/>
                  </a:cubicBezTo>
                  <a:lnTo>
                    <a:pt x="0" y="0"/>
                  </a:lnTo>
                  <a:cubicBezTo>
                    <a:pt x="6" y="96"/>
                    <a:pt x="14" y="191"/>
                    <a:pt x="26" y="286"/>
                  </a:cubicBezTo>
                  <a:cubicBezTo>
                    <a:pt x="29" y="311"/>
                    <a:pt x="32" y="336"/>
                    <a:pt x="35" y="36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rot="-1897547" flipH="1">
              <a:off x="72541" y="432667"/>
              <a:ext cx="512942" cy="401760"/>
            </a:xfrm>
            <a:custGeom>
              <a:avLst/>
              <a:gdLst/>
              <a:ahLst/>
              <a:cxnLst/>
              <a:rect l="l" t="t" r="r" b="b"/>
              <a:pathLst>
                <a:path w="1995" h="1116" extrusionOk="0">
                  <a:moveTo>
                    <a:pt x="1935" y="52"/>
                  </a:moveTo>
                  <a:cubicBezTo>
                    <a:pt x="1797" y="62"/>
                    <a:pt x="1659" y="66"/>
                    <a:pt x="1520" y="67"/>
                  </a:cubicBezTo>
                  <a:cubicBezTo>
                    <a:pt x="1045" y="71"/>
                    <a:pt x="568" y="34"/>
                    <a:pt x="96" y="84"/>
                  </a:cubicBezTo>
                  <a:cubicBezTo>
                    <a:pt x="74" y="87"/>
                    <a:pt x="22" y="85"/>
                    <a:pt x="11" y="68"/>
                  </a:cubicBezTo>
                  <a:cubicBezTo>
                    <a:pt x="0" y="49"/>
                    <a:pt x="39" y="40"/>
                    <a:pt x="59" y="38"/>
                  </a:cubicBezTo>
                  <a:cubicBezTo>
                    <a:pt x="196" y="24"/>
                    <a:pt x="334" y="16"/>
                    <a:pt x="472" y="13"/>
                  </a:cubicBezTo>
                  <a:cubicBezTo>
                    <a:pt x="948" y="0"/>
                    <a:pt x="1425" y="40"/>
                    <a:pt x="1899" y="6"/>
                  </a:cubicBezTo>
                  <a:cubicBezTo>
                    <a:pt x="1921" y="4"/>
                    <a:pt x="1972" y="4"/>
                    <a:pt x="1983" y="22"/>
                  </a:cubicBezTo>
                  <a:cubicBezTo>
                    <a:pt x="1994" y="41"/>
                    <a:pt x="1956" y="50"/>
                    <a:pt x="1935" y="52"/>
                  </a:cubicBezTo>
                  <a:moveTo>
                    <a:pt x="1883" y="220"/>
                  </a:moveTo>
                  <a:cubicBezTo>
                    <a:pt x="1410" y="220"/>
                    <a:pt x="937" y="216"/>
                    <a:pt x="464" y="219"/>
                  </a:cubicBezTo>
                  <a:cubicBezTo>
                    <a:pt x="330" y="220"/>
                    <a:pt x="197" y="223"/>
                    <a:pt x="65" y="236"/>
                  </a:cubicBezTo>
                  <a:cubicBezTo>
                    <a:pt x="45" y="238"/>
                    <a:pt x="5" y="247"/>
                    <a:pt x="17" y="265"/>
                  </a:cubicBezTo>
                  <a:cubicBezTo>
                    <a:pt x="28" y="283"/>
                    <a:pt x="79" y="284"/>
                    <a:pt x="101" y="282"/>
                  </a:cubicBezTo>
                  <a:cubicBezTo>
                    <a:pt x="328" y="260"/>
                    <a:pt x="559" y="266"/>
                    <a:pt x="788" y="266"/>
                  </a:cubicBezTo>
                  <a:cubicBezTo>
                    <a:pt x="1019" y="267"/>
                    <a:pt x="1251" y="267"/>
                    <a:pt x="1482" y="267"/>
                  </a:cubicBezTo>
                  <a:cubicBezTo>
                    <a:pt x="1616" y="267"/>
                    <a:pt x="1750" y="268"/>
                    <a:pt x="1883" y="268"/>
                  </a:cubicBezTo>
                  <a:cubicBezTo>
                    <a:pt x="1904" y="268"/>
                    <a:pt x="1951" y="263"/>
                    <a:pt x="1952" y="244"/>
                  </a:cubicBezTo>
                  <a:cubicBezTo>
                    <a:pt x="1953" y="225"/>
                    <a:pt x="1902" y="220"/>
                    <a:pt x="1883" y="220"/>
                  </a:cubicBezTo>
                  <a:moveTo>
                    <a:pt x="1894" y="411"/>
                  </a:moveTo>
                  <a:cubicBezTo>
                    <a:pt x="1663" y="400"/>
                    <a:pt x="1430" y="410"/>
                    <a:pt x="1199" y="413"/>
                  </a:cubicBezTo>
                  <a:cubicBezTo>
                    <a:pt x="968" y="415"/>
                    <a:pt x="736" y="418"/>
                    <a:pt x="505" y="421"/>
                  </a:cubicBezTo>
                  <a:lnTo>
                    <a:pt x="111" y="426"/>
                  </a:lnTo>
                  <a:cubicBezTo>
                    <a:pt x="90" y="426"/>
                    <a:pt x="43" y="430"/>
                    <a:pt x="42" y="450"/>
                  </a:cubicBezTo>
                  <a:cubicBezTo>
                    <a:pt x="41" y="469"/>
                    <a:pt x="92" y="474"/>
                    <a:pt x="111" y="473"/>
                  </a:cubicBezTo>
                  <a:lnTo>
                    <a:pt x="1478" y="457"/>
                  </a:lnTo>
                  <a:cubicBezTo>
                    <a:pt x="1604" y="455"/>
                    <a:pt x="1731" y="451"/>
                    <a:pt x="1857" y="457"/>
                  </a:cubicBezTo>
                  <a:cubicBezTo>
                    <a:pt x="1882" y="458"/>
                    <a:pt x="1929" y="459"/>
                    <a:pt x="1941" y="440"/>
                  </a:cubicBezTo>
                  <a:cubicBezTo>
                    <a:pt x="1954" y="422"/>
                    <a:pt x="1913" y="412"/>
                    <a:pt x="1894" y="411"/>
                  </a:cubicBezTo>
                  <a:moveTo>
                    <a:pt x="1842" y="606"/>
                  </a:moveTo>
                  <a:cubicBezTo>
                    <a:pt x="1283" y="619"/>
                    <a:pt x="725" y="633"/>
                    <a:pt x="167" y="646"/>
                  </a:cubicBezTo>
                  <a:cubicBezTo>
                    <a:pt x="146" y="647"/>
                    <a:pt x="99" y="650"/>
                    <a:pt x="98" y="670"/>
                  </a:cubicBezTo>
                  <a:cubicBezTo>
                    <a:pt x="97" y="689"/>
                    <a:pt x="148" y="694"/>
                    <a:pt x="167" y="694"/>
                  </a:cubicBezTo>
                  <a:cubicBezTo>
                    <a:pt x="725" y="680"/>
                    <a:pt x="1283" y="667"/>
                    <a:pt x="1842" y="653"/>
                  </a:cubicBezTo>
                  <a:cubicBezTo>
                    <a:pt x="1863" y="653"/>
                    <a:pt x="1909" y="649"/>
                    <a:pt x="1910" y="629"/>
                  </a:cubicBezTo>
                  <a:cubicBezTo>
                    <a:pt x="1911" y="610"/>
                    <a:pt x="1860" y="605"/>
                    <a:pt x="1842" y="606"/>
                  </a:cubicBezTo>
                  <a:moveTo>
                    <a:pt x="1875" y="830"/>
                  </a:moveTo>
                  <a:cubicBezTo>
                    <a:pt x="1307" y="832"/>
                    <a:pt x="738" y="846"/>
                    <a:pt x="171" y="872"/>
                  </a:cubicBezTo>
                  <a:cubicBezTo>
                    <a:pt x="151" y="873"/>
                    <a:pt x="104" y="876"/>
                    <a:pt x="103" y="896"/>
                  </a:cubicBezTo>
                  <a:cubicBezTo>
                    <a:pt x="102" y="914"/>
                    <a:pt x="153" y="920"/>
                    <a:pt x="171" y="920"/>
                  </a:cubicBezTo>
                  <a:cubicBezTo>
                    <a:pt x="738" y="893"/>
                    <a:pt x="1307" y="879"/>
                    <a:pt x="1875" y="878"/>
                  </a:cubicBezTo>
                  <a:cubicBezTo>
                    <a:pt x="1896" y="878"/>
                    <a:pt x="1942" y="874"/>
                    <a:pt x="1943" y="854"/>
                  </a:cubicBezTo>
                  <a:cubicBezTo>
                    <a:pt x="1944" y="835"/>
                    <a:pt x="1893" y="830"/>
                    <a:pt x="1875" y="830"/>
                  </a:cubicBezTo>
                  <a:moveTo>
                    <a:pt x="1884" y="1039"/>
                  </a:moveTo>
                  <a:cubicBezTo>
                    <a:pt x="1337" y="1061"/>
                    <a:pt x="789" y="1067"/>
                    <a:pt x="241" y="1059"/>
                  </a:cubicBezTo>
                  <a:cubicBezTo>
                    <a:pt x="220" y="1059"/>
                    <a:pt x="174" y="1064"/>
                    <a:pt x="173" y="1083"/>
                  </a:cubicBezTo>
                  <a:cubicBezTo>
                    <a:pt x="172" y="1103"/>
                    <a:pt x="223" y="1107"/>
                    <a:pt x="241" y="1107"/>
                  </a:cubicBezTo>
                  <a:cubicBezTo>
                    <a:pt x="789" y="1115"/>
                    <a:pt x="1337" y="1108"/>
                    <a:pt x="1884" y="1087"/>
                  </a:cubicBezTo>
                  <a:cubicBezTo>
                    <a:pt x="1905" y="1086"/>
                    <a:pt x="1951" y="1083"/>
                    <a:pt x="1952" y="1063"/>
                  </a:cubicBezTo>
                  <a:cubicBezTo>
                    <a:pt x="1953" y="1044"/>
                    <a:pt x="1902" y="1038"/>
                    <a:pt x="1884" y="103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-1897547" flipH="1">
              <a:off x="-37854" y="345236"/>
              <a:ext cx="139099" cy="135360"/>
            </a:xfrm>
            <a:custGeom>
              <a:avLst/>
              <a:gdLst/>
              <a:ahLst/>
              <a:cxnLst/>
              <a:rect l="l" t="t" r="r" b="b"/>
              <a:pathLst>
                <a:path w="541" h="376" extrusionOk="0">
                  <a:moveTo>
                    <a:pt x="35" y="361"/>
                  </a:moveTo>
                  <a:cubicBezTo>
                    <a:pt x="36" y="365"/>
                    <a:pt x="36" y="370"/>
                    <a:pt x="36" y="375"/>
                  </a:cubicBezTo>
                  <a:lnTo>
                    <a:pt x="540" y="375"/>
                  </a:lnTo>
                  <a:cubicBezTo>
                    <a:pt x="538" y="358"/>
                    <a:pt x="533" y="340"/>
                    <a:pt x="530" y="324"/>
                  </a:cubicBezTo>
                  <a:cubicBezTo>
                    <a:pt x="517" y="223"/>
                    <a:pt x="504" y="122"/>
                    <a:pt x="491" y="21"/>
                  </a:cubicBezTo>
                  <a:cubicBezTo>
                    <a:pt x="490" y="13"/>
                    <a:pt x="488" y="6"/>
                    <a:pt x="486" y="0"/>
                  </a:cubicBezTo>
                  <a:lnTo>
                    <a:pt x="0" y="0"/>
                  </a:lnTo>
                  <a:cubicBezTo>
                    <a:pt x="6" y="96"/>
                    <a:pt x="14" y="191"/>
                    <a:pt x="26" y="286"/>
                  </a:cubicBezTo>
                  <a:cubicBezTo>
                    <a:pt x="29" y="311"/>
                    <a:pt x="32" y="336"/>
                    <a:pt x="35" y="36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8283034" y="4713484"/>
            <a:ext cx="426035" cy="337320"/>
            <a:chOff x="8283034" y="4713484"/>
            <a:chExt cx="426035" cy="337320"/>
          </a:xfrm>
        </p:grpSpPr>
        <p:sp>
          <p:nvSpPr>
            <p:cNvPr id="141" name="Google Shape;141;p13"/>
            <p:cNvSpPr/>
            <p:nvPr/>
          </p:nvSpPr>
          <p:spPr>
            <a:xfrm>
              <a:off x="8283034" y="4713484"/>
              <a:ext cx="426035" cy="337320"/>
            </a:xfrm>
            <a:custGeom>
              <a:avLst/>
              <a:gdLst/>
              <a:ahLst/>
              <a:cxnLst/>
              <a:rect l="l" t="t" r="r" b="b"/>
              <a:pathLst>
                <a:path w="1657" h="937" extrusionOk="0">
                  <a:moveTo>
                    <a:pt x="138" y="145"/>
                  </a:moveTo>
                  <a:cubicBezTo>
                    <a:pt x="130" y="240"/>
                    <a:pt x="123" y="335"/>
                    <a:pt x="116" y="430"/>
                  </a:cubicBezTo>
                  <a:cubicBezTo>
                    <a:pt x="112" y="477"/>
                    <a:pt x="113" y="524"/>
                    <a:pt x="114" y="572"/>
                  </a:cubicBezTo>
                  <a:cubicBezTo>
                    <a:pt x="115" y="587"/>
                    <a:pt x="121" y="611"/>
                    <a:pt x="107" y="623"/>
                  </a:cubicBezTo>
                  <a:cubicBezTo>
                    <a:pt x="91" y="638"/>
                    <a:pt x="39" y="651"/>
                    <a:pt x="15" y="662"/>
                  </a:cubicBezTo>
                  <a:cubicBezTo>
                    <a:pt x="10" y="664"/>
                    <a:pt x="5" y="666"/>
                    <a:pt x="3" y="669"/>
                  </a:cubicBezTo>
                  <a:cubicBezTo>
                    <a:pt x="0" y="675"/>
                    <a:pt x="5" y="681"/>
                    <a:pt x="10" y="685"/>
                  </a:cubicBezTo>
                  <a:cubicBezTo>
                    <a:pt x="68" y="739"/>
                    <a:pt x="137" y="788"/>
                    <a:pt x="213" y="830"/>
                  </a:cubicBezTo>
                  <a:cubicBezTo>
                    <a:pt x="281" y="867"/>
                    <a:pt x="381" y="936"/>
                    <a:pt x="466" y="894"/>
                  </a:cubicBezTo>
                  <a:cubicBezTo>
                    <a:pt x="735" y="765"/>
                    <a:pt x="1101" y="803"/>
                    <a:pt x="1424" y="759"/>
                  </a:cubicBezTo>
                  <a:cubicBezTo>
                    <a:pt x="1443" y="756"/>
                    <a:pt x="1462" y="753"/>
                    <a:pt x="1476" y="744"/>
                  </a:cubicBezTo>
                  <a:cubicBezTo>
                    <a:pt x="1487" y="736"/>
                    <a:pt x="1493" y="726"/>
                    <a:pt x="1499" y="715"/>
                  </a:cubicBezTo>
                  <a:cubicBezTo>
                    <a:pt x="1576" y="567"/>
                    <a:pt x="1654" y="415"/>
                    <a:pt x="1656" y="257"/>
                  </a:cubicBezTo>
                  <a:cubicBezTo>
                    <a:pt x="1624" y="265"/>
                    <a:pt x="1593" y="245"/>
                    <a:pt x="1566" y="232"/>
                  </a:cubicBezTo>
                  <a:cubicBezTo>
                    <a:pt x="1487" y="193"/>
                    <a:pt x="1380" y="199"/>
                    <a:pt x="1282" y="199"/>
                  </a:cubicBezTo>
                  <a:cubicBezTo>
                    <a:pt x="1184" y="199"/>
                    <a:pt x="1070" y="183"/>
                    <a:pt x="1028" y="123"/>
                  </a:cubicBezTo>
                  <a:cubicBezTo>
                    <a:pt x="979" y="50"/>
                    <a:pt x="987" y="2"/>
                    <a:pt x="844" y="22"/>
                  </a:cubicBezTo>
                  <a:cubicBezTo>
                    <a:pt x="753" y="35"/>
                    <a:pt x="680" y="49"/>
                    <a:pt x="587" y="41"/>
                  </a:cubicBezTo>
                  <a:cubicBezTo>
                    <a:pt x="435" y="28"/>
                    <a:pt x="147" y="0"/>
                    <a:pt x="138" y="14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27000" y="4744804"/>
              <a:ext cx="355844" cy="246240"/>
            </a:xfrm>
            <a:custGeom>
              <a:avLst/>
              <a:gdLst/>
              <a:ahLst/>
              <a:cxnLst/>
              <a:rect l="l" t="t" r="r" b="b"/>
              <a:pathLst>
                <a:path w="1384" h="684" extrusionOk="0">
                  <a:moveTo>
                    <a:pt x="1321" y="164"/>
                  </a:moveTo>
                  <a:cubicBezTo>
                    <a:pt x="1271" y="207"/>
                    <a:pt x="1232" y="256"/>
                    <a:pt x="1204" y="307"/>
                  </a:cubicBezTo>
                  <a:cubicBezTo>
                    <a:pt x="1191" y="281"/>
                    <a:pt x="1174" y="256"/>
                    <a:pt x="1146" y="235"/>
                  </a:cubicBezTo>
                  <a:cubicBezTo>
                    <a:pt x="1097" y="197"/>
                    <a:pt x="1023" y="192"/>
                    <a:pt x="954" y="182"/>
                  </a:cubicBezTo>
                  <a:cubicBezTo>
                    <a:pt x="880" y="172"/>
                    <a:pt x="806" y="159"/>
                    <a:pt x="736" y="140"/>
                  </a:cubicBezTo>
                  <a:cubicBezTo>
                    <a:pt x="702" y="131"/>
                    <a:pt x="669" y="120"/>
                    <a:pt x="638" y="107"/>
                  </a:cubicBezTo>
                  <a:cubicBezTo>
                    <a:pt x="605" y="94"/>
                    <a:pt x="571" y="84"/>
                    <a:pt x="532" y="88"/>
                  </a:cubicBezTo>
                  <a:cubicBezTo>
                    <a:pt x="513" y="91"/>
                    <a:pt x="495" y="97"/>
                    <a:pt x="477" y="103"/>
                  </a:cubicBezTo>
                  <a:cubicBezTo>
                    <a:pt x="456" y="109"/>
                    <a:pt x="436" y="116"/>
                    <a:pt x="416" y="122"/>
                  </a:cubicBezTo>
                  <a:cubicBezTo>
                    <a:pt x="386" y="132"/>
                    <a:pt x="356" y="142"/>
                    <a:pt x="326" y="151"/>
                  </a:cubicBezTo>
                  <a:cubicBezTo>
                    <a:pt x="323" y="147"/>
                    <a:pt x="321" y="142"/>
                    <a:pt x="319" y="138"/>
                  </a:cubicBezTo>
                  <a:cubicBezTo>
                    <a:pt x="308" y="116"/>
                    <a:pt x="296" y="94"/>
                    <a:pt x="285" y="72"/>
                  </a:cubicBezTo>
                  <a:cubicBezTo>
                    <a:pt x="276" y="54"/>
                    <a:pt x="270" y="36"/>
                    <a:pt x="241" y="28"/>
                  </a:cubicBezTo>
                  <a:cubicBezTo>
                    <a:pt x="213" y="20"/>
                    <a:pt x="179" y="18"/>
                    <a:pt x="148" y="14"/>
                  </a:cubicBezTo>
                  <a:cubicBezTo>
                    <a:pt x="113" y="10"/>
                    <a:pt x="78" y="5"/>
                    <a:pt x="43" y="1"/>
                  </a:cubicBezTo>
                  <a:cubicBezTo>
                    <a:pt x="33" y="0"/>
                    <a:pt x="11" y="1"/>
                    <a:pt x="5" y="8"/>
                  </a:cubicBezTo>
                  <a:cubicBezTo>
                    <a:pt x="0" y="17"/>
                    <a:pt x="19" y="20"/>
                    <a:pt x="27" y="22"/>
                  </a:cubicBezTo>
                  <a:cubicBezTo>
                    <a:pt x="59" y="26"/>
                    <a:pt x="92" y="30"/>
                    <a:pt x="124" y="34"/>
                  </a:cubicBezTo>
                  <a:cubicBezTo>
                    <a:pt x="139" y="36"/>
                    <a:pt x="154" y="38"/>
                    <a:pt x="169" y="40"/>
                  </a:cubicBezTo>
                  <a:cubicBezTo>
                    <a:pt x="180" y="41"/>
                    <a:pt x="197" y="41"/>
                    <a:pt x="206" y="46"/>
                  </a:cubicBezTo>
                  <a:cubicBezTo>
                    <a:pt x="215" y="51"/>
                    <a:pt x="219" y="63"/>
                    <a:pt x="222" y="70"/>
                  </a:cubicBezTo>
                  <a:cubicBezTo>
                    <a:pt x="227" y="81"/>
                    <a:pt x="233" y="91"/>
                    <a:pt x="238" y="102"/>
                  </a:cubicBezTo>
                  <a:cubicBezTo>
                    <a:pt x="248" y="123"/>
                    <a:pt x="259" y="143"/>
                    <a:pt x="269" y="163"/>
                  </a:cubicBezTo>
                  <a:cubicBezTo>
                    <a:pt x="311" y="246"/>
                    <a:pt x="353" y="328"/>
                    <a:pt x="395" y="411"/>
                  </a:cubicBezTo>
                  <a:cubicBezTo>
                    <a:pt x="398" y="417"/>
                    <a:pt x="417" y="418"/>
                    <a:pt x="425" y="418"/>
                  </a:cubicBezTo>
                  <a:cubicBezTo>
                    <a:pt x="532" y="423"/>
                    <a:pt x="651" y="429"/>
                    <a:pt x="743" y="471"/>
                  </a:cubicBezTo>
                  <a:cubicBezTo>
                    <a:pt x="845" y="519"/>
                    <a:pt x="869" y="604"/>
                    <a:pt x="935" y="671"/>
                  </a:cubicBezTo>
                  <a:cubicBezTo>
                    <a:pt x="946" y="683"/>
                    <a:pt x="1006" y="678"/>
                    <a:pt x="994" y="665"/>
                  </a:cubicBezTo>
                  <a:cubicBezTo>
                    <a:pt x="957" y="628"/>
                    <a:pt x="934" y="585"/>
                    <a:pt x="903" y="545"/>
                  </a:cubicBezTo>
                  <a:cubicBezTo>
                    <a:pt x="896" y="537"/>
                    <a:pt x="889" y="529"/>
                    <a:pt x="881" y="521"/>
                  </a:cubicBezTo>
                  <a:cubicBezTo>
                    <a:pt x="947" y="503"/>
                    <a:pt x="1013" y="484"/>
                    <a:pt x="1079" y="465"/>
                  </a:cubicBezTo>
                  <a:lnTo>
                    <a:pt x="1177" y="437"/>
                  </a:lnTo>
                  <a:cubicBezTo>
                    <a:pt x="1191" y="434"/>
                    <a:pt x="1206" y="430"/>
                    <a:pt x="1216" y="423"/>
                  </a:cubicBezTo>
                  <a:cubicBezTo>
                    <a:pt x="1225" y="416"/>
                    <a:pt x="1226" y="407"/>
                    <a:pt x="1228" y="399"/>
                  </a:cubicBezTo>
                  <a:cubicBezTo>
                    <a:pt x="1248" y="326"/>
                    <a:pt x="1291" y="258"/>
                    <a:pt x="1352" y="197"/>
                  </a:cubicBezTo>
                  <a:cubicBezTo>
                    <a:pt x="1367" y="197"/>
                    <a:pt x="1381" y="193"/>
                    <a:pt x="1381" y="186"/>
                  </a:cubicBezTo>
                  <a:lnTo>
                    <a:pt x="1382" y="167"/>
                  </a:lnTo>
                  <a:cubicBezTo>
                    <a:pt x="1383" y="150"/>
                    <a:pt x="1331" y="156"/>
                    <a:pt x="1321" y="164"/>
                  </a:cubicBezTo>
                  <a:moveTo>
                    <a:pt x="1172" y="381"/>
                  </a:moveTo>
                  <a:cubicBezTo>
                    <a:pt x="1169" y="389"/>
                    <a:pt x="1169" y="403"/>
                    <a:pt x="1162" y="411"/>
                  </a:cubicBezTo>
                  <a:cubicBezTo>
                    <a:pt x="1156" y="418"/>
                    <a:pt x="1138" y="421"/>
                    <a:pt x="1126" y="424"/>
                  </a:cubicBezTo>
                  <a:lnTo>
                    <a:pt x="1028" y="452"/>
                  </a:lnTo>
                  <a:cubicBezTo>
                    <a:pt x="971" y="468"/>
                    <a:pt x="915" y="484"/>
                    <a:pt x="858" y="500"/>
                  </a:cubicBezTo>
                  <a:cubicBezTo>
                    <a:pt x="837" y="482"/>
                    <a:pt x="811" y="466"/>
                    <a:pt x="782" y="454"/>
                  </a:cubicBezTo>
                  <a:cubicBezTo>
                    <a:pt x="684" y="412"/>
                    <a:pt x="564" y="403"/>
                    <a:pt x="451" y="398"/>
                  </a:cubicBezTo>
                  <a:cubicBezTo>
                    <a:pt x="413" y="324"/>
                    <a:pt x="376" y="250"/>
                    <a:pt x="338" y="176"/>
                  </a:cubicBezTo>
                  <a:cubicBezTo>
                    <a:pt x="403" y="155"/>
                    <a:pt x="468" y="134"/>
                    <a:pt x="534" y="114"/>
                  </a:cubicBezTo>
                  <a:cubicBezTo>
                    <a:pt x="547" y="109"/>
                    <a:pt x="552" y="108"/>
                    <a:pt x="566" y="112"/>
                  </a:cubicBezTo>
                  <a:cubicBezTo>
                    <a:pt x="582" y="117"/>
                    <a:pt x="597" y="124"/>
                    <a:pt x="612" y="129"/>
                  </a:cubicBezTo>
                  <a:cubicBezTo>
                    <a:pt x="641" y="140"/>
                    <a:pt x="671" y="150"/>
                    <a:pt x="702" y="158"/>
                  </a:cubicBezTo>
                  <a:cubicBezTo>
                    <a:pt x="766" y="175"/>
                    <a:pt x="832" y="187"/>
                    <a:pt x="900" y="197"/>
                  </a:cubicBezTo>
                  <a:cubicBezTo>
                    <a:pt x="932" y="202"/>
                    <a:pt x="965" y="206"/>
                    <a:pt x="998" y="211"/>
                  </a:cubicBezTo>
                  <a:cubicBezTo>
                    <a:pt x="1029" y="215"/>
                    <a:pt x="1058" y="222"/>
                    <a:pt x="1082" y="238"/>
                  </a:cubicBezTo>
                  <a:cubicBezTo>
                    <a:pt x="1128" y="267"/>
                    <a:pt x="1146" y="313"/>
                    <a:pt x="1162" y="354"/>
                  </a:cubicBezTo>
                  <a:cubicBezTo>
                    <a:pt x="1163" y="358"/>
                    <a:pt x="1170" y="360"/>
                    <a:pt x="1178" y="362"/>
                  </a:cubicBezTo>
                  <a:cubicBezTo>
                    <a:pt x="1176" y="368"/>
                    <a:pt x="1174" y="374"/>
                    <a:pt x="1172" y="3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13"/>
          <p:cNvGrpSpPr/>
          <p:nvPr/>
        </p:nvGrpSpPr>
        <p:grpSpPr>
          <a:xfrm flipH="1">
            <a:off x="7641501" y="104254"/>
            <a:ext cx="1578530" cy="617320"/>
            <a:chOff x="3523653" y="-869850"/>
            <a:chExt cx="3062728" cy="1197749"/>
          </a:xfrm>
        </p:grpSpPr>
        <p:sp>
          <p:nvSpPr>
            <p:cNvPr id="144" name="Google Shape;144;p13"/>
            <p:cNvSpPr/>
            <p:nvPr/>
          </p:nvSpPr>
          <p:spPr>
            <a:xfrm>
              <a:off x="4989616" y="-478193"/>
              <a:ext cx="1498298" cy="764208"/>
            </a:xfrm>
            <a:custGeom>
              <a:avLst/>
              <a:gdLst/>
              <a:ahLst/>
              <a:cxnLst/>
              <a:rect l="l" t="t" r="r" b="b"/>
              <a:pathLst>
                <a:path w="2039" h="1040" extrusionOk="0">
                  <a:moveTo>
                    <a:pt x="69" y="0"/>
                  </a:moveTo>
                  <a:lnTo>
                    <a:pt x="0" y="867"/>
                  </a:lnTo>
                  <a:lnTo>
                    <a:pt x="2038" y="1039"/>
                  </a:lnTo>
                  <a:lnTo>
                    <a:pt x="69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45" name="Google Shape;145;p13"/>
            <p:cNvSpPr/>
            <p:nvPr/>
          </p:nvSpPr>
          <p:spPr>
            <a:xfrm>
              <a:off x="4443646" y="-714069"/>
              <a:ext cx="2142735" cy="1041968"/>
            </a:xfrm>
            <a:custGeom>
              <a:avLst/>
              <a:gdLst/>
              <a:ahLst/>
              <a:cxnLst/>
              <a:rect l="l" t="t" r="r" b="b"/>
              <a:pathLst>
                <a:path w="2916" h="1418" extrusionOk="0">
                  <a:moveTo>
                    <a:pt x="2915" y="1417"/>
                  </a:moveTo>
                  <a:lnTo>
                    <a:pt x="0" y="960"/>
                  </a:lnTo>
                  <a:lnTo>
                    <a:pt x="526" y="539"/>
                  </a:lnTo>
                  <a:lnTo>
                    <a:pt x="811" y="613"/>
                  </a:lnTo>
                  <a:lnTo>
                    <a:pt x="823" y="617"/>
                  </a:lnTo>
                  <a:lnTo>
                    <a:pt x="812" y="313"/>
                  </a:lnTo>
                  <a:lnTo>
                    <a:pt x="812" y="308"/>
                  </a:lnTo>
                  <a:lnTo>
                    <a:pt x="1189" y="0"/>
                  </a:lnTo>
                  <a:lnTo>
                    <a:pt x="2915" y="141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6" name="Google Shape;146;p13"/>
            <p:cNvSpPr/>
            <p:nvPr/>
          </p:nvSpPr>
          <p:spPr>
            <a:xfrm>
              <a:off x="5039584" y="-484072"/>
              <a:ext cx="1407180" cy="753185"/>
            </a:xfrm>
            <a:custGeom>
              <a:avLst/>
              <a:gdLst/>
              <a:ahLst/>
              <a:cxnLst/>
              <a:rect l="l" t="t" r="r" b="b"/>
              <a:pathLst>
                <a:path w="1915" h="1025" extrusionOk="0">
                  <a:moveTo>
                    <a:pt x="1914" y="1024"/>
                  </a:moveTo>
                  <a:lnTo>
                    <a:pt x="1" y="304"/>
                  </a:lnTo>
                  <a:lnTo>
                    <a:pt x="0" y="300"/>
                  </a:lnTo>
                  <a:lnTo>
                    <a:pt x="12" y="304"/>
                  </a:lnTo>
                  <a:lnTo>
                    <a:pt x="1" y="0"/>
                  </a:lnTo>
                  <a:lnTo>
                    <a:pt x="1914" y="1024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47" name="Google Shape;147;p13"/>
            <p:cNvSpPr/>
            <p:nvPr/>
          </p:nvSpPr>
          <p:spPr>
            <a:xfrm>
              <a:off x="3523653" y="-869850"/>
              <a:ext cx="1138971" cy="735550"/>
            </a:xfrm>
            <a:custGeom>
              <a:avLst/>
              <a:gdLst/>
              <a:ahLst/>
              <a:cxnLst/>
              <a:rect l="l" t="t" r="r" b="b"/>
              <a:pathLst>
                <a:path w="1550" h="1001" extrusionOk="0">
                  <a:moveTo>
                    <a:pt x="1477" y="664"/>
                  </a:moveTo>
                  <a:cubicBezTo>
                    <a:pt x="1432" y="758"/>
                    <a:pt x="1354" y="830"/>
                    <a:pt x="1263" y="877"/>
                  </a:cubicBezTo>
                  <a:cubicBezTo>
                    <a:pt x="1173" y="924"/>
                    <a:pt x="1067" y="955"/>
                    <a:pt x="965" y="948"/>
                  </a:cubicBezTo>
                  <a:cubicBezTo>
                    <a:pt x="864" y="941"/>
                    <a:pt x="778" y="887"/>
                    <a:pt x="736" y="794"/>
                  </a:cubicBezTo>
                  <a:cubicBezTo>
                    <a:pt x="719" y="755"/>
                    <a:pt x="710" y="713"/>
                    <a:pt x="708" y="671"/>
                  </a:cubicBezTo>
                  <a:cubicBezTo>
                    <a:pt x="798" y="651"/>
                    <a:pt x="887" y="622"/>
                    <a:pt x="960" y="566"/>
                  </a:cubicBezTo>
                  <a:cubicBezTo>
                    <a:pt x="1005" y="530"/>
                    <a:pt x="1048" y="480"/>
                    <a:pt x="1057" y="422"/>
                  </a:cubicBezTo>
                  <a:cubicBezTo>
                    <a:pt x="1066" y="368"/>
                    <a:pt x="1032" y="322"/>
                    <a:pt x="984" y="301"/>
                  </a:cubicBezTo>
                  <a:cubicBezTo>
                    <a:pt x="930" y="278"/>
                    <a:pt x="868" y="280"/>
                    <a:pt x="816" y="307"/>
                  </a:cubicBezTo>
                  <a:cubicBezTo>
                    <a:pt x="765" y="335"/>
                    <a:pt x="727" y="383"/>
                    <a:pt x="699" y="433"/>
                  </a:cubicBezTo>
                  <a:cubicBezTo>
                    <a:pt x="664" y="498"/>
                    <a:pt x="644" y="574"/>
                    <a:pt x="645" y="649"/>
                  </a:cubicBezTo>
                  <a:cubicBezTo>
                    <a:pt x="532" y="672"/>
                    <a:pt x="412" y="685"/>
                    <a:pt x="302" y="648"/>
                  </a:cubicBezTo>
                  <a:cubicBezTo>
                    <a:pt x="205" y="616"/>
                    <a:pt x="120" y="546"/>
                    <a:pt x="89" y="447"/>
                  </a:cubicBezTo>
                  <a:cubicBezTo>
                    <a:pt x="52" y="333"/>
                    <a:pt x="93" y="208"/>
                    <a:pt x="143" y="105"/>
                  </a:cubicBezTo>
                  <a:cubicBezTo>
                    <a:pt x="156" y="79"/>
                    <a:pt x="170" y="53"/>
                    <a:pt x="185" y="28"/>
                  </a:cubicBezTo>
                  <a:cubicBezTo>
                    <a:pt x="196" y="8"/>
                    <a:pt x="134" y="0"/>
                    <a:pt x="124" y="19"/>
                  </a:cubicBezTo>
                  <a:cubicBezTo>
                    <a:pt x="60" y="130"/>
                    <a:pt x="0" y="260"/>
                    <a:pt x="14" y="390"/>
                  </a:cubicBezTo>
                  <a:cubicBezTo>
                    <a:pt x="27" y="511"/>
                    <a:pt x="108" y="604"/>
                    <a:pt x="216" y="654"/>
                  </a:cubicBezTo>
                  <a:cubicBezTo>
                    <a:pt x="343" y="714"/>
                    <a:pt x="489" y="710"/>
                    <a:pt x="625" y="687"/>
                  </a:cubicBezTo>
                  <a:cubicBezTo>
                    <a:pt x="632" y="686"/>
                    <a:pt x="639" y="684"/>
                    <a:pt x="646" y="683"/>
                  </a:cubicBezTo>
                  <a:cubicBezTo>
                    <a:pt x="647" y="698"/>
                    <a:pt x="649" y="713"/>
                    <a:pt x="652" y="728"/>
                  </a:cubicBezTo>
                  <a:cubicBezTo>
                    <a:pt x="675" y="836"/>
                    <a:pt x="744" y="920"/>
                    <a:pt x="848" y="958"/>
                  </a:cubicBezTo>
                  <a:cubicBezTo>
                    <a:pt x="965" y="1000"/>
                    <a:pt x="1101" y="981"/>
                    <a:pt x="1216" y="940"/>
                  </a:cubicBezTo>
                  <a:cubicBezTo>
                    <a:pt x="1324" y="901"/>
                    <a:pt x="1425" y="838"/>
                    <a:pt x="1495" y="745"/>
                  </a:cubicBezTo>
                  <a:cubicBezTo>
                    <a:pt x="1512" y="722"/>
                    <a:pt x="1526" y="698"/>
                    <a:pt x="1539" y="673"/>
                  </a:cubicBezTo>
                  <a:cubicBezTo>
                    <a:pt x="1549" y="651"/>
                    <a:pt x="1487" y="645"/>
                    <a:pt x="1477" y="664"/>
                  </a:cubicBezTo>
                  <a:moveTo>
                    <a:pt x="788" y="397"/>
                  </a:moveTo>
                  <a:cubicBezTo>
                    <a:pt x="814" y="361"/>
                    <a:pt x="855" y="319"/>
                    <a:pt x="903" y="317"/>
                  </a:cubicBezTo>
                  <a:cubicBezTo>
                    <a:pt x="938" y="315"/>
                    <a:pt x="977" y="339"/>
                    <a:pt x="990" y="374"/>
                  </a:cubicBezTo>
                  <a:cubicBezTo>
                    <a:pt x="1010" y="425"/>
                    <a:pt x="973" y="483"/>
                    <a:pt x="939" y="519"/>
                  </a:cubicBezTo>
                  <a:cubicBezTo>
                    <a:pt x="878" y="583"/>
                    <a:pt x="792" y="615"/>
                    <a:pt x="707" y="635"/>
                  </a:cubicBezTo>
                  <a:cubicBezTo>
                    <a:pt x="708" y="598"/>
                    <a:pt x="715" y="561"/>
                    <a:pt x="725" y="526"/>
                  </a:cubicBezTo>
                  <a:cubicBezTo>
                    <a:pt x="739" y="480"/>
                    <a:pt x="760" y="436"/>
                    <a:pt x="788" y="39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13"/>
          <p:cNvSpPr/>
          <p:nvPr/>
        </p:nvSpPr>
        <p:spPr>
          <a:xfrm>
            <a:off x="8663662" y="151675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1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5"/>
          <p:cNvSpPr/>
          <p:nvPr/>
        </p:nvSpPr>
        <p:spPr>
          <a:xfrm rot="-192322">
            <a:off x="-294514" y="3304628"/>
            <a:ext cx="948271" cy="1204457"/>
          </a:xfrm>
          <a:custGeom>
            <a:avLst/>
            <a:gdLst/>
            <a:ahLst/>
            <a:cxnLst/>
            <a:rect l="l" t="t" r="r" b="b"/>
            <a:pathLst>
              <a:path w="4157" h="3771" extrusionOk="0">
                <a:moveTo>
                  <a:pt x="0" y="0"/>
                </a:moveTo>
                <a:lnTo>
                  <a:pt x="0" y="3770"/>
                </a:lnTo>
                <a:lnTo>
                  <a:pt x="4156" y="3770"/>
                </a:lnTo>
                <a:lnTo>
                  <a:pt x="4156" y="709"/>
                </a:lnTo>
                <a:lnTo>
                  <a:pt x="3115" y="0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192322">
            <a:off x="-222208" y="3381015"/>
            <a:ext cx="799997" cy="986307"/>
          </a:xfrm>
          <a:custGeom>
            <a:avLst/>
            <a:gdLst/>
            <a:ahLst/>
            <a:cxnLst/>
            <a:rect l="l" t="t" r="r" b="b"/>
            <a:pathLst>
              <a:path w="3507" h="3088" extrusionOk="0">
                <a:moveTo>
                  <a:pt x="181" y="52"/>
                </a:moveTo>
                <a:cubicBezTo>
                  <a:pt x="90" y="53"/>
                  <a:pt x="31" y="55"/>
                  <a:pt x="31" y="55"/>
                </a:cubicBezTo>
                <a:cubicBezTo>
                  <a:pt x="31" y="55"/>
                  <a:pt x="28" y="43"/>
                  <a:pt x="28" y="32"/>
                </a:cubicBezTo>
                <a:cubicBezTo>
                  <a:pt x="28" y="24"/>
                  <a:pt x="30" y="13"/>
                  <a:pt x="34" y="0"/>
                </a:cubicBezTo>
                <a:lnTo>
                  <a:pt x="442" y="0"/>
                </a:lnTo>
                <a:cubicBezTo>
                  <a:pt x="442" y="0"/>
                  <a:pt x="444" y="11"/>
                  <a:pt x="444" y="20"/>
                </a:cubicBezTo>
                <a:cubicBezTo>
                  <a:pt x="444" y="28"/>
                  <a:pt x="442" y="43"/>
                  <a:pt x="437" y="55"/>
                </a:cubicBezTo>
                <a:cubicBezTo>
                  <a:pt x="427" y="54"/>
                  <a:pt x="348" y="52"/>
                  <a:pt x="285" y="52"/>
                </a:cubicBezTo>
                <a:lnTo>
                  <a:pt x="285" y="423"/>
                </a:lnTo>
                <a:lnTo>
                  <a:pt x="181" y="423"/>
                </a:lnTo>
                <a:lnTo>
                  <a:pt x="181" y="52"/>
                </a:lnTo>
                <a:moveTo>
                  <a:pt x="2612" y="352"/>
                </a:moveTo>
                <a:lnTo>
                  <a:pt x="515" y="352"/>
                </a:lnTo>
                <a:cubicBezTo>
                  <a:pt x="476" y="352"/>
                  <a:pt x="476" y="407"/>
                  <a:pt x="515" y="407"/>
                </a:cubicBezTo>
                <a:lnTo>
                  <a:pt x="2612" y="407"/>
                </a:lnTo>
                <a:cubicBezTo>
                  <a:pt x="2652" y="407"/>
                  <a:pt x="2652" y="352"/>
                  <a:pt x="2612" y="352"/>
                </a:cubicBezTo>
                <a:moveTo>
                  <a:pt x="3443" y="595"/>
                </a:moveTo>
                <a:lnTo>
                  <a:pt x="63" y="595"/>
                </a:lnTo>
                <a:cubicBezTo>
                  <a:pt x="0" y="595"/>
                  <a:pt x="0" y="651"/>
                  <a:pt x="63" y="651"/>
                </a:cubicBezTo>
                <a:lnTo>
                  <a:pt x="3443" y="651"/>
                </a:lnTo>
                <a:cubicBezTo>
                  <a:pt x="3506" y="651"/>
                  <a:pt x="3506" y="595"/>
                  <a:pt x="3443" y="595"/>
                </a:cubicBezTo>
                <a:moveTo>
                  <a:pt x="3443" y="839"/>
                </a:moveTo>
                <a:lnTo>
                  <a:pt x="63" y="839"/>
                </a:lnTo>
                <a:cubicBezTo>
                  <a:pt x="0" y="839"/>
                  <a:pt x="0" y="894"/>
                  <a:pt x="63" y="894"/>
                </a:cubicBezTo>
                <a:lnTo>
                  <a:pt x="3443" y="894"/>
                </a:lnTo>
                <a:cubicBezTo>
                  <a:pt x="3506" y="894"/>
                  <a:pt x="3506" y="839"/>
                  <a:pt x="3443" y="839"/>
                </a:cubicBezTo>
                <a:moveTo>
                  <a:pt x="3443" y="1082"/>
                </a:moveTo>
                <a:lnTo>
                  <a:pt x="63" y="1082"/>
                </a:lnTo>
                <a:cubicBezTo>
                  <a:pt x="0" y="1082"/>
                  <a:pt x="0" y="1138"/>
                  <a:pt x="63" y="1138"/>
                </a:cubicBezTo>
                <a:lnTo>
                  <a:pt x="3443" y="1138"/>
                </a:lnTo>
                <a:cubicBezTo>
                  <a:pt x="3506" y="1138"/>
                  <a:pt x="3506" y="1082"/>
                  <a:pt x="3443" y="1082"/>
                </a:cubicBezTo>
                <a:moveTo>
                  <a:pt x="3443" y="1326"/>
                </a:moveTo>
                <a:lnTo>
                  <a:pt x="63" y="1326"/>
                </a:lnTo>
                <a:cubicBezTo>
                  <a:pt x="0" y="1326"/>
                  <a:pt x="0" y="1382"/>
                  <a:pt x="63" y="1382"/>
                </a:cubicBezTo>
                <a:lnTo>
                  <a:pt x="3443" y="1382"/>
                </a:lnTo>
                <a:cubicBezTo>
                  <a:pt x="3506" y="1382"/>
                  <a:pt x="3506" y="1326"/>
                  <a:pt x="3443" y="1326"/>
                </a:cubicBezTo>
                <a:moveTo>
                  <a:pt x="3443" y="1570"/>
                </a:moveTo>
                <a:lnTo>
                  <a:pt x="63" y="1570"/>
                </a:lnTo>
                <a:cubicBezTo>
                  <a:pt x="0" y="1570"/>
                  <a:pt x="0" y="1625"/>
                  <a:pt x="63" y="1625"/>
                </a:cubicBezTo>
                <a:lnTo>
                  <a:pt x="3443" y="1625"/>
                </a:lnTo>
                <a:cubicBezTo>
                  <a:pt x="3506" y="1625"/>
                  <a:pt x="3506" y="1570"/>
                  <a:pt x="3443" y="1570"/>
                </a:cubicBezTo>
                <a:moveTo>
                  <a:pt x="3443" y="1813"/>
                </a:moveTo>
                <a:lnTo>
                  <a:pt x="63" y="1813"/>
                </a:lnTo>
                <a:cubicBezTo>
                  <a:pt x="0" y="1813"/>
                  <a:pt x="0" y="1869"/>
                  <a:pt x="63" y="1869"/>
                </a:cubicBezTo>
                <a:lnTo>
                  <a:pt x="3443" y="1869"/>
                </a:lnTo>
                <a:cubicBezTo>
                  <a:pt x="3506" y="1869"/>
                  <a:pt x="3506" y="1813"/>
                  <a:pt x="3443" y="1813"/>
                </a:cubicBezTo>
                <a:moveTo>
                  <a:pt x="3443" y="2057"/>
                </a:moveTo>
                <a:lnTo>
                  <a:pt x="63" y="2057"/>
                </a:lnTo>
                <a:cubicBezTo>
                  <a:pt x="0" y="2057"/>
                  <a:pt x="0" y="2113"/>
                  <a:pt x="63" y="2113"/>
                </a:cubicBezTo>
                <a:lnTo>
                  <a:pt x="3443" y="2113"/>
                </a:lnTo>
                <a:cubicBezTo>
                  <a:pt x="3506" y="2113"/>
                  <a:pt x="3506" y="2057"/>
                  <a:pt x="3443" y="2057"/>
                </a:cubicBezTo>
                <a:moveTo>
                  <a:pt x="3443" y="2301"/>
                </a:moveTo>
                <a:lnTo>
                  <a:pt x="63" y="2301"/>
                </a:lnTo>
                <a:cubicBezTo>
                  <a:pt x="0" y="2301"/>
                  <a:pt x="0" y="2356"/>
                  <a:pt x="63" y="2356"/>
                </a:cubicBezTo>
                <a:lnTo>
                  <a:pt x="3443" y="2356"/>
                </a:lnTo>
                <a:cubicBezTo>
                  <a:pt x="3506" y="2356"/>
                  <a:pt x="3506" y="2301"/>
                  <a:pt x="3443" y="2301"/>
                </a:cubicBezTo>
                <a:moveTo>
                  <a:pt x="3443" y="2544"/>
                </a:moveTo>
                <a:lnTo>
                  <a:pt x="63" y="2544"/>
                </a:lnTo>
                <a:cubicBezTo>
                  <a:pt x="0" y="2544"/>
                  <a:pt x="0" y="2600"/>
                  <a:pt x="63" y="2600"/>
                </a:cubicBezTo>
                <a:lnTo>
                  <a:pt x="3443" y="2600"/>
                </a:lnTo>
                <a:cubicBezTo>
                  <a:pt x="3506" y="2600"/>
                  <a:pt x="3506" y="2544"/>
                  <a:pt x="3443" y="2544"/>
                </a:cubicBezTo>
                <a:moveTo>
                  <a:pt x="3443" y="2788"/>
                </a:moveTo>
                <a:lnTo>
                  <a:pt x="63" y="2788"/>
                </a:lnTo>
                <a:cubicBezTo>
                  <a:pt x="0" y="2788"/>
                  <a:pt x="0" y="2843"/>
                  <a:pt x="63" y="2843"/>
                </a:cubicBezTo>
                <a:lnTo>
                  <a:pt x="3443" y="2843"/>
                </a:lnTo>
                <a:cubicBezTo>
                  <a:pt x="3506" y="2844"/>
                  <a:pt x="3506" y="2788"/>
                  <a:pt x="3443" y="2788"/>
                </a:cubicBezTo>
                <a:moveTo>
                  <a:pt x="3443" y="3031"/>
                </a:moveTo>
                <a:lnTo>
                  <a:pt x="63" y="3031"/>
                </a:lnTo>
                <a:cubicBezTo>
                  <a:pt x="0" y="3031"/>
                  <a:pt x="0" y="3087"/>
                  <a:pt x="63" y="3087"/>
                </a:cubicBezTo>
                <a:lnTo>
                  <a:pt x="3443" y="3087"/>
                </a:lnTo>
                <a:cubicBezTo>
                  <a:pt x="3506" y="3087"/>
                  <a:pt x="3506" y="3031"/>
                  <a:pt x="3443" y="3031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 rot="-1087235" flipH="1">
            <a:off x="240695" y="3874241"/>
            <a:ext cx="1106889" cy="1339338"/>
            <a:chOff x="8088077" y="2192959"/>
            <a:chExt cx="1185476" cy="1434429"/>
          </a:xfrm>
        </p:grpSpPr>
        <p:sp>
          <p:nvSpPr>
            <p:cNvPr id="173" name="Google Shape;173;p15"/>
            <p:cNvSpPr/>
            <p:nvPr/>
          </p:nvSpPr>
          <p:spPr>
            <a:xfrm>
              <a:off x="8088077" y="2304443"/>
              <a:ext cx="813110" cy="1322945"/>
            </a:xfrm>
            <a:custGeom>
              <a:avLst/>
              <a:gdLst/>
              <a:ahLst/>
              <a:cxnLst/>
              <a:rect l="l" t="t" r="r" b="b"/>
              <a:pathLst>
                <a:path w="1094" h="1780" extrusionOk="0">
                  <a:moveTo>
                    <a:pt x="1093" y="96"/>
                  </a:moveTo>
                  <a:lnTo>
                    <a:pt x="200" y="1779"/>
                  </a:lnTo>
                  <a:lnTo>
                    <a:pt x="164" y="1762"/>
                  </a:lnTo>
                  <a:lnTo>
                    <a:pt x="146" y="1753"/>
                  </a:lnTo>
                  <a:lnTo>
                    <a:pt x="112" y="1737"/>
                  </a:lnTo>
                  <a:lnTo>
                    <a:pt x="93" y="1728"/>
                  </a:lnTo>
                  <a:lnTo>
                    <a:pt x="53" y="1709"/>
                  </a:lnTo>
                  <a:lnTo>
                    <a:pt x="35" y="1700"/>
                  </a:lnTo>
                  <a:lnTo>
                    <a:pt x="0" y="1683"/>
                  </a:lnTo>
                  <a:lnTo>
                    <a:pt x="893" y="0"/>
                  </a:lnTo>
                  <a:lnTo>
                    <a:pt x="930" y="18"/>
                  </a:lnTo>
                  <a:lnTo>
                    <a:pt x="948" y="27"/>
                  </a:lnTo>
                  <a:lnTo>
                    <a:pt x="988" y="46"/>
                  </a:lnTo>
                  <a:lnTo>
                    <a:pt x="1007" y="55"/>
                  </a:lnTo>
                  <a:lnTo>
                    <a:pt x="1041" y="71"/>
                  </a:lnTo>
                  <a:lnTo>
                    <a:pt x="1059" y="80"/>
                  </a:lnTo>
                  <a:lnTo>
                    <a:pt x="1093" y="96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74" name="Google Shape;174;p15"/>
            <p:cNvSpPr/>
            <p:nvPr/>
          </p:nvSpPr>
          <p:spPr>
            <a:xfrm>
              <a:off x="8236726" y="2345321"/>
              <a:ext cx="1036827" cy="1282067"/>
            </a:xfrm>
            <a:custGeom>
              <a:avLst/>
              <a:gdLst/>
              <a:ahLst/>
              <a:cxnLst/>
              <a:rect l="l" t="t" r="r" b="b"/>
              <a:pathLst>
                <a:path w="1395" h="1725" extrusionOk="0">
                  <a:moveTo>
                    <a:pt x="0" y="1724"/>
                  </a:moveTo>
                  <a:lnTo>
                    <a:pt x="563" y="1683"/>
                  </a:lnTo>
                  <a:lnTo>
                    <a:pt x="1394" y="0"/>
                  </a:lnTo>
                  <a:lnTo>
                    <a:pt x="893" y="41"/>
                  </a:lnTo>
                  <a:lnTo>
                    <a:pt x="0" y="172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5" name="Google Shape;175;p15"/>
            <p:cNvSpPr/>
            <p:nvPr/>
          </p:nvSpPr>
          <p:spPr>
            <a:xfrm>
              <a:off x="8704971" y="2192959"/>
              <a:ext cx="558177" cy="233373"/>
            </a:xfrm>
            <a:custGeom>
              <a:avLst/>
              <a:gdLst/>
              <a:ahLst/>
              <a:cxnLst/>
              <a:rect l="l" t="t" r="r" b="b"/>
              <a:pathLst>
                <a:path w="751" h="314" extrusionOk="0">
                  <a:moveTo>
                    <a:pt x="749" y="161"/>
                  </a:moveTo>
                  <a:cubicBezTo>
                    <a:pt x="738" y="85"/>
                    <a:pt x="677" y="24"/>
                    <a:pt x="601" y="14"/>
                  </a:cubicBezTo>
                  <a:cubicBezTo>
                    <a:pt x="576" y="11"/>
                    <a:pt x="551" y="13"/>
                    <a:pt x="529" y="20"/>
                  </a:cubicBezTo>
                  <a:cubicBezTo>
                    <a:pt x="520" y="17"/>
                    <a:pt x="511" y="15"/>
                    <a:pt x="501" y="14"/>
                  </a:cubicBezTo>
                  <a:cubicBezTo>
                    <a:pt x="476" y="11"/>
                    <a:pt x="452" y="14"/>
                    <a:pt x="429" y="20"/>
                  </a:cubicBezTo>
                  <a:cubicBezTo>
                    <a:pt x="420" y="17"/>
                    <a:pt x="411" y="15"/>
                    <a:pt x="402" y="14"/>
                  </a:cubicBezTo>
                  <a:cubicBezTo>
                    <a:pt x="376" y="11"/>
                    <a:pt x="352" y="13"/>
                    <a:pt x="330" y="20"/>
                  </a:cubicBezTo>
                  <a:cubicBezTo>
                    <a:pt x="321" y="18"/>
                    <a:pt x="312" y="15"/>
                    <a:pt x="302" y="14"/>
                  </a:cubicBezTo>
                  <a:cubicBezTo>
                    <a:pt x="277" y="11"/>
                    <a:pt x="252" y="13"/>
                    <a:pt x="230" y="20"/>
                  </a:cubicBezTo>
                  <a:cubicBezTo>
                    <a:pt x="221" y="17"/>
                    <a:pt x="212" y="15"/>
                    <a:pt x="202" y="14"/>
                  </a:cubicBezTo>
                  <a:cubicBezTo>
                    <a:pt x="93" y="0"/>
                    <a:pt x="0" y="90"/>
                    <a:pt x="9" y="199"/>
                  </a:cubicBezTo>
                  <a:cubicBezTo>
                    <a:pt x="10" y="212"/>
                    <a:pt x="13" y="225"/>
                    <a:pt x="17" y="238"/>
                  </a:cubicBezTo>
                  <a:lnTo>
                    <a:pt x="43" y="189"/>
                  </a:lnTo>
                  <a:cubicBezTo>
                    <a:pt x="40" y="112"/>
                    <a:pt x="101" y="49"/>
                    <a:pt x="177" y="47"/>
                  </a:cubicBezTo>
                  <a:cubicBezTo>
                    <a:pt x="144" y="72"/>
                    <a:pt x="120" y="107"/>
                    <a:pt x="112" y="148"/>
                  </a:cubicBezTo>
                  <a:lnTo>
                    <a:pt x="147" y="147"/>
                  </a:lnTo>
                  <a:cubicBezTo>
                    <a:pt x="159" y="106"/>
                    <a:pt x="190" y="72"/>
                    <a:pt x="230" y="57"/>
                  </a:cubicBezTo>
                  <a:cubicBezTo>
                    <a:pt x="238" y="60"/>
                    <a:pt x="245" y="64"/>
                    <a:pt x="253" y="68"/>
                  </a:cubicBezTo>
                  <a:cubicBezTo>
                    <a:pt x="233" y="90"/>
                    <a:pt x="219" y="116"/>
                    <a:pt x="212" y="145"/>
                  </a:cubicBezTo>
                  <a:lnTo>
                    <a:pt x="248" y="143"/>
                  </a:lnTo>
                  <a:cubicBezTo>
                    <a:pt x="254" y="123"/>
                    <a:pt x="265" y="105"/>
                    <a:pt x="279" y="90"/>
                  </a:cubicBezTo>
                  <a:cubicBezTo>
                    <a:pt x="299" y="111"/>
                    <a:pt x="313" y="138"/>
                    <a:pt x="316" y="168"/>
                  </a:cubicBezTo>
                  <a:cubicBezTo>
                    <a:pt x="321" y="212"/>
                    <a:pt x="305" y="253"/>
                    <a:pt x="277" y="281"/>
                  </a:cubicBezTo>
                  <a:cubicBezTo>
                    <a:pt x="271" y="287"/>
                    <a:pt x="270" y="296"/>
                    <a:pt x="275" y="303"/>
                  </a:cubicBezTo>
                  <a:cubicBezTo>
                    <a:pt x="281" y="312"/>
                    <a:pt x="294" y="313"/>
                    <a:pt x="301" y="306"/>
                  </a:cubicBezTo>
                  <a:cubicBezTo>
                    <a:pt x="337" y="270"/>
                    <a:pt x="357" y="218"/>
                    <a:pt x="350" y="161"/>
                  </a:cubicBezTo>
                  <a:cubicBezTo>
                    <a:pt x="349" y="154"/>
                    <a:pt x="348" y="147"/>
                    <a:pt x="346" y="139"/>
                  </a:cubicBezTo>
                  <a:lnTo>
                    <a:pt x="349" y="139"/>
                  </a:lnTo>
                  <a:cubicBezTo>
                    <a:pt x="355" y="121"/>
                    <a:pt x="366" y="104"/>
                    <a:pt x="379" y="90"/>
                  </a:cubicBezTo>
                  <a:cubicBezTo>
                    <a:pt x="392" y="104"/>
                    <a:pt x="402" y="120"/>
                    <a:pt x="408" y="137"/>
                  </a:cubicBezTo>
                  <a:cubicBezTo>
                    <a:pt x="409" y="140"/>
                    <a:pt x="410" y="142"/>
                    <a:pt x="411" y="145"/>
                  </a:cubicBezTo>
                  <a:cubicBezTo>
                    <a:pt x="413" y="153"/>
                    <a:pt x="415" y="160"/>
                    <a:pt x="416" y="168"/>
                  </a:cubicBezTo>
                  <a:cubicBezTo>
                    <a:pt x="418" y="188"/>
                    <a:pt x="416" y="207"/>
                    <a:pt x="411" y="224"/>
                  </a:cubicBezTo>
                  <a:cubicBezTo>
                    <a:pt x="410" y="227"/>
                    <a:pt x="409" y="231"/>
                    <a:pt x="407" y="234"/>
                  </a:cubicBezTo>
                  <a:cubicBezTo>
                    <a:pt x="400" y="252"/>
                    <a:pt x="390" y="268"/>
                    <a:pt x="377" y="281"/>
                  </a:cubicBezTo>
                  <a:cubicBezTo>
                    <a:pt x="371" y="287"/>
                    <a:pt x="370" y="296"/>
                    <a:pt x="374" y="303"/>
                  </a:cubicBezTo>
                  <a:lnTo>
                    <a:pt x="375" y="303"/>
                  </a:lnTo>
                  <a:cubicBezTo>
                    <a:pt x="381" y="312"/>
                    <a:pt x="393" y="313"/>
                    <a:pt x="401" y="306"/>
                  </a:cubicBezTo>
                  <a:cubicBezTo>
                    <a:pt x="421" y="285"/>
                    <a:pt x="436" y="260"/>
                    <a:pt x="445" y="231"/>
                  </a:cubicBezTo>
                  <a:cubicBezTo>
                    <a:pt x="451" y="209"/>
                    <a:pt x="453" y="186"/>
                    <a:pt x="450" y="161"/>
                  </a:cubicBezTo>
                  <a:cubicBezTo>
                    <a:pt x="449" y="156"/>
                    <a:pt x="448" y="150"/>
                    <a:pt x="447" y="145"/>
                  </a:cubicBezTo>
                  <a:cubicBezTo>
                    <a:pt x="446" y="142"/>
                    <a:pt x="445" y="139"/>
                    <a:pt x="444" y="135"/>
                  </a:cubicBezTo>
                  <a:lnTo>
                    <a:pt x="450" y="135"/>
                  </a:lnTo>
                  <a:cubicBezTo>
                    <a:pt x="456" y="118"/>
                    <a:pt x="466" y="103"/>
                    <a:pt x="479" y="90"/>
                  </a:cubicBezTo>
                  <a:cubicBezTo>
                    <a:pt x="490" y="102"/>
                    <a:pt x="500" y="117"/>
                    <a:pt x="506" y="133"/>
                  </a:cubicBezTo>
                  <a:cubicBezTo>
                    <a:pt x="511" y="144"/>
                    <a:pt x="514" y="156"/>
                    <a:pt x="515" y="168"/>
                  </a:cubicBezTo>
                  <a:cubicBezTo>
                    <a:pt x="518" y="188"/>
                    <a:pt x="516" y="208"/>
                    <a:pt x="510" y="226"/>
                  </a:cubicBezTo>
                  <a:cubicBezTo>
                    <a:pt x="503" y="247"/>
                    <a:pt x="492" y="266"/>
                    <a:pt x="476" y="281"/>
                  </a:cubicBezTo>
                  <a:cubicBezTo>
                    <a:pt x="471" y="287"/>
                    <a:pt x="470" y="296"/>
                    <a:pt x="474" y="303"/>
                  </a:cubicBezTo>
                  <a:cubicBezTo>
                    <a:pt x="480" y="312"/>
                    <a:pt x="493" y="313"/>
                    <a:pt x="500" y="306"/>
                  </a:cubicBezTo>
                  <a:cubicBezTo>
                    <a:pt x="523" y="283"/>
                    <a:pt x="539" y="255"/>
                    <a:pt x="546" y="223"/>
                  </a:cubicBezTo>
                  <a:cubicBezTo>
                    <a:pt x="551" y="203"/>
                    <a:pt x="552" y="183"/>
                    <a:pt x="549" y="161"/>
                  </a:cubicBezTo>
                  <a:cubicBezTo>
                    <a:pt x="548" y="151"/>
                    <a:pt x="546" y="141"/>
                    <a:pt x="543" y="132"/>
                  </a:cubicBezTo>
                  <a:cubicBezTo>
                    <a:pt x="535" y="108"/>
                    <a:pt x="522" y="86"/>
                    <a:pt x="505" y="68"/>
                  </a:cubicBezTo>
                  <a:cubicBezTo>
                    <a:pt x="513" y="64"/>
                    <a:pt x="520" y="60"/>
                    <a:pt x="529" y="56"/>
                  </a:cubicBezTo>
                  <a:cubicBezTo>
                    <a:pt x="562" y="70"/>
                    <a:pt x="590" y="96"/>
                    <a:pt x="604" y="130"/>
                  </a:cubicBezTo>
                  <a:cubicBezTo>
                    <a:pt x="610" y="142"/>
                    <a:pt x="613" y="155"/>
                    <a:pt x="615" y="168"/>
                  </a:cubicBezTo>
                  <a:cubicBezTo>
                    <a:pt x="617" y="185"/>
                    <a:pt x="616" y="202"/>
                    <a:pt x="612" y="218"/>
                  </a:cubicBezTo>
                  <a:cubicBezTo>
                    <a:pt x="606" y="242"/>
                    <a:pt x="593" y="264"/>
                    <a:pt x="576" y="281"/>
                  </a:cubicBezTo>
                  <a:cubicBezTo>
                    <a:pt x="570" y="287"/>
                    <a:pt x="569" y="296"/>
                    <a:pt x="574" y="303"/>
                  </a:cubicBezTo>
                  <a:cubicBezTo>
                    <a:pt x="580" y="312"/>
                    <a:pt x="592" y="313"/>
                    <a:pt x="600" y="306"/>
                  </a:cubicBezTo>
                  <a:cubicBezTo>
                    <a:pt x="624" y="281"/>
                    <a:pt x="641" y="250"/>
                    <a:pt x="647" y="215"/>
                  </a:cubicBezTo>
                  <a:cubicBezTo>
                    <a:pt x="651" y="198"/>
                    <a:pt x="651" y="180"/>
                    <a:pt x="649" y="161"/>
                  </a:cubicBezTo>
                  <a:cubicBezTo>
                    <a:pt x="648" y="157"/>
                    <a:pt x="647" y="153"/>
                    <a:pt x="647" y="149"/>
                  </a:cubicBezTo>
                  <a:cubicBezTo>
                    <a:pt x="638" y="108"/>
                    <a:pt x="614" y="72"/>
                    <a:pt x="582" y="47"/>
                  </a:cubicBezTo>
                  <a:cubicBezTo>
                    <a:pt x="585" y="47"/>
                    <a:pt x="589" y="48"/>
                    <a:pt x="592" y="48"/>
                  </a:cubicBezTo>
                  <a:cubicBezTo>
                    <a:pt x="656" y="54"/>
                    <a:pt x="707" y="105"/>
                    <a:pt x="715" y="168"/>
                  </a:cubicBezTo>
                  <a:cubicBezTo>
                    <a:pt x="715" y="173"/>
                    <a:pt x="715" y="178"/>
                    <a:pt x="715" y="182"/>
                  </a:cubicBezTo>
                  <a:cubicBezTo>
                    <a:pt x="715" y="192"/>
                    <a:pt x="715" y="201"/>
                    <a:pt x="713" y="209"/>
                  </a:cubicBezTo>
                  <a:cubicBezTo>
                    <a:pt x="708" y="237"/>
                    <a:pt x="695" y="262"/>
                    <a:pt x="676" y="281"/>
                  </a:cubicBezTo>
                  <a:cubicBezTo>
                    <a:pt x="670" y="287"/>
                    <a:pt x="669" y="296"/>
                    <a:pt x="673" y="303"/>
                  </a:cubicBezTo>
                  <a:cubicBezTo>
                    <a:pt x="679" y="312"/>
                    <a:pt x="692" y="313"/>
                    <a:pt x="700" y="306"/>
                  </a:cubicBezTo>
                  <a:cubicBezTo>
                    <a:pt x="726" y="280"/>
                    <a:pt x="743" y="245"/>
                    <a:pt x="748" y="207"/>
                  </a:cubicBezTo>
                  <a:cubicBezTo>
                    <a:pt x="749" y="204"/>
                    <a:pt x="749" y="201"/>
                    <a:pt x="749" y="198"/>
                  </a:cubicBezTo>
                  <a:cubicBezTo>
                    <a:pt x="750" y="186"/>
                    <a:pt x="750" y="174"/>
                    <a:pt x="749" y="161"/>
                  </a:cubicBezTo>
                  <a:moveTo>
                    <a:pt x="330" y="100"/>
                  </a:moveTo>
                  <a:cubicBezTo>
                    <a:pt x="323" y="89"/>
                    <a:pt x="315" y="78"/>
                    <a:pt x="306" y="68"/>
                  </a:cubicBezTo>
                  <a:cubicBezTo>
                    <a:pt x="314" y="64"/>
                    <a:pt x="321" y="60"/>
                    <a:pt x="330" y="57"/>
                  </a:cubicBezTo>
                  <a:cubicBezTo>
                    <a:pt x="338" y="60"/>
                    <a:pt x="345" y="64"/>
                    <a:pt x="353" y="68"/>
                  </a:cubicBezTo>
                  <a:cubicBezTo>
                    <a:pt x="344" y="78"/>
                    <a:pt x="336" y="88"/>
                    <a:pt x="330" y="100"/>
                  </a:cubicBezTo>
                  <a:moveTo>
                    <a:pt x="429" y="100"/>
                  </a:moveTo>
                  <a:cubicBezTo>
                    <a:pt x="423" y="89"/>
                    <a:pt x="415" y="78"/>
                    <a:pt x="406" y="68"/>
                  </a:cubicBezTo>
                  <a:cubicBezTo>
                    <a:pt x="413" y="64"/>
                    <a:pt x="421" y="60"/>
                    <a:pt x="429" y="56"/>
                  </a:cubicBezTo>
                  <a:cubicBezTo>
                    <a:pt x="437" y="60"/>
                    <a:pt x="445" y="64"/>
                    <a:pt x="452" y="68"/>
                  </a:cubicBezTo>
                  <a:cubicBezTo>
                    <a:pt x="443" y="78"/>
                    <a:pt x="436" y="89"/>
                    <a:pt x="429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8157199" y="2338632"/>
              <a:ext cx="680069" cy="1257541"/>
            </a:xfrm>
            <a:custGeom>
              <a:avLst/>
              <a:gdLst/>
              <a:ahLst/>
              <a:cxnLst/>
              <a:rect l="l" t="t" r="r" b="b"/>
              <a:pathLst>
                <a:path w="915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9" y="1691"/>
                  </a:lnTo>
                  <a:lnTo>
                    <a:pt x="914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77" name="Google Shape;177;p15"/>
            <p:cNvSpPr/>
            <p:nvPr/>
          </p:nvSpPr>
          <p:spPr>
            <a:xfrm>
              <a:off x="8114091" y="2317821"/>
              <a:ext cx="679326" cy="1257541"/>
            </a:xfrm>
            <a:custGeom>
              <a:avLst/>
              <a:gdLst/>
              <a:ahLst/>
              <a:cxnLst/>
              <a:rect l="l" t="t" r="r" b="b"/>
              <a:pathLst>
                <a:path w="914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8" y="1691"/>
                  </a:lnTo>
                  <a:lnTo>
                    <a:pt x="913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grpSp>
        <p:nvGrpSpPr>
          <p:cNvPr id="178" name="Google Shape;178;p15"/>
          <p:cNvGrpSpPr/>
          <p:nvPr/>
        </p:nvGrpSpPr>
        <p:grpSpPr>
          <a:xfrm rot="-2247610">
            <a:off x="7452868" y="743967"/>
            <a:ext cx="2733482" cy="1636378"/>
            <a:chOff x="7945670" y="2725713"/>
            <a:chExt cx="2945660" cy="1763397"/>
          </a:xfrm>
        </p:grpSpPr>
        <p:sp>
          <p:nvSpPr>
            <p:cNvPr id="179" name="Google Shape;179;p15"/>
            <p:cNvSpPr/>
            <p:nvPr/>
          </p:nvSpPr>
          <p:spPr>
            <a:xfrm rot="-662412" flipH="1">
              <a:off x="8040722" y="2977904"/>
              <a:ext cx="2755557" cy="1259015"/>
            </a:xfrm>
            <a:custGeom>
              <a:avLst/>
              <a:gdLst/>
              <a:ahLst/>
              <a:cxnLst/>
              <a:rect l="l" t="t" r="r" b="b"/>
              <a:pathLst>
                <a:path w="5461" h="1782" extrusionOk="0">
                  <a:moveTo>
                    <a:pt x="2037" y="933"/>
                  </a:moveTo>
                  <a:lnTo>
                    <a:pt x="2003" y="963"/>
                  </a:lnTo>
                  <a:lnTo>
                    <a:pt x="2001" y="962"/>
                  </a:lnTo>
                  <a:cubicBezTo>
                    <a:pt x="2001" y="962"/>
                    <a:pt x="1755" y="951"/>
                    <a:pt x="1688" y="948"/>
                  </a:cubicBezTo>
                  <a:cubicBezTo>
                    <a:pt x="1678" y="947"/>
                    <a:pt x="1667" y="945"/>
                    <a:pt x="1658" y="942"/>
                  </a:cubicBezTo>
                  <a:lnTo>
                    <a:pt x="1654" y="941"/>
                  </a:lnTo>
                  <a:lnTo>
                    <a:pt x="382" y="504"/>
                  </a:lnTo>
                  <a:cubicBezTo>
                    <a:pt x="328" y="485"/>
                    <a:pt x="304" y="451"/>
                    <a:pt x="325" y="422"/>
                  </a:cubicBezTo>
                  <a:cubicBezTo>
                    <a:pt x="328" y="418"/>
                    <a:pt x="331" y="415"/>
                    <a:pt x="334" y="411"/>
                  </a:cubicBezTo>
                  <a:cubicBezTo>
                    <a:pt x="336" y="409"/>
                    <a:pt x="339" y="407"/>
                    <a:pt x="342" y="405"/>
                  </a:cubicBezTo>
                  <a:cubicBezTo>
                    <a:pt x="379" y="378"/>
                    <a:pt x="453" y="372"/>
                    <a:pt x="513" y="390"/>
                  </a:cubicBezTo>
                  <a:lnTo>
                    <a:pt x="1845" y="782"/>
                  </a:lnTo>
                  <a:cubicBezTo>
                    <a:pt x="1854" y="785"/>
                    <a:pt x="1862" y="789"/>
                    <a:pt x="1868" y="794"/>
                  </a:cubicBezTo>
                  <a:lnTo>
                    <a:pt x="2036" y="932"/>
                  </a:lnTo>
                  <a:lnTo>
                    <a:pt x="2037" y="933"/>
                  </a:lnTo>
                  <a:moveTo>
                    <a:pt x="650" y="352"/>
                  </a:moveTo>
                  <a:cubicBezTo>
                    <a:pt x="676" y="337"/>
                    <a:pt x="701" y="319"/>
                    <a:pt x="710" y="297"/>
                  </a:cubicBezTo>
                  <a:cubicBezTo>
                    <a:pt x="714" y="285"/>
                    <a:pt x="715" y="274"/>
                    <a:pt x="715" y="262"/>
                  </a:cubicBezTo>
                  <a:cubicBezTo>
                    <a:pt x="715" y="230"/>
                    <a:pt x="710" y="197"/>
                    <a:pt x="701" y="165"/>
                  </a:cubicBezTo>
                  <a:cubicBezTo>
                    <a:pt x="699" y="159"/>
                    <a:pt x="698" y="152"/>
                    <a:pt x="692" y="148"/>
                  </a:cubicBezTo>
                  <a:cubicBezTo>
                    <a:pt x="689" y="146"/>
                    <a:pt x="681" y="145"/>
                    <a:pt x="676" y="143"/>
                  </a:cubicBezTo>
                  <a:cubicBezTo>
                    <a:pt x="665" y="140"/>
                    <a:pt x="654" y="137"/>
                    <a:pt x="642" y="134"/>
                  </a:cubicBezTo>
                  <a:cubicBezTo>
                    <a:pt x="588" y="118"/>
                    <a:pt x="533" y="102"/>
                    <a:pt x="478" y="86"/>
                  </a:cubicBezTo>
                  <a:cubicBezTo>
                    <a:pt x="407" y="65"/>
                    <a:pt x="336" y="45"/>
                    <a:pt x="266" y="24"/>
                  </a:cubicBezTo>
                  <a:cubicBezTo>
                    <a:pt x="182" y="0"/>
                    <a:pt x="84" y="22"/>
                    <a:pt x="40" y="75"/>
                  </a:cubicBezTo>
                  <a:cubicBezTo>
                    <a:pt x="37" y="79"/>
                    <a:pt x="34" y="83"/>
                    <a:pt x="31" y="87"/>
                  </a:cubicBezTo>
                  <a:cubicBezTo>
                    <a:pt x="27" y="95"/>
                    <a:pt x="23" y="104"/>
                    <a:pt x="20" y="112"/>
                  </a:cubicBezTo>
                  <a:cubicBezTo>
                    <a:pt x="0" y="167"/>
                    <a:pt x="39" y="223"/>
                    <a:pt x="112" y="249"/>
                  </a:cubicBezTo>
                  <a:cubicBezTo>
                    <a:pt x="182" y="273"/>
                    <a:pt x="251" y="298"/>
                    <a:pt x="320" y="322"/>
                  </a:cubicBezTo>
                  <a:cubicBezTo>
                    <a:pt x="370" y="339"/>
                    <a:pt x="420" y="357"/>
                    <a:pt x="470" y="374"/>
                  </a:cubicBezTo>
                  <a:cubicBezTo>
                    <a:pt x="487" y="380"/>
                    <a:pt x="509" y="392"/>
                    <a:pt x="528" y="392"/>
                  </a:cubicBezTo>
                  <a:cubicBezTo>
                    <a:pt x="568" y="392"/>
                    <a:pt x="610" y="374"/>
                    <a:pt x="640" y="358"/>
                  </a:cubicBezTo>
                  <a:cubicBezTo>
                    <a:pt x="643" y="356"/>
                    <a:pt x="647" y="354"/>
                    <a:pt x="650" y="353"/>
                  </a:cubicBezTo>
                  <a:cubicBezTo>
                    <a:pt x="650" y="352"/>
                    <a:pt x="650" y="352"/>
                    <a:pt x="650" y="352"/>
                  </a:cubicBezTo>
                  <a:moveTo>
                    <a:pt x="5460" y="1781"/>
                  </a:moveTo>
                  <a:lnTo>
                    <a:pt x="5460" y="178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 rot="-662412" flipH="1">
              <a:off x="8454005" y="3116502"/>
              <a:ext cx="1936106" cy="991952"/>
            </a:xfrm>
            <a:custGeom>
              <a:avLst/>
              <a:gdLst/>
              <a:ahLst/>
              <a:cxnLst/>
              <a:rect l="l" t="t" r="r" b="b"/>
              <a:pathLst>
                <a:path w="3837" h="1404" extrusionOk="0">
                  <a:moveTo>
                    <a:pt x="3836" y="1284"/>
                  </a:moveTo>
                  <a:lnTo>
                    <a:pt x="3774" y="1376"/>
                  </a:lnTo>
                  <a:lnTo>
                    <a:pt x="3769" y="1376"/>
                  </a:lnTo>
                  <a:lnTo>
                    <a:pt x="3067" y="1403"/>
                  </a:lnTo>
                  <a:lnTo>
                    <a:pt x="3025" y="1388"/>
                  </a:lnTo>
                  <a:lnTo>
                    <a:pt x="0" y="347"/>
                  </a:lnTo>
                  <a:cubicBezTo>
                    <a:pt x="8" y="281"/>
                    <a:pt x="7" y="213"/>
                    <a:pt x="43" y="152"/>
                  </a:cubicBezTo>
                  <a:cubicBezTo>
                    <a:pt x="79" y="91"/>
                    <a:pt x="169" y="45"/>
                    <a:pt x="236" y="0"/>
                  </a:cubicBezTo>
                  <a:lnTo>
                    <a:pt x="3375" y="892"/>
                  </a:lnTo>
                  <a:lnTo>
                    <a:pt x="3407" y="901"/>
                  </a:lnTo>
                  <a:lnTo>
                    <a:pt x="3833" y="1281"/>
                  </a:lnTo>
                  <a:lnTo>
                    <a:pt x="3836" y="1284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 rot="-662412" flipH="1">
              <a:off x="8725887" y="3533453"/>
              <a:ext cx="831057" cy="622443"/>
            </a:xfrm>
            <a:custGeom>
              <a:avLst/>
              <a:gdLst/>
              <a:ahLst/>
              <a:cxnLst/>
              <a:rect l="l" t="t" r="r" b="b"/>
              <a:pathLst>
                <a:path w="1647" h="881" extrusionOk="0">
                  <a:moveTo>
                    <a:pt x="1246" y="585"/>
                  </a:moveTo>
                  <a:cubicBezTo>
                    <a:pt x="1277" y="528"/>
                    <a:pt x="1332" y="478"/>
                    <a:pt x="1402" y="440"/>
                  </a:cubicBezTo>
                  <a:cubicBezTo>
                    <a:pt x="1459" y="409"/>
                    <a:pt x="1568" y="361"/>
                    <a:pt x="1646" y="383"/>
                  </a:cubicBezTo>
                  <a:lnTo>
                    <a:pt x="1342" y="297"/>
                  </a:lnTo>
                  <a:lnTo>
                    <a:pt x="1303" y="286"/>
                  </a:lnTo>
                  <a:lnTo>
                    <a:pt x="1168" y="248"/>
                  </a:lnTo>
                  <a:lnTo>
                    <a:pt x="1130" y="237"/>
                  </a:lnTo>
                  <a:lnTo>
                    <a:pt x="995" y="199"/>
                  </a:lnTo>
                  <a:lnTo>
                    <a:pt x="957" y="188"/>
                  </a:lnTo>
                  <a:lnTo>
                    <a:pt x="822" y="149"/>
                  </a:lnTo>
                  <a:lnTo>
                    <a:pt x="784" y="139"/>
                  </a:lnTo>
                  <a:lnTo>
                    <a:pt x="649" y="100"/>
                  </a:lnTo>
                  <a:lnTo>
                    <a:pt x="619" y="92"/>
                  </a:lnTo>
                  <a:lnTo>
                    <a:pt x="612" y="90"/>
                  </a:lnTo>
                  <a:lnTo>
                    <a:pt x="476" y="51"/>
                  </a:lnTo>
                  <a:lnTo>
                    <a:pt x="440" y="41"/>
                  </a:lnTo>
                  <a:lnTo>
                    <a:pt x="296" y="0"/>
                  </a:lnTo>
                  <a:cubicBezTo>
                    <a:pt x="247" y="13"/>
                    <a:pt x="200" y="33"/>
                    <a:pt x="157" y="61"/>
                  </a:cubicBezTo>
                  <a:cubicBezTo>
                    <a:pt x="74" y="114"/>
                    <a:pt x="23" y="201"/>
                    <a:pt x="10" y="289"/>
                  </a:cubicBezTo>
                  <a:cubicBezTo>
                    <a:pt x="2" y="339"/>
                    <a:pt x="0" y="388"/>
                    <a:pt x="7" y="436"/>
                  </a:cubicBezTo>
                  <a:lnTo>
                    <a:pt x="180" y="496"/>
                  </a:lnTo>
                  <a:lnTo>
                    <a:pt x="217" y="508"/>
                  </a:lnTo>
                  <a:lnTo>
                    <a:pt x="346" y="553"/>
                  </a:lnTo>
                  <a:lnTo>
                    <a:pt x="383" y="566"/>
                  </a:lnTo>
                  <a:lnTo>
                    <a:pt x="512" y="610"/>
                  </a:lnTo>
                  <a:lnTo>
                    <a:pt x="549" y="623"/>
                  </a:lnTo>
                  <a:lnTo>
                    <a:pt x="656" y="660"/>
                  </a:lnTo>
                  <a:lnTo>
                    <a:pt x="677" y="667"/>
                  </a:lnTo>
                  <a:lnTo>
                    <a:pt x="715" y="680"/>
                  </a:lnTo>
                  <a:lnTo>
                    <a:pt x="843" y="724"/>
                  </a:lnTo>
                  <a:lnTo>
                    <a:pt x="881" y="737"/>
                  </a:lnTo>
                  <a:lnTo>
                    <a:pt x="1009" y="781"/>
                  </a:lnTo>
                  <a:lnTo>
                    <a:pt x="1047" y="794"/>
                  </a:lnTo>
                  <a:lnTo>
                    <a:pt x="1296" y="880"/>
                  </a:lnTo>
                  <a:cubicBezTo>
                    <a:pt x="1196" y="807"/>
                    <a:pt x="1196" y="674"/>
                    <a:pt x="1246" y="58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 rot="-662412" flipH="1">
              <a:off x="8508237" y="3199348"/>
              <a:ext cx="1674224" cy="785648"/>
            </a:xfrm>
            <a:custGeom>
              <a:avLst/>
              <a:gdLst/>
              <a:ahLst/>
              <a:cxnLst/>
              <a:rect l="l" t="t" r="r" b="b"/>
              <a:pathLst>
                <a:path w="3318" h="1112" extrusionOk="0">
                  <a:moveTo>
                    <a:pt x="3279" y="1105"/>
                  </a:moveTo>
                  <a:cubicBezTo>
                    <a:pt x="3196" y="1038"/>
                    <a:pt x="3113" y="972"/>
                    <a:pt x="3028" y="906"/>
                  </a:cubicBezTo>
                  <a:cubicBezTo>
                    <a:pt x="3017" y="898"/>
                    <a:pt x="3049" y="895"/>
                    <a:pt x="3056" y="900"/>
                  </a:cubicBezTo>
                  <a:cubicBezTo>
                    <a:pt x="3141" y="966"/>
                    <a:pt x="3225" y="1032"/>
                    <a:pt x="3307" y="1099"/>
                  </a:cubicBezTo>
                  <a:cubicBezTo>
                    <a:pt x="3317" y="1108"/>
                    <a:pt x="3285" y="1111"/>
                    <a:pt x="3279" y="1105"/>
                  </a:cubicBezTo>
                  <a:moveTo>
                    <a:pt x="1061" y="291"/>
                  </a:moveTo>
                  <a:cubicBezTo>
                    <a:pt x="930" y="248"/>
                    <a:pt x="797" y="207"/>
                    <a:pt x="664" y="169"/>
                  </a:cubicBezTo>
                  <a:cubicBezTo>
                    <a:pt x="530" y="130"/>
                    <a:pt x="395" y="93"/>
                    <a:pt x="259" y="58"/>
                  </a:cubicBezTo>
                  <a:cubicBezTo>
                    <a:pt x="182" y="39"/>
                    <a:pt x="105" y="20"/>
                    <a:pt x="28" y="2"/>
                  </a:cubicBezTo>
                  <a:cubicBezTo>
                    <a:pt x="22" y="0"/>
                    <a:pt x="11" y="0"/>
                    <a:pt x="6" y="4"/>
                  </a:cubicBezTo>
                  <a:cubicBezTo>
                    <a:pt x="0" y="7"/>
                    <a:pt x="7" y="10"/>
                    <a:pt x="12" y="12"/>
                  </a:cubicBezTo>
                  <a:cubicBezTo>
                    <a:pt x="148" y="44"/>
                    <a:pt x="283" y="78"/>
                    <a:pt x="417" y="114"/>
                  </a:cubicBezTo>
                  <a:cubicBezTo>
                    <a:pt x="551" y="151"/>
                    <a:pt x="684" y="189"/>
                    <a:pt x="815" y="229"/>
                  </a:cubicBezTo>
                  <a:cubicBezTo>
                    <a:pt x="890" y="252"/>
                    <a:pt x="964" y="275"/>
                    <a:pt x="1037" y="299"/>
                  </a:cubicBezTo>
                  <a:cubicBezTo>
                    <a:pt x="1044" y="301"/>
                    <a:pt x="1054" y="301"/>
                    <a:pt x="1061" y="299"/>
                  </a:cubicBezTo>
                  <a:cubicBezTo>
                    <a:pt x="1066" y="297"/>
                    <a:pt x="1067" y="293"/>
                    <a:pt x="1061" y="291"/>
                  </a:cubicBezTo>
                  <a:moveTo>
                    <a:pt x="1505" y="426"/>
                  </a:moveTo>
                  <a:cubicBezTo>
                    <a:pt x="1449" y="409"/>
                    <a:pt x="1392" y="392"/>
                    <a:pt x="1336" y="375"/>
                  </a:cubicBezTo>
                  <a:cubicBezTo>
                    <a:pt x="1329" y="373"/>
                    <a:pt x="1320" y="373"/>
                    <a:pt x="1313" y="375"/>
                  </a:cubicBezTo>
                  <a:cubicBezTo>
                    <a:pt x="1307" y="377"/>
                    <a:pt x="1306" y="381"/>
                    <a:pt x="1313" y="383"/>
                  </a:cubicBezTo>
                  <a:cubicBezTo>
                    <a:pt x="1369" y="400"/>
                    <a:pt x="1425" y="417"/>
                    <a:pt x="1482" y="434"/>
                  </a:cubicBezTo>
                  <a:cubicBezTo>
                    <a:pt x="1488" y="436"/>
                    <a:pt x="1498" y="436"/>
                    <a:pt x="1505" y="434"/>
                  </a:cubicBezTo>
                  <a:cubicBezTo>
                    <a:pt x="1511" y="432"/>
                    <a:pt x="1511" y="428"/>
                    <a:pt x="1505" y="42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 rot="-662412" flipH="1">
              <a:off x="8875647" y="3555896"/>
              <a:ext cx="595414" cy="533421"/>
            </a:xfrm>
            <a:custGeom>
              <a:avLst/>
              <a:gdLst/>
              <a:ahLst/>
              <a:cxnLst/>
              <a:rect l="l" t="t" r="r" b="b"/>
              <a:pathLst>
                <a:path w="1180" h="755" extrusionOk="0">
                  <a:moveTo>
                    <a:pt x="1140" y="245"/>
                  </a:moveTo>
                  <a:cubicBezTo>
                    <a:pt x="1017" y="294"/>
                    <a:pt x="916" y="382"/>
                    <a:pt x="867" y="487"/>
                  </a:cubicBezTo>
                  <a:cubicBezTo>
                    <a:pt x="828" y="571"/>
                    <a:pt x="821" y="659"/>
                    <a:pt x="846" y="741"/>
                  </a:cubicBezTo>
                  <a:lnTo>
                    <a:pt x="884" y="754"/>
                  </a:lnTo>
                  <a:cubicBezTo>
                    <a:pt x="854" y="671"/>
                    <a:pt x="858" y="580"/>
                    <a:pt x="898" y="494"/>
                  </a:cubicBezTo>
                  <a:cubicBezTo>
                    <a:pt x="948" y="387"/>
                    <a:pt x="1053" y="300"/>
                    <a:pt x="1179" y="256"/>
                  </a:cubicBezTo>
                  <a:lnTo>
                    <a:pt x="1140" y="245"/>
                  </a:lnTo>
                  <a:moveTo>
                    <a:pt x="1005" y="207"/>
                  </a:moveTo>
                  <a:lnTo>
                    <a:pt x="967" y="196"/>
                  </a:lnTo>
                  <a:cubicBezTo>
                    <a:pt x="848" y="246"/>
                    <a:pt x="751" y="332"/>
                    <a:pt x="702" y="435"/>
                  </a:cubicBezTo>
                  <a:cubicBezTo>
                    <a:pt x="664" y="517"/>
                    <a:pt x="657" y="603"/>
                    <a:pt x="680" y="683"/>
                  </a:cubicBezTo>
                  <a:lnTo>
                    <a:pt x="718" y="696"/>
                  </a:lnTo>
                  <a:cubicBezTo>
                    <a:pt x="690" y="615"/>
                    <a:pt x="694" y="526"/>
                    <a:pt x="734" y="441"/>
                  </a:cubicBezTo>
                  <a:cubicBezTo>
                    <a:pt x="783" y="337"/>
                    <a:pt x="883" y="252"/>
                    <a:pt x="1005" y="207"/>
                  </a:cubicBezTo>
                  <a:moveTo>
                    <a:pt x="832" y="158"/>
                  </a:moveTo>
                  <a:lnTo>
                    <a:pt x="794" y="147"/>
                  </a:lnTo>
                  <a:cubicBezTo>
                    <a:pt x="679" y="197"/>
                    <a:pt x="585" y="281"/>
                    <a:pt x="538" y="382"/>
                  </a:cubicBezTo>
                  <a:cubicBezTo>
                    <a:pt x="500" y="463"/>
                    <a:pt x="493" y="547"/>
                    <a:pt x="514" y="626"/>
                  </a:cubicBezTo>
                  <a:lnTo>
                    <a:pt x="552" y="639"/>
                  </a:lnTo>
                  <a:cubicBezTo>
                    <a:pt x="525" y="559"/>
                    <a:pt x="530" y="472"/>
                    <a:pt x="569" y="389"/>
                  </a:cubicBezTo>
                  <a:cubicBezTo>
                    <a:pt x="617" y="287"/>
                    <a:pt x="714" y="204"/>
                    <a:pt x="832" y="158"/>
                  </a:cubicBezTo>
                  <a:moveTo>
                    <a:pt x="659" y="108"/>
                  </a:moveTo>
                  <a:lnTo>
                    <a:pt x="621" y="98"/>
                  </a:lnTo>
                  <a:cubicBezTo>
                    <a:pt x="510" y="148"/>
                    <a:pt x="419" y="231"/>
                    <a:pt x="373" y="329"/>
                  </a:cubicBezTo>
                  <a:cubicBezTo>
                    <a:pt x="336" y="408"/>
                    <a:pt x="328" y="491"/>
                    <a:pt x="349" y="569"/>
                  </a:cubicBezTo>
                  <a:lnTo>
                    <a:pt x="386" y="582"/>
                  </a:lnTo>
                  <a:cubicBezTo>
                    <a:pt x="361" y="503"/>
                    <a:pt x="367" y="417"/>
                    <a:pt x="405" y="336"/>
                  </a:cubicBezTo>
                  <a:cubicBezTo>
                    <a:pt x="451" y="237"/>
                    <a:pt x="544" y="155"/>
                    <a:pt x="659" y="108"/>
                  </a:cubicBezTo>
                  <a:moveTo>
                    <a:pt x="486" y="59"/>
                  </a:moveTo>
                  <a:lnTo>
                    <a:pt x="456" y="51"/>
                  </a:lnTo>
                  <a:lnTo>
                    <a:pt x="449" y="49"/>
                  </a:lnTo>
                  <a:cubicBezTo>
                    <a:pt x="341" y="100"/>
                    <a:pt x="254" y="181"/>
                    <a:pt x="209" y="277"/>
                  </a:cubicBezTo>
                  <a:cubicBezTo>
                    <a:pt x="172" y="354"/>
                    <a:pt x="164" y="436"/>
                    <a:pt x="183" y="512"/>
                  </a:cubicBezTo>
                  <a:lnTo>
                    <a:pt x="220" y="525"/>
                  </a:lnTo>
                  <a:cubicBezTo>
                    <a:pt x="197" y="447"/>
                    <a:pt x="203" y="363"/>
                    <a:pt x="240" y="284"/>
                  </a:cubicBezTo>
                  <a:cubicBezTo>
                    <a:pt x="286" y="187"/>
                    <a:pt x="375" y="106"/>
                    <a:pt x="486" y="59"/>
                  </a:cubicBezTo>
                  <a:moveTo>
                    <a:pt x="313" y="10"/>
                  </a:moveTo>
                  <a:lnTo>
                    <a:pt x="277" y="0"/>
                  </a:lnTo>
                  <a:cubicBezTo>
                    <a:pt x="173" y="51"/>
                    <a:pt x="88" y="131"/>
                    <a:pt x="44" y="224"/>
                  </a:cubicBezTo>
                  <a:cubicBezTo>
                    <a:pt x="9" y="300"/>
                    <a:pt x="0" y="380"/>
                    <a:pt x="18" y="455"/>
                  </a:cubicBezTo>
                  <a:lnTo>
                    <a:pt x="54" y="468"/>
                  </a:lnTo>
                  <a:cubicBezTo>
                    <a:pt x="32" y="391"/>
                    <a:pt x="39" y="309"/>
                    <a:pt x="76" y="231"/>
                  </a:cubicBezTo>
                  <a:cubicBezTo>
                    <a:pt x="120" y="137"/>
                    <a:pt x="206" y="58"/>
                    <a:pt x="313" y="1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 rot="-662412" flipH="1">
              <a:off x="8526442" y="3866105"/>
              <a:ext cx="460185" cy="377987"/>
            </a:xfrm>
            <a:custGeom>
              <a:avLst/>
              <a:gdLst/>
              <a:ahLst/>
              <a:cxnLst/>
              <a:rect l="l" t="t" r="r" b="b"/>
              <a:pathLst>
                <a:path w="912" h="535" extrusionOk="0">
                  <a:moveTo>
                    <a:pt x="911" y="415"/>
                  </a:moveTo>
                  <a:lnTo>
                    <a:pt x="849" y="507"/>
                  </a:lnTo>
                  <a:lnTo>
                    <a:pt x="844" y="507"/>
                  </a:lnTo>
                  <a:lnTo>
                    <a:pt x="142" y="534"/>
                  </a:lnTo>
                  <a:lnTo>
                    <a:pt x="100" y="519"/>
                  </a:lnTo>
                  <a:cubicBezTo>
                    <a:pt x="0" y="446"/>
                    <a:pt x="0" y="313"/>
                    <a:pt x="50" y="224"/>
                  </a:cubicBezTo>
                  <a:cubicBezTo>
                    <a:pt x="81" y="167"/>
                    <a:pt x="136" y="117"/>
                    <a:pt x="206" y="79"/>
                  </a:cubicBezTo>
                  <a:cubicBezTo>
                    <a:pt x="263" y="48"/>
                    <a:pt x="372" y="0"/>
                    <a:pt x="450" y="23"/>
                  </a:cubicBezTo>
                  <a:lnTo>
                    <a:pt x="482" y="32"/>
                  </a:lnTo>
                  <a:lnTo>
                    <a:pt x="908" y="412"/>
                  </a:lnTo>
                  <a:lnTo>
                    <a:pt x="911" y="41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 rot="-662412" flipH="1">
              <a:off x="8500906" y="4157179"/>
              <a:ext cx="136743" cy="118695"/>
            </a:xfrm>
            <a:custGeom>
              <a:avLst/>
              <a:gdLst/>
              <a:ahLst/>
              <a:cxnLst/>
              <a:rect l="l" t="t" r="r" b="b"/>
              <a:pathLst>
                <a:path w="271" h="168" extrusionOk="0">
                  <a:moveTo>
                    <a:pt x="21" y="66"/>
                  </a:moveTo>
                  <a:cubicBezTo>
                    <a:pt x="48" y="37"/>
                    <a:pt x="103" y="0"/>
                    <a:pt x="133" y="24"/>
                  </a:cubicBezTo>
                  <a:cubicBezTo>
                    <a:pt x="134" y="25"/>
                    <a:pt x="208" y="84"/>
                    <a:pt x="208" y="84"/>
                  </a:cubicBezTo>
                  <a:lnTo>
                    <a:pt x="254" y="121"/>
                  </a:lnTo>
                  <a:cubicBezTo>
                    <a:pt x="270" y="134"/>
                    <a:pt x="246" y="167"/>
                    <a:pt x="221" y="165"/>
                  </a:cubicBezTo>
                  <a:lnTo>
                    <a:pt x="150" y="161"/>
                  </a:lnTo>
                  <a:cubicBezTo>
                    <a:pt x="119" y="159"/>
                    <a:pt x="89" y="157"/>
                    <a:pt x="58" y="155"/>
                  </a:cubicBezTo>
                  <a:cubicBezTo>
                    <a:pt x="45" y="155"/>
                    <a:pt x="26" y="155"/>
                    <a:pt x="17" y="148"/>
                  </a:cubicBezTo>
                  <a:cubicBezTo>
                    <a:pt x="0" y="134"/>
                    <a:pt x="2" y="103"/>
                    <a:pt x="7" y="87"/>
                  </a:cubicBezTo>
                  <a:cubicBezTo>
                    <a:pt x="8" y="81"/>
                    <a:pt x="14" y="74"/>
                    <a:pt x="21" y="6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 rot="-662412" flipH="1">
              <a:off x="10238530" y="2822646"/>
              <a:ext cx="259863" cy="98206"/>
            </a:xfrm>
            <a:custGeom>
              <a:avLst/>
              <a:gdLst/>
              <a:ahLst/>
              <a:cxnLst/>
              <a:rect l="l" t="t" r="r" b="b"/>
              <a:pathLst>
                <a:path w="515" h="139" extrusionOk="0">
                  <a:moveTo>
                    <a:pt x="503" y="126"/>
                  </a:moveTo>
                  <a:cubicBezTo>
                    <a:pt x="379" y="94"/>
                    <a:pt x="256" y="61"/>
                    <a:pt x="133" y="29"/>
                  </a:cubicBezTo>
                  <a:cubicBezTo>
                    <a:pt x="98" y="20"/>
                    <a:pt x="63" y="10"/>
                    <a:pt x="28" y="1"/>
                  </a:cubicBezTo>
                  <a:cubicBezTo>
                    <a:pt x="22" y="0"/>
                    <a:pt x="11" y="0"/>
                    <a:pt x="6" y="3"/>
                  </a:cubicBezTo>
                  <a:cubicBezTo>
                    <a:pt x="0" y="7"/>
                    <a:pt x="7" y="10"/>
                    <a:pt x="12" y="11"/>
                  </a:cubicBezTo>
                  <a:cubicBezTo>
                    <a:pt x="135" y="44"/>
                    <a:pt x="258" y="76"/>
                    <a:pt x="381" y="109"/>
                  </a:cubicBezTo>
                  <a:cubicBezTo>
                    <a:pt x="416" y="118"/>
                    <a:pt x="451" y="127"/>
                    <a:pt x="486" y="136"/>
                  </a:cubicBezTo>
                  <a:cubicBezTo>
                    <a:pt x="492" y="138"/>
                    <a:pt x="504" y="138"/>
                    <a:pt x="509" y="134"/>
                  </a:cubicBezTo>
                  <a:cubicBezTo>
                    <a:pt x="514" y="131"/>
                    <a:pt x="508" y="128"/>
                    <a:pt x="503" y="1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 rot="-662412" flipH="1">
              <a:off x="10154139" y="2771054"/>
              <a:ext cx="499038" cy="393531"/>
            </a:xfrm>
            <a:custGeom>
              <a:avLst/>
              <a:gdLst/>
              <a:ahLst/>
              <a:cxnLst/>
              <a:rect l="l" t="t" r="r" b="b"/>
              <a:pathLst>
                <a:path w="989" h="557" extrusionOk="0">
                  <a:moveTo>
                    <a:pt x="774" y="358"/>
                  </a:moveTo>
                  <a:cubicBezTo>
                    <a:pt x="809" y="297"/>
                    <a:pt x="899" y="251"/>
                    <a:pt x="966" y="206"/>
                  </a:cubicBezTo>
                  <a:lnTo>
                    <a:pt x="988" y="212"/>
                  </a:lnTo>
                  <a:cubicBezTo>
                    <a:pt x="987" y="212"/>
                    <a:pt x="986" y="211"/>
                    <a:pt x="985" y="210"/>
                  </a:cubicBezTo>
                  <a:cubicBezTo>
                    <a:pt x="980" y="207"/>
                    <a:pt x="968" y="205"/>
                    <a:pt x="962" y="204"/>
                  </a:cubicBezTo>
                  <a:cubicBezTo>
                    <a:pt x="946" y="199"/>
                    <a:pt x="930" y="194"/>
                    <a:pt x="914" y="190"/>
                  </a:cubicBezTo>
                  <a:cubicBezTo>
                    <a:pt x="836" y="167"/>
                    <a:pt x="758" y="144"/>
                    <a:pt x="680" y="122"/>
                  </a:cubicBezTo>
                  <a:lnTo>
                    <a:pt x="378" y="34"/>
                  </a:lnTo>
                  <a:cubicBezTo>
                    <a:pt x="260" y="0"/>
                    <a:pt x="120" y="30"/>
                    <a:pt x="57" y="107"/>
                  </a:cubicBezTo>
                  <a:cubicBezTo>
                    <a:pt x="53" y="112"/>
                    <a:pt x="49" y="118"/>
                    <a:pt x="45" y="124"/>
                  </a:cubicBezTo>
                  <a:cubicBezTo>
                    <a:pt x="38" y="135"/>
                    <a:pt x="33" y="147"/>
                    <a:pt x="29" y="159"/>
                  </a:cubicBezTo>
                  <a:cubicBezTo>
                    <a:pt x="0" y="236"/>
                    <a:pt x="55" y="317"/>
                    <a:pt x="160" y="354"/>
                  </a:cubicBezTo>
                  <a:cubicBezTo>
                    <a:pt x="258" y="388"/>
                    <a:pt x="357" y="423"/>
                    <a:pt x="455" y="457"/>
                  </a:cubicBezTo>
                  <a:cubicBezTo>
                    <a:pt x="526" y="482"/>
                    <a:pt x="597" y="507"/>
                    <a:pt x="668" y="532"/>
                  </a:cubicBezTo>
                  <a:cubicBezTo>
                    <a:pt x="689" y="539"/>
                    <a:pt x="716" y="552"/>
                    <a:pt x="740" y="556"/>
                  </a:cubicBezTo>
                  <a:lnTo>
                    <a:pt x="731" y="553"/>
                  </a:lnTo>
                  <a:cubicBezTo>
                    <a:pt x="738" y="487"/>
                    <a:pt x="737" y="419"/>
                    <a:pt x="774" y="35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15"/>
          <p:cNvSpPr/>
          <p:nvPr/>
        </p:nvSpPr>
        <p:spPr>
          <a:xfrm rot="10800000">
            <a:off x="8935730" y="2691109"/>
            <a:ext cx="142800" cy="21054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8475462" y="387317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239775" y="258045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"/>
          <p:cNvSpPr/>
          <p:nvPr/>
        </p:nvSpPr>
        <p:spPr>
          <a:xfrm rot="10800000">
            <a:off x="1841230" y="4816781"/>
            <a:ext cx="142800" cy="21054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/>
          </p:nvPr>
        </p:nvSpPr>
        <p:spPr>
          <a:xfrm>
            <a:off x="5908375" y="3267847"/>
            <a:ext cx="2522400" cy="459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1"/>
          </p:nvPr>
        </p:nvSpPr>
        <p:spPr>
          <a:xfrm>
            <a:off x="2341375" y="1293963"/>
            <a:ext cx="60894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>
            <a:spLocks noGrp="1"/>
          </p:cNvSpPr>
          <p:nvPr>
            <p:ph type="title"/>
          </p:nvPr>
        </p:nvSpPr>
        <p:spPr>
          <a:xfrm>
            <a:off x="713225" y="2290475"/>
            <a:ext cx="4713900" cy="13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subTitle" idx="1"/>
          </p:nvPr>
        </p:nvSpPr>
        <p:spPr>
          <a:xfrm>
            <a:off x="713225" y="3682347"/>
            <a:ext cx="4713900" cy="9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8"/>
          <p:cNvSpPr>
            <a:spLocks noGrp="1"/>
          </p:cNvSpPr>
          <p:nvPr>
            <p:ph type="pic" idx="2"/>
          </p:nvPr>
        </p:nvSpPr>
        <p:spPr>
          <a:xfrm>
            <a:off x="5372275" y="533850"/>
            <a:ext cx="3058500" cy="40758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title"/>
          </p:nvPr>
        </p:nvSpPr>
        <p:spPr>
          <a:xfrm>
            <a:off x="4133275" y="3142475"/>
            <a:ext cx="42975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1"/>
          </p:nvPr>
        </p:nvSpPr>
        <p:spPr>
          <a:xfrm>
            <a:off x="4133275" y="3873725"/>
            <a:ext cx="42975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1"/>
          </p:nvPr>
        </p:nvSpPr>
        <p:spPr>
          <a:xfrm>
            <a:off x="5767725" y="2828425"/>
            <a:ext cx="23847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2"/>
          </p:nvPr>
        </p:nvSpPr>
        <p:spPr>
          <a:xfrm>
            <a:off x="991575" y="2828425"/>
            <a:ext cx="23847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3"/>
          </p:nvPr>
        </p:nvSpPr>
        <p:spPr>
          <a:xfrm>
            <a:off x="991575" y="2345725"/>
            <a:ext cx="2384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4"/>
          </p:nvPr>
        </p:nvSpPr>
        <p:spPr>
          <a:xfrm>
            <a:off x="5767725" y="2345725"/>
            <a:ext cx="2384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15" name="Google Shape;215;p21"/>
          <p:cNvGrpSpPr/>
          <p:nvPr/>
        </p:nvGrpSpPr>
        <p:grpSpPr>
          <a:xfrm>
            <a:off x="101643" y="3887716"/>
            <a:ext cx="706462" cy="928046"/>
            <a:chOff x="4836419" y="2703028"/>
            <a:chExt cx="1091230" cy="1433497"/>
          </a:xfrm>
        </p:grpSpPr>
        <p:sp>
          <p:nvSpPr>
            <p:cNvPr id="216" name="Google Shape;216;p21"/>
            <p:cNvSpPr/>
            <p:nvPr/>
          </p:nvSpPr>
          <p:spPr>
            <a:xfrm>
              <a:off x="4914436" y="3064422"/>
              <a:ext cx="665409" cy="921103"/>
            </a:xfrm>
            <a:custGeom>
              <a:avLst/>
              <a:gdLst/>
              <a:ahLst/>
              <a:cxnLst/>
              <a:rect l="l" t="t" r="r" b="b"/>
              <a:pathLst>
                <a:path w="1322" h="1830" extrusionOk="0">
                  <a:moveTo>
                    <a:pt x="1314" y="612"/>
                  </a:moveTo>
                  <a:cubicBezTo>
                    <a:pt x="1307" y="459"/>
                    <a:pt x="1240" y="315"/>
                    <a:pt x="1134" y="205"/>
                  </a:cubicBezTo>
                  <a:cubicBezTo>
                    <a:pt x="1120" y="191"/>
                    <a:pt x="1105" y="177"/>
                    <a:pt x="1090" y="163"/>
                  </a:cubicBezTo>
                  <a:cubicBezTo>
                    <a:pt x="1088" y="162"/>
                    <a:pt x="1087" y="161"/>
                    <a:pt x="1085" y="160"/>
                  </a:cubicBezTo>
                  <a:lnTo>
                    <a:pt x="985" y="95"/>
                  </a:lnTo>
                  <a:cubicBezTo>
                    <a:pt x="941" y="68"/>
                    <a:pt x="893" y="47"/>
                    <a:pt x="842" y="34"/>
                  </a:cubicBezTo>
                  <a:lnTo>
                    <a:pt x="726" y="5"/>
                  </a:lnTo>
                  <a:cubicBezTo>
                    <a:pt x="724" y="5"/>
                    <a:pt x="722" y="5"/>
                    <a:pt x="720" y="4"/>
                  </a:cubicBezTo>
                  <a:cubicBezTo>
                    <a:pt x="700" y="2"/>
                    <a:pt x="680" y="1"/>
                    <a:pt x="660" y="1"/>
                  </a:cubicBezTo>
                  <a:cubicBezTo>
                    <a:pt x="507" y="0"/>
                    <a:pt x="356" y="50"/>
                    <a:pt x="241" y="151"/>
                  </a:cubicBezTo>
                  <a:cubicBezTo>
                    <a:pt x="122" y="253"/>
                    <a:pt x="43" y="400"/>
                    <a:pt x="20" y="555"/>
                  </a:cubicBezTo>
                  <a:cubicBezTo>
                    <a:pt x="8" y="636"/>
                    <a:pt x="12" y="717"/>
                    <a:pt x="31" y="796"/>
                  </a:cubicBezTo>
                  <a:cubicBezTo>
                    <a:pt x="52" y="886"/>
                    <a:pt x="84" y="973"/>
                    <a:pt x="92" y="1065"/>
                  </a:cubicBezTo>
                  <a:cubicBezTo>
                    <a:pt x="110" y="1242"/>
                    <a:pt x="67" y="1418"/>
                    <a:pt x="19" y="1587"/>
                  </a:cubicBezTo>
                  <a:cubicBezTo>
                    <a:pt x="13" y="1608"/>
                    <a:pt x="7" y="1629"/>
                    <a:pt x="0" y="1650"/>
                  </a:cubicBezTo>
                  <a:cubicBezTo>
                    <a:pt x="0" y="1653"/>
                    <a:pt x="1" y="1656"/>
                    <a:pt x="3" y="1659"/>
                  </a:cubicBezTo>
                  <a:cubicBezTo>
                    <a:pt x="5" y="1663"/>
                    <a:pt x="11" y="1666"/>
                    <a:pt x="14" y="1667"/>
                  </a:cubicBezTo>
                  <a:lnTo>
                    <a:pt x="378" y="1824"/>
                  </a:lnTo>
                  <a:cubicBezTo>
                    <a:pt x="382" y="1826"/>
                    <a:pt x="393" y="1829"/>
                    <a:pt x="395" y="1823"/>
                  </a:cubicBezTo>
                  <a:cubicBezTo>
                    <a:pt x="395" y="1822"/>
                    <a:pt x="395" y="1822"/>
                    <a:pt x="395" y="1821"/>
                  </a:cubicBezTo>
                  <a:cubicBezTo>
                    <a:pt x="396" y="1813"/>
                    <a:pt x="397" y="1806"/>
                    <a:pt x="401" y="1799"/>
                  </a:cubicBezTo>
                  <a:lnTo>
                    <a:pt x="424" y="1761"/>
                  </a:lnTo>
                  <a:cubicBezTo>
                    <a:pt x="513" y="1610"/>
                    <a:pt x="611" y="1458"/>
                    <a:pt x="751" y="1349"/>
                  </a:cubicBezTo>
                  <a:cubicBezTo>
                    <a:pt x="825" y="1292"/>
                    <a:pt x="909" y="1255"/>
                    <a:pt x="989" y="1208"/>
                  </a:cubicBezTo>
                  <a:cubicBezTo>
                    <a:pt x="1060" y="1167"/>
                    <a:pt x="1122" y="1115"/>
                    <a:pt x="1172" y="1050"/>
                  </a:cubicBezTo>
                  <a:cubicBezTo>
                    <a:pt x="1269" y="927"/>
                    <a:pt x="1321" y="769"/>
                    <a:pt x="1314" y="61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4896316" y="3251663"/>
              <a:ext cx="611049" cy="741412"/>
            </a:xfrm>
            <a:custGeom>
              <a:avLst/>
              <a:gdLst/>
              <a:ahLst/>
              <a:cxnLst/>
              <a:rect l="l" t="t" r="r" b="b"/>
              <a:pathLst>
                <a:path w="1214" h="1473" extrusionOk="0">
                  <a:moveTo>
                    <a:pt x="892" y="625"/>
                  </a:moveTo>
                  <a:cubicBezTo>
                    <a:pt x="883" y="601"/>
                    <a:pt x="863" y="583"/>
                    <a:pt x="841" y="571"/>
                  </a:cubicBezTo>
                  <a:cubicBezTo>
                    <a:pt x="791" y="546"/>
                    <a:pt x="734" y="552"/>
                    <a:pt x="688" y="583"/>
                  </a:cubicBezTo>
                  <a:cubicBezTo>
                    <a:pt x="638" y="617"/>
                    <a:pt x="602" y="671"/>
                    <a:pt x="570" y="721"/>
                  </a:cubicBezTo>
                  <a:cubicBezTo>
                    <a:pt x="550" y="752"/>
                    <a:pt x="532" y="784"/>
                    <a:pt x="515" y="817"/>
                  </a:cubicBezTo>
                  <a:lnTo>
                    <a:pt x="514" y="819"/>
                  </a:lnTo>
                  <a:lnTo>
                    <a:pt x="431" y="783"/>
                  </a:lnTo>
                  <a:lnTo>
                    <a:pt x="432" y="782"/>
                  </a:lnTo>
                  <a:cubicBezTo>
                    <a:pt x="445" y="747"/>
                    <a:pt x="455" y="711"/>
                    <a:pt x="464" y="675"/>
                  </a:cubicBezTo>
                  <a:cubicBezTo>
                    <a:pt x="478" y="618"/>
                    <a:pt x="493" y="555"/>
                    <a:pt x="483" y="495"/>
                  </a:cubicBezTo>
                  <a:cubicBezTo>
                    <a:pt x="474" y="441"/>
                    <a:pt x="440" y="395"/>
                    <a:pt x="387" y="376"/>
                  </a:cubicBezTo>
                  <a:cubicBezTo>
                    <a:pt x="363" y="368"/>
                    <a:pt x="336" y="366"/>
                    <a:pt x="312" y="376"/>
                  </a:cubicBezTo>
                  <a:cubicBezTo>
                    <a:pt x="285" y="388"/>
                    <a:pt x="267" y="411"/>
                    <a:pt x="254" y="437"/>
                  </a:cubicBezTo>
                  <a:cubicBezTo>
                    <a:pt x="229" y="487"/>
                    <a:pt x="224" y="546"/>
                    <a:pt x="236" y="600"/>
                  </a:cubicBezTo>
                  <a:cubicBezTo>
                    <a:pt x="248" y="656"/>
                    <a:pt x="278" y="707"/>
                    <a:pt x="323" y="743"/>
                  </a:cubicBezTo>
                  <a:cubicBezTo>
                    <a:pt x="345" y="761"/>
                    <a:pt x="370" y="776"/>
                    <a:pt x="397" y="787"/>
                  </a:cubicBezTo>
                  <a:cubicBezTo>
                    <a:pt x="369" y="862"/>
                    <a:pt x="332" y="934"/>
                    <a:pt x="289" y="1001"/>
                  </a:cubicBezTo>
                  <a:cubicBezTo>
                    <a:pt x="255" y="1053"/>
                    <a:pt x="217" y="1102"/>
                    <a:pt x="175" y="1148"/>
                  </a:cubicBezTo>
                  <a:cubicBezTo>
                    <a:pt x="137" y="1189"/>
                    <a:pt x="95" y="1232"/>
                    <a:pt x="44" y="1258"/>
                  </a:cubicBezTo>
                  <a:cubicBezTo>
                    <a:pt x="32" y="1264"/>
                    <a:pt x="19" y="1269"/>
                    <a:pt x="6" y="1272"/>
                  </a:cubicBezTo>
                  <a:cubicBezTo>
                    <a:pt x="0" y="1274"/>
                    <a:pt x="4" y="1281"/>
                    <a:pt x="7" y="1284"/>
                  </a:cubicBezTo>
                  <a:cubicBezTo>
                    <a:pt x="13" y="1289"/>
                    <a:pt x="21" y="1292"/>
                    <a:pt x="28" y="1290"/>
                  </a:cubicBezTo>
                  <a:cubicBezTo>
                    <a:pt x="87" y="1274"/>
                    <a:pt x="133" y="1232"/>
                    <a:pt x="175" y="1190"/>
                  </a:cubicBezTo>
                  <a:cubicBezTo>
                    <a:pt x="222" y="1143"/>
                    <a:pt x="264" y="1092"/>
                    <a:pt x="301" y="1038"/>
                  </a:cubicBezTo>
                  <a:cubicBezTo>
                    <a:pt x="352" y="963"/>
                    <a:pt x="394" y="883"/>
                    <a:pt x="426" y="798"/>
                  </a:cubicBezTo>
                  <a:lnTo>
                    <a:pt x="508" y="833"/>
                  </a:lnTo>
                  <a:cubicBezTo>
                    <a:pt x="468" y="915"/>
                    <a:pt x="438" y="1001"/>
                    <a:pt x="420" y="1089"/>
                  </a:cubicBezTo>
                  <a:cubicBezTo>
                    <a:pt x="406" y="1153"/>
                    <a:pt x="398" y="1219"/>
                    <a:pt x="396" y="1285"/>
                  </a:cubicBezTo>
                  <a:cubicBezTo>
                    <a:pt x="394" y="1344"/>
                    <a:pt x="396" y="1407"/>
                    <a:pt x="424" y="1461"/>
                  </a:cubicBezTo>
                  <a:cubicBezTo>
                    <a:pt x="427" y="1467"/>
                    <a:pt x="436" y="1471"/>
                    <a:pt x="443" y="1472"/>
                  </a:cubicBezTo>
                  <a:cubicBezTo>
                    <a:pt x="447" y="1472"/>
                    <a:pt x="455" y="1470"/>
                    <a:pt x="452" y="1464"/>
                  </a:cubicBezTo>
                  <a:cubicBezTo>
                    <a:pt x="446" y="1452"/>
                    <a:pt x="440" y="1439"/>
                    <a:pt x="437" y="1426"/>
                  </a:cubicBezTo>
                  <a:cubicBezTo>
                    <a:pt x="420" y="1372"/>
                    <a:pt x="423" y="1312"/>
                    <a:pt x="427" y="1256"/>
                  </a:cubicBezTo>
                  <a:cubicBezTo>
                    <a:pt x="431" y="1194"/>
                    <a:pt x="440" y="1132"/>
                    <a:pt x="455" y="1072"/>
                  </a:cubicBezTo>
                  <a:cubicBezTo>
                    <a:pt x="473" y="995"/>
                    <a:pt x="501" y="919"/>
                    <a:pt x="535" y="847"/>
                  </a:cubicBezTo>
                  <a:cubicBezTo>
                    <a:pt x="562" y="859"/>
                    <a:pt x="590" y="867"/>
                    <a:pt x="618" y="871"/>
                  </a:cubicBezTo>
                  <a:cubicBezTo>
                    <a:pt x="676" y="878"/>
                    <a:pt x="733" y="865"/>
                    <a:pt x="783" y="835"/>
                  </a:cubicBezTo>
                  <a:cubicBezTo>
                    <a:pt x="830" y="806"/>
                    <a:pt x="869" y="762"/>
                    <a:pt x="888" y="710"/>
                  </a:cubicBezTo>
                  <a:cubicBezTo>
                    <a:pt x="898" y="683"/>
                    <a:pt x="902" y="653"/>
                    <a:pt x="892" y="625"/>
                  </a:cubicBezTo>
                  <a:moveTo>
                    <a:pt x="402" y="772"/>
                  </a:moveTo>
                  <a:cubicBezTo>
                    <a:pt x="389" y="767"/>
                    <a:pt x="375" y="760"/>
                    <a:pt x="363" y="752"/>
                  </a:cubicBezTo>
                  <a:cubicBezTo>
                    <a:pt x="318" y="723"/>
                    <a:pt x="286" y="679"/>
                    <a:pt x="270" y="629"/>
                  </a:cubicBezTo>
                  <a:cubicBezTo>
                    <a:pt x="255" y="580"/>
                    <a:pt x="255" y="524"/>
                    <a:pt x="272" y="475"/>
                  </a:cubicBezTo>
                  <a:cubicBezTo>
                    <a:pt x="287" y="431"/>
                    <a:pt x="323" y="377"/>
                    <a:pt x="378" y="390"/>
                  </a:cubicBezTo>
                  <a:cubicBezTo>
                    <a:pt x="426" y="402"/>
                    <a:pt x="450" y="452"/>
                    <a:pt x="456" y="498"/>
                  </a:cubicBezTo>
                  <a:cubicBezTo>
                    <a:pt x="462" y="554"/>
                    <a:pt x="448" y="612"/>
                    <a:pt x="435" y="666"/>
                  </a:cubicBezTo>
                  <a:cubicBezTo>
                    <a:pt x="426" y="702"/>
                    <a:pt x="415" y="737"/>
                    <a:pt x="402" y="772"/>
                  </a:cubicBezTo>
                  <a:moveTo>
                    <a:pt x="848" y="723"/>
                  </a:moveTo>
                  <a:cubicBezTo>
                    <a:pt x="824" y="769"/>
                    <a:pt x="784" y="807"/>
                    <a:pt x="737" y="830"/>
                  </a:cubicBezTo>
                  <a:cubicBezTo>
                    <a:pt x="690" y="853"/>
                    <a:pt x="636" y="859"/>
                    <a:pt x="584" y="847"/>
                  </a:cubicBezTo>
                  <a:cubicBezTo>
                    <a:pt x="570" y="843"/>
                    <a:pt x="556" y="838"/>
                    <a:pt x="542" y="832"/>
                  </a:cubicBezTo>
                  <a:cubicBezTo>
                    <a:pt x="559" y="799"/>
                    <a:pt x="577" y="767"/>
                    <a:pt x="597" y="736"/>
                  </a:cubicBezTo>
                  <a:cubicBezTo>
                    <a:pt x="627" y="689"/>
                    <a:pt x="660" y="639"/>
                    <a:pt x="705" y="605"/>
                  </a:cubicBezTo>
                  <a:cubicBezTo>
                    <a:pt x="742" y="577"/>
                    <a:pt x="795" y="561"/>
                    <a:pt x="837" y="587"/>
                  </a:cubicBezTo>
                  <a:cubicBezTo>
                    <a:pt x="884" y="618"/>
                    <a:pt x="869" y="681"/>
                    <a:pt x="848" y="723"/>
                  </a:cubicBezTo>
                  <a:moveTo>
                    <a:pt x="1197" y="210"/>
                  </a:moveTo>
                  <a:cubicBezTo>
                    <a:pt x="1186" y="222"/>
                    <a:pt x="1170" y="225"/>
                    <a:pt x="1154" y="221"/>
                  </a:cubicBezTo>
                  <a:cubicBezTo>
                    <a:pt x="1135" y="215"/>
                    <a:pt x="1123" y="200"/>
                    <a:pt x="1113" y="183"/>
                  </a:cubicBezTo>
                  <a:cubicBezTo>
                    <a:pt x="1095" y="156"/>
                    <a:pt x="1084" y="124"/>
                    <a:pt x="1078" y="91"/>
                  </a:cubicBezTo>
                  <a:cubicBezTo>
                    <a:pt x="1074" y="66"/>
                    <a:pt x="1066" y="18"/>
                    <a:pt x="1100" y="8"/>
                  </a:cubicBezTo>
                  <a:cubicBezTo>
                    <a:pt x="1129" y="0"/>
                    <a:pt x="1159" y="24"/>
                    <a:pt x="1176" y="46"/>
                  </a:cubicBezTo>
                  <a:cubicBezTo>
                    <a:pt x="1194" y="70"/>
                    <a:pt x="1207" y="98"/>
                    <a:pt x="1211" y="129"/>
                  </a:cubicBezTo>
                  <a:cubicBezTo>
                    <a:pt x="1213" y="141"/>
                    <a:pt x="1213" y="153"/>
                    <a:pt x="1211" y="165"/>
                  </a:cubicBezTo>
                  <a:cubicBezTo>
                    <a:pt x="1211" y="181"/>
                    <a:pt x="1208" y="198"/>
                    <a:pt x="1197" y="21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4860579" y="3855161"/>
              <a:ext cx="288914" cy="281364"/>
            </a:xfrm>
            <a:custGeom>
              <a:avLst/>
              <a:gdLst/>
              <a:ahLst/>
              <a:cxnLst/>
              <a:rect l="l" t="t" r="r" b="b"/>
              <a:pathLst>
                <a:path w="574" h="559" extrusionOk="0">
                  <a:moveTo>
                    <a:pt x="81" y="0"/>
                  </a:moveTo>
                  <a:lnTo>
                    <a:pt x="39" y="96"/>
                  </a:lnTo>
                  <a:cubicBezTo>
                    <a:pt x="0" y="189"/>
                    <a:pt x="16" y="291"/>
                    <a:pt x="73" y="366"/>
                  </a:cubicBezTo>
                  <a:cubicBezTo>
                    <a:pt x="50" y="430"/>
                    <a:pt x="81" y="503"/>
                    <a:pt x="144" y="530"/>
                  </a:cubicBezTo>
                  <a:cubicBezTo>
                    <a:pt x="208" y="558"/>
                    <a:pt x="282" y="530"/>
                    <a:pt x="312" y="469"/>
                  </a:cubicBezTo>
                  <a:cubicBezTo>
                    <a:pt x="406" y="459"/>
                    <a:pt x="492" y="401"/>
                    <a:pt x="532" y="308"/>
                  </a:cubicBezTo>
                  <a:lnTo>
                    <a:pt x="573" y="212"/>
                  </a:lnTo>
                  <a:lnTo>
                    <a:pt x="8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4836419" y="3881838"/>
              <a:ext cx="315088" cy="201334"/>
            </a:xfrm>
            <a:custGeom>
              <a:avLst/>
              <a:gdLst/>
              <a:ahLst/>
              <a:cxnLst/>
              <a:rect l="l" t="t" r="r" b="b"/>
              <a:pathLst>
                <a:path w="626" h="400" extrusionOk="0">
                  <a:moveTo>
                    <a:pt x="589" y="272"/>
                  </a:moveTo>
                  <a:lnTo>
                    <a:pt x="68" y="48"/>
                  </a:lnTo>
                  <a:cubicBezTo>
                    <a:pt x="57" y="43"/>
                    <a:pt x="51" y="29"/>
                    <a:pt x="56" y="17"/>
                  </a:cubicBezTo>
                  <a:cubicBezTo>
                    <a:pt x="61" y="5"/>
                    <a:pt x="75" y="0"/>
                    <a:pt x="87" y="5"/>
                  </a:cubicBezTo>
                  <a:lnTo>
                    <a:pt x="608" y="229"/>
                  </a:lnTo>
                  <a:cubicBezTo>
                    <a:pt x="620" y="234"/>
                    <a:pt x="625" y="248"/>
                    <a:pt x="620" y="260"/>
                  </a:cubicBezTo>
                  <a:cubicBezTo>
                    <a:pt x="615" y="271"/>
                    <a:pt x="601" y="277"/>
                    <a:pt x="589" y="272"/>
                  </a:cubicBezTo>
                  <a:moveTo>
                    <a:pt x="568" y="381"/>
                  </a:moveTo>
                  <a:cubicBezTo>
                    <a:pt x="574" y="369"/>
                    <a:pt x="568" y="356"/>
                    <a:pt x="556" y="351"/>
                  </a:cubicBezTo>
                  <a:lnTo>
                    <a:pt x="35" y="126"/>
                  </a:lnTo>
                  <a:cubicBezTo>
                    <a:pt x="24" y="121"/>
                    <a:pt x="10" y="127"/>
                    <a:pt x="5" y="139"/>
                  </a:cubicBezTo>
                  <a:cubicBezTo>
                    <a:pt x="0" y="151"/>
                    <a:pt x="5" y="164"/>
                    <a:pt x="17" y="169"/>
                  </a:cubicBezTo>
                  <a:lnTo>
                    <a:pt x="538" y="393"/>
                  </a:lnTo>
                  <a:cubicBezTo>
                    <a:pt x="550" y="399"/>
                    <a:pt x="563" y="393"/>
                    <a:pt x="568" y="3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4840446" y="2703028"/>
              <a:ext cx="1087204" cy="632189"/>
            </a:xfrm>
            <a:custGeom>
              <a:avLst/>
              <a:gdLst/>
              <a:ahLst/>
              <a:cxnLst/>
              <a:rect l="l" t="t" r="r" b="b"/>
              <a:pathLst>
                <a:path w="2160" h="1256" extrusionOk="0">
                  <a:moveTo>
                    <a:pt x="351" y="713"/>
                  </a:moveTo>
                  <a:cubicBezTo>
                    <a:pt x="343" y="709"/>
                    <a:pt x="336" y="704"/>
                    <a:pt x="330" y="697"/>
                  </a:cubicBezTo>
                  <a:lnTo>
                    <a:pt x="21" y="332"/>
                  </a:lnTo>
                  <a:cubicBezTo>
                    <a:pt x="0" y="308"/>
                    <a:pt x="3" y="271"/>
                    <a:pt x="27" y="250"/>
                  </a:cubicBezTo>
                  <a:cubicBezTo>
                    <a:pt x="52" y="229"/>
                    <a:pt x="88" y="233"/>
                    <a:pt x="109" y="257"/>
                  </a:cubicBezTo>
                  <a:lnTo>
                    <a:pt x="418" y="621"/>
                  </a:lnTo>
                  <a:cubicBezTo>
                    <a:pt x="439" y="646"/>
                    <a:pt x="436" y="683"/>
                    <a:pt x="412" y="703"/>
                  </a:cubicBezTo>
                  <a:cubicBezTo>
                    <a:pt x="394" y="718"/>
                    <a:pt x="371" y="721"/>
                    <a:pt x="351" y="713"/>
                  </a:cubicBezTo>
                  <a:moveTo>
                    <a:pt x="1187" y="629"/>
                  </a:moveTo>
                  <a:lnTo>
                    <a:pt x="1375" y="190"/>
                  </a:lnTo>
                  <a:cubicBezTo>
                    <a:pt x="1388" y="160"/>
                    <a:pt x="1374" y="126"/>
                    <a:pt x="1345" y="113"/>
                  </a:cubicBezTo>
                  <a:cubicBezTo>
                    <a:pt x="1315" y="100"/>
                    <a:pt x="1281" y="114"/>
                    <a:pt x="1268" y="144"/>
                  </a:cubicBezTo>
                  <a:lnTo>
                    <a:pt x="1079" y="583"/>
                  </a:lnTo>
                  <a:cubicBezTo>
                    <a:pt x="1067" y="612"/>
                    <a:pt x="1081" y="646"/>
                    <a:pt x="1110" y="659"/>
                  </a:cubicBezTo>
                  <a:cubicBezTo>
                    <a:pt x="1140" y="672"/>
                    <a:pt x="1174" y="658"/>
                    <a:pt x="1187" y="629"/>
                  </a:cubicBezTo>
                  <a:moveTo>
                    <a:pt x="1538" y="851"/>
                  </a:moveTo>
                  <a:lnTo>
                    <a:pt x="1871" y="618"/>
                  </a:lnTo>
                  <a:cubicBezTo>
                    <a:pt x="1897" y="600"/>
                    <a:pt x="1904" y="564"/>
                    <a:pt x="1885" y="537"/>
                  </a:cubicBezTo>
                  <a:cubicBezTo>
                    <a:pt x="1867" y="511"/>
                    <a:pt x="1830" y="504"/>
                    <a:pt x="1804" y="523"/>
                  </a:cubicBezTo>
                  <a:lnTo>
                    <a:pt x="1471" y="755"/>
                  </a:lnTo>
                  <a:cubicBezTo>
                    <a:pt x="1445" y="774"/>
                    <a:pt x="1438" y="810"/>
                    <a:pt x="1457" y="836"/>
                  </a:cubicBezTo>
                  <a:cubicBezTo>
                    <a:pt x="1463" y="846"/>
                    <a:pt x="1472" y="852"/>
                    <a:pt x="1482" y="857"/>
                  </a:cubicBezTo>
                  <a:cubicBezTo>
                    <a:pt x="1499" y="864"/>
                    <a:pt x="1521" y="863"/>
                    <a:pt x="1538" y="851"/>
                  </a:cubicBezTo>
                  <a:moveTo>
                    <a:pt x="693" y="517"/>
                  </a:moveTo>
                  <a:cubicBezTo>
                    <a:pt x="703" y="521"/>
                    <a:pt x="714" y="523"/>
                    <a:pt x="725" y="521"/>
                  </a:cubicBezTo>
                  <a:cubicBezTo>
                    <a:pt x="757" y="517"/>
                    <a:pt x="778" y="487"/>
                    <a:pt x="774" y="455"/>
                  </a:cubicBezTo>
                  <a:lnTo>
                    <a:pt x="714" y="54"/>
                  </a:lnTo>
                  <a:cubicBezTo>
                    <a:pt x="709" y="22"/>
                    <a:pt x="679" y="0"/>
                    <a:pt x="647" y="5"/>
                  </a:cubicBezTo>
                  <a:cubicBezTo>
                    <a:pt x="615" y="9"/>
                    <a:pt x="594" y="39"/>
                    <a:pt x="598" y="71"/>
                  </a:cubicBezTo>
                  <a:lnTo>
                    <a:pt x="658" y="473"/>
                  </a:lnTo>
                  <a:cubicBezTo>
                    <a:pt x="662" y="493"/>
                    <a:pt x="675" y="510"/>
                    <a:pt x="693" y="517"/>
                  </a:cubicBezTo>
                  <a:moveTo>
                    <a:pt x="1626" y="1254"/>
                  </a:moveTo>
                  <a:lnTo>
                    <a:pt x="2103" y="1228"/>
                  </a:lnTo>
                  <a:cubicBezTo>
                    <a:pt x="2135" y="1227"/>
                    <a:pt x="2159" y="1199"/>
                    <a:pt x="2158" y="1167"/>
                  </a:cubicBezTo>
                  <a:cubicBezTo>
                    <a:pt x="2156" y="1135"/>
                    <a:pt x="2128" y="1110"/>
                    <a:pt x="2096" y="1112"/>
                  </a:cubicBezTo>
                  <a:lnTo>
                    <a:pt x="1619" y="1138"/>
                  </a:lnTo>
                  <a:cubicBezTo>
                    <a:pt x="1587" y="1140"/>
                    <a:pt x="1562" y="1167"/>
                    <a:pt x="1564" y="1199"/>
                  </a:cubicBezTo>
                  <a:cubicBezTo>
                    <a:pt x="1566" y="1222"/>
                    <a:pt x="1580" y="1241"/>
                    <a:pt x="1599" y="1250"/>
                  </a:cubicBezTo>
                  <a:cubicBezTo>
                    <a:pt x="1607" y="1253"/>
                    <a:pt x="1616" y="1255"/>
                    <a:pt x="1626" y="125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" name="Google Shape;221;p21"/>
          <p:cNvSpPr/>
          <p:nvPr/>
        </p:nvSpPr>
        <p:spPr>
          <a:xfrm>
            <a:off x="808094" y="4726725"/>
            <a:ext cx="211957" cy="31257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"/>
          <p:cNvSpPr/>
          <p:nvPr/>
        </p:nvSpPr>
        <p:spPr>
          <a:xfrm rot="319155" flipH="1">
            <a:off x="8495565" y="1380006"/>
            <a:ext cx="747221" cy="954139"/>
          </a:xfrm>
          <a:custGeom>
            <a:avLst/>
            <a:gdLst/>
            <a:ahLst/>
            <a:cxnLst/>
            <a:rect l="l" t="t" r="r" b="b"/>
            <a:pathLst>
              <a:path w="2712" h="3463" extrusionOk="0">
                <a:moveTo>
                  <a:pt x="2672" y="2640"/>
                </a:moveTo>
                <a:cubicBezTo>
                  <a:pt x="2697" y="2624"/>
                  <a:pt x="2711" y="2613"/>
                  <a:pt x="2708" y="2607"/>
                </a:cubicBezTo>
                <a:cubicBezTo>
                  <a:pt x="2618" y="2353"/>
                  <a:pt x="2518" y="2103"/>
                  <a:pt x="2409" y="1857"/>
                </a:cubicBezTo>
                <a:cubicBezTo>
                  <a:pt x="2299" y="1610"/>
                  <a:pt x="2204" y="1364"/>
                  <a:pt x="2112" y="1109"/>
                </a:cubicBezTo>
                <a:cubicBezTo>
                  <a:pt x="2040" y="907"/>
                  <a:pt x="1967" y="706"/>
                  <a:pt x="1890" y="507"/>
                </a:cubicBezTo>
                <a:cubicBezTo>
                  <a:pt x="1851" y="405"/>
                  <a:pt x="1811" y="303"/>
                  <a:pt x="1769" y="202"/>
                </a:cubicBezTo>
                <a:cubicBezTo>
                  <a:pt x="1739" y="129"/>
                  <a:pt x="1719" y="18"/>
                  <a:pt x="1625" y="5"/>
                </a:cubicBezTo>
                <a:cubicBezTo>
                  <a:pt x="1581" y="0"/>
                  <a:pt x="1536" y="13"/>
                  <a:pt x="1494" y="26"/>
                </a:cubicBezTo>
                <a:cubicBezTo>
                  <a:pt x="1196" y="117"/>
                  <a:pt x="895" y="201"/>
                  <a:pt x="588" y="252"/>
                </a:cubicBezTo>
                <a:cubicBezTo>
                  <a:pt x="434" y="277"/>
                  <a:pt x="280" y="292"/>
                  <a:pt x="125" y="299"/>
                </a:cubicBezTo>
                <a:cubicBezTo>
                  <a:pt x="71" y="301"/>
                  <a:pt x="0" y="292"/>
                  <a:pt x="1" y="360"/>
                </a:cubicBezTo>
                <a:cubicBezTo>
                  <a:pt x="2" y="403"/>
                  <a:pt x="49" y="474"/>
                  <a:pt x="62" y="518"/>
                </a:cubicBezTo>
                <a:cubicBezTo>
                  <a:pt x="330" y="1436"/>
                  <a:pt x="547" y="2367"/>
                  <a:pt x="844" y="3278"/>
                </a:cubicBezTo>
                <a:cubicBezTo>
                  <a:pt x="850" y="3297"/>
                  <a:pt x="856" y="3315"/>
                  <a:pt x="862" y="3333"/>
                </a:cubicBezTo>
                <a:cubicBezTo>
                  <a:pt x="904" y="3462"/>
                  <a:pt x="1568" y="3121"/>
                  <a:pt x="1661" y="3081"/>
                </a:cubicBezTo>
                <a:cubicBezTo>
                  <a:pt x="1743" y="3045"/>
                  <a:pt x="2496" y="2747"/>
                  <a:pt x="2672" y="264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1"/>
          <p:cNvSpPr/>
          <p:nvPr/>
        </p:nvSpPr>
        <p:spPr>
          <a:xfrm rot="319155" flipH="1">
            <a:off x="8572608" y="1422084"/>
            <a:ext cx="636736" cy="791029"/>
          </a:xfrm>
          <a:custGeom>
            <a:avLst/>
            <a:gdLst/>
            <a:ahLst/>
            <a:cxnLst/>
            <a:rect l="l" t="t" r="r" b="b"/>
            <a:pathLst>
              <a:path w="2311" h="2871" extrusionOk="0">
                <a:moveTo>
                  <a:pt x="1484" y="45"/>
                </a:moveTo>
                <a:cubicBezTo>
                  <a:pt x="1004" y="140"/>
                  <a:pt x="551" y="336"/>
                  <a:pt x="71" y="428"/>
                </a:cubicBezTo>
                <a:cubicBezTo>
                  <a:pt x="34" y="435"/>
                  <a:pt x="0" y="400"/>
                  <a:pt x="50" y="390"/>
                </a:cubicBezTo>
                <a:cubicBezTo>
                  <a:pt x="531" y="298"/>
                  <a:pt x="983" y="102"/>
                  <a:pt x="1463" y="8"/>
                </a:cubicBezTo>
                <a:cubicBezTo>
                  <a:pt x="1500" y="0"/>
                  <a:pt x="1535" y="36"/>
                  <a:pt x="1484" y="45"/>
                </a:cubicBezTo>
                <a:moveTo>
                  <a:pt x="1591" y="222"/>
                </a:moveTo>
                <a:cubicBezTo>
                  <a:pt x="1580" y="209"/>
                  <a:pt x="1552" y="211"/>
                  <a:pt x="1538" y="215"/>
                </a:cubicBezTo>
                <a:cubicBezTo>
                  <a:pt x="1065" y="347"/>
                  <a:pt x="592" y="478"/>
                  <a:pt x="120" y="610"/>
                </a:cubicBezTo>
                <a:cubicBezTo>
                  <a:pt x="106" y="614"/>
                  <a:pt x="95" y="624"/>
                  <a:pt x="106" y="637"/>
                </a:cubicBezTo>
                <a:cubicBezTo>
                  <a:pt x="117" y="650"/>
                  <a:pt x="144" y="648"/>
                  <a:pt x="159" y="644"/>
                </a:cubicBezTo>
                <a:cubicBezTo>
                  <a:pt x="631" y="512"/>
                  <a:pt x="1104" y="380"/>
                  <a:pt x="1577" y="249"/>
                </a:cubicBezTo>
                <a:cubicBezTo>
                  <a:pt x="1590" y="245"/>
                  <a:pt x="1602" y="234"/>
                  <a:pt x="1591" y="222"/>
                </a:cubicBezTo>
                <a:moveTo>
                  <a:pt x="1625" y="429"/>
                </a:moveTo>
                <a:cubicBezTo>
                  <a:pt x="1610" y="419"/>
                  <a:pt x="1587" y="422"/>
                  <a:pt x="1571" y="429"/>
                </a:cubicBezTo>
                <a:cubicBezTo>
                  <a:pt x="1135" y="601"/>
                  <a:pt x="682" y="730"/>
                  <a:pt x="222" y="814"/>
                </a:cubicBezTo>
                <a:cubicBezTo>
                  <a:pt x="171" y="824"/>
                  <a:pt x="206" y="859"/>
                  <a:pt x="242" y="852"/>
                </a:cubicBezTo>
                <a:cubicBezTo>
                  <a:pt x="715" y="766"/>
                  <a:pt x="1178" y="633"/>
                  <a:pt x="1625" y="456"/>
                </a:cubicBezTo>
                <a:cubicBezTo>
                  <a:pt x="1641" y="450"/>
                  <a:pt x="1637" y="436"/>
                  <a:pt x="1625" y="429"/>
                </a:cubicBezTo>
                <a:moveTo>
                  <a:pt x="1762" y="663"/>
                </a:moveTo>
                <a:cubicBezTo>
                  <a:pt x="1751" y="650"/>
                  <a:pt x="1723" y="652"/>
                  <a:pt x="1709" y="656"/>
                </a:cubicBezTo>
                <a:cubicBezTo>
                  <a:pt x="1222" y="780"/>
                  <a:pt x="741" y="927"/>
                  <a:pt x="269" y="1097"/>
                </a:cubicBezTo>
                <a:cubicBezTo>
                  <a:pt x="221" y="1114"/>
                  <a:pt x="280" y="1141"/>
                  <a:pt x="308" y="1131"/>
                </a:cubicBezTo>
                <a:cubicBezTo>
                  <a:pt x="781" y="961"/>
                  <a:pt x="1261" y="814"/>
                  <a:pt x="1748" y="690"/>
                </a:cubicBezTo>
                <a:cubicBezTo>
                  <a:pt x="1761" y="687"/>
                  <a:pt x="1772" y="676"/>
                  <a:pt x="1762" y="663"/>
                </a:cubicBezTo>
                <a:moveTo>
                  <a:pt x="1750" y="868"/>
                </a:moveTo>
                <a:cubicBezTo>
                  <a:pt x="1298" y="1027"/>
                  <a:pt x="840" y="1169"/>
                  <a:pt x="377" y="1291"/>
                </a:cubicBezTo>
                <a:cubicBezTo>
                  <a:pt x="363" y="1295"/>
                  <a:pt x="352" y="1306"/>
                  <a:pt x="363" y="1318"/>
                </a:cubicBezTo>
                <a:cubicBezTo>
                  <a:pt x="374" y="1331"/>
                  <a:pt x="402" y="1329"/>
                  <a:pt x="416" y="1325"/>
                </a:cubicBezTo>
                <a:cubicBezTo>
                  <a:pt x="879" y="1202"/>
                  <a:pt x="1337" y="1061"/>
                  <a:pt x="1789" y="901"/>
                </a:cubicBezTo>
                <a:cubicBezTo>
                  <a:pt x="1836" y="885"/>
                  <a:pt x="1777" y="858"/>
                  <a:pt x="1750" y="868"/>
                </a:cubicBezTo>
                <a:moveTo>
                  <a:pt x="1865" y="1102"/>
                </a:moveTo>
                <a:cubicBezTo>
                  <a:pt x="1854" y="1089"/>
                  <a:pt x="1826" y="1091"/>
                  <a:pt x="1812" y="1095"/>
                </a:cubicBezTo>
                <a:cubicBezTo>
                  <a:pt x="1344" y="1238"/>
                  <a:pt x="880" y="1396"/>
                  <a:pt x="422" y="1568"/>
                </a:cubicBezTo>
                <a:cubicBezTo>
                  <a:pt x="375" y="1585"/>
                  <a:pt x="433" y="1612"/>
                  <a:pt x="461" y="1602"/>
                </a:cubicBezTo>
                <a:cubicBezTo>
                  <a:pt x="919" y="1430"/>
                  <a:pt x="1383" y="1272"/>
                  <a:pt x="1851" y="1129"/>
                </a:cubicBezTo>
                <a:cubicBezTo>
                  <a:pt x="1864" y="1125"/>
                  <a:pt x="1876" y="1115"/>
                  <a:pt x="1865" y="1102"/>
                </a:cubicBezTo>
                <a:moveTo>
                  <a:pt x="1879" y="1355"/>
                </a:moveTo>
                <a:cubicBezTo>
                  <a:pt x="1397" y="1526"/>
                  <a:pt x="915" y="1697"/>
                  <a:pt x="433" y="1869"/>
                </a:cubicBezTo>
                <a:cubicBezTo>
                  <a:pt x="386" y="1885"/>
                  <a:pt x="444" y="1912"/>
                  <a:pt x="472" y="1903"/>
                </a:cubicBezTo>
                <a:cubicBezTo>
                  <a:pt x="954" y="1731"/>
                  <a:pt x="1436" y="1560"/>
                  <a:pt x="1918" y="1389"/>
                </a:cubicBezTo>
                <a:cubicBezTo>
                  <a:pt x="1965" y="1373"/>
                  <a:pt x="1906" y="1345"/>
                  <a:pt x="1879" y="1355"/>
                </a:cubicBezTo>
                <a:moveTo>
                  <a:pt x="1986" y="1572"/>
                </a:moveTo>
                <a:cubicBezTo>
                  <a:pt x="1517" y="1734"/>
                  <a:pt x="1052" y="1909"/>
                  <a:pt x="591" y="2097"/>
                </a:cubicBezTo>
                <a:cubicBezTo>
                  <a:pt x="575" y="2103"/>
                  <a:pt x="580" y="2117"/>
                  <a:pt x="591" y="2125"/>
                </a:cubicBezTo>
                <a:cubicBezTo>
                  <a:pt x="607" y="2134"/>
                  <a:pt x="630" y="2131"/>
                  <a:pt x="646" y="2125"/>
                </a:cubicBezTo>
                <a:cubicBezTo>
                  <a:pt x="1101" y="1939"/>
                  <a:pt x="1561" y="1766"/>
                  <a:pt x="2025" y="1606"/>
                </a:cubicBezTo>
                <a:cubicBezTo>
                  <a:pt x="2073" y="1589"/>
                  <a:pt x="2014" y="1562"/>
                  <a:pt x="1986" y="1572"/>
                </a:cubicBezTo>
                <a:moveTo>
                  <a:pt x="2084" y="1796"/>
                </a:moveTo>
                <a:lnTo>
                  <a:pt x="706" y="2320"/>
                </a:lnTo>
                <a:cubicBezTo>
                  <a:pt x="659" y="2338"/>
                  <a:pt x="717" y="2364"/>
                  <a:pt x="745" y="2354"/>
                </a:cubicBezTo>
                <a:lnTo>
                  <a:pt x="2123" y="1830"/>
                </a:lnTo>
                <a:cubicBezTo>
                  <a:pt x="2170" y="1812"/>
                  <a:pt x="2112" y="1785"/>
                  <a:pt x="2084" y="1796"/>
                </a:cubicBezTo>
                <a:moveTo>
                  <a:pt x="2213" y="2025"/>
                </a:moveTo>
                <a:cubicBezTo>
                  <a:pt x="2198" y="2015"/>
                  <a:pt x="2174" y="2019"/>
                  <a:pt x="2158" y="2025"/>
                </a:cubicBezTo>
                <a:cubicBezTo>
                  <a:pt x="1705" y="2211"/>
                  <a:pt x="1255" y="2404"/>
                  <a:pt x="809" y="2605"/>
                </a:cubicBezTo>
                <a:cubicBezTo>
                  <a:pt x="793" y="2612"/>
                  <a:pt x="797" y="2625"/>
                  <a:pt x="809" y="2632"/>
                </a:cubicBezTo>
                <a:cubicBezTo>
                  <a:pt x="824" y="2642"/>
                  <a:pt x="848" y="2639"/>
                  <a:pt x="863" y="2632"/>
                </a:cubicBezTo>
                <a:cubicBezTo>
                  <a:pt x="1310" y="2432"/>
                  <a:pt x="1760" y="2239"/>
                  <a:pt x="2213" y="2053"/>
                </a:cubicBezTo>
                <a:cubicBezTo>
                  <a:pt x="2229" y="2047"/>
                  <a:pt x="2225" y="2033"/>
                  <a:pt x="2213" y="2025"/>
                </a:cubicBezTo>
                <a:moveTo>
                  <a:pt x="2295" y="2265"/>
                </a:moveTo>
                <a:cubicBezTo>
                  <a:pt x="2280" y="2255"/>
                  <a:pt x="2256" y="2258"/>
                  <a:pt x="2240" y="2265"/>
                </a:cubicBezTo>
                <a:cubicBezTo>
                  <a:pt x="1815" y="2447"/>
                  <a:pt x="1392" y="2636"/>
                  <a:pt x="974" y="2832"/>
                </a:cubicBezTo>
                <a:cubicBezTo>
                  <a:pt x="958" y="2839"/>
                  <a:pt x="961" y="2852"/>
                  <a:pt x="974" y="2860"/>
                </a:cubicBezTo>
                <a:cubicBezTo>
                  <a:pt x="988" y="2870"/>
                  <a:pt x="1013" y="2867"/>
                  <a:pt x="1028" y="2860"/>
                </a:cubicBezTo>
                <a:cubicBezTo>
                  <a:pt x="1447" y="2664"/>
                  <a:pt x="1869" y="2474"/>
                  <a:pt x="2295" y="2293"/>
                </a:cubicBezTo>
                <a:cubicBezTo>
                  <a:pt x="2310" y="2286"/>
                  <a:pt x="2306" y="2272"/>
                  <a:pt x="2295" y="226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8430777" y="486311"/>
            <a:ext cx="1091263" cy="1207641"/>
            <a:chOff x="6650690" y="-781972"/>
            <a:chExt cx="1316520" cy="1456920"/>
          </a:xfrm>
        </p:grpSpPr>
        <p:sp>
          <p:nvSpPr>
            <p:cNvPr id="225" name="Google Shape;225;p21"/>
            <p:cNvSpPr/>
            <p:nvPr/>
          </p:nvSpPr>
          <p:spPr>
            <a:xfrm>
              <a:off x="6650690" y="-781972"/>
              <a:ext cx="1316520" cy="1456920"/>
            </a:xfrm>
            <a:custGeom>
              <a:avLst/>
              <a:gdLst/>
              <a:ahLst/>
              <a:cxnLst/>
              <a:rect l="l" t="t" r="r" b="b"/>
              <a:pathLst>
                <a:path w="3657" h="4047" extrusionOk="0">
                  <a:moveTo>
                    <a:pt x="3656" y="2898"/>
                  </a:moveTo>
                  <a:cubicBezTo>
                    <a:pt x="3656" y="2887"/>
                    <a:pt x="3654" y="2875"/>
                    <a:pt x="3649" y="2862"/>
                  </a:cubicBezTo>
                  <a:cubicBezTo>
                    <a:pt x="3621" y="2786"/>
                    <a:pt x="3559" y="2711"/>
                    <a:pt x="3513" y="2645"/>
                  </a:cubicBezTo>
                  <a:cubicBezTo>
                    <a:pt x="3323" y="2370"/>
                    <a:pt x="3093" y="2123"/>
                    <a:pt x="2924" y="1834"/>
                  </a:cubicBezTo>
                  <a:cubicBezTo>
                    <a:pt x="2710" y="1466"/>
                    <a:pt x="2582" y="1058"/>
                    <a:pt x="2434" y="661"/>
                  </a:cubicBezTo>
                  <a:cubicBezTo>
                    <a:pt x="2385" y="529"/>
                    <a:pt x="2333" y="398"/>
                    <a:pt x="2275" y="270"/>
                  </a:cubicBezTo>
                  <a:cubicBezTo>
                    <a:pt x="2235" y="182"/>
                    <a:pt x="2193" y="0"/>
                    <a:pt x="2072" y="16"/>
                  </a:cubicBezTo>
                  <a:cubicBezTo>
                    <a:pt x="1991" y="27"/>
                    <a:pt x="1913" y="53"/>
                    <a:pt x="1837" y="79"/>
                  </a:cubicBezTo>
                  <a:cubicBezTo>
                    <a:pt x="1514" y="187"/>
                    <a:pt x="1193" y="302"/>
                    <a:pt x="874" y="421"/>
                  </a:cubicBezTo>
                  <a:cubicBezTo>
                    <a:pt x="715" y="480"/>
                    <a:pt x="556" y="541"/>
                    <a:pt x="396" y="601"/>
                  </a:cubicBezTo>
                  <a:cubicBezTo>
                    <a:pt x="321" y="630"/>
                    <a:pt x="0" y="700"/>
                    <a:pt x="0" y="794"/>
                  </a:cubicBezTo>
                  <a:cubicBezTo>
                    <a:pt x="1" y="820"/>
                    <a:pt x="12" y="845"/>
                    <a:pt x="24" y="868"/>
                  </a:cubicBezTo>
                  <a:cubicBezTo>
                    <a:pt x="127" y="1082"/>
                    <a:pt x="214" y="1304"/>
                    <a:pt x="276" y="1533"/>
                  </a:cubicBezTo>
                  <a:cubicBezTo>
                    <a:pt x="379" y="1912"/>
                    <a:pt x="416" y="2309"/>
                    <a:pt x="564" y="2673"/>
                  </a:cubicBezTo>
                  <a:cubicBezTo>
                    <a:pt x="678" y="2953"/>
                    <a:pt x="856" y="3202"/>
                    <a:pt x="1054" y="3430"/>
                  </a:cubicBezTo>
                  <a:cubicBezTo>
                    <a:pt x="1147" y="3536"/>
                    <a:pt x="1265" y="3631"/>
                    <a:pt x="1350" y="3743"/>
                  </a:cubicBezTo>
                  <a:cubicBezTo>
                    <a:pt x="1427" y="3845"/>
                    <a:pt x="1495" y="3951"/>
                    <a:pt x="1585" y="4046"/>
                  </a:cubicBezTo>
                  <a:cubicBezTo>
                    <a:pt x="1955" y="3827"/>
                    <a:pt x="2337" y="3626"/>
                    <a:pt x="2728" y="3445"/>
                  </a:cubicBezTo>
                  <a:cubicBezTo>
                    <a:pt x="2860" y="3384"/>
                    <a:pt x="2997" y="3325"/>
                    <a:pt x="3125" y="3255"/>
                  </a:cubicBezTo>
                  <a:cubicBezTo>
                    <a:pt x="3260" y="3180"/>
                    <a:pt x="3380" y="3083"/>
                    <a:pt x="3520" y="3017"/>
                  </a:cubicBezTo>
                  <a:cubicBezTo>
                    <a:pt x="3576" y="2991"/>
                    <a:pt x="3654" y="2960"/>
                    <a:pt x="3656" y="289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6752210" y="-550852"/>
              <a:ext cx="451080" cy="496080"/>
            </a:xfrm>
            <a:custGeom>
              <a:avLst/>
              <a:gdLst/>
              <a:ahLst/>
              <a:cxnLst/>
              <a:rect l="l" t="t" r="r" b="b"/>
              <a:pathLst>
                <a:path w="1253" h="1378" extrusionOk="0">
                  <a:moveTo>
                    <a:pt x="1245" y="982"/>
                  </a:moveTo>
                  <a:cubicBezTo>
                    <a:pt x="1231" y="1024"/>
                    <a:pt x="1143" y="1047"/>
                    <a:pt x="1106" y="1064"/>
                  </a:cubicBezTo>
                  <a:cubicBezTo>
                    <a:pt x="876" y="1168"/>
                    <a:pt x="632" y="1301"/>
                    <a:pt x="384" y="1356"/>
                  </a:cubicBezTo>
                  <a:cubicBezTo>
                    <a:pt x="374" y="1358"/>
                    <a:pt x="321" y="1377"/>
                    <a:pt x="315" y="1359"/>
                  </a:cubicBezTo>
                  <a:cubicBezTo>
                    <a:pt x="291" y="1291"/>
                    <a:pt x="267" y="1223"/>
                    <a:pt x="243" y="1154"/>
                  </a:cubicBezTo>
                  <a:cubicBezTo>
                    <a:pt x="232" y="1124"/>
                    <a:pt x="222" y="1093"/>
                    <a:pt x="212" y="1062"/>
                  </a:cubicBezTo>
                  <a:cubicBezTo>
                    <a:pt x="209" y="1055"/>
                    <a:pt x="207" y="1049"/>
                    <a:pt x="205" y="1042"/>
                  </a:cubicBezTo>
                  <a:cubicBezTo>
                    <a:pt x="194" y="1009"/>
                    <a:pt x="183" y="976"/>
                    <a:pt x="172" y="943"/>
                  </a:cubicBezTo>
                  <a:cubicBezTo>
                    <a:pt x="165" y="924"/>
                    <a:pt x="159" y="904"/>
                    <a:pt x="152" y="883"/>
                  </a:cubicBezTo>
                  <a:cubicBezTo>
                    <a:pt x="150" y="877"/>
                    <a:pt x="148" y="871"/>
                    <a:pt x="146" y="865"/>
                  </a:cubicBezTo>
                  <a:cubicBezTo>
                    <a:pt x="141" y="847"/>
                    <a:pt x="135" y="829"/>
                    <a:pt x="129" y="810"/>
                  </a:cubicBezTo>
                  <a:cubicBezTo>
                    <a:pt x="110" y="753"/>
                    <a:pt x="92" y="695"/>
                    <a:pt x="74" y="637"/>
                  </a:cubicBezTo>
                  <a:cubicBezTo>
                    <a:pt x="52" y="565"/>
                    <a:pt x="9" y="478"/>
                    <a:pt x="4" y="403"/>
                  </a:cubicBezTo>
                  <a:cubicBezTo>
                    <a:pt x="0" y="338"/>
                    <a:pt x="26" y="349"/>
                    <a:pt x="82" y="330"/>
                  </a:cubicBezTo>
                  <a:cubicBezTo>
                    <a:pt x="175" y="299"/>
                    <a:pt x="265" y="257"/>
                    <a:pt x="356" y="220"/>
                  </a:cubicBezTo>
                  <a:cubicBezTo>
                    <a:pt x="539" y="147"/>
                    <a:pt x="722" y="74"/>
                    <a:pt x="905" y="0"/>
                  </a:cubicBezTo>
                  <a:cubicBezTo>
                    <a:pt x="902" y="1"/>
                    <a:pt x="1039" y="378"/>
                    <a:pt x="1108" y="571"/>
                  </a:cubicBezTo>
                  <a:cubicBezTo>
                    <a:pt x="1109" y="573"/>
                    <a:pt x="1110" y="576"/>
                    <a:pt x="1111" y="579"/>
                  </a:cubicBezTo>
                  <a:cubicBezTo>
                    <a:pt x="1112" y="581"/>
                    <a:pt x="1113" y="583"/>
                    <a:pt x="1113" y="585"/>
                  </a:cubicBezTo>
                  <a:cubicBezTo>
                    <a:pt x="1116" y="593"/>
                    <a:pt x="1119" y="600"/>
                    <a:pt x="1122" y="607"/>
                  </a:cubicBezTo>
                  <a:cubicBezTo>
                    <a:pt x="1134" y="642"/>
                    <a:pt x="1143" y="667"/>
                    <a:pt x="1147" y="677"/>
                  </a:cubicBezTo>
                  <a:cubicBezTo>
                    <a:pt x="1160" y="714"/>
                    <a:pt x="1196" y="781"/>
                    <a:pt x="1221" y="847"/>
                  </a:cubicBezTo>
                  <a:cubicBezTo>
                    <a:pt x="1228" y="864"/>
                    <a:pt x="1234" y="882"/>
                    <a:pt x="1239" y="898"/>
                  </a:cubicBezTo>
                  <a:cubicBezTo>
                    <a:pt x="1249" y="932"/>
                    <a:pt x="1252" y="961"/>
                    <a:pt x="1245" y="98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6798650" y="-447532"/>
              <a:ext cx="404640" cy="392760"/>
            </a:xfrm>
            <a:custGeom>
              <a:avLst/>
              <a:gdLst/>
              <a:ahLst/>
              <a:cxnLst/>
              <a:rect l="l" t="t" r="r" b="b"/>
              <a:pathLst>
                <a:path w="1124" h="1091" extrusionOk="0">
                  <a:moveTo>
                    <a:pt x="984" y="298"/>
                  </a:moveTo>
                  <a:cubicBezTo>
                    <a:pt x="874" y="345"/>
                    <a:pt x="763" y="392"/>
                    <a:pt x="648" y="424"/>
                  </a:cubicBezTo>
                  <a:cubicBezTo>
                    <a:pt x="580" y="443"/>
                    <a:pt x="509" y="458"/>
                    <a:pt x="448" y="495"/>
                  </a:cubicBezTo>
                  <a:cubicBezTo>
                    <a:pt x="400" y="525"/>
                    <a:pt x="352" y="571"/>
                    <a:pt x="295" y="564"/>
                  </a:cubicBezTo>
                  <a:cubicBezTo>
                    <a:pt x="285" y="563"/>
                    <a:pt x="275" y="560"/>
                    <a:pt x="265" y="558"/>
                  </a:cubicBezTo>
                  <a:cubicBezTo>
                    <a:pt x="213" y="550"/>
                    <a:pt x="163" y="579"/>
                    <a:pt x="119" y="608"/>
                  </a:cubicBezTo>
                  <a:cubicBezTo>
                    <a:pt x="94" y="624"/>
                    <a:pt x="68" y="640"/>
                    <a:pt x="43" y="656"/>
                  </a:cubicBezTo>
                  <a:cubicBezTo>
                    <a:pt x="37" y="636"/>
                    <a:pt x="30" y="616"/>
                    <a:pt x="24" y="596"/>
                  </a:cubicBezTo>
                  <a:cubicBezTo>
                    <a:pt x="22" y="590"/>
                    <a:pt x="20" y="584"/>
                    <a:pt x="18" y="578"/>
                  </a:cubicBezTo>
                  <a:cubicBezTo>
                    <a:pt x="12" y="560"/>
                    <a:pt x="6" y="542"/>
                    <a:pt x="0" y="523"/>
                  </a:cubicBezTo>
                  <a:cubicBezTo>
                    <a:pt x="34" y="497"/>
                    <a:pt x="74" y="480"/>
                    <a:pt x="108" y="454"/>
                  </a:cubicBezTo>
                  <a:cubicBezTo>
                    <a:pt x="147" y="424"/>
                    <a:pt x="177" y="390"/>
                    <a:pt x="227" y="381"/>
                  </a:cubicBezTo>
                  <a:cubicBezTo>
                    <a:pt x="281" y="372"/>
                    <a:pt x="336" y="377"/>
                    <a:pt x="391" y="380"/>
                  </a:cubicBezTo>
                  <a:cubicBezTo>
                    <a:pt x="430" y="382"/>
                    <a:pt x="468" y="380"/>
                    <a:pt x="506" y="374"/>
                  </a:cubicBezTo>
                  <a:cubicBezTo>
                    <a:pt x="544" y="369"/>
                    <a:pt x="581" y="361"/>
                    <a:pt x="617" y="353"/>
                  </a:cubicBezTo>
                  <a:cubicBezTo>
                    <a:pt x="683" y="339"/>
                    <a:pt x="756" y="340"/>
                    <a:pt x="820" y="324"/>
                  </a:cubicBezTo>
                  <a:cubicBezTo>
                    <a:pt x="876" y="310"/>
                    <a:pt x="924" y="291"/>
                    <a:pt x="979" y="284"/>
                  </a:cubicBezTo>
                  <a:cubicBezTo>
                    <a:pt x="980" y="287"/>
                    <a:pt x="981" y="289"/>
                    <a:pt x="982" y="292"/>
                  </a:cubicBezTo>
                  <a:cubicBezTo>
                    <a:pt x="983" y="294"/>
                    <a:pt x="984" y="296"/>
                    <a:pt x="984" y="298"/>
                  </a:cubicBezTo>
                  <a:moveTo>
                    <a:pt x="1110" y="611"/>
                  </a:moveTo>
                  <a:cubicBezTo>
                    <a:pt x="1084" y="611"/>
                    <a:pt x="1058" y="612"/>
                    <a:pt x="1032" y="613"/>
                  </a:cubicBezTo>
                  <a:cubicBezTo>
                    <a:pt x="974" y="614"/>
                    <a:pt x="916" y="617"/>
                    <a:pt x="858" y="620"/>
                  </a:cubicBezTo>
                  <a:cubicBezTo>
                    <a:pt x="804" y="623"/>
                    <a:pt x="749" y="625"/>
                    <a:pt x="695" y="633"/>
                  </a:cubicBezTo>
                  <a:cubicBezTo>
                    <a:pt x="641" y="640"/>
                    <a:pt x="589" y="655"/>
                    <a:pt x="539" y="676"/>
                  </a:cubicBezTo>
                  <a:cubicBezTo>
                    <a:pt x="494" y="695"/>
                    <a:pt x="450" y="719"/>
                    <a:pt x="402" y="732"/>
                  </a:cubicBezTo>
                  <a:cubicBezTo>
                    <a:pt x="350" y="747"/>
                    <a:pt x="300" y="735"/>
                    <a:pt x="247" y="733"/>
                  </a:cubicBezTo>
                  <a:cubicBezTo>
                    <a:pt x="191" y="730"/>
                    <a:pt x="142" y="746"/>
                    <a:pt x="92" y="770"/>
                  </a:cubicBezTo>
                  <a:cubicBezTo>
                    <a:pt x="89" y="772"/>
                    <a:pt x="86" y="773"/>
                    <a:pt x="83" y="775"/>
                  </a:cubicBezTo>
                  <a:cubicBezTo>
                    <a:pt x="93" y="806"/>
                    <a:pt x="103" y="837"/>
                    <a:pt x="114" y="867"/>
                  </a:cubicBezTo>
                  <a:cubicBezTo>
                    <a:pt x="138" y="936"/>
                    <a:pt x="162" y="1004"/>
                    <a:pt x="186" y="1072"/>
                  </a:cubicBezTo>
                  <a:cubicBezTo>
                    <a:pt x="192" y="1090"/>
                    <a:pt x="245" y="1071"/>
                    <a:pt x="255" y="1069"/>
                  </a:cubicBezTo>
                  <a:cubicBezTo>
                    <a:pt x="503" y="1014"/>
                    <a:pt x="747" y="881"/>
                    <a:pt x="977" y="777"/>
                  </a:cubicBezTo>
                  <a:cubicBezTo>
                    <a:pt x="1014" y="760"/>
                    <a:pt x="1102" y="737"/>
                    <a:pt x="1116" y="696"/>
                  </a:cubicBezTo>
                  <a:lnTo>
                    <a:pt x="1116" y="695"/>
                  </a:lnTo>
                  <a:cubicBezTo>
                    <a:pt x="1123" y="674"/>
                    <a:pt x="1120" y="645"/>
                    <a:pt x="1110" y="611"/>
                  </a:cubicBezTo>
                  <a:moveTo>
                    <a:pt x="694" y="84"/>
                  </a:moveTo>
                  <a:cubicBezTo>
                    <a:pt x="689" y="99"/>
                    <a:pt x="674" y="110"/>
                    <a:pt x="659" y="115"/>
                  </a:cubicBezTo>
                  <a:cubicBezTo>
                    <a:pt x="641" y="121"/>
                    <a:pt x="616" y="119"/>
                    <a:pt x="602" y="105"/>
                  </a:cubicBezTo>
                  <a:cubicBezTo>
                    <a:pt x="595" y="98"/>
                    <a:pt x="591" y="90"/>
                    <a:pt x="590" y="82"/>
                  </a:cubicBezTo>
                  <a:cubicBezTo>
                    <a:pt x="584" y="70"/>
                    <a:pt x="583" y="57"/>
                    <a:pt x="587" y="44"/>
                  </a:cubicBezTo>
                  <a:cubicBezTo>
                    <a:pt x="589" y="35"/>
                    <a:pt x="593" y="27"/>
                    <a:pt x="599" y="19"/>
                  </a:cubicBezTo>
                  <a:cubicBezTo>
                    <a:pt x="607" y="9"/>
                    <a:pt x="615" y="3"/>
                    <a:pt x="628" y="1"/>
                  </a:cubicBezTo>
                  <a:cubicBezTo>
                    <a:pt x="641" y="0"/>
                    <a:pt x="653" y="4"/>
                    <a:pt x="663" y="10"/>
                  </a:cubicBezTo>
                  <a:cubicBezTo>
                    <a:pt x="667" y="12"/>
                    <a:pt x="671" y="14"/>
                    <a:pt x="674" y="17"/>
                  </a:cubicBezTo>
                  <a:cubicBezTo>
                    <a:pt x="680" y="22"/>
                    <a:pt x="684" y="28"/>
                    <a:pt x="687" y="35"/>
                  </a:cubicBezTo>
                  <a:cubicBezTo>
                    <a:pt x="696" y="49"/>
                    <a:pt x="701" y="68"/>
                    <a:pt x="694" y="84"/>
                  </a:cubicBezTo>
                  <a:moveTo>
                    <a:pt x="643" y="93"/>
                  </a:moveTo>
                  <a:lnTo>
                    <a:pt x="643" y="93"/>
                  </a:lnTo>
                  <a:moveTo>
                    <a:pt x="642" y="93"/>
                  </a:moveTo>
                  <a:cubicBezTo>
                    <a:pt x="642" y="93"/>
                    <a:pt x="641" y="93"/>
                    <a:pt x="642" y="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6856610" y="-676492"/>
              <a:ext cx="982080" cy="1146240"/>
            </a:xfrm>
            <a:custGeom>
              <a:avLst/>
              <a:gdLst/>
              <a:ahLst/>
              <a:cxnLst/>
              <a:rect l="l" t="t" r="r" b="b"/>
              <a:pathLst>
                <a:path w="2728" h="3184" extrusionOk="0">
                  <a:moveTo>
                    <a:pt x="1956" y="1165"/>
                  </a:moveTo>
                  <a:cubicBezTo>
                    <a:pt x="1810" y="1201"/>
                    <a:pt x="1674" y="1265"/>
                    <a:pt x="1536" y="1325"/>
                  </a:cubicBezTo>
                  <a:cubicBezTo>
                    <a:pt x="1289" y="1434"/>
                    <a:pt x="1043" y="1545"/>
                    <a:pt x="795" y="1652"/>
                  </a:cubicBezTo>
                  <a:cubicBezTo>
                    <a:pt x="562" y="1753"/>
                    <a:pt x="323" y="1845"/>
                    <a:pt x="71" y="1887"/>
                  </a:cubicBezTo>
                  <a:cubicBezTo>
                    <a:pt x="35" y="1893"/>
                    <a:pt x="0" y="1857"/>
                    <a:pt x="51" y="1849"/>
                  </a:cubicBezTo>
                  <a:cubicBezTo>
                    <a:pt x="194" y="1825"/>
                    <a:pt x="333" y="1784"/>
                    <a:pt x="469" y="1734"/>
                  </a:cubicBezTo>
                  <a:cubicBezTo>
                    <a:pt x="715" y="1644"/>
                    <a:pt x="954" y="1530"/>
                    <a:pt x="1194" y="1424"/>
                  </a:cubicBezTo>
                  <a:cubicBezTo>
                    <a:pt x="1318" y="1370"/>
                    <a:pt x="1441" y="1315"/>
                    <a:pt x="1565" y="1261"/>
                  </a:cubicBezTo>
                  <a:cubicBezTo>
                    <a:pt x="1679" y="1210"/>
                    <a:pt x="1795" y="1161"/>
                    <a:pt x="1917" y="1131"/>
                  </a:cubicBezTo>
                  <a:cubicBezTo>
                    <a:pt x="1931" y="1128"/>
                    <a:pt x="1959" y="1125"/>
                    <a:pt x="1970" y="1138"/>
                  </a:cubicBezTo>
                  <a:cubicBezTo>
                    <a:pt x="1981" y="1151"/>
                    <a:pt x="1970" y="1162"/>
                    <a:pt x="1956" y="1165"/>
                  </a:cubicBezTo>
                  <a:moveTo>
                    <a:pt x="2096" y="1400"/>
                  </a:moveTo>
                  <a:cubicBezTo>
                    <a:pt x="2085" y="1387"/>
                    <a:pt x="2058" y="1389"/>
                    <a:pt x="2044" y="1393"/>
                  </a:cubicBezTo>
                  <a:cubicBezTo>
                    <a:pt x="1538" y="1509"/>
                    <a:pt x="1076" y="1749"/>
                    <a:pt x="595" y="1935"/>
                  </a:cubicBezTo>
                  <a:cubicBezTo>
                    <a:pt x="457" y="1988"/>
                    <a:pt x="318" y="2037"/>
                    <a:pt x="176" y="2077"/>
                  </a:cubicBezTo>
                  <a:cubicBezTo>
                    <a:pt x="163" y="2081"/>
                    <a:pt x="151" y="2091"/>
                    <a:pt x="162" y="2104"/>
                  </a:cubicBezTo>
                  <a:cubicBezTo>
                    <a:pt x="173" y="2116"/>
                    <a:pt x="201" y="2115"/>
                    <a:pt x="215" y="2111"/>
                  </a:cubicBezTo>
                  <a:cubicBezTo>
                    <a:pt x="713" y="1970"/>
                    <a:pt x="1173" y="1725"/>
                    <a:pt x="1660" y="1552"/>
                  </a:cubicBezTo>
                  <a:cubicBezTo>
                    <a:pt x="1798" y="1503"/>
                    <a:pt x="1939" y="1460"/>
                    <a:pt x="2083" y="1426"/>
                  </a:cubicBezTo>
                  <a:cubicBezTo>
                    <a:pt x="2096" y="1423"/>
                    <a:pt x="2107" y="1412"/>
                    <a:pt x="2096" y="1400"/>
                  </a:cubicBezTo>
                  <a:moveTo>
                    <a:pt x="2092" y="1528"/>
                  </a:moveTo>
                  <a:cubicBezTo>
                    <a:pt x="2025" y="1553"/>
                    <a:pt x="1959" y="1583"/>
                    <a:pt x="1893" y="1611"/>
                  </a:cubicBezTo>
                  <a:cubicBezTo>
                    <a:pt x="1764" y="1665"/>
                    <a:pt x="1634" y="1719"/>
                    <a:pt x="1504" y="1773"/>
                  </a:cubicBezTo>
                  <a:cubicBezTo>
                    <a:pt x="1240" y="1884"/>
                    <a:pt x="977" y="1995"/>
                    <a:pt x="713" y="2106"/>
                  </a:cubicBezTo>
                  <a:cubicBezTo>
                    <a:pt x="563" y="2168"/>
                    <a:pt x="414" y="2231"/>
                    <a:pt x="265" y="2294"/>
                  </a:cubicBezTo>
                  <a:cubicBezTo>
                    <a:pt x="249" y="2301"/>
                    <a:pt x="253" y="2314"/>
                    <a:pt x="265" y="2322"/>
                  </a:cubicBezTo>
                  <a:cubicBezTo>
                    <a:pt x="280" y="2332"/>
                    <a:pt x="304" y="2328"/>
                    <a:pt x="319" y="2322"/>
                  </a:cubicBezTo>
                  <a:cubicBezTo>
                    <a:pt x="794" y="2122"/>
                    <a:pt x="1268" y="1922"/>
                    <a:pt x="1743" y="1724"/>
                  </a:cubicBezTo>
                  <a:cubicBezTo>
                    <a:pt x="1809" y="1697"/>
                    <a:pt x="1875" y="1669"/>
                    <a:pt x="1941" y="1642"/>
                  </a:cubicBezTo>
                  <a:cubicBezTo>
                    <a:pt x="1997" y="1618"/>
                    <a:pt x="2054" y="1589"/>
                    <a:pt x="2112" y="1569"/>
                  </a:cubicBezTo>
                  <a:cubicBezTo>
                    <a:pt x="2114" y="1569"/>
                    <a:pt x="2117" y="1570"/>
                    <a:pt x="2120" y="1570"/>
                  </a:cubicBezTo>
                  <a:cubicBezTo>
                    <a:pt x="2121" y="1570"/>
                    <a:pt x="2123" y="1570"/>
                    <a:pt x="2124" y="1570"/>
                  </a:cubicBezTo>
                  <a:cubicBezTo>
                    <a:pt x="2139" y="1571"/>
                    <a:pt x="2163" y="1572"/>
                    <a:pt x="2172" y="1557"/>
                  </a:cubicBezTo>
                  <a:cubicBezTo>
                    <a:pt x="2197" y="1514"/>
                    <a:pt x="2110" y="1522"/>
                    <a:pt x="2092" y="1528"/>
                  </a:cubicBezTo>
                  <a:moveTo>
                    <a:pt x="2268" y="1718"/>
                  </a:moveTo>
                  <a:cubicBezTo>
                    <a:pt x="2253" y="1708"/>
                    <a:pt x="2229" y="1711"/>
                    <a:pt x="2213" y="1718"/>
                  </a:cubicBezTo>
                  <a:cubicBezTo>
                    <a:pt x="1727" y="1915"/>
                    <a:pt x="1243" y="2116"/>
                    <a:pt x="760" y="2323"/>
                  </a:cubicBezTo>
                  <a:cubicBezTo>
                    <a:pt x="622" y="2382"/>
                    <a:pt x="485" y="2441"/>
                    <a:pt x="348" y="2501"/>
                  </a:cubicBezTo>
                  <a:cubicBezTo>
                    <a:pt x="332" y="2508"/>
                    <a:pt x="336" y="2521"/>
                    <a:pt x="348" y="2529"/>
                  </a:cubicBezTo>
                  <a:cubicBezTo>
                    <a:pt x="363" y="2539"/>
                    <a:pt x="387" y="2536"/>
                    <a:pt x="402" y="2529"/>
                  </a:cubicBezTo>
                  <a:cubicBezTo>
                    <a:pt x="884" y="2320"/>
                    <a:pt x="1367" y="2115"/>
                    <a:pt x="1852" y="1915"/>
                  </a:cubicBezTo>
                  <a:cubicBezTo>
                    <a:pt x="1991" y="1858"/>
                    <a:pt x="2129" y="1802"/>
                    <a:pt x="2268" y="1746"/>
                  </a:cubicBezTo>
                  <a:cubicBezTo>
                    <a:pt x="2284" y="1739"/>
                    <a:pt x="2280" y="1725"/>
                    <a:pt x="2268" y="1718"/>
                  </a:cubicBezTo>
                  <a:moveTo>
                    <a:pt x="2357" y="1986"/>
                  </a:moveTo>
                  <a:cubicBezTo>
                    <a:pt x="2346" y="1973"/>
                    <a:pt x="2318" y="1975"/>
                    <a:pt x="2304" y="1979"/>
                  </a:cubicBezTo>
                  <a:cubicBezTo>
                    <a:pt x="1803" y="2115"/>
                    <a:pt x="1359" y="2392"/>
                    <a:pt x="882" y="2586"/>
                  </a:cubicBezTo>
                  <a:cubicBezTo>
                    <a:pt x="744" y="2642"/>
                    <a:pt x="603" y="2689"/>
                    <a:pt x="459" y="2725"/>
                  </a:cubicBezTo>
                  <a:cubicBezTo>
                    <a:pt x="446" y="2729"/>
                    <a:pt x="435" y="2740"/>
                    <a:pt x="445" y="2752"/>
                  </a:cubicBezTo>
                  <a:cubicBezTo>
                    <a:pt x="457" y="2765"/>
                    <a:pt x="484" y="2763"/>
                    <a:pt x="498" y="2759"/>
                  </a:cubicBezTo>
                  <a:cubicBezTo>
                    <a:pt x="1002" y="2634"/>
                    <a:pt x="1448" y="2360"/>
                    <a:pt x="1923" y="2160"/>
                  </a:cubicBezTo>
                  <a:cubicBezTo>
                    <a:pt x="2059" y="2102"/>
                    <a:pt x="2199" y="2052"/>
                    <a:pt x="2343" y="2013"/>
                  </a:cubicBezTo>
                  <a:cubicBezTo>
                    <a:pt x="2356" y="2009"/>
                    <a:pt x="2367" y="1998"/>
                    <a:pt x="2357" y="1986"/>
                  </a:cubicBezTo>
                  <a:moveTo>
                    <a:pt x="2524" y="2109"/>
                  </a:moveTo>
                  <a:cubicBezTo>
                    <a:pt x="2497" y="2108"/>
                    <a:pt x="2473" y="2120"/>
                    <a:pt x="2448" y="2129"/>
                  </a:cubicBezTo>
                  <a:cubicBezTo>
                    <a:pt x="2413" y="2141"/>
                    <a:pt x="2379" y="2154"/>
                    <a:pt x="2344" y="2168"/>
                  </a:cubicBezTo>
                  <a:cubicBezTo>
                    <a:pt x="2210" y="2221"/>
                    <a:pt x="2078" y="2279"/>
                    <a:pt x="1947" y="2340"/>
                  </a:cubicBezTo>
                  <a:cubicBezTo>
                    <a:pt x="1673" y="2467"/>
                    <a:pt x="1400" y="2598"/>
                    <a:pt x="1126" y="2728"/>
                  </a:cubicBezTo>
                  <a:lnTo>
                    <a:pt x="660" y="2948"/>
                  </a:lnTo>
                  <a:cubicBezTo>
                    <a:pt x="645" y="2955"/>
                    <a:pt x="648" y="2968"/>
                    <a:pt x="660" y="2976"/>
                  </a:cubicBezTo>
                  <a:cubicBezTo>
                    <a:pt x="675" y="2985"/>
                    <a:pt x="700" y="2983"/>
                    <a:pt x="715" y="2976"/>
                  </a:cubicBezTo>
                  <a:cubicBezTo>
                    <a:pt x="1186" y="2753"/>
                    <a:pt x="1655" y="2522"/>
                    <a:pt x="2131" y="2309"/>
                  </a:cubicBezTo>
                  <a:cubicBezTo>
                    <a:pt x="2196" y="2279"/>
                    <a:pt x="2262" y="2251"/>
                    <a:pt x="2329" y="2224"/>
                  </a:cubicBezTo>
                  <a:cubicBezTo>
                    <a:pt x="2365" y="2209"/>
                    <a:pt x="2401" y="2194"/>
                    <a:pt x="2438" y="2180"/>
                  </a:cubicBezTo>
                  <a:cubicBezTo>
                    <a:pt x="2455" y="2174"/>
                    <a:pt x="2471" y="2168"/>
                    <a:pt x="2487" y="2162"/>
                  </a:cubicBezTo>
                  <a:cubicBezTo>
                    <a:pt x="2492" y="2161"/>
                    <a:pt x="2496" y="2159"/>
                    <a:pt x="2501" y="2157"/>
                  </a:cubicBezTo>
                  <a:cubicBezTo>
                    <a:pt x="2512" y="2161"/>
                    <a:pt x="2524" y="2161"/>
                    <a:pt x="2532" y="2159"/>
                  </a:cubicBezTo>
                  <a:cubicBezTo>
                    <a:pt x="2584" y="2150"/>
                    <a:pt x="2569" y="2111"/>
                    <a:pt x="2524" y="2109"/>
                  </a:cubicBezTo>
                  <a:moveTo>
                    <a:pt x="2641" y="2317"/>
                  </a:moveTo>
                  <a:cubicBezTo>
                    <a:pt x="2157" y="2502"/>
                    <a:pt x="1682" y="2710"/>
                    <a:pt x="1218" y="2941"/>
                  </a:cubicBezTo>
                  <a:cubicBezTo>
                    <a:pt x="1085" y="3007"/>
                    <a:pt x="953" y="3076"/>
                    <a:pt x="821" y="3146"/>
                  </a:cubicBezTo>
                  <a:cubicBezTo>
                    <a:pt x="807" y="3154"/>
                    <a:pt x="809" y="3166"/>
                    <a:pt x="821" y="3174"/>
                  </a:cubicBezTo>
                  <a:cubicBezTo>
                    <a:pt x="835" y="3183"/>
                    <a:pt x="862" y="3182"/>
                    <a:pt x="876" y="3174"/>
                  </a:cubicBezTo>
                  <a:cubicBezTo>
                    <a:pt x="1328" y="2932"/>
                    <a:pt x="1792" y="2712"/>
                    <a:pt x="2266" y="2516"/>
                  </a:cubicBezTo>
                  <a:cubicBezTo>
                    <a:pt x="2403" y="2459"/>
                    <a:pt x="2541" y="2404"/>
                    <a:pt x="2680" y="2351"/>
                  </a:cubicBezTo>
                  <a:cubicBezTo>
                    <a:pt x="2727" y="2333"/>
                    <a:pt x="2669" y="2307"/>
                    <a:pt x="2641" y="2317"/>
                  </a:cubicBezTo>
                  <a:moveTo>
                    <a:pt x="1858" y="909"/>
                  </a:moveTo>
                  <a:cubicBezTo>
                    <a:pt x="1846" y="896"/>
                    <a:pt x="1819" y="899"/>
                    <a:pt x="1805" y="902"/>
                  </a:cubicBezTo>
                  <a:cubicBezTo>
                    <a:pt x="1674" y="933"/>
                    <a:pt x="1557" y="1002"/>
                    <a:pt x="1435" y="1055"/>
                  </a:cubicBezTo>
                  <a:cubicBezTo>
                    <a:pt x="1306" y="1110"/>
                    <a:pt x="1174" y="1156"/>
                    <a:pt x="1039" y="1194"/>
                  </a:cubicBezTo>
                  <a:cubicBezTo>
                    <a:pt x="1026" y="1198"/>
                    <a:pt x="1014" y="1209"/>
                    <a:pt x="1025" y="1221"/>
                  </a:cubicBezTo>
                  <a:cubicBezTo>
                    <a:pt x="1036" y="1234"/>
                    <a:pt x="1064" y="1232"/>
                    <a:pt x="1078" y="1228"/>
                  </a:cubicBezTo>
                  <a:cubicBezTo>
                    <a:pt x="1209" y="1191"/>
                    <a:pt x="1337" y="1147"/>
                    <a:pt x="1463" y="1094"/>
                  </a:cubicBezTo>
                  <a:cubicBezTo>
                    <a:pt x="1589" y="1041"/>
                    <a:pt x="1710" y="968"/>
                    <a:pt x="1844" y="936"/>
                  </a:cubicBezTo>
                  <a:cubicBezTo>
                    <a:pt x="1857" y="933"/>
                    <a:pt x="1868" y="921"/>
                    <a:pt x="1858" y="909"/>
                  </a:cubicBezTo>
                  <a:moveTo>
                    <a:pt x="1813" y="655"/>
                  </a:moveTo>
                  <a:cubicBezTo>
                    <a:pt x="1802" y="643"/>
                    <a:pt x="1774" y="644"/>
                    <a:pt x="1760" y="648"/>
                  </a:cubicBezTo>
                  <a:cubicBezTo>
                    <a:pt x="1477" y="737"/>
                    <a:pt x="1200" y="841"/>
                    <a:pt x="929" y="960"/>
                  </a:cubicBezTo>
                  <a:cubicBezTo>
                    <a:pt x="913" y="966"/>
                    <a:pt x="917" y="980"/>
                    <a:pt x="929" y="988"/>
                  </a:cubicBezTo>
                  <a:cubicBezTo>
                    <a:pt x="944" y="997"/>
                    <a:pt x="968" y="994"/>
                    <a:pt x="983" y="988"/>
                  </a:cubicBezTo>
                  <a:cubicBezTo>
                    <a:pt x="1249" y="871"/>
                    <a:pt x="1522" y="769"/>
                    <a:pt x="1799" y="682"/>
                  </a:cubicBezTo>
                  <a:cubicBezTo>
                    <a:pt x="1812" y="678"/>
                    <a:pt x="1824" y="668"/>
                    <a:pt x="1813" y="655"/>
                  </a:cubicBezTo>
                  <a:moveTo>
                    <a:pt x="1701" y="428"/>
                  </a:moveTo>
                  <a:cubicBezTo>
                    <a:pt x="1690" y="415"/>
                    <a:pt x="1662" y="416"/>
                    <a:pt x="1648" y="421"/>
                  </a:cubicBezTo>
                  <a:cubicBezTo>
                    <a:pt x="1378" y="505"/>
                    <a:pt x="1114" y="608"/>
                    <a:pt x="858" y="729"/>
                  </a:cubicBezTo>
                  <a:cubicBezTo>
                    <a:pt x="843" y="737"/>
                    <a:pt x="846" y="749"/>
                    <a:pt x="858" y="757"/>
                  </a:cubicBezTo>
                  <a:cubicBezTo>
                    <a:pt x="873" y="767"/>
                    <a:pt x="898" y="764"/>
                    <a:pt x="913" y="757"/>
                  </a:cubicBezTo>
                  <a:cubicBezTo>
                    <a:pt x="1164" y="638"/>
                    <a:pt x="1422" y="537"/>
                    <a:pt x="1687" y="455"/>
                  </a:cubicBezTo>
                  <a:cubicBezTo>
                    <a:pt x="1700" y="451"/>
                    <a:pt x="1712" y="441"/>
                    <a:pt x="1701" y="428"/>
                  </a:cubicBezTo>
                  <a:moveTo>
                    <a:pt x="1576" y="232"/>
                  </a:moveTo>
                  <a:cubicBezTo>
                    <a:pt x="1522" y="208"/>
                    <a:pt x="1466" y="239"/>
                    <a:pt x="1415" y="257"/>
                  </a:cubicBezTo>
                  <a:cubicBezTo>
                    <a:pt x="1350" y="281"/>
                    <a:pt x="1285" y="304"/>
                    <a:pt x="1221" y="329"/>
                  </a:cubicBezTo>
                  <a:cubicBezTo>
                    <a:pt x="1094" y="377"/>
                    <a:pt x="968" y="428"/>
                    <a:pt x="844" y="482"/>
                  </a:cubicBezTo>
                  <a:cubicBezTo>
                    <a:pt x="828" y="488"/>
                    <a:pt x="832" y="502"/>
                    <a:pt x="844" y="510"/>
                  </a:cubicBezTo>
                  <a:cubicBezTo>
                    <a:pt x="859" y="519"/>
                    <a:pt x="883" y="516"/>
                    <a:pt x="898" y="510"/>
                  </a:cubicBezTo>
                  <a:cubicBezTo>
                    <a:pt x="1007" y="463"/>
                    <a:pt x="1115" y="418"/>
                    <a:pt x="1225" y="376"/>
                  </a:cubicBezTo>
                  <a:cubicBezTo>
                    <a:pt x="1278" y="356"/>
                    <a:pt x="1331" y="336"/>
                    <a:pt x="1384" y="316"/>
                  </a:cubicBezTo>
                  <a:cubicBezTo>
                    <a:pt x="1412" y="306"/>
                    <a:pt x="1440" y="296"/>
                    <a:pt x="1468" y="286"/>
                  </a:cubicBezTo>
                  <a:cubicBezTo>
                    <a:pt x="1479" y="282"/>
                    <a:pt x="1491" y="278"/>
                    <a:pt x="1503" y="274"/>
                  </a:cubicBezTo>
                  <a:cubicBezTo>
                    <a:pt x="1509" y="272"/>
                    <a:pt x="1517" y="269"/>
                    <a:pt x="1523" y="267"/>
                  </a:cubicBezTo>
                  <a:cubicBezTo>
                    <a:pt x="1529" y="266"/>
                    <a:pt x="1532" y="265"/>
                    <a:pt x="1535" y="264"/>
                  </a:cubicBezTo>
                  <a:cubicBezTo>
                    <a:pt x="1548" y="267"/>
                    <a:pt x="1565" y="267"/>
                    <a:pt x="1576" y="259"/>
                  </a:cubicBezTo>
                  <a:cubicBezTo>
                    <a:pt x="1588" y="252"/>
                    <a:pt x="1592" y="239"/>
                    <a:pt x="1576" y="232"/>
                  </a:cubicBezTo>
                  <a:moveTo>
                    <a:pt x="1520" y="12"/>
                  </a:moveTo>
                  <a:cubicBezTo>
                    <a:pt x="1509" y="0"/>
                    <a:pt x="1480" y="1"/>
                    <a:pt x="1467" y="5"/>
                  </a:cubicBezTo>
                  <a:cubicBezTo>
                    <a:pt x="1225" y="82"/>
                    <a:pt x="987" y="172"/>
                    <a:pt x="756" y="276"/>
                  </a:cubicBezTo>
                  <a:cubicBezTo>
                    <a:pt x="740" y="283"/>
                    <a:pt x="744" y="296"/>
                    <a:pt x="756" y="304"/>
                  </a:cubicBezTo>
                  <a:cubicBezTo>
                    <a:pt x="770" y="313"/>
                    <a:pt x="795" y="311"/>
                    <a:pt x="810" y="304"/>
                  </a:cubicBezTo>
                  <a:cubicBezTo>
                    <a:pt x="1037" y="202"/>
                    <a:pt x="1269" y="114"/>
                    <a:pt x="1506" y="39"/>
                  </a:cubicBezTo>
                  <a:cubicBezTo>
                    <a:pt x="1519" y="35"/>
                    <a:pt x="1530" y="25"/>
                    <a:pt x="1520" y="1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21"/>
          <p:cNvSpPr/>
          <p:nvPr/>
        </p:nvSpPr>
        <p:spPr>
          <a:xfrm>
            <a:off x="8690269" y="132450"/>
            <a:ext cx="211957" cy="31257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subTitle" idx="1"/>
          </p:nvPr>
        </p:nvSpPr>
        <p:spPr>
          <a:xfrm>
            <a:off x="3985030" y="1752700"/>
            <a:ext cx="2946300" cy="1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subTitle" idx="2"/>
          </p:nvPr>
        </p:nvSpPr>
        <p:spPr>
          <a:xfrm>
            <a:off x="720000" y="1752700"/>
            <a:ext cx="2946300" cy="1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>
            <a:spLocks noGrp="1"/>
          </p:cNvSpPr>
          <p:nvPr>
            <p:ph type="title"/>
          </p:nvPr>
        </p:nvSpPr>
        <p:spPr>
          <a:xfrm>
            <a:off x="731606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subTitle" idx="1"/>
          </p:nvPr>
        </p:nvSpPr>
        <p:spPr>
          <a:xfrm>
            <a:off x="731606" y="1546574"/>
            <a:ext cx="4448100" cy="11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879806" y="3611950"/>
            <a:ext cx="4151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CREDITS: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100" u="sng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8"/>
          <p:cNvGrpSpPr/>
          <p:nvPr/>
        </p:nvGrpSpPr>
        <p:grpSpPr>
          <a:xfrm rot="5400000" flipH="1">
            <a:off x="-1489705" y="-289429"/>
            <a:ext cx="3485078" cy="2360876"/>
            <a:chOff x="324762" y="3106225"/>
            <a:chExt cx="3168253" cy="2146251"/>
          </a:xfrm>
        </p:grpSpPr>
        <p:sp>
          <p:nvSpPr>
            <p:cNvPr id="328" name="Google Shape;328;p28"/>
            <p:cNvSpPr/>
            <p:nvPr/>
          </p:nvSpPr>
          <p:spPr>
            <a:xfrm>
              <a:off x="324762" y="3106225"/>
              <a:ext cx="3168253" cy="2146251"/>
            </a:xfrm>
            <a:custGeom>
              <a:avLst/>
              <a:gdLst/>
              <a:ahLst/>
              <a:cxnLst/>
              <a:rect l="l" t="t" r="r" b="b"/>
              <a:pathLst>
                <a:path w="3252" h="2203" extrusionOk="0">
                  <a:moveTo>
                    <a:pt x="290" y="2202"/>
                  </a:moveTo>
                  <a:cubicBezTo>
                    <a:pt x="177" y="2003"/>
                    <a:pt x="113" y="1776"/>
                    <a:pt x="113" y="1536"/>
                  </a:cubicBezTo>
                  <a:cubicBezTo>
                    <a:pt x="113" y="751"/>
                    <a:pt x="792" y="113"/>
                    <a:pt x="1626" y="113"/>
                  </a:cubicBezTo>
                  <a:cubicBezTo>
                    <a:pt x="2460" y="113"/>
                    <a:pt x="3138" y="751"/>
                    <a:pt x="3138" y="1536"/>
                  </a:cubicBezTo>
                  <a:cubicBezTo>
                    <a:pt x="3138" y="1776"/>
                    <a:pt x="3074" y="2003"/>
                    <a:pt x="2962" y="2202"/>
                  </a:cubicBezTo>
                  <a:lnTo>
                    <a:pt x="3090" y="2202"/>
                  </a:lnTo>
                  <a:cubicBezTo>
                    <a:pt x="3193" y="2001"/>
                    <a:pt x="3251" y="1774"/>
                    <a:pt x="3251" y="1536"/>
                  </a:cubicBezTo>
                  <a:cubicBezTo>
                    <a:pt x="3251" y="689"/>
                    <a:pt x="2522" y="0"/>
                    <a:pt x="1625" y="0"/>
                  </a:cubicBezTo>
                  <a:cubicBezTo>
                    <a:pt x="729" y="0"/>
                    <a:pt x="0" y="689"/>
                    <a:pt x="0" y="1536"/>
                  </a:cubicBezTo>
                  <a:cubicBezTo>
                    <a:pt x="0" y="1774"/>
                    <a:pt x="58" y="2000"/>
                    <a:pt x="161" y="2202"/>
                  </a:cubicBezTo>
                  <a:lnTo>
                    <a:pt x="290" y="220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434852" y="3210469"/>
              <a:ext cx="2949047" cy="2042007"/>
            </a:xfrm>
            <a:custGeom>
              <a:avLst/>
              <a:gdLst/>
              <a:ahLst/>
              <a:cxnLst/>
              <a:rect l="l" t="t" r="r" b="b"/>
              <a:pathLst>
                <a:path w="3027" h="2096" extrusionOk="0">
                  <a:moveTo>
                    <a:pt x="306" y="2095"/>
                  </a:moveTo>
                  <a:cubicBezTo>
                    <a:pt x="183" y="1900"/>
                    <a:pt x="113" y="1672"/>
                    <a:pt x="113" y="1429"/>
                  </a:cubicBezTo>
                  <a:cubicBezTo>
                    <a:pt x="113" y="703"/>
                    <a:pt x="741" y="113"/>
                    <a:pt x="1513" y="113"/>
                  </a:cubicBezTo>
                  <a:cubicBezTo>
                    <a:pt x="2285" y="113"/>
                    <a:pt x="2913" y="703"/>
                    <a:pt x="2913" y="1429"/>
                  </a:cubicBezTo>
                  <a:cubicBezTo>
                    <a:pt x="2913" y="1672"/>
                    <a:pt x="2842" y="1900"/>
                    <a:pt x="2719" y="2095"/>
                  </a:cubicBezTo>
                  <a:lnTo>
                    <a:pt x="2851" y="2095"/>
                  </a:lnTo>
                  <a:cubicBezTo>
                    <a:pt x="2962" y="1896"/>
                    <a:pt x="3026" y="1669"/>
                    <a:pt x="3026" y="1429"/>
                  </a:cubicBezTo>
                  <a:cubicBezTo>
                    <a:pt x="3026" y="641"/>
                    <a:pt x="2347" y="0"/>
                    <a:pt x="1513" y="0"/>
                  </a:cubicBezTo>
                  <a:cubicBezTo>
                    <a:pt x="679" y="0"/>
                    <a:pt x="0" y="641"/>
                    <a:pt x="0" y="1429"/>
                  </a:cubicBezTo>
                  <a:cubicBezTo>
                    <a:pt x="0" y="1669"/>
                    <a:pt x="64" y="1896"/>
                    <a:pt x="175" y="2095"/>
                  </a:cubicBezTo>
                  <a:lnTo>
                    <a:pt x="306" y="209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546891" y="3315687"/>
              <a:ext cx="2723996" cy="1936789"/>
            </a:xfrm>
            <a:custGeom>
              <a:avLst/>
              <a:gdLst/>
              <a:ahLst/>
              <a:cxnLst/>
              <a:rect l="l" t="t" r="r" b="b"/>
              <a:pathLst>
                <a:path w="2796" h="1988" extrusionOk="0">
                  <a:moveTo>
                    <a:pt x="326" y="1987"/>
                  </a:moveTo>
                  <a:cubicBezTo>
                    <a:pt x="191" y="1796"/>
                    <a:pt x="113" y="1567"/>
                    <a:pt x="113" y="1321"/>
                  </a:cubicBezTo>
                  <a:cubicBezTo>
                    <a:pt x="113" y="655"/>
                    <a:pt x="689" y="113"/>
                    <a:pt x="1398" y="113"/>
                  </a:cubicBezTo>
                  <a:cubicBezTo>
                    <a:pt x="2106" y="113"/>
                    <a:pt x="2683" y="655"/>
                    <a:pt x="2683" y="1321"/>
                  </a:cubicBezTo>
                  <a:cubicBezTo>
                    <a:pt x="2683" y="1567"/>
                    <a:pt x="2604" y="1796"/>
                    <a:pt x="2469" y="1987"/>
                  </a:cubicBezTo>
                  <a:lnTo>
                    <a:pt x="2604" y="1987"/>
                  </a:lnTo>
                  <a:cubicBezTo>
                    <a:pt x="2726" y="1791"/>
                    <a:pt x="2795" y="1564"/>
                    <a:pt x="2795" y="1321"/>
                  </a:cubicBezTo>
                  <a:cubicBezTo>
                    <a:pt x="2795" y="592"/>
                    <a:pt x="2168" y="0"/>
                    <a:pt x="1398" y="0"/>
                  </a:cubicBezTo>
                  <a:cubicBezTo>
                    <a:pt x="627" y="0"/>
                    <a:pt x="0" y="592"/>
                    <a:pt x="0" y="1321"/>
                  </a:cubicBezTo>
                  <a:cubicBezTo>
                    <a:pt x="0" y="1564"/>
                    <a:pt x="69" y="1791"/>
                    <a:pt x="191" y="1987"/>
                  </a:cubicBezTo>
                  <a:lnTo>
                    <a:pt x="326" y="198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655032" y="3417982"/>
              <a:ext cx="2507713" cy="1834494"/>
            </a:xfrm>
            <a:custGeom>
              <a:avLst/>
              <a:gdLst/>
              <a:ahLst/>
              <a:cxnLst/>
              <a:rect l="l" t="t" r="r" b="b"/>
              <a:pathLst>
                <a:path w="2574" h="1883" extrusionOk="0">
                  <a:moveTo>
                    <a:pt x="352" y="1882"/>
                  </a:moveTo>
                  <a:cubicBezTo>
                    <a:pt x="202" y="1697"/>
                    <a:pt x="113" y="1466"/>
                    <a:pt x="113" y="1216"/>
                  </a:cubicBezTo>
                  <a:cubicBezTo>
                    <a:pt x="113" y="607"/>
                    <a:pt x="639" y="112"/>
                    <a:pt x="1287" y="112"/>
                  </a:cubicBezTo>
                  <a:cubicBezTo>
                    <a:pt x="1934" y="112"/>
                    <a:pt x="2461" y="607"/>
                    <a:pt x="2461" y="1216"/>
                  </a:cubicBezTo>
                  <a:cubicBezTo>
                    <a:pt x="2461" y="1466"/>
                    <a:pt x="2371" y="1697"/>
                    <a:pt x="2221" y="1882"/>
                  </a:cubicBezTo>
                  <a:lnTo>
                    <a:pt x="2362" y="1882"/>
                  </a:lnTo>
                  <a:cubicBezTo>
                    <a:pt x="2496" y="1691"/>
                    <a:pt x="2573" y="1462"/>
                    <a:pt x="2573" y="1216"/>
                  </a:cubicBezTo>
                  <a:cubicBezTo>
                    <a:pt x="2573" y="545"/>
                    <a:pt x="1996" y="0"/>
                    <a:pt x="1286" y="0"/>
                  </a:cubicBezTo>
                  <a:cubicBezTo>
                    <a:pt x="577" y="0"/>
                    <a:pt x="0" y="545"/>
                    <a:pt x="0" y="1216"/>
                  </a:cubicBezTo>
                  <a:cubicBezTo>
                    <a:pt x="0" y="1461"/>
                    <a:pt x="77" y="1691"/>
                    <a:pt x="210" y="1882"/>
                  </a:cubicBezTo>
                  <a:lnTo>
                    <a:pt x="352" y="1882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8"/>
          <p:cNvGrpSpPr/>
          <p:nvPr/>
        </p:nvGrpSpPr>
        <p:grpSpPr>
          <a:xfrm rot="-1258494">
            <a:off x="656884" y="264169"/>
            <a:ext cx="1158733" cy="1253679"/>
            <a:chOff x="8384162" y="1304543"/>
            <a:chExt cx="1069017" cy="1156612"/>
          </a:xfrm>
        </p:grpSpPr>
        <p:sp>
          <p:nvSpPr>
            <p:cNvPr id="333" name="Google Shape;333;p28"/>
            <p:cNvSpPr/>
            <p:nvPr/>
          </p:nvSpPr>
          <p:spPr>
            <a:xfrm rot="-1190507">
              <a:off x="8520416" y="1411754"/>
              <a:ext cx="796510" cy="942190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 rot="-1190507">
              <a:off x="8564441" y="1510893"/>
              <a:ext cx="649191" cy="744847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 rot="-1190507">
              <a:off x="8483113" y="1571867"/>
              <a:ext cx="257258" cy="506276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" name="Google Shape;336;p28"/>
          <p:cNvGrpSpPr/>
          <p:nvPr/>
        </p:nvGrpSpPr>
        <p:grpSpPr>
          <a:xfrm>
            <a:off x="2238327" y="3637957"/>
            <a:ext cx="1059384" cy="1057536"/>
            <a:chOff x="7061726" y="2194557"/>
            <a:chExt cx="1059384" cy="1057536"/>
          </a:xfrm>
        </p:grpSpPr>
        <p:sp>
          <p:nvSpPr>
            <p:cNvPr id="337" name="Google Shape;337;p28"/>
            <p:cNvSpPr/>
            <p:nvPr/>
          </p:nvSpPr>
          <p:spPr>
            <a:xfrm rot="1930783">
              <a:off x="7206153" y="2341011"/>
              <a:ext cx="770531" cy="764628"/>
            </a:xfrm>
            <a:custGeom>
              <a:avLst/>
              <a:gdLst/>
              <a:ahLst/>
              <a:cxnLst/>
              <a:rect l="l" t="t" r="r" b="b"/>
              <a:pathLst>
                <a:path w="2551" h="1808" extrusionOk="0">
                  <a:moveTo>
                    <a:pt x="304" y="1807"/>
                  </a:moveTo>
                  <a:lnTo>
                    <a:pt x="2547" y="1807"/>
                  </a:lnTo>
                  <a:cubicBezTo>
                    <a:pt x="2549" y="1803"/>
                    <a:pt x="2550" y="1799"/>
                    <a:pt x="2548" y="1794"/>
                  </a:cubicBezTo>
                  <a:cubicBezTo>
                    <a:pt x="2366" y="1339"/>
                    <a:pt x="2276" y="865"/>
                    <a:pt x="2279" y="390"/>
                  </a:cubicBezTo>
                  <a:cubicBezTo>
                    <a:pt x="2280" y="260"/>
                    <a:pt x="2288" y="129"/>
                    <a:pt x="2302" y="0"/>
                  </a:cubicBezTo>
                  <a:lnTo>
                    <a:pt x="54" y="0"/>
                  </a:lnTo>
                  <a:cubicBezTo>
                    <a:pt x="0" y="472"/>
                    <a:pt x="39" y="951"/>
                    <a:pt x="170" y="1415"/>
                  </a:cubicBezTo>
                  <a:cubicBezTo>
                    <a:pt x="207" y="1547"/>
                    <a:pt x="252" y="1678"/>
                    <a:pt x="304" y="180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 rot="1930783">
              <a:off x="7689984" y="2300047"/>
              <a:ext cx="163409" cy="159016"/>
            </a:xfrm>
            <a:custGeom>
              <a:avLst/>
              <a:gdLst/>
              <a:ahLst/>
              <a:cxnLst/>
              <a:rect l="l" t="t" r="r" b="b"/>
              <a:pathLst>
                <a:path w="541" h="376" extrusionOk="0">
                  <a:moveTo>
                    <a:pt x="35" y="361"/>
                  </a:moveTo>
                  <a:cubicBezTo>
                    <a:pt x="36" y="365"/>
                    <a:pt x="36" y="370"/>
                    <a:pt x="36" y="375"/>
                  </a:cubicBezTo>
                  <a:lnTo>
                    <a:pt x="540" y="375"/>
                  </a:lnTo>
                  <a:cubicBezTo>
                    <a:pt x="538" y="358"/>
                    <a:pt x="533" y="340"/>
                    <a:pt x="530" y="324"/>
                  </a:cubicBezTo>
                  <a:cubicBezTo>
                    <a:pt x="517" y="223"/>
                    <a:pt x="504" y="122"/>
                    <a:pt x="491" y="21"/>
                  </a:cubicBezTo>
                  <a:cubicBezTo>
                    <a:pt x="490" y="13"/>
                    <a:pt x="488" y="6"/>
                    <a:pt x="486" y="0"/>
                  </a:cubicBezTo>
                  <a:lnTo>
                    <a:pt x="0" y="0"/>
                  </a:lnTo>
                  <a:cubicBezTo>
                    <a:pt x="6" y="96"/>
                    <a:pt x="14" y="191"/>
                    <a:pt x="26" y="286"/>
                  </a:cubicBezTo>
                  <a:cubicBezTo>
                    <a:pt x="29" y="311"/>
                    <a:pt x="32" y="336"/>
                    <a:pt x="35" y="36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 rot="1930798">
              <a:off x="7328543" y="2517434"/>
              <a:ext cx="525739" cy="411782"/>
            </a:xfrm>
            <a:custGeom>
              <a:avLst/>
              <a:gdLst/>
              <a:ahLst/>
              <a:cxnLst/>
              <a:rect l="l" t="t" r="r" b="b"/>
              <a:pathLst>
                <a:path w="1995" h="1116" extrusionOk="0">
                  <a:moveTo>
                    <a:pt x="1935" y="52"/>
                  </a:moveTo>
                  <a:cubicBezTo>
                    <a:pt x="1797" y="62"/>
                    <a:pt x="1659" y="66"/>
                    <a:pt x="1520" y="67"/>
                  </a:cubicBezTo>
                  <a:cubicBezTo>
                    <a:pt x="1045" y="71"/>
                    <a:pt x="568" y="34"/>
                    <a:pt x="96" y="84"/>
                  </a:cubicBezTo>
                  <a:cubicBezTo>
                    <a:pt x="74" y="87"/>
                    <a:pt x="22" y="85"/>
                    <a:pt x="11" y="68"/>
                  </a:cubicBezTo>
                  <a:cubicBezTo>
                    <a:pt x="0" y="49"/>
                    <a:pt x="39" y="40"/>
                    <a:pt x="59" y="38"/>
                  </a:cubicBezTo>
                  <a:cubicBezTo>
                    <a:pt x="196" y="24"/>
                    <a:pt x="334" y="16"/>
                    <a:pt x="472" y="13"/>
                  </a:cubicBezTo>
                  <a:cubicBezTo>
                    <a:pt x="948" y="0"/>
                    <a:pt x="1425" y="40"/>
                    <a:pt x="1899" y="6"/>
                  </a:cubicBezTo>
                  <a:cubicBezTo>
                    <a:pt x="1921" y="4"/>
                    <a:pt x="1972" y="4"/>
                    <a:pt x="1983" y="22"/>
                  </a:cubicBezTo>
                  <a:cubicBezTo>
                    <a:pt x="1994" y="41"/>
                    <a:pt x="1956" y="50"/>
                    <a:pt x="1935" y="52"/>
                  </a:cubicBezTo>
                  <a:moveTo>
                    <a:pt x="1883" y="220"/>
                  </a:moveTo>
                  <a:cubicBezTo>
                    <a:pt x="1410" y="220"/>
                    <a:pt x="937" y="216"/>
                    <a:pt x="464" y="219"/>
                  </a:cubicBezTo>
                  <a:cubicBezTo>
                    <a:pt x="330" y="220"/>
                    <a:pt x="197" y="223"/>
                    <a:pt x="65" y="236"/>
                  </a:cubicBezTo>
                  <a:cubicBezTo>
                    <a:pt x="45" y="238"/>
                    <a:pt x="5" y="247"/>
                    <a:pt x="17" y="265"/>
                  </a:cubicBezTo>
                  <a:cubicBezTo>
                    <a:pt x="28" y="283"/>
                    <a:pt x="79" y="284"/>
                    <a:pt x="101" y="282"/>
                  </a:cubicBezTo>
                  <a:cubicBezTo>
                    <a:pt x="328" y="260"/>
                    <a:pt x="559" y="266"/>
                    <a:pt x="788" y="266"/>
                  </a:cubicBezTo>
                  <a:cubicBezTo>
                    <a:pt x="1019" y="267"/>
                    <a:pt x="1251" y="267"/>
                    <a:pt x="1482" y="267"/>
                  </a:cubicBezTo>
                  <a:cubicBezTo>
                    <a:pt x="1616" y="267"/>
                    <a:pt x="1750" y="268"/>
                    <a:pt x="1883" y="268"/>
                  </a:cubicBezTo>
                  <a:cubicBezTo>
                    <a:pt x="1904" y="268"/>
                    <a:pt x="1951" y="263"/>
                    <a:pt x="1952" y="244"/>
                  </a:cubicBezTo>
                  <a:cubicBezTo>
                    <a:pt x="1953" y="225"/>
                    <a:pt x="1902" y="220"/>
                    <a:pt x="1883" y="220"/>
                  </a:cubicBezTo>
                  <a:moveTo>
                    <a:pt x="1894" y="411"/>
                  </a:moveTo>
                  <a:cubicBezTo>
                    <a:pt x="1663" y="400"/>
                    <a:pt x="1430" y="410"/>
                    <a:pt x="1199" y="413"/>
                  </a:cubicBezTo>
                  <a:cubicBezTo>
                    <a:pt x="968" y="415"/>
                    <a:pt x="736" y="418"/>
                    <a:pt x="505" y="421"/>
                  </a:cubicBezTo>
                  <a:lnTo>
                    <a:pt x="111" y="426"/>
                  </a:lnTo>
                  <a:cubicBezTo>
                    <a:pt x="90" y="426"/>
                    <a:pt x="43" y="430"/>
                    <a:pt x="42" y="450"/>
                  </a:cubicBezTo>
                  <a:cubicBezTo>
                    <a:pt x="41" y="469"/>
                    <a:pt x="92" y="474"/>
                    <a:pt x="111" y="473"/>
                  </a:cubicBezTo>
                  <a:lnTo>
                    <a:pt x="1478" y="457"/>
                  </a:lnTo>
                  <a:cubicBezTo>
                    <a:pt x="1604" y="455"/>
                    <a:pt x="1731" y="451"/>
                    <a:pt x="1857" y="457"/>
                  </a:cubicBezTo>
                  <a:cubicBezTo>
                    <a:pt x="1882" y="458"/>
                    <a:pt x="1929" y="459"/>
                    <a:pt x="1941" y="440"/>
                  </a:cubicBezTo>
                  <a:cubicBezTo>
                    <a:pt x="1954" y="422"/>
                    <a:pt x="1913" y="412"/>
                    <a:pt x="1894" y="411"/>
                  </a:cubicBezTo>
                  <a:moveTo>
                    <a:pt x="1842" y="606"/>
                  </a:moveTo>
                  <a:cubicBezTo>
                    <a:pt x="1283" y="619"/>
                    <a:pt x="725" y="633"/>
                    <a:pt x="167" y="646"/>
                  </a:cubicBezTo>
                  <a:cubicBezTo>
                    <a:pt x="146" y="647"/>
                    <a:pt x="99" y="650"/>
                    <a:pt x="98" y="670"/>
                  </a:cubicBezTo>
                  <a:cubicBezTo>
                    <a:pt x="97" y="689"/>
                    <a:pt x="148" y="694"/>
                    <a:pt x="167" y="694"/>
                  </a:cubicBezTo>
                  <a:cubicBezTo>
                    <a:pt x="725" y="680"/>
                    <a:pt x="1283" y="667"/>
                    <a:pt x="1842" y="653"/>
                  </a:cubicBezTo>
                  <a:cubicBezTo>
                    <a:pt x="1863" y="653"/>
                    <a:pt x="1909" y="649"/>
                    <a:pt x="1910" y="629"/>
                  </a:cubicBezTo>
                  <a:cubicBezTo>
                    <a:pt x="1911" y="610"/>
                    <a:pt x="1860" y="605"/>
                    <a:pt x="1842" y="606"/>
                  </a:cubicBezTo>
                  <a:moveTo>
                    <a:pt x="1875" y="830"/>
                  </a:moveTo>
                  <a:cubicBezTo>
                    <a:pt x="1307" y="832"/>
                    <a:pt x="738" y="846"/>
                    <a:pt x="171" y="872"/>
                  </a:cubicBezTo>
                  <a:cubicBezTo>
                    <a:pt x="151" y="873"/>
                    <a:pt x="104" y="876"/>
                    <a:pt x="103" y="896"/>
                  </a:cubicBezTo>
                  <a:cubicBezTo>
                    <a:pt x="102" y="914"/>
                    <a:pt x="153" y="920"/>
                    <a:pt x="171" y="920"/>
                  </a:cubicBezTo>
                  <a:cubicBezTo>
                    <a:pt x="738" y="893"/>
                    <a:pt x="1307" y="879"/>
                    <a:pt x="1875" y="878"/>
                  </a:cubicBezTo>
                  <a:cubicBezTo>
                    <a:pt x="1896" y="878"/>
                    <a:pt x="1942" y="874"/>
                    <a:pt x="1943" y="854"/>
                  </a:cubicBezTo>
                  <a:cubicBezTo>
                    <a:pt x="1944" y="835"/>
                    <a:pt x="1893" y="830"/>
                    <a:pt x="1875" y="830"/>
                  </a:cubicBezTo>
                  <a:moveTo>
                    <a:pt x="1884" y="1039"/>
                  </a:moveTo>
                  <a:cubicBezTo>
                    <a:pt x="1337" y="1061"/>
                    <a:pt x="789" y="1067"/>
                    <a:pt x="241" y="1059"/>
                  </a:cubicBezTo>
                  <a:cubicBezTo>
                    <a:pt x="220" y="1059"/>
                    <a:pt x="174" y="1064"/>
                    <a:pt x="173" y="1083"/>
                  </a:cubicBezTo>
                  <a:cubicBezTo>
                    <a:pt x="172" y="1103"/>
                    <a:pt x="223" y="1107"/>
                    <a:pt x="241" y="1107"/>
                  </a:cubicBezTo>
                  <a:cubicBezTo>
                    <a:pt x="789" y="1115"/>
                    <a:pt x="1337" y="1108"/>
                    <a:pt x="1884" y="1087"/>
                  </a:cubicBezTo>
                  <a:cubicBezTo>
                    <a:pt x="1905" y="1086"/>
                    <a:pt x="1951" y="1083"/>
                    <a:pt x="1952" y="1063"/>
                  </a:cubicBezTo>
                  <a:cubicBezTo>
                    <a:pt x="1953" y="1044"/>
                    <a:pt x="1902" y="1038"/>
                    <a:pt x="1884" y="103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28"/>
          <p:cNvGrpSpPr/>
          <p:nvPr/>
        </p:nvGrpSpPr>
        <p:grpSpPr>
          <a:xfrm flipH="1">
            <a:off x="379860" y="3637942"/>
            <a:ext cx="1058965" cy="1512289"/>
            <a:chOff x="3046964" y="2594414"/>
            <a:chExt cx="522894" cy="746625"/>
          </a:xfrm>
        </p:grpSpPr>
        <p:sp>
          <p:nvSpPr>
            <p:cNvPr id="341" name="Google Shape;341;p28"/>
            <p:cNvSpPr/>
            <p:nvPr/>
          </p:nvSpPr>
          <p:spPr>
            <a:xfrm>
              <a:off x="3124802" y="3060833"/>
              <a:ext cx="377755" cy="280206"/>
            </a:xfrm>
            <a:custGeom>
              <a:avLst/>
              <a:gdLst/>
              <a:ahLst/>
              <a:cxnLst/>
              <a:rect l="l" t="t" r="r" b="b"/>
              <a:pathLst>
                <a:path w="1913" h="1419" extrusionOk="0">
                  <a:moveTo>
                    <a:pt x="377" y="1418"/>
                  </a:moveTo>
                  <a:lnTo>
                    <a:pt x="1535" y="1418"/>
                  </a:lnTo>
                  <a:cubicBezTo>
                    <a:pt x="1764" y="1243"/>
                    <a:pt x="1912" y="968"/>
                    <a:pt x="1912" y="657"/>
                  </a:cubicBezTo>
                  <a:cubicBezTo>
                    <a:pt x="1912" y="403"/>
                    <a:pt x="1812" y="171"/>
                    <a:pt x="1650" y="0"/>
                  </a:cubicBezTo>
                  <a:lnTo>
                    <a:pt x="262" y="0"/>
                  </a:lnTo>
                  <a:cubicBezTo>
                    <a:pt x="100" y="171"/>
                    <a:pt x="0" y="403"/>
                    <a:pt x="0" y="657"/>
                  </a:cubicBezTo>
                  <a:cubicBezTo>
                    <a:pt x="0" y="968"/>
                    <a:pt x="148" y="1243"/>
                    <a:pt x="377" y="1418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046964" y="2594414"/>
              <a:ext cx="522894" cy="569694"/>
            </a:xfrm>
            <a:custGeom>
              <a:avLst/>
              <a:gdLst/>
              <a:ahLst/>
              <a:cxnLst/>
              <a:rect l="l" t="t" r="r" b="b"/>
              <a:pathLst>
                <a:path w="2648" h="2885" extrusionOk="0">
                  <a:moveTo>
                    <a:pt x="2576" y="1649"/>
                  </a:moveTo>
                  <a:cubicBezTo>
                    <a:pt x="2573" y="1686"/>
                    <a:pt x="2566" y="1733"/>
                    <a:pt x="2598" y="1759"/>
                  </a:cubicBezTo>
                  <a:cubicBezTo>
                    <a:pt x="2619" y="1776"/>
                    <a:pt x="2568" y="1782"/>
                    <a:pt x="2558" y="1779"/>
                  </a:cubicBezTo>
                  <a:cubicBezTo>
                    <a:pt x="2463" y="1746"/>
                    <a:pt x="2367" y="1712"/>
                    <a:pt x="2272" y="1678"/>
                  </a:cubicBezTo>
                  <a:cubicBezTo>
                    <a:pt x="2235" y="1665"/>
                    <a:pt x="2198" y="1653"/>
                    <a:pt x="2162" y="1639"/>
                  </a:cubicBezTo>
                  <a:cubicBezTo>
                    <a:pt x="2072" y="1617"/>
                    <a:pt x="1980" y="1598"/>
                    <a:pt x="1894" y="1564"/>
                  </a:cubicBezTo>
                  <a:cubicBezTo>
                    <a:pt x="1822" y="1536"/>
                    <a:pt x="1760" y="1491"/>
                    <a:pt x="1706" y="1437"/>
                  </a:cubicBezTo>
                  <a:cubicBezTo>
                    <a:pt x="1603" y="1332"/>
                    <a:pt x="1530" y="1202"/>
                    <a:pt x="1420" y="1104"/>
                  </a:cubicBezTo>
                  <a:cubicBezTo>
                    <a:pt x="1362" y="1052"/>
                    <a:pt x="1294" y="1022"/>
                    <a:pt x="1225" y="988"/>
                  </a:cubicBezTo>
                  <a:cubicBezTo>
                    <a:pt x="1161" y="955"/>
                    <a:pt x="1098" y="910"/>
                    <a:pt x="1079" y="837"/>
                  </a:cubicBezTo>
                  <a:cubicBezTo>
                    <a:pt x="1059" y="763"/>
                    <a:pt x="1086" y="682"/>
                    <a:pt x="1138" y="628"/>
                  </a:cubicBezTo>
                  <a:cubicBezTo>
                    <a:pt x="1195" y="568"/>
                    <a:pt x="1278" y="537"/>
                    <a:pt x="1359" y="528"/>
                  </a:cubicBezTo>
                  <a:cubicBezTo>
                    <a:pt x="1408" y="522"/>
                    <a:pt x="1457" y="524"/>
                    <a:pt x="1506" y="529"/>
                  </a:cubicBezTo>
                  <a:cubicBezTo>
                    <a:pt x="1517" y="530"/>
                    <a:pt x="1617" y="545"/>
                    <a:pt x="1647" y="552"/>
                  </a:cubicBezTo>
                  <a:cubicBezTo>
                    <a:pt x="1648" y="550"/>
                    <a:pt x="1649" y="548"/>
                    <a:pt x="1649" y="546"/>
                  </a:cubicBezTo>
                  <a:cubicBezTo>
                    <a:pt x="1649" y="541"/>
                    <a:pt x="1649" y="535"/>
                    <a:pt x="1649" y="529"/>
                  </a:cubicBezTo>
                  <a:cubicBezTo>
                    <a:pt x="1649" y="519"/>
                    <a:pt x="1649" y="508"/>
                    <a:pt x="1649" y="497"/>
                  </a:cubicBezTo>
                  <a:cubicBezTo>
                    <a:pt x="1649" y="472"/>
                    <a:pt x="1647" y="448"/>
                    <a:pt x="1645" y="424"/>
                  </a:cubicBezTo>
                  <a:cubicBezTo>
                    <a:pt x="1639" y="375"/>
                    <a:pt x="1628" y="328"/>
                    <a:pt x="1616" y="280"/>
                  </a:cubicBezTo>
                  <a:cubicBezTo>
                    <a:pt x="1597" y="202"/>
                    <a:pt x="1587" y="113"/>
                    <a:pt x="1658" y="57"/>
                  </a:cubicBezTo>
                  <a:cubicBezTo>
                    <a:pt x="1719" y="9"/>
                    <a:pt x="1804" y="0"/>
                    <a:pt x="1878" y="4"/>
                  </a:cubicBezTo>
                  <a:cubicBezTo>
                    <a:pt x="2035" y="14"/>
                    <a:pt x="2187" y="99"/>
                    <a:pt x="2269" y="235"/>
                  </a:cubicBezTo>
                  <a:cubicBezTo>
                    <a:pt x="2360" y="386"/>
                    <a:pt x="2357" y="574"/>
                    <a:pt x="2455" y="722"/>
                  </a:cubicBezTo>
                  <a:cubicBezTo>
                    <a:pt x="2500" y="791"/>
                    <a:pt x="2560" y="850"/>
                    <a:pt x="2599" y="923"/>
                  </a:cubicBezTo>
                  <a:cubicBezTo>
                    <a:pt x="2645" y="1007"/>
                    <a:pt x="2647" y="1100"/>
                    <a:pt x="2635" y="1192"/>
                  </a:cubicBezTo>
                  <a:cubicBezTo>
                    <a:pt x="2622" y="1293"/>
                    <a:pt x="2604" y="1392"/>
                    <a:pt x="2592" y="1493"/>
                  </a:cubicBezTo>
                  <a:cubicBezTo>
                    <a:pt x="2586" y="1545"/>
                    <a:pt x="2581" y="1597"/>
                    <a:pt x="2576" y="1649"/>
                  </a:cubicBezTo>
                  <a:moveTo>
                    <a:pt x="1406" y="1381"/>
                  </a:moveTo>
                  <a:cubicBezTo>
                    <a:pt x="1366" y="1351"/>
                    <a:pt x="1317" y="1331"/>
                    <a:pt x="1270" y="1314"/>
                  </a:cubicBezTo>
                  <a:cubicBezTo>
                    <a:pt x="1184" y="1283"/>
                    <a:pt x="1094" y="1258"/>
                    <a:pt x="1002" y="1258"/>
                  </a:cubicBezTo>
                  <a:cubicBezTo>
                    <a:pt x="910" y="1259"/>
                    <a:pt x="816" y="1288"/>
                    <a:pt x="751" y="1353"/>
                  </a:cubicBezTo>
                  <a:cubicBezTo>
                    <a:pt x="742" y="1237"/>
                    <a:pt x="669" y="1048"/>
                    <a:pt x="537" y="1034"/>
                  </a:cubicBezTo>
                  <a:cubicBezTo>
                    <a:pt x="375" y="1016"/>
                    <a:pt x="239" y="1148"/>
                    <a:pt x="146" y="1265"/>
                  </a:cubicBezTo>
                  <a:cubicBezTo>
                    <a:pt x="59" y="1373"/>
                    <a:pt x="25" y="1465"/>
                    <a:pt x="17" y="1603"/>
                  </a:cubicBezTo>
                  <a:cubicBezTo>
                    <a:pt x="8" y="1754"/>
                    <a:pt x="0" y="1908"/>
                    <a:pt x="34" y="2055"/>
                  </a:cubicBezTo>
                  <a:cubicBezTo>
                    <a:pt x="48" y="2117"/>
                    <a:pt x="70" y="2178"/>
                    <a:pt x="75" y="2241"/>
                  </a:cubicBezTo>
                  <a:cubicBezTo>
                    <a:pt x="85" y="2352"/>
                    <a:pt x="45" y="2461"/>
                    <a:pt x="24" y="2570"/>
                  </a:cubicBezTo>
                  <a:cubicBezTo>
                    <a:pt x="3" y="2679"/>
                    <a:pt x="8" y="2806"/>
                    <a:pt x="88" y="2884"/>
                  </a:cubicBezTo>
                  <a:cubicBezTo>
                    <a:pt x="128" y="2807"/>
                    <a:pt x="189" y="2741"/>
                    <a:pt x="263" y="2695"/>
                  </a:cubicBezTo>
                  <a:cubicBezTo>
                    <a:pt x="313" y="2664"/>
                    <a:pt x="370" y="2642"/>
                    <a:pt x="416" y="2605"/>
                  </a:cubicBezTo>
                  <a:cubicBezTo>
                    <a:pt x="459" y="2572"/>
                    <a:pt x="491" y="2530"/>
                    <a:pt x="532" y="2496"/>
                  </a:cubicBezTo>
                  <a:cubicBezTo>
                    <a:pt x="676" y="2377"/>
                    <a:pt x="892" y="2386"/>
                    <a:pt x="1040" y="2273"/>
                  </a:cubicBezTo>
                  <a:cubicBezTo>
                    <a:pt x="1088" y="2236"/>
                    <a:pt x="1126" y="2188"/>
                    <a:pt x="1164" y="2140"/>
                  </a:cubicBezTo>
                  <a:cubicBezTo>
                    <a:pt x="1259" y="2021"/>
                    <a:pt x="1354" y="1900"/>
                    <a:pt x="1427" y="1767"/>
                  </a:cubicBezTo>
                  <a:cubicBezTo>
                    <a:pt x="1481" y="1669"/>
                    <a:pt x="1522" y="1547"/>
                    <a:pt x="1468" y="1450"/>
                  </a:cubicBezTo>
                  <a:cubicBezTo>
                    <a:pt x="1452" y="1422"/>
                    <a:pt x="1431" y="1400"/>
                    <a:pt x="1406" y="13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080929" y="2869684"/>
              <a:ext cx="231827" cy="245255"/>
            </a:xfrm>
            <a:custGeom>
              <a:avLst/>
              <a:gdLst/>
              <a:ahLst/>
              <a:cxnLst/>
              <a:rect l="l" t="t" r="r" b="b"/>
              <a:pathLst>
                <a:path w="1174" h="1242" extrusionOk="0">
                  <a:moveTo>
                    <a:pt x="974" y="488"/>
                  </a:moveTo>
                  <a:cubicBezTo>
                    <a:pt x="973" y="468"/>
                    <a:pt x="970" y="447"/>
                    <a:pt x="975" y="427"/>
                  </a:cubicBezTo>
                  <a:cubicBezTo>
                    <a:pt x="991" y="366"/>
                    <a:pt x="1075" y="340"/>
                    <a:pt x="1111" y="291"/>
                  </a:cubicBezTo>
                  <a:cubicBezTo>
                    <a:pt x="1149" y="239"/>
                    <a:pt x="1173" y="163"/>
                    <a:pt x="1141" y="102"/>
                  </a:cubicBezTo>
                  <a:cubicBezTo>
                    <a:pt x="1110" y="43"/>
                    <a:pt x="1035" y="12"/>
                    <a:pt x="971" y="31"/>
                  </a:cubicBezTo>
                  <a:cubicBezTo>
                    <a:pt x="950" y="37"/>
                    <a:pt x="929" y="49"/>
                    <a:pt x="906" y="51"/>
                  </a:cubicBezTo>
                  <a:cubicBezTo>
                    <a:pt x="866" y="56"/>
                    <a:pt x="829" y="30"/>
                    <a:pt x="790" y="20"/>
                  </a:cubicBezTo>
                  <a:cubicBezTo>
                    <a:pt x="716" y="0"/>
                    <a:pt x="640" y="33"/>
                    <a:pt x="571" y="66"/>
                  </a:cubicBezTo>
                  <a:cubicBezTo>
                    <a:pt x="560" y="71"/>
                    <a:pt x="550" y="76"/>
                    <a:pt x="540" y="82"/>
                  </a:cubicBezTo>
                  <a:cubicBezTo>
                    <a:pt x="501" y="135"/>
                    <a:pt x="467" y="193"/>
                    <a:pt x="437" y="251"/>
                  </a:cubicBezTo>
                  <a:cubicBezTo>
                    <a:pt x="341" y="432"/>
                    <a:pt x="257" y="620"/>
                    <a:pt x="176" y="807"/>
                  </a:cubicBezTo>
                  <a:cubicBezTo>
                    <a:pt x="114" y="950"/>
                    <a:pt x="55" y="1095"/>
                    <a:pt x="0" y="1241"/>
                  </a:cubicBezTo>
                  <a:cubicBezTo>
                    <a:pt x="131" y="1117"/>
                    <a:pt x="252" y="1001"/>
                    <a:pt x="438" y="962"/>
                  </a:cubicBezTo>
                  <a:cubicBezTo>
                    <a:pt x="467" y="956"/>
                    <a:pt x="497" y="952"/>
                    <a:pt x="520" y="935"/>
                  </a:cubicBezTo>
                  <a:cubicBezTo>
                    <a:pt x="588" y="886"/>
                    <a:pt x="565" y="767"/>
                    <a:pt x="631" y="716"/>
                  </a:cubicBezTo>
                  <a:cubicBezTo>
                    <a:pt x="678" y="681"/>
                    <a:pt x="744" y="697"/>
                    <a:pt x="802" y="689"/>
                  </a:cubicBezTo>
                  <a:cubicBezTo>
                    <a:pt x="897" y="676"/>
                    <a:pt x="975" y="584"/>
                    <a:pt x="974" y="48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3256873" y="3019562"/>
              <a:ext cx="29225" cy="42061"/>
            </a:xfrm>
            <a:custGeom>
              <a:avLst/>
              <a:gdLst/>
              <a:ahLst/>
              <a:cxnLst/>
              <a:rect l="l" t="t" r="r" b="b"/>
              <a:pathLst>
                <a:path w="148" h="213" extrusionOk="0">
                  <a:moveTo>
                    <a:pt x="115" y="58"/>
                  </a:moveTo>
                  <a:cubicBezTo>
                    <a:pt x="108" y="38"/>
                    <a:pt x="100" y="19"/>
                    <a:pt x="91" y="0"/>
                  </a:cubicBezTo>
                  <a:cubicBezTo>
                    <a:pt x="63" y="35"/>
                    <a:pt x="34" y="71"/>
                    <a:pt x="0" y="101"/>
                  </a:cubicBezTo>
                  <a:cubicBezTo>
                    <a:pt x="0" y="102"/>
                    <a:pt x="1" y="103"/>
                    <a:pt x="1" y="104"/>
                  </a:cubicBezTo>
                  <a:cubicBezTo>
                    <a:pt x="7" y="140"/>
                    <a:pt x="9" y="176"/>
                    <a:pt x="11" y="212"/>
                  </a:cubicBezTo>
                  <a:lnTo>
                    <a:pt x="147" y="212"/>
                  </a:lnTo>
                  <a:cubicBezTo>
                    <a:pt x="141" y="160"/>
                    <a:pt x="131" y="109"/>
                    <a:pt x="115" y="5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3060392" y="2809582"/>
              <a:ext cx="114136" cy="304890"/>
            </a:xfrm>
            <a:custGeom>
              <a:avLst/>
              <a:gdLst/>
              <a:ahLst/>
              <a:cxnLst/>
              <a:rect l="l" t="t" r="r" b="b"/>
              <a:pathLst>
                <a:path w="578" h="1544" extrusionOk="0">
                  <a:moveTo>
                    <a:pt x="370" y="735"/>
                  </a:moveTo>
                  <a:cubicBezTo>
                    <a:pt x="432" y="603"/>
                    <a:pt x="493" y="467"/>
                    <a:pt x="577" y="346"/>
                  </a:cubicBezTo>
                  <a:cubicBezTo>
                    <a:pt x="562" y="305"/>
                    <a:pt x="556" y="261"/>
                    <a:pt x="547" y="218"/>
                  </a:cubicBezTo>
                  <a:cubicBezTo>
                    <a:pt x="538" y="173"/>
                    <a:pt x="526" y="126"/>
                    <a:pt x="501" y="87"/>
                  </a:cubicBezTo>
                  <a:cubicBezTo>
                    <a:pt x="495" y="77"/>
                    <a:pt x="488" y="68"/>
                    <a:pt x="479" y="59"/>
                  </a:cubicBezTo>
                  <a:cubicBezTo>
                    <a:pt x="425" y="2"/>
                    <a:pt x="365" y="0"/>
                    <a:pt x="309" y="48"/>
                  </a:cubicBezTo>
                  <a:cubicBezTo>
                    <a:pt x="241" y="108"/>
                    <a:pt x="265" y="216"/>
                    <a:pt x="198" y="268"/>
                  </a:cubicBezTo>
                  <a:cubicBezTo>
                    <a:pt x="179" y="282"/>
                    <a:pt x="155" y="287"/>
                    <a:pt x="133" y="298"/>
                  </a:cubicBezTo>
                  <a:cubicBezTo>
                    <a:pt x="72" y="330"/>
                    <a:pt x="45" y="415"/>
                    <a:pt x="78" y="476"/>
                  </a:cubicBezTo>
                  <a:cubicBezTo>
                    <a:pt x="103" y="522"/>
                    <a:pt x="158" y="561"/>
                    <a:pt x="149" y="613"/>
                  </a:cubicBezTo>
                  <a:cubicBezTo>
                    <a:pt x="140" y="667"/>
                    <a:pt x="68" y="691"/>
                    <a:pt x="55" y="744"/>
                  </a:cubicBezTo>
                  <a:cubicBezTo>
                    <a:pt x="37" y="814"/>
                    <a:pt x="131" y="866"/>
                    <a:pt x="137" y="938"/>
                  </a:cubicBezTo>
                  <a:cubicBezTo>
                    <a:pt x="143" y="1012"/>
                    <a:pt x="57" y="1062"/>
                    <a:pt x="44" y="1135"/>
                  </a:cubicBezTo>
                  <a:cubicBezTo>
                    <a:pt x="36" y="1184"/>
                    <a:pt x="63" y="1233"/>
                    <a:pt x="63" y="1283"/>
                  </a:cubicBezTo>
                  <a:cubicBezTo>
                    <a:pt x="65" y="1363"/>
                    <a:pt x="0" y="1436"/>
                    <a:pt x="14" y="1515"/>
                  </a:cubicBezTo>
                  <a:cubicBezTo>
                    <a:pt x="16" y="1525"/>
                    <a:pt x="20" y="1537"/>
                    <a:pt x="28" y="1543"/>
                  </a:cubicBezTo>
                  <a:cubicBezTo>
                    <a:pt x="58" y="1464"/>
                    <a:pt x="88" y="1385"/>
                    <a:pt x="120" y="1306"/>
                  </a:cubicBezTo>
                  <a:cubicBezTo>
                    <a:pt x="198" y="1113"/>
                    <a:pt x="281" y="923"/>
                    <a:pt x="370" y="7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3304857" y="2862181"/>
              <a:ext cx="83331" cy="199640"/>
            </a:xfrm>
            <a:custGeom>
              <a:avLst/>
              <a:gdLst/>
              <a:ahLst/>
              <a:cxnLst/>
              <a:rect l="l" t="t" r="r" b="b"/>
              <a:pathLst>
                <a:path w="422" h="1011" extrusionOk="0">
                  <a:moveTo>
                    <a:pt x="400" y="81"/>
                  </a:moveTo>
                  <a:cubicBezTo>
                    <a:pt x="375" y="55"/>
                    <a:pt x="351" y="28"/>
                    <a:pt x="329" y="0"/>
                  </a:cubicBezTo>
                  <a:cubicBezTo>
                    <a:pt x="329" y="47"/>
                    <a:pt x="330" y="94"/>
                    <a:pt x="329" y="141"/>
                  </a:cubicBezTo>
                  <a:cubicBezTo>
                    <a:pt x="326" y="273"/>
                    <a:pt x="305" y="402"/>
                    <a:pt x="215" y="503"/>
                  </a:cubicBezTo>
                  <a:cubicBezTo>
                    <a:pt x="173" y="550"/>
                    <a:pt x="125" y="593"/>
                    <a:pt x="92" y="647"/>
                  </a:cubicBezTo>
                  <a:cubicBezTo>
                    <a:pt x="59" y="702"/>
                    <a:pt x="42" y="765"/>
                    <a:pt x="30" y="827"/>
                  </a:cubicBezTo>
                  <a:cubicBezTo>
                    <a:pt x="18" y="888"/>
                    <a:pt x="8" y="948"/>
                    <a:pt x="0" y="1010"/>
                  </a:cubicBezTo>
                  <a:lnTo>
                    <a:pt x="99" y="1010"/>
                  </a:lnTo>
                  <a:cubicBezTo>
                    <a:pt x="108" y="967"/>
                    <a:pt x="118" y="924"/>
                    <a:pt x="127" y="882"/>
                  </a:cubicBezTo>
                  <a:cubicBezTo>
                    <a:pt x="141" y="815"/>
                    <a:pt x="155" y="747"/>
                    <a:pt x="183" y="685"/>
                  </a:cubicBezTo>
                  <a:cubicBezTo>
                    <a:pt x="209" y="628"/>
                    <a:pt x="250" y="582"/>
                    <a:pt x="290" y="535"/>
                  </a:cubicBezTo>
                  <a:cubicBezTo>
                    <a:pt x="328" y="491"/>
                    <a:pt x="366" y="445"/>
                    <a:pt x="389" y="391"/>
                  </a:cubicBezTo>
                  <a:cubicBezTo>
                    <a:pt x="414" y="331"/>
                    <a:pt x="421" y="266"/>
                    <a:pt x="420" y="202"/>
                  </a:cubicBezTo>
                  <a:cubicBezTo>
                    <a:pt x="420" y="167"/>
                    <a:pt x="419" y="133"/>
                    <a:pt x="418" y="98"/>
                  </a:cubicBezTo>
                  <a:cubicBezTo>
                    <a:pt x="412" y="93"/>
                    <a:pt x="406" y="87"/>
                    <a:pt x="400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3273855" y="2709341"/>
              <a:ext cx="266186" cy="210895"/>
            </a:xfrm>
            <a:custGeom>
              <a:avLst/>
              <a:gdLst/>
              <a:ahLst/>
              <a:cxnLst/>
              <a:rect l="l" t="t" r="r" b="b"/>
              <a:pathLst>
                <a:path w="1348" h="1068" extrusionOk="0">
                  <a:moveTo>
                    <a:pt x="1069" y="649"/>
                  </a:moveTo>
                  <a:cubicBezTo>
                    <a:pt x="1011" y="572"/>
                    <a:pt x="961" y="489"/>
                    <a:pt x="906" y="410"/>
                  </a:cubicBezTo>
                  <a:cubicBezTo>
                    <a:pt x="800" y="256"/>
                    <a:pt x="671" y="123"/>
                    <a:pt x="516" y="18"/>
                  </a:cubicBezTo>
                  <a:cubicBezTo>
                    <a:pt x="515" y="17"/>
                    <a:pt x="514" y="16"/>
                    <a:pt x="513" y="15"/>
                  </a:cubicBezTo>
                  <a:cubicBezTo>
                    <a:pt x="454" y="0"/>
                    <a:pt x="388" y="33"/>
                    <a:pt x="326" y="27"/>
                  </a:cubicBezTo>
                  <a:cubicBezTo>
                    <a:pt x="301" y="25"/>
                    <a:pt x="276" y="24"/>
                    <a:pt x="251" y="26"/>
                  </a:cubicBezTo>
                  <a:cubicBezTo>
                    <a:pt x="182" y="32"/>
                    <a:pt x="0" y="97"/>
                    <a:pt x="1" y="181"/>
                  </a:cubicBezTo>
                  <a:cubicBezTo>
                    <a:pt x="2" y="228"/>
                    <a:pt x="40" y="269"/>
                    <a:pt x="84" y="285"/>
                  </a:cubicBezTo>
                  <a:cubicBezTo>
                    <a:pt x="128" y="301"/>
                    <a:pt x="177" y="298"/>
                    <a:pt x="223" y="289"/>
                  </a:cubicBezTo>
                  <a:cubicBezTo>
                    <a:pt x="250" y="283"/>
                    <a:pt x="280" y="277"/>
                    <a:pt x="306" y="288"/>
                  </a:cubicBezTo>
                  <a:cubicBezTo>
                    <a:pt x="338" y="302"/>
                    <a:pt x="354" y="339"/>
                    <a:pt x="384" y="357"/>
                  </a:cubicBezTo>
                  <a:cubicBezTo>
                    <a:pt x="423" y="379"/>
                    <a:pt x="472" y="361"/>
                    <a:pt x="511" y="338"/>
                  </a:cubicBezTo>
                  <a:cubicBezTo>
                    <a:pt x="549" y="315"/>
                    <a:pt x="588" y="286"/>
                    <a:pt x="632" y="285"/>
                  </a:cubicBezTo>
                  <a:cubicBezTo>
                    <a:pt x="677" y="284"/>
                    <a:pt x="725" y="330"/>
                    <a:pt x="704" y="370"/>
                  </a:cubicBezTo>
                  <a:cubicBezTo>
                    <a:pt x="699" y="380"/>
                    <a:pt x="691" y="387"/>
                    <a:pt x="682" y="394"/>
                  </a:cubicBezTo>
                  <a:cubicBezTo>
                    <a:pt x="646" y="421"/>
                    <a:pt x="600" y="430"/>
                    <a:pt x="559" y="447"/>
                  </a:cubicBezTo>
                  <a:cubicBezTo>
                    <a:pt x="517" y="465"/>
                    <a:pt x="476" y="496"/>
                    <a:pt x="470" y="541"/>
                  </a:cubicBezTo>
                  <a:cubicBezTo>
                    <a:pt x="462" y="607"/>
                    <a:pt x="533" y="653"/>
                    <a:pt x="596" y="672"/>
                  </a:cubicBezTo>
                  <a:cubicBezTo>
                    <a:pt x="659" y="690"/>
                    <a:pt x="733" y="703"/>
                    <a:pt x="768" y="758"/>
                  </a:cubicBezTo>
                  <a:cubicBezTo>
                    <a:pt x="780" y="777"/>
                    <a:pt x="786" y="799"/>
                    <a:pt x="800" y="817"/>
                  </a:cubicBezTo>
                  <a:cubicBezTo>
                    <a:pt x="859" y="891"/>
                    <a:pt x="984" y="822"/>
                    <a:pt x="1069" y="862"/>
                  </a:cubicBezTo>
                  <a:cubicBezTo>
                    <a:pt x="1097" y="875"/>
                    <a:pt x="1118" y="898"/>
                    <a:pt x="1140" y="920"/>
                  </a:cubicBezTo>
                  <a:cubicBezTo>
                    <a:pt x="1200" y="980"/>
                    <a:pt x="1270" y="1030"/>
                    <a:pt x="1347" y="1067"/>
                  </a:cubicBezTo>
                  <a:cubicBezTo>
                    <a:pt x="1326" y="986"/>
                    <a:pt x="1280" y="915"/>
                    <a:pt x="1230" y="850"/>
                  </a:cubicBezTo>
                  <a:cubicBezTo>
                    <a:pt x="1178" y="782"/>
                    <a:pt x="1120" y="718"/>
                    <a:pt x="1069" y="64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3383845" y="2608435"/>
              <a:ext cx="169032" cy="277837"/>
            </a:xfrm>
            <a:custGeom>
              <a:avLst/>
              <a:gdLst/>
              <a:ahLst/>
              <a:cxnLst/>
              <a:rect l="l" t="t" r="r" b="b"/>
              <a:pathLst>
                <a:path w="856" h="1407" extrusionOk="0">
                  <a:moveTo>
                    <a:pt x="854" y="1046"/>
                  </a:moveTo>
                  <a:cubicBezTo>
                    <a:pt x="852" y="1007"/>
                    <a:pt x="836" y="965"/>
                    <a:pt x="801" y="946"/>
                  </a:cubicBezTo>
                  <a:cubicBezTo>
                    <a:pt x="785" y="937"/>
                    <a:pt x="765" y="934"/>
                    <a:pt x="750" y="924"/>
                  </a:cubicBezTo>
                  <a:cubicBezTo>
                    <a:pt x="724" y="907"/>
                    <a:pt x="712" y="876"/>
                    <a:pt x="695" y="851"/>
                  </a:cubicBezTo>
                  <a:cubicBezTo>
                    <a:pt x="659" y="800"/>
                    <a:pt x="598" y="776"/>
                    <a:pt x="545" y="745"/>
                  </a:cubicBezTo>
                  <a:cubicBezTo>
                    <a:pt x="492" y="714"/>
                    <a:pt x="440" y="662"/>
                    <a:pt x="446" y="601"/>
                  </a:cubicBezTo>
                  <a:cubicBezTo>
                    <a:pt x="452" y="535"/>
                    <a:pt x="523" y="490"/>
                    <a:pt x="531" y="424"/>
                  </a:cubicBezTo>
                  <a:cubicBezTo>
                    <a:pt x="537" y="369"/>
                    <a:pt x="488" y="314"/>
                    <a:pt x="433" y="314"/>
                  </a:cubicBezTo>
                  <a:cubicBezTo>
                    <a:pt x="407" y="314"/>
                    <a:pt x="381" y="324"/>
                    <a:pt x="357" y="316"/>
                  </a:cubicBezTo>
                  <a:cubicBezTo>
                    <a:pt x="324" y="306"/>
                    <a:pt x="308" y="267"/>
                    <a:pt x="307" y="233"/>
                  </a:cubicBezTo>
                  <a:cubicBezTo>
                    <a:pt x="306" y="198"/>
                    <a:pt x="314" y="163"/>
                    <a:pt x="309" y="129"/>
                  </a:cubicBezTo>
                  <a:cubicBezTo>
                    <a:pt x="302" y="74"/>
                    <a:pt x="259" y="27"/>
                    <a:pt x="205" y="14"/>
                  </a:cubicBezTo>
                  <a:cubicBezTo>
                    <a:pt x="152" y="0"/>
                    <a:pt x="92" y="23"/>
                    <a:pt x="60" y="68"/>
                  </a:cubicBezTo>
                  <a:cubicBezTo>
                    <a:pt x="0" y="153"/>
                    <a:pt x="50" y="259"/>
                    <a:pt x="59" y="351"/>
                  </a:cubicBezTo>
                  <a:cubicBezTo>
                    <a:pt x="65" y="410"/>
                    <a:pt x="55" y="473"/>
                    <a:pt x="30" y="528"/>
                  </a:cubicBezTo>
                  <a:cubicBezTo>
                    <a:pt x="110" y="584"/>
                    <a:pt x="185" y="649"/>
                    <a:pt x="253" y="720"/>
                  </a:cubicBezTo>
                  <a:cubicBezTo>
                    <a:pt x="385" y="862"/>
                    <a:pt x="474" y="1033"/>
                    <a:pt x="592" y="1185"/>
                  </a:cubicBezTo>
                  <a:cubicBezTo>
                    <a:pt x="649" y="1258"/>
                    <a:pt x="715" y="1328"/>
                    <a:pt x="768" y="1406"/>
                  </a:cubicBezTo>
                  <a:cubicBezTo>
                    <a:pt x="765" y="1361"/>
                    <a:pt x="771" y="1315"/>
                    <a:pt x="793" y="1260"/>
                  </a:cubicBezTo>
                  <a:cubicBezTo>
                    <a:pt x="811" y="1216"/>
                    <a:pt x="832" y="1172"/>
                    <a:pt x="844" y="1126"/>
                  </a:cubicBezTo>
                  <a:cubicBezTo>
                    <a:pt x="851" y="1100"/>
                    <a:pt x="855" y="1073"/>
                    <a:pt x="854" y="10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28"/>
          <p:cNvGrpSpPr/>
          <p:nvPr/>
        </p:nvGrpSpPr>
        <p:grpSpPr>
          <a:xfrm rot="665787" flipH="1">
            <a:off x="-255361" y="1768629"/>
            <a:ext cx="3209503" cy="1921345"/>
            <a:chOff x="7945670" y="2725713"/>
            <a:chExt cx="2945660" cy="1763397"/>
          </a:xfrm>
        </p:grpSpPr>
        <p:sp>
          <p:nvSpPr>
            <p:cNvPr id="350" name="Google Shape;350;p28"/>
            <p:cNvSpPr/>
            <p:nvPr/>
          </p:nvSpPr>
          <p:spPr>
            <a:xfrm rot="-662412" flipH="1">
              <a:off x="8040722" y="2977904"/>
              <a:ext cx="2755557" cy="1259015"/>
            </a:xfrm>
            <a:custGeom>
              <a:avLst/>
              <a:gdLst/>
              <a:ahLst/>
              <a:cxnLst/>
              <a:rect l="l" t="t" r="r" b="b"/>
              <a:pathLst>
                <a:path w="5461" h="1782" extrusionOk="0">
                  <a:moveTo>
                    <a:pt x="2037" y="933"/>
                  </a:moveTo>
                  <a:lnTo>
                    <a:pt x="2003" y="963"/>
                  </a:lnTo>
                  <a:lnTo>
                    <a:pt x="2001" y="962"/>
                  </a:lnTo>
                  <a:cubicBezTo>
                    <a:pt x="2001" y="962"/>
                    <a:pt x="1755" y="951"/>
                    <a:pt x="1688" y="948"/>
                  </a:cubicBezTo>
                  <a:cubicBezTo>
                    <a:pt x="1678" y="947"/>
                    <a:pt x="1667" y="945"/>
                    <a:pt x="1658" y="942"/>
                  </a:cubicBezTo>
                  <a:lnTo>
                    <a:pt x="1654" y="941"/>
                  </a:lnTo>
                  <a:lnTo>
                    <a:pt x="382" y="504"/>
                  </a:lnTo>
                  <a:cubicBezTo>
                    <a:pt x="328" y="485"/>
                    <a:pt x="304" y="451"/>
                    <a:pt x="325" y="422"/>
                  </a:cubicBezTo>
                  <a:cubicBezTo>
                    <a:pt x="328" y="418"/>
                    <a:pt x="331" y="415"/>
                    <a:pt x="334" y="411"/>
                  </a:cubicBezTo>
                  <a:cubicBezTo>
                    <a:pt x="336" y="409"/>
                    <a:pt x="339" y="407"/>
                    <a:pt x="342" y="405"/>
                  </a:cubicBezTo>
                  <a:cubicBezTo>
                    <a:pt x="379" y="378"/>
                    <a:pt x="453" y="372"/>
                    <a:pt x="513" y="390"/>
                  </a:cubicBezTo>
                  <a:lnTo>
                    <a:pt x="1845" y="782"/>
                  </a:lnTo>
                  <a:cubicBezTo>
                    <a:pt x="1854" y="785"/>
                    <a:pt x="1862" y="789"/>
                    <a:pt x="1868" y="794"/>
                  </a:cubicBezTo>
                  <a:lnTo>
                    <a:pt x="2036" y="932"/>
                  </a:lnTo>
                  <a:lnTo>
                    <a:pt x="2037" y="933"/>
                  </a:lnTo>
                  <a:moveTo>
                    <a:pt x="650" y="352"/>
                  </a:moveTo>
                  <a:cubicBezTo>
                    <a:pt x="676" y="337"/>
                    <a:pt x="701" y="319"/>
                    <a:pt x="710" y="297"/>
                  </a:cubicBezTo>
                  <a:cubicBezTo>
                    <a:pt x="714" y="285"/>
                    <a:pt x="715" y="274"/>
                    <a:pt x="715" y="262"/>
                  </a:cubicBezTo>
                  <a:cubicBezTo>
                    <a:pt x="715" y="230"/>
                    <a:pt x="710" y="197"/>
                    <a:pt x="701" y="165"/>
                  </a:cubicBezTo>
                  <a:cubicBezTo>
                    <a:pt x="699" y="159"/>
                    <a:pt x="698" y="152"/>
                    <a:pt x="692" y="148"/>
                  </a:cubicBezTo>
                  <a:cubicBezTo>
                    <a:pt x="689" y="146"/>
                    <a:pt x="681" y="145"/>
                    <a:pt x="676" y="143"/>
                  </a:cubicBezTo>
                  <a:cubicBezTo>
                    <a:pt x="665" y="140"/>
                    <a:pt x="654" y="137"/>
                    <a:pt x="642" y="134"/>
                  </a:cubicBezTo>
                  <a:cubicBezTo>
                    <a:pt x="588" y="118"/>
                    <a:pt x="533" y="102"/>
                    <a:pt x="478" y="86"/>
                  </a:cubicBezTo>
                  <a:cubicBezTo>
                    <a:pt x="407" y="65"/>
                    <a:pt x="336" y="45"/>
                    <a:pt x="266" y="24"/>
                  </a:cubicBezTo>
                  <a:cubicBezTo>
                    <a:pt x="182" y="0"/>
                    <a:pt x="84" y="22"/>
                    <a:pt x="40" y="75"/>
                  </a:cubicBezTo>
                  <a:cubicBezTo>
                    <a:pt x="37" y="79"/>
                    <a:pt x="34" y="83"/>
                    <a:pt x="31" y="87"/>
                  </a:cubicBezTo>
                  <a:cubicBezTo>
                    <a:pt x="27" y="95"/>
                    <a:pt x="23" y="104"/>
                    <a:pt x="20" y="112"/>
                  </a:cubicBezTo>
                  <a:cubicBezTo>
                    <a:pt x="0" y="167"/>
                    <a:pt x="39" y="223"/>
                    <a:pt x="112" y="249"/>
                  </a:cubicBezTo>
                  <a:cubicBezTo>
                    <a:pt x="182" y="273"/>
                    <a:pt x="251" y="298"/>
                    <a:pt x="320" y="322"/>
                  </a:cubicBezTo>
                  <a:cubicBezTo>
                    <a:pt x="370" y="339"/>
                    <a:pt x="420" y="357"/>
                    <a:pt x="470" y="374"/>
                  </a:cubicBezTo>
                  <a:cubicBezTo>
                    <a:pt x="487" y="380"/>
                    <a:pt x="509" y="392"/>
                    <a:pt x="528" y="392"/>
                  </a:cubicBezTo>
                  <a:cubicBezTo>
                    <a:pt x="568" y="392"/>
                    <a:pt x="610" y="374"/>
                    <a:pt x="640" y="358"/>
                  </a:cubicBezTo>
                  <a:cubicBezTo>
                    <a:pt x="643" y="356"/>
                    <a:pt x="647" y="354"/>
                    <a:pt x="650" y="353"/>
                  </a:cubicBezTo>
                  <a:cubicBezTo>
                    <a:pt x="650" y="352"/>
                    <a:pt x="650" y="352"/>
                    <a:pt x="650" y="352"/>
                  </a:cubicBezTo>
                  <a:moveTo>
                    <a:pt x="5460" y="1781"/>
                  </a:moveTo>
                  <a:lnTo>
                    <a:pt x="5460" y="178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 rot="-662412" flipH="1">
              <a:off x="8454005" y="3116502"/>
              <a:ext cx="1936106" cy="991952"/>
            </a:xfrm>
            <a:custGeom>
              <a:avLst/>
              <a:gdLst/>
              <a:ahLst/>
              <a:cxnLst/>
              <a:rect l="l" t="t" r="r" b="b"/>
              <a:pathLst>
                <a:path w="3837" h="1404" extrusionOk="0">
                  <a:moveTo>
                    <a:pt x="3836" y="1284"/>
                  </a:moveTo>
                  <a:lnTo>
                    <a:pt x="3774" y="1376"/>
                  </a:lnTo>
                  <a:lnTo>
                    <a:pt x="3769" y="1376"/>
                  </a:lnTo>
                  <a:lnTo>
                    <a:pt x="3067" y="1403"/>
                  </a:lnTo>
                  <a:lnTo>
                    <a:pt x="3025" y="1388"/>
                  </a:lnTo>
                  <a:lnTo>
                    <a:pt x="0" y="347"/>
                  </a:lnTo>
                  <a:cubicBezTo>
                    <a:pt x="8" y="281"/>
                    <a:pt x="7" y="213"/>
                    <a:pt x="43" y="152"/>
                  </a:cubicBezTo>
                  <a:cubicBezTo>
                    <a:pt x="79" y="91"/>
                    <a:pt x="169" y="45"/>
                    <a:pt x="236" y="0"/>
                  </a:cubicBezTo>
                  <a:lnTo>
                    <a:pt x="3375" y="892"/>
                  </a:lnTo>
                  <a:lnTo>
                    <a:pt x="3407" y="901"/>
                  </a:lnTo>
                  <a:lnTo>
                    <a:pt x="3833" y="1281"/>
                  </a:lnTo>
                  <a:lnTo>
                    <a:pt x="3836" y="1284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 rot="-662412" flipH="1">
              <a:off x="8725887" y="3533453"/>
              <a:ext cx="831057" cy="622443"/>
            </a:xfrm>
            <a:custGeom>
              <a:avLst/>
              <a:gdLst/>
              <a:ahLst/>
              <a:cxnLst/>
              <a:rect l="l" t="t" r="r" b="b"/>
              <a:pathLst>
                <a:path w="1647" h="881" extrusionOk="0">
                  <a:moveTo>
                    <a:pt x="1246" y="585"/>
                  </a:moveTo>
                  <a:cubicBezTo>
                    <a:pt x="1277" y="528"/>
                    <a:pt x="1332" y="478"/>
                    <a:pt x="1402" y="440"/>
                  </a:cubicBezTo>
                  <a:cubicBezTo>
                    <a:pt x="1459" y="409"/>
                    <a:pt x="1568" y="361"/>
                    <a:pt x="1646" y="383"/>
                  </a:cubicBezTo>
                  <a:lnTo>
                    <a:pt x="1342" y="297"/>
                  </a:lnTo>
                  <a:lnTo>
                    <a:pt x="1303" y="286"/>
                  </a:lnTo>
                  <a:lnTo>
                    <a:pt x="1168" y="248"/>
                  </a:lnTo>
                  <a:lnTo>
                    <a:pt x="1130" y="237"/>
                  </a:lnTo>
                  <a:lnTo>
                    <a:pt x="995" y="199"/>
                  </a:lnTo>
                  <a:lnTo>
                    <a:pt x="957" y="188"/>
                  </a:lnTo>
                  <a:lnTo>
                    <a:pt x="822" y="149"/>
                  </a:lnTo>
                  <a:lnTo>
                    <a:pt x="784" y="139"/>
                  </a:lnTo>
                  <a:lnTo>
                    <a:pt x="649" y="100"/>
                  </a:lnTo>
                  <a:lnTo>
                    <a:pt x="619" y="92"/>
                  </a:lnTo>
                  <a:lnTo>
                    <a:pt x="612" y="90"/>
                  </a:lnTo>
                  <a:lnTo>
                    <a:pt x="476" y="51"/>
                  </a:lnTo>
                  <a:lnTo>
                    <a:pt x="440" y="41"/>
                  </a:lnTo>
                  <a:lnTo>
                    <a:pt x="296" y="0"/>
                  </a:lnTo>
                  <a:cubicBezTo>
                    <a:pt x="247" y="13"/>
                    <a:pt x="200" y="33"/>
                    <a:pt x="157" y="61"/>
                  </a:cubicBezTo>
                  <a:cubicBezTo>
                    <a:pt x="74" y="114"/>
                    <a:pt x="23" y="201"/>
                    <a:pt x="10" y="289"/>
                  </a:cubicBezTo>
                  <a:cubicBezTo>
                    <a:pt x="2" y="339"/>
                    <a:pt x="0" y="388"/>
                    <a:pt x="7" y="436"/>
                  </a:cubicBezTo>
                  <a:lnTo>
                    <a:pt x="180" y="496"/>
                  </a:lnTo>
                  <a:lnTo>
                    <a:pt x="217" y="508"/>
                  </a:lnTo>
                  <a:lnTo>
                    <a:pt x="346" y="553"/>
                  </a:lnTo>
                  <a:lnTo>
                    <a:pt x="383" y="566"/>
                  </a:lnTo>
                  <a:lnTo>
                    <a:pt x="512" y="610"/>
                  </a:lnTo>
                  <a:lnTo>
                    <a:pt x="549" y="623"/>
                  </a:lnTo>
                  <a:lnTo>
                    <a:pt x="656" y="660"/>
                  </a:lnTo>
                  <a:lnTo>
                    <a:pt x="677" y="667"/>
                  </a:lnTo>
                  <a:lnTo>
                    <a:pt x="715" y="680"/>
                  </a:lnTo>
                  <a:lnTo>
                    <a:pt x="843" y="724"/>
                  </a:lnTo>
                  <a:lnTo>
                    <a:pt x="881" y="737"/>
                  </a:lnTo>
                  <a:lnTo>
                    <a:pt x="1009" y="781"/>
                  </a:lnTo>
                  <a:lnTo>
                    <a:pt x="1047" y="794"/>
                  </a:lnTo>
                  <a:lnTo>
                    <a:pt x="1296" y="880"/>
                  </a:lnTo>
                  <a:cubicBezTo>
                    <a:pt x="1196" y="807"/>
                    <a:pt x="1196" y="674"/>
                    <a:pt x="1246" y="58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 rot="-662412" flipH="1">
              <a:off x="8508237" y="3199348"/>
              <a:ext cx="1674224" cy="785648"/>
            </a:xfrm>
            <a:custGeom>
              <a:avLst/>
              <a:gdLst/>
              <a:ahLst/>
              <a:cxnLst/>
              <a:rect l="l" t="t" r="r" b="b"/>
              <a:pathLst>
                <a:path w="3318" h="1112" extrusionOk="0">
                  <a:moveTo>
                    <a:pt x="3279" y="1105"/>
                  </a:moveTo>
                  <a:cubicBezTo>
                    <a:pt x="3196" y="1038"/>
                    <a:pt x="3113" y="972"/>
                    <a:pt x="3028" y="906"/>
                  </a:cubicBezTo>
                  <a:cubicBezTo>
                    <a:pt x="3017" y="898"/>
                    <a:pt x="3049" y="895"/>
                    <a:pt x="3056" y="900"/>
                  </a:cubicBezTo>
                  <a:cubicBezTo>
                    <a:pt x="3141" y="966"/>
                    <a:pt x="3225" y="1032"/>
                    <a:pt x="3307" y="1099"/>
                  </a:cubicBezTo>
                  <a:cubicBezTo>
                    <a:pt x="3317" y="1108"/>
                    <a:pt x="3285" y="1111"/>
                    <a:pt x="3279" y="1105"/>
                  </a:cubicBezTo>
                  <a:moveTo>
                    <a:pt x="1061" y="291"/>
                  </a:moveTo>
                  <a:cubicBezTo>
                    <a:pt x="930" y="248"/>
                    <a:pt x="797" y="207"/>
                    <a:pt x="664" y="169"/>
                  </a:cubicBezTo>
                  <a:cubicBezTo>
                    <a:pt x="530" y="130"/>
                    <a:pt x="395" y="93"/>
                    <a:pt x="259" y="58"/>
                  </a:cubicBezTo>
                  <a:cubicBezTo>
                    <a:pt x="182" y="39"/>
                    <a:pt x="105" y="20"/>
                    <a:pt x="28" y="2"/>
                  </a:cubicBezTo>
                  <a:cubicBezTo>
                    <a:pt x="22" y="0"/>
                    <a:pt x="11" y="0"/>
                    <a:pt x="6" y="4"/>
                  </a:cubicBezTo>
                  <a:cubicBezTo>
                    <a:pt x="0" y="7"/>
                    <a:pt x="7" y="10"/>
                    <a:pt x="12" y="12"/>
                  </a:cubicBezTo>
                  <a:cubicBezTo>
                    <a:pt x="148" y="44"/>
                    <a:pt x="283" y="78"/>
                    <a:pt x="417" y="114"/>
                  </a:cubicBezTo>
                  <a:cubicBezTo>
                    <a:pt x="551" y="151"/>
                    <a:pt x="684" y="189"/>
                    <a:pt x="815" y="229"/>
                  </a:cubicBezTo>
                  <a:cubicBezTo>
                    <a:pt x="890" y="252"/>
                    <a:pt x="964" y="275"/>
                    <a:pt x="1037" y="299"/>
                  </a:cubicBezTo>
                  <a:cubicBezTo>
                    <a:pt x="1044" y="301"/>
                    <a:pt x="1054" y="301"/>
                    <a:pt x="1061" y="299"/>
                  </a:cubicBezTo>
                  <a:cubicBezTo>
                    <a:pt x="1066" y="297"/>
                    <a:pt x="1067" y="293"/>
                    <a:pt x="1061" y="291"/>
                  </a:cubicBezTo>
                  <a:moveTo>
                    <a:pt x="1505" y="426"/>
                  </a:moveTo>
                  <a:cubicBezTo>
                    <a:pt x="1449" y="409"/>
                    <a:pt x="1392" y="392"/>
                    <a:pt x="1336" y="375"/>
                  </a:cubicBezTo>
                  <a:cubicBezTo>
                    <a:pt x="1329" y="373"/>
                    <a:pt x="1320" y="373"/>
                    <a:pt x="1313" y="375"/>
                  </a:cubicBezTo>
                  <a:cubicBezTo>
                    <a:pt x="1307" y="377"/>
                    <a:pt x="1306" y="381"/>
                    <a:pt x="1313" y="383"/>
                  </a:cubicBezTo>
                  <a:cubicBezTo>
                    <a:pt x="1369" y="400"/>
                    <a:pt x="1425" y="417"/>
                    <a:pt x="1482" y="434"/>
                  </a:cubicBezTo>
                  <a:cubicBezTo>
                    <a:pt x="1488" y="436"/>
                    <a:pt x="1498" y="436"/>
                    <a:pt x="1505" y="434"/>
                  </a:cubicBezTo>
                  <a:cubicBezTo>
                    <a:pt x="1511" y="432"/>
                    <a:pt x="1511" y="428"/>
                    <a:pt x="1505" y="42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 rot="-662412" flipH="1">
              <a:off x="8875647" y="3555896"/>
              <a:ext cx="595414" cy="533421"/>
            </a:xfrm>
            <a:custGeom>
              <a:avLst/>
              <a:gdLst/>
              <a:ahLst/>
              <a:cxnLst/>
              <a:rect l="l" t="t" r="r" b="b"/>
              <a:pathLst>
                <a:path w="1180" h="755" extrusionOk="0">
                  <a:moveTo>
                    <a:pt x="1140" y="245"/>
                  </a:moveTo>
                  <a:cubicBezTo>
                    <a:pt x="1017" y="294"/>
                    <a:pt x="916" y="382"/>
                    <a:pt x="867" y="487"/>
                  </a:cubicBezTo>
                  <a:cubicBezTo>
                    <a:pt x="828" y="571"/>
                    <a:pt x="821" y="659"/>
                    <a:pt x="846" y="741"/>
                  </a:cubicBezTo>
                  <a:lnTo>
                    <a:pt x="884" y="754"/>
                  </a:lnTo>
                  <a:cubicBezTo>
                    <a:pt x="854" y="671"/>
                    <a:pt x="858" y="580"/>
                    <a:pt x="898" y="494"/>
                  </a:cubicBezTo>
                  <a:cubicBezTo>
                    <a:pt x="948" y="387"/>
                    <a:pt x="1053" y="300"/>
                    <a:pt x="1179" y="256"/>
                  </a:cubicBezTo>
                  <a:lnTo>
                    <a:pt x="1140" y="245"/>
                  </a:lnTo>
                  <a:moveTo>
                    <a:pt x="1005" y="207"/>
                  </a:moveTo>
                  <a:lnTo>
                    <a:pt x="967" y="196"/>
                  </a:lnTo>
                  <a:cubicBezTo>
                    <a:pt x="848" y="246"/>
                    <a:pt x="751" y="332"/>
                    <a:pt x="702" y="435"/>
                  </a:cubicBezTo>
                  <a:cubicBezTo>
                    <a:pt x="664" y="517"/>
                    <a:pt x="657" y="603"/>
                    <a:pt x="680" y="683"/>
                  </a:cubicBezTo>
                  <a:lnTo>
                    <a:pt x="718" y="696"/>
                  </a:lnTo>
                  <a:cubicBezTo>
                    <a:pt x="690" y="615"/>
                    <a:pt x="694" y="526"/>
                    <a:pt x="734" y="441"/>
                  </a:cubicBezTo>
                  <a:cubicBezTo>
                    <a:pt x="783" y="337"/>
                    <a:pt x="883" y="252"/>
                    <a:pt x="1005" y="207"/>
                  </a:cubicBezTo>
                  <a:moveTo>
                    <a:pt x="832" y="158"/>
                  </a:moveTo>
                  <a:lnTo>
                    <a:pt x="794" y="147"/>
                  </a:lnTo>
                  <a:cubicBezTo>
                    <a:pt x="679" y="197"/>
                    <a:pt x="585" y="281"/>
                    <a:pt x="538" y="382"/>
                  </a:cubicBezTo>
                  <a:cubicBezTo>
                    <a:pt x="500" y="463"/>
                    <a:pt x="493" y="547"/>
                    <a:pt x="514" y="626"/>
                  </a:cubicBezTo>
                  <a:lnTo>
                    <a:pt x="552" y="639"/>
                  </a:lnTo>
                  <a:cubicBezTo>
                    <a:pt x="525" y="559"/>
                    <a:pt x="530" y="472"/>
                    <a:pt x="569" y="389"/>
                  </a:cubicBezTo>
                  <a:cubicBezTo>
                    <a:pt x="617" y="287"/>
                    <a:pt x="714" y="204"/>
                    <a:pt x="832" y="158"/>
                  </a:cubicBezTo>
                  <a:moveTo>
                    <a:pt x="659" y="108"/>
                  </a:moveTo>
                  <a:lnTo>
                    <a:pt x="621" y="98"/>
                  </a:lnTo>
                  <a:cubicBezTo>
                    <a:pt x="510" y="148"/>
                    <a:pt x="419" y="231"/>
                    <a:pt x="373" y="329"/>
                  </a:cubicBezTo>
                  <a:cubicBezTo>
                    <a:pt x="336" y="408"/>
                    <a:pt x="328" y="491"/>
                    <a:pt x="349" y="569"/>
                  </a:cubicBezTo>
                  <a:lnTo>
                    <a:pt x="386" y="582"/>
                  </a:lnTo>
                  <a:cubicBezTo>
                    <a:pt x="361" y="503"/>
                    <a:pt x="367" y="417"/>
                    <a:pt x="405" y="336"/>
                  </a:cubicBezTo>
                  <a:cubicBezTo>
                    <a:pt x="451" y="237"/>
                    <a:pt x="544" y="155"/>
                    <a:pt x="659" y="108"/>
                  </a:cubicBezTo>
                  <a:moveTo>
                    <a:pt x="486" y="59"/>
                  </a:moveTo>
                  <a:lnTo>
                    <a:pt x="456" y="51"/>
                  </a:lnTo>
                  <a:lnTo>
                    <a:pt x="449" y="49"/>
                  </a:lnTo>
                  <a:cubicBezTo>
                    <a:pt x="341" y="100"/>
                    <a:pt x="254" y="181"/>
                    <a:pt x="209" y="277"/>
                  </a:cubicBezTo>
                  <a:cubicBezTo>
                    <a:pt x="172" y="354"/>
                    <a:pt x="164" y="436"/>
                    <a:pt x="183" y="512"/>
                  </a:cubicBezTo>
                  <a:lnTo>
                    <a:pt x="220" y="525"/>
                  </a:lnTo>
                  <a:cubicBezTo>
                    <a:pt x="197" y="447"/>
                    <a:pt x="203" y="363"/>
                    <a:pt x="240" y="284"/>
                  </a:cubicBezTo>
                  <a:cubicBezTo>
                    <a:pt x="286" y="187"/>
                    <a:pt x="375" y="106"/>
                    <a:pt x="486" y="59"/>
                  </a:cubicBezTo>
                  <a:moveTo>
                    <a:pt x="313" y="10"/>
                  </a:moveTo>
                  <a:lnTo>
                    <a:pt x="277" y="0"/>
                  </a:lnTo>
                  <a:cubicBezTo>
                    <a:pt x="173" y="51"/>
                    <a:pt x="88" y="131"/>
                    <a:pt x="44" y="224"/>
                  </a:cubicBezTo>
                  <a:cubicBezTo>
                    <a:pt x="9" y="300"/>
                    <a:pt x="0" y="380"/>
                    <a:pt x="18" y="455"/>
                  </a:cubicBezTo>
                  <a:lnTo>
                    <a:pt x="54" y="468"/>
                  </a:lnTo>
                  <a:cubicBezTo>
                    <a:pt x="32" y="391"/>
                    <a:pt x="39" y="309"/>
                    <a:pt x="76" y="231"/>
                  </a:cubicBezTo>
                  <a:cubicBezTo>
                    <a:pt x="120" y="137"/>
                    <a:pt x="206" y="58"/>
                    <a:pt x="313" y="1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 rot="-662412" flipH="1">
              <a:off x="8526442" y="3866105"/>
              <a:ext cx="460185" cy="377987"/>
            </a:xfrm>
            <a:custGeom>
              <a:avLst/>
              <a:gdLst/>
              <a:ahLst/>
              <a:cxnLst/>
              <a:rect l="l" t="t" r="r" b="b"/>
              <a:pathLst>
                <a:path w="912" h="535" extrusionOk="0">
                  <a:moveTo>
                    <a:pt x="911" y="415"/>
                  </a:moveTo>
                  <a:lnTo>
                    <a:pt x="849" y="507"/>
                  </a:lnTo>
                  <a:lnTo>
                    <a:pt x="844" y="507"/>
                  </a:lnTo>
                  <a:lnTo>
                    <a:pt x="142" y="534"/>
                  </a:lnTo>
                  <a:lnTo>
                    <a:pt x="100" y="519"/>
                  </a:lnTo>
                  <a:cubicBezTo>
                    <a:pt x="0" y="446"/>
                    <a:pt x="0" y="313"/>
                    <a:pt x="50" y="224"/>
                  </a:cubicBezTo>
                  <a:cubicBezTo>
                    <a:pt x="81" y="167"/>
                    <a:pt x="136" y="117"/>
                    <a:pt x="206" y="79"/>
                  </a:cubicBezTo>
                  <a:cubicBezTo>
                    <a:pt x="263" y="48"/>
                    <a:pt x="372" y="0"/>
                    <a:pt x="450" y="23"/>
                  </a:cubicBezTo>
                  <a:lnTo>
                    <a:pt x="482" y="32"/>
                  </a:lnTo>
                  <a:lnTo>
                    <a:pt x="908" y="412"/>
                  </a:lnTo>
                  <a:lnTo>
                    <a:pt x="911" y="41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 rot="-662412" flipH="1">
              <a:off x="8500906" y="4157179"/>
              <a:ext cx="136743" cy="118695"/>
            </a:xfrm>
            <a:custGeom>
              <a:avLst/>
              <a:gdLst/>
              <a:ahLst/>
              <a:cxnLst/>
              <a:rect l="l" t="t" r="r" b="b"/>
              <a:pathLst>
                <a:path w="271" h="168" extrusionOk="0">
                  <a:moveTo>
                    <a:pt x="21" y="66"/>
                  </a:moveTo>
                  <a:cubicBezTo>
                    <a:pt x="48" y="37"/>
                    <a:pt x="103" y="0"/>
                    <a:pt x="133" y="24"/>
                  </a:cubicBezTo>
                  <a:cubicBezTo>
                    <a:pt x="134" y="25"/>
                    <a:pt x="208" y="84"/>
                    <a:pt x="208" y="84"/>
                  </a:cubicBezTo>
                  <a:lnTo>
                    <a:pt x="254" y="121"/>
                  </a:lnTo>
                  <a:cubicBezTo>
                    <a:pt x="270" y="134"/>
                    <a:pt x="246" y="167"/>
                    <a:pt x="221" y="165"/>
                  </a:cubicBezTo>
                  <a:lnTo>
                    <a:pt x="150" y="161"/>
                  </a:lnTo>
                  <a:cubicBezTo>
                    <a:pt x="119" y="159"/>
                    <a:pt x="89" y="157"/>
                    <a:pt x="58" y="155"/>
                  </a:cubicBezTo>
                  <a:cubicBezTo>
                    <a:pt x="45" y="155"/>
                    <a:pt x="26" y="155"/>
                    <a:pt x="17" y="148"/>
                  </a:cubicBezTo>
                  <a:cubicBezTo>
                    <a:pt x="0" y="134"/>
                    <a:pt x="2" y="103"/>
                    <a:pt x="7" y="87"/>
                  </a:cubicBezTo>
                  <a:cubicBezTo>
                    <a:pt x="8" y="81"/>
                    <a:pt x="14" y="74"/>
                    <a:pt x="21" y="6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 rot="-662412" flipH="1">
              <a:off x="10238530" y="2822646"/>
              <a:ext cx="259863" cy="98206"/>
            </a:xfrm>
            <a:custGeom>
              <a:avLst/>
              <a:gdLst/>
              <a:ahLst/>
              <a:cxnLst/>
              <a:rect l="l" t="t" r="r" b="b"/>
              <a:pathLst>
                <a:path w="515" h="139" extrusionOk="0">
                  <a:moveTo>
                    <a:pt x="503" y="126"/>
                  </a:moveTo>
                  <a:cubicBezTo>
                    <a:pt x="379" y="94"/>
                    <a:pt x="256" y="61"/>
                    <a:pt x="133" y="29"/>
                  </a:cubicBezTo>
                  <a:cubicBezTo>
                    <a:pt x="98" y="20"/>
                    <a:pt x="63" y="10"/>
                    <a:pt x="28" y="1"/>
                  </a:cubicBezTo>
                  <a:cubicBezTo>
                    <a:pt x="22" y="0"/>
                    <a:pt x="11" y="0"/>
                    <a:pt x="6" y="3"/>
                  </a:cubicBezTo>
                  <a:cubicBezTo>
                    <a:pt x="0" y="7"/>
                    <a:pt x="7" y="10"/>
                    <a:pt x="12" y="11"/>
                  </a:cubicBezTo>
                  <a:cubicBezTo>
                    <a:pt x="135" y="44"/>
                    <a:pt x="258" y="76"/>
                    <a:pt x="381" y="109"/>
                  </a:cubicBezTo>
                  <a:cubicBezTo>
                    <a:pt x="416" y="118"/>
                    <a:pt x="451" y="127"/>
                    <a:pt x="486" y="136"/>
                  </a:cubicBezTo>
                  <a:cubicBezTo>
                    <a:pt x="492" y="138"/>
                    <a:pt x="504" y="138"/>
                    <a:pt x="509" y="134"/>
                  </a:cubicBezTo>
                  <a:cubicBezTo>
                    <a:pt x="514" y="131"/>
                    <a:pt x="508" y="128"/>
                    <a:pt x="503" y="1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 rot="-662412" flipH="1">
              <a:off x="10154139" y="2771054"/>
              <a:ext cx="499038" cy="393531"/>
            </a:xfrm>
            <a:custGeom>
              <a:avLst/>
              <a:gdLst/>
              <a:ahLst/>
              <a:cxnLst/>
              <a:rect l="l" t="t" r="r" b="b"/>
              <a:pathLst>
                <a:path w="989" h="557" extrusionOk="0">
                  <a:moveTo>
                    <a:pt x="774" y="358"/>
                  </a:moveTo>
                  <a:cubicBezTo>
                    <a:pt x="809" y="297"/>
                    <a:pt x="899" y="251"/>
                    <a:pt x="966" y="206"/>
                  </a:cubicBezTo>
                  <a:lnTo>
                    <a:pt x="988" y="212"/>
                  </a:lnTo>
                  <a:cubicBezTo>
                    <a:pt x="987" y="212"/>
                    <a:pt x="986" y="211"/>
                    <a:pt x="985" y="210"/>
                  </a:cubicBezTo>
                  <a:cubicBezTo>
                    <a:pt x="980" y="207"/>
                    <a:pt x="968" y="205"/>
                    <a:pt x="962" y="204"/>
                  </a:cubicBezTo>
                  <a:cubicBezTo>
                    <a:pt x="946" y="199"/>
                    <a:pt x="930" y="194"/>
                    <a:pt x="914" y="190"/>
                  </a:cubicBezTo>
                  <a:cubicBezTo>
                    <a:pt x="836" y="167"/>
                    <a:pt x="758" y="144"/>
                    <a:pt x="680" y="122"/>
                  </a:cubicBezTo>
                  <a:lnTo>
                    <a:pt x="378" y="34"/>
                  </a:lnTo>
                  <a:cubicBezTo>
                    <a:pt x="260" y="0"/>
                    <a:pt x="120" y="30"/>
                    <a:pt x="57" y="107"/>
                  </a:cubicBezTo>
                  <a:cubicBezTo>
                    <a:pt x="53" y="112"/>
                    <a:pt x="49" y="118"/>
                    <a:pt x="45" y="124"/>
                  </a:cubicBezTo>
                  <a:cubicBezTo>
                    <a:pt x="38" y="135"/>
                    <a:pt x="33" y="147"/>
                    <a:pt x="29" y="159"/>
                  </a:cubicBezTo>
                  <a:cubicBezTo>
                    <a:pt x="0" y="236"/>
                    <a:pt x="55" y="317"/>
                    <a:pt x="160" y="354"/>
                  </a:cubicBezTo>
                  <a:cubicBezTo>
                    <a:pt x="258" y="388"/>
                    <a:pt x="357" y="423"/>
                    <a:pt x="455" y="457"/>
                  </a:cubicBezTo>
                  <a:cubicBezTo>
                    <a:pt x="526" y="482"/>
                    <a:pt x="597" y="507"/>
                    <a:pt x="668" y="532"/>
                  </a:cubicBezTo>
                  <a:cubicBezTo>
                    <a:pt x="689" y="539"/>
                    <a:pt x="716" y="552"/>
                    <a:pt x="740" y="556"/>
                  </a:cubicBezTo>
                  <a:lnTo>
                    <a:pt x="731" y="553"/>
                  </a:lnTo>
                  <a:cubicBezTo>
                    <a:pt x="738" y="487"/>
                    <a:pt x="737" y="419"/>
                    <a:pt x="774" y="35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28"/>
          <p:cNvGrpSpPr/>
          <p:nvPr/>
        </p:nvGrpSpPr>
        <p:grpSpPr>
          <a:xfrm rot="-347464" flipH="1">
            <a:off x="1738636" y="4769875"/>
            <a:ext cx="479195" cy="430227"/>
            <a:chOff x="8638493" y="4158654"/>
            <a:chExt cx="436384" cy="391791"/>
          </a:xfrm>
        </p:grpSpPr>
        <p:sp>
          <p:nvSpPr>
            <p:cNvPr id="360" name="Google Shape;360;p28"/>
            <p:cNvSpPr/>
            <p:nvPr/>
          </p:nvSpPr>
          <p:spPr>
            <a:xfrm rot="-1055748">
              <a:off x="8674650" y="4206769"/>
              <a:ext cx="364071" cy="295561"/>
            </a:xfrm>
            <a:custGeom>
              <a:avLst/>
              <a:gdLst/>
              <a:ahLst/>
              <a:cxnLst/>
              <a:rect l="l" t="t" r="r" b="b"/>
              <a:pathLst>
                <a:path w="1416" h="821" extrusionOk="0">
                  <a:moveTo>
                    <a:pt x="896" y="813"/>
                  </a:moveTo>
                  <a:cubicBezTo>
                    <a:pt x="943" y="816"/>
                    <a:pt x="990" y="817"/>
                    <a:pt x="1036" y="819"/>
                  </a:cubicBezTo>
                  <a:cubicBezTo>
                    <a:pt x="1050" y="819"/>
                    <a:pt x="1064" y="820"/>
                    <a:pt x="1077" y="817"/>
                  </a:cubicBezTo>
                  <a:cubicBezTo>
                    <a:pt x="1097" y="813"/>
                    <a:pt x="1112" y="802"/>
                    <a:pt x="1124" y="790"/>
                  </a:cubicBezTo>
                  <a:cubicBezTo>
                    <a:pt x="1159" y="758"/>
                    <a:pt x="1181" y="721"/>
                    <a:pt x="1215" y="687"/>
                  </a:cubicBezTo>
                  <a:cubicBezTo>
                    <a:pt x="1257" y="646"/>
                    <a:pt x="1334" y="642"/>
                    <a:pt x="1373" y="609"/>
                  </a:cubicBezTo>
                  <a:cubicBezTo>
                    <a:pt x="1415" y="573"/>
                    <a:pt x="1380" y="474"/>
                    <a:pt x="1368" y="433"/>
                  </a:cubicBezTo>
                  <a:cubicBezTo>
                    <a:pt x="1355" y="385"/>
                    <a:pt x="1345" y="307"/>
                    <a:pt x="1260" y="302"/>
                  </a:cubicBezTo>
                  <a:cubicBezTo>
                    <a:pt x="991" y="288"/>
                    <a:pt x="792" y="134"/>
                    <a:pt x="555" y="47"/>
                  </a:cubicBezTo>
                  <a:cubicBezTo>
                    <a:pt x="427" y="0"/>
                    <a:pt x="103" y="323"/>
                    <a:pt x="26" y="388"/>
                  </a:cubicBezTo>
                  <a:cubicBezTo>
                    <a:pt x="14" y="398"/>
                    <a:pt x="2" y="409"/>
                    <a:pt x="1" y="422"/>
                  </a:cubicBezTo>
                  <a:cubicBezTo>
                    <a:pt x="0" y="431"/>
                    <a:pt x="6" y="441"/>
                    <a:pt x="12" y="450"/>
                  </a:cubicBezTo>
                  <a:cubicBezTo>
                    <a:pt x="56" y="519"/>
                    <a:pt x="78" y="595"/>
                    <a:pt x="78" y="671"/>
                  </a:cubicBezTo>
                  <a:cubicBezTo>
                    <a:pt x="78" y="690"/>
                    <a:pt x="77" y="710"/>
                    <a:pt x="93" y="726"/>
                  </a:cubicBezTo>
                  <a:cubicBezTo>
                    <a:pt x="111" y="742"/>
                    <a:pt x="144" y="747"/>
                    <a:pt x="174" y="751"/>
                  </a:cubicBezTo>
                  <a:cubicBezTo>
                    <a:pt x="413" y="781"/>
                    <a:pt x="654" y="802"/>
                    <a:pt x="896" y="81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 rot="-1055748">
              <a:off x="8690492" y="4251491"/>
              <a:ext cx="318819" cy="229680"/>
            </a:xfrm>
            <a:custGeom>
              <a:avLst/>
              <a:gdLst/>
              <a:ahLst/>
              <a:cxnLst/>
              <a:rect l="l" t="t" r="r" b="b"/>
              <a:pathLst>
                <a:path w="1240" h="638" extrusionOk="0">
                  <a:moveTo>
                    <a:pt x="1212" y="247"/>
                  </a:moveTo>
                  <a:cubicBezTo>
                    <a:pt x="1139" y="239"/>
                    <a:pt x="1092" y="276"/>
                    <a:pt x="1062" y="316"/>
                  </a:cubicBezTo>
                  <a:cubicBezTo>
                    <a:pt x="1043" y="342"/>
                    <a:pt x="1024" y="367"/>
                    <a:pt x="1005" y="393"/>
                  </a:cubicBezTo>
                  <a:cubicBezTo>
                    <a:pt x="996" y="404"/>
                    <a:pt x="991" y="407"/>
                    <a:pt x="973" y="408"/>
                  </a:cubicBezTo>
                  <a:cubicBezTo>
                    <a:pt x="950" y="410"/>
                    <a:pt x="927" y="412"/>
                    <a:pt x="904" y="413"/>
                  </a:cubicBezTo>
                  <a:cubicBezTo>
                    <a:pt x="903" y="413"/>
                    <a:pt x="902" y="413"/>
                    <a:pt x="902" y="413"/>
                  </a:cubicBezTo>
                  <a:cubicBezTo>
                    <a:pt x="894" y="397"/>
                    <a:pt x="887" y="380"/>
                    <a:pt x="880" y="363"/>
                  </a:cubicBezTo>
                  <a:cubicBezTo>
                    <a:pt x="864" y="323"/>
                    <a:pt x="846" y="285"/>
                    <a:pt x="781" y="271"/>
                  </a:cubicBezTo>
                  <a:cubicBezTo>
                    <a:pt x="724" y="258"/>
                    <a:pt x="657" y="266"/>
                    <a:pt x="596" y="270"/>
                  </a:cubicBezTo>
                  <a:cubicBezTo>
                    <a:pt x="600" y="260"/>
                    <a:pt x="604" y="251"/>
                    <a:pt x="608" y="241"/>
                  </a:cubicBezTo>
                  <a:cubicBezTo>
                    <a:pt x="619" y="213"/>
                    <a:pt x="631" y="186"/>
                    <a:pt x="639" y="158"/>
                  </a:cubicBezTo>
                  <a:cubicBezTo>
                    <a:pt x="646" y="132"/>
                    <a:pt x="628" y="115"/>
                    <a:pt x="598" y="100"/>
                  </a:cubicBezTo>
                  <a:cubicBezTo>
                    <a:pt x="539" y="69"/>
                    <a:pt x="463" y="51"/>
                    <a:pt x="419" y="9"/>
                  </a:cubicBezTo>
                  <a:cubicBezTo>
                    <a:pt x="411" y="1"/>
                    <a:pt x="393" y="0"/>
                    <a:pt x="381" y="2"/>
                  </a:cubicBezTo>
                  <a:cubicBezTo>
                    <a:pt x="374" y="2"/>
                    <a:pt x="351" y="7"/>
                    <a:pt x="359" y="15"/>
                  </a:cubicBezTo>
                  <a:cubicBezTo>
                    <a:pt x="399" y="52"/>
                    <a:pt x="460" y="73"/>
                    <a:pt x="516" y="97"/>
                  </a:cubicBezTo>
                  <a:cubicBezTo>
                    <a:pt x="544" y="109"/>
                    <a:pt x="582" y="124"/>
                    <a:pt x="579" y="149"/>
                  </a:cubicBezTo>
                  <a:cubicBezTo>
                    <a:pt x="576" y="177"/>
                    <a:pt x="560" y="206"/>
                    <a:pt x="550" y="233"/>
                  </a:cubicBezTo>
                  <a:cubicBezTo>
                    <a:pt x="538" y="263"/>
                    <a:pt x="526" y="292"/>
                    <a:pt x="514" y="322"/>
                  </a:cubicBezTo>
                  <a:cubicBezTo>
                    <a:pt x="503" y="348"/>
                    <a:pt x="495" y="375"/>
                    <a:pt x="479" y="399"/>
                  </a:cubicBezTo>
                  <a:cubicBezTo>
                    <a:pt x="471" y="411"/>
                    <a:pt x="461" y="419"/>
                    <a:pt x="450" y="427"/>
                  </a:cubicBezTo>
                  <a:cubicBezTo>
                    <a:pt x="423" y="403"/>
                    <a:pt x="396" y="379"/>
                    <a:pt x="370" y="354"/>
                  </a:cubicBezTo>
                  <a:cubicBezTo>
                    <a:pt x="359" y="344"/>
                    <a:pt x="348" y="333"/>
                    <a:pt x="332" y="326"/>
                  </a:cubicBezTo>
                  <a:cubicBezTo>
                    <a:pt x="312" y="319"/>
                    <a:pt x="289" y="318"/>
                    <a:pt x="268" y="321"/>
                  </a:cubicBezTo>
                  <a:cubicBezTo>
                    <a:pt x="249" y="323"/>
                    <a:pt x="232" y="331"/>
                    <a:pt x="213" y="332"/>
                  </a:cubicBezTo>
                  <a:cubicBezTo>
                    <a:pt x="196" y="334"/>
                    <a:pt x="178" y="330"/>
                    <a:pt x="162" y="326"/>
                  </a:cubicBezTo>
                  <a:cubicBezTo>
                    <a:pt x="123" y="317"/>
                    <a:pt x="85" y="306"/>
                    <a:pt x="44" y="301"/>
                  </a:cubicBezTo>
                  <a:cubicBezTo>
                    <a:pt x="33" y="300"/>
                    <a:pt x="11" y="301"/>
                    <a:pt x="6" y="309"/>
                  </a:cubicBezTo>
                  <a:cubicBezTo>
                    <a:pt x="0" y="317"/>
                    <a:pt x="19" y="321"/>
                    <a:pt x="27" y="322"/>
                  </a:cubicBezTo>
                  <a:cubicBezTo>
                    <a:pt x="62" y="325"/>
                    <a:pt x="95" y="336"/>
                    <a:pt x="128" y="344"/>
                  </a:cubicBezTo>
                  <a:cubicBezTo>
                    <a:pt x="164" y="352"/>
                    <a:pt x="202" y="357"/>
                    <a:pt x="239" y="352"/>
                  </a:cubicBezTo>
                  <a:cubicBezTo>
                    <a:pt x="247" y="351"/>
                    <a:pt x="255" y="349"/>
                    <a:pt x="263" y="347"/>
                  </a:cubicBezTo>
                  <a:cubicBezTo>
                    <a:pt x="269" y="346"/>
                    <a:pt x="279" y="342"/>
                    <a:pt x="286" y="341"/>
                  </a:cubicBezTo>
                  <a:cubicBezTo>
                    <a:pt x="286" y="342"/>
                    <a:pt x="289" y="343"/>
                    <a:pt x="291" y="344"/>
                  </a:cubicBezTo>
                  <a:cubicBezTo>
                    <a:pt x="294" y="346"/>
                    <a:pt x="297" y="348"/>
                    <a:pt x="299" y="350"/>
                  </a:cubicBezTo>
                  <a:cubicBezTo>
                    <a:pt x="306" y="356"/>
                    <a:pt x="312" y="362"/>
                    <a:pt x="319" y="368"/>
                  </a:cubicBezTo>
                  <a:lnTo>
                    <a:pt x="400" y="442"/>
                  </a:lnTo>
                  <a:cubicBezTo>
                    <a:pt x="403" y="445"/>
                    <a:pt x="407" y="447"/>
                    <a:pt x="412" y="448"/>
                  </a:cubicBezTo>
                  <a:cubicBezTo>
                    <a:pt x="409" y="449"/>
                    <a:pt x="407" y="450"/>
                    <a:pt x="404" y="452"/>
                  </a:cubicBezTo>
                  <a:cubicBezTo>
                    <a:pt x="379" y="465"/>
                    <a:pt x="357" y="480"/>
                    <a:pt x="344" y="500"/>
                  </a:cubicBezTo>
                  <a:cubicBezTo>
                    <a:pt x="317" y="543"/>
                    <a:pt x="327" y="592"/>
                    <a:pt x="372" y="627"/>
                  </a:cubicBezTo>
                  <a:cubicBezTo>
                    <a:pt x="384" y="637"/>
                    <a:pt x="444" y="631"/>
                    <a:pt x="425" y="616"/>
                  </a:cubicBezTo>
                  <a:cubicBezTo>
                    <a:pt x="386" y="585"/>
                    <a:pt x="380" y="537"/>
                    <a:pt x="407" y="501"/>
                  </a:cubicBezTo>
                  <a:cubicBezTo>
                    <a:pt x="422" y="481"/>
                    <a:pt x="446" y="468"/>
                    <a:pt x="472" y="455"/>
                  </a:cubicBezTo>
                  <a:cubicBezTo>
                    <a:pt x="502" y="440"/>
                    <a:pt x="526" y="425"/>
                    <a:pt x="540" y="401"/>
                  </a:cubicBezTo>
                  <a:cubicBezTo>
                    <a:pt x="555" y="376"/>
                    <a:pt x="564" y="349"/>
                    <a:pt x="575" y="322"/>
                  </a:cubicBezTo>
                  <a:cubicBezTo>
                    <a:pt x="579" y="313"/>
                    <a:pt x="583" y="303"/>
                    <a:pt x="587" y="293"/>
                  </a:cubicBezTo>
                  <a:cubicBezTo>
                    <a:pt x="588" y="293"/>
                    <a:pt x="590" y="293"/>
                    <a:pt x="591" y="293"/>
                  </a:cubicBezTo>
                  <a:cubicBezTo>
                    <a:pt x="625" y="291"/>
                    <a:pt x="660" y="288"/>
                    <a:pt x="695" y="286"/>
                  </a:cubicBezTo>
                  <a:cubicBezTo>
                    <a:pt x="723" y="285"/>
                    <a:pt x="752" y="285"/>
                    <a:pt x="774" y="299"/>
                  </a:cubicBezTo>
                  <a:cubicBezTo>
                    <a:pt x="796" y="312"/>
                    <a:pt x="806" y="332"/>
                    <a:pt x="813" y="350"/>
                  </a:cubicBezTo>
                  <a:cubicBezTo>
                    <a:pt x="824" y="375"/>
                    <a:pt x="833" y="399"/>
                    <a:pt x="843" y="423"/>
                  </a:cubicBezTo>
                  <a:cubicBezTo>
                    <a:pt x="854" y="447"/>
                    <a:pt x="865" y="471"/>
                    <a:pt x="877" y="496"/>
                  </a:cubicBezTo>
                  <a:cubicBezTo>
                    <a:pt x="888" y="518"/>
                    <a:pt x="896" y="544"/>
                    <a:pt x="913" y="565"/>
                  </a:cubicBezTo>
                  <a:cubicBezTo>
                    <a:pt x="929" y="585"/>
                    <a:pt x="963" y="587"/>
                    <a:pt x="993" y="588"/>
                  </a:cubicBezTo>
                  <a:cubicBezTo>
                    <a:pt x="1032" y="589"/>
                    <a:pt x="1070" y="590"/>
                    <a:pt x="1109" y="591"/>
                  </a:cubicBezTo>
                  <a:cubicBezTo>
                    <a:pt x="1118" y="592"/>
                    <a:pt x="1140" y="589"/>
                    <a:pt x="1140" y="581"/>
                  </a:cubicBezTo>
                  <a:cubicBezTo>
                    <a:pt x="1140" y="572"/>
                    <a:pt x="1118" y="570"/>
                    <a:pt x="1109" y="570"/>
                  </a:cubicBezTo>
                  <a:cubicBezTo>
                    <a:pt x="1069" y="569"/>
                    <a:pt x="1029" y="569"/>
                    <a:pt x="989" y="567"/>
                  </a:cubicBezTo>
                  <a:cubicBezTo>
                    <a:pt x="974" y="566"/>
                    <a:pt x="972" y="559"/>
                    <a:pt x="967" y="550"/>
                  </a:cubicBezTo>
                  <a:cubicBezTo>
                    <a:pt x="960" y="537"/>
                    <a:pt x="953" y="524"/>
                    <a:pt x="947" y="512"/>
                  </a:cubicBezTo>
                  <a:cubicBezTo>
                    <a:pt x="934" y="486"/>
                    <a:pt x="922" y="460"/>
                    <a:pt x="910" y="434"/>
                  </a:cubicBezTo>
                  <a:cubicBezTo>
                    <a:pt x="914" y="434"/>
                    <a:pt x="918" y="434"/>
                    <a:pt x="920" y="434"/>
                  </a:cubicBezTo>
                  <a:cubicBezTo>
                    <a:pt x="941" y="432"/>
                    <a:pt x="962" y="431"/>
                    <a:pt x="983" y="429"/>
                  </a:cubicBezTo>
                  <a:cubicBezTo>
                    <a:pt x="1001" y="428"/>
                    <a:pt x="1020" y="427"/>
                    <a:pt x="1036" y="420"/>
                  </a:cubicBezTo>
                  <a:cubicBezTo>
                    <a:pt x="1050" y="415"/>
                    <a:pt x="1059" y="406"/>
                    <a:pt x="1066" y="396"/>
                  </a:cubicBezTo>
                  <a:cubicBezTo>
                    <a:pt x="1076" y="383"/>
                    <a:pt x="1085" y="370"/>
                    <a:pt x="1095" y="357"/>
                  </a:cubicBezTo>
                  <a:cubicBezTo>
                    <a:pt x="1110" y="336"/>
                    <a:pt x="1125" y="314"/>
                    <a:pt x="1144" y="295"/>
                  </a:cubicBezTo>
                  <a:cubicBezTo>
                    <a:pt x="1153" y="287"/>
                    <a:pt x="1162" y="279"/>
                    <a:pt x="1174" y="273"/>
                  </a:cubicBezTo>
                  <a:cubicBezTo>
                    <a:pt x="1178" y="271"/>
                    <a:pt x="1182" y="269"/>
                    <a:pt x="1186" y="268"/>
                  </a:cubicBezTo>
                  <a:cubicBezTo>
                    <a:pt x="1191" y="267"/>
                    <a:pt x="1191" y="267"/>
                    <a:pt x="1195" y="267"/>
                  </a:cubicBezTo>
                  <a:cubicBezTo>
                    <a:pt x="1206" y="268"/>
                    <a:pt x="1227" y="268"/>
                    <a:pt x="1233" y="260"/>
                  </a:cubicBezTo>
                  <a:cubicBezTo>
                    <a:pt x="1239" y="252"/>
                    <a:pt x="1220" y="248"/>
                    <a:pt x="1212" y="24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28"/>
          <p:cNvGrpSpPr/>
          <p:nvPr/>
        </p:nvGrpSpPr>
        <p:grpSpPr>
          <a:xfrm rot="-473284" flipH="1">
            <a:off x="1210594" y="4822927"/>
            <a:ext cx="467825" cy="370408"/>
            <a:chOff x="8283034" y="4713484"/>
            <a:chExt cx="426035" cy="337320"/>
          </a:xfrm>
        </p:grpSpPr>
        <p:sp>
          <p:nvSpPr>
            <p:cNvPr id="363" name="Google Shape;363;p28"/>
            <p:cNvSpPr/>
            <p:nvPr/>
          </p:nvSpPr>
          <p:spPr>
            <a:xfrm>
              <a:off x="8283034" y="4713484"/>
              <a:ext cx="426035" cy="337320"/>
            </a:xfrm>
            <a:custGeom>
              <a:avLst/>
              <a:gdLst/>
              <a:ahLst/>
              <a:cxnLst/>
              <a:rect l="l" t="t" r="r" b="b"/>
              <a:pathLst>
                <a:path w="1657" h="937" extrusionOk="0">
                  <a:moveTo>
                    <a:pt x="138" y="145"/>
                  </a:moveTo>
                  <a:cubicBezTo>
                    <a:pt x="130" y="240"/>
                    <a:pt x="123" y="335"/>
                    <a:pt x="116" y="430"/>
                  </a:cubicBezTo>
                  <a:cubicBezTo>
                    <a:pt x="112" y="477"/>
                    <a:pt x="113" y="524"/>
                    <a:pt x="114" y="572"/>
                  </a:cubicBezTo>
                  <a:cubicBezTo>
                    <a:pt x="115" y="587"/>
                    <a:pt x="121" y="611"/>
                    <a:pt x="107" y="623"/>
                  </a:cubicBezTo>
                  <a:cubicBezTo>
                    <a:pt x="91" y="638"/>
                    <a:pt x="39" y="651"/>
                    <a:pt x="15" y="662"/>
                  </a:cubicBezTo>
                  <a:cubicBezTo>
                    <a:pt x="10" y="664"/>
                    <a:pt x="5" y="666"/>
                    <a:pt x="3" y="669"/>
                  </a:cubicBezTo>
                  <a:cubicBezTo>
                    <a:pt x="0" y="675"/>
                    <a:pt x="5" y="681"/>
                    <a:pt x="10" y="685"/>
                  </a:cubicBezTo>
                  <a:cubicBezTo>
                    <a:pt x="68" y="739"/>
                    <a:pt x="137" y="788"/>
                    <a:pt x="213" y="830"/>
                  </a:cubicBezTo>
                  <a:cubicBezTo>
                    <a:pt x="281" y="867"/>
                    <a:pt x="381" y="936"/>
                    <a:pt x="466" y="894"/>
                  </a:cubicBezTo>
                  <a:cubicBezTo>
                    <a:pt x="735" y="765"/>
                    <a:pt x="1101" y="803"/>
                    <a:pt x="1424" y="759"/>
                  </a:cubicBezTo>
                  <a:cubicBezTo>
                    <a:pt x="1443" y="756"/>
                    <a:pt x="1462" y="753"/>
                    <a:pt x="1476" y="744"/>
                  </a:cubicBezTo>
                  <a:cubicBezTo>
                    <a:pt x="1487" y="736"/>
                    <a:pt x="1493" y="726"/>
                    <a:pt x="1499" y="715"/>
                  </a:cubicBezTo>
                  <a:cubicBezTo>
                    <a:pt x="1576" y="567"/>
                    <a:pt x="1654" y="415"/>
                    <a:pt x="1656" y="257"/>
                  </a:cubicBezTo>
                  <a:cubicBezTo>
                    <a:pt x="1624" y="265"/>
                    <a:pt x="1593" y="245"/>
                    <a:pt x="1566" y="232"/>
                  </a:cubicBezTo>
                  <a:cubicBezTo>
                    <a:pt x="1487" y="193"/>
                    <a:pt x="1380" y="199"/>
                    <a:pt x="1282" y="199"/>
                  </a:cubicBezTo>
                  <a:cubicBezTo>
                    <a:pt x="1184" y="199"/>
                    <a:pt x="1070" y="183"/>
                    <a:pt x="1028" y="123"/>
                  </a:cubicBezTo>
                  <a:cubicBezTo>
                    <a:pt x="979" y="50"/>
                    <a:pt x="987" y="2"/>
                    <a:pt x="844" y="22"/>
                  </a:cubicBezTo>
                  <a:cubicBezTo>
                    <a:pt x="753" y="35"/>
                    <a:pt x="680" y="49"/>
                    <a:pt x="587" y="41"/>
                  </a:cubicBezTo>
                  <a:cubicBezTo>
                    <a:pt x="435" y="28"/>
                    <a:pt x="147" y="0"/>
                    <a:pt x="138" y="14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8327000" y="4744804"/>
              <a:ext cx="355844" cy="246240"/>
            </a:xfrm>
            <a:custGeom>
              <a:avLst/>
              <a:gdLst/>
              <a:ahLst/>
              <a:cxnLst/>
              <a:rect l="l" t="t" r="r" b="b"/>
              <a:pathLst>
                <a:path w="1384" h="684" extrusionOk="0">
                  <a:moveTo>
                    <a:pt x="1321" y="164"/>
                  </a:moveTo>
                  <a:cubicBezTo>
                    <a:pt x="1271" y="207"/>
                    <a:pt x="1232" y="256"/>
                    <a:pt x="1204" y="307"/>
                  </a:cubicBezTo>
                  <a:cubicBezTo>
                    <a:pt x="1191" y="281"/>
                    <a:pt x="1174" y="256"/>
                    <a:pt x="1146" y="235"/>
                  </a:cubicBezTo>
                  <a:cubicBezTo>
                    <a:pt x="1097" y="197"/>
                    <a:pt x="1023" y="192"/>
                    <a:pt x="954" y="182"/>
                  </a:cubicBezTo>
                  <a:cubicBezTo>
                    <a:pt x="880" y="172"/>
                    <a:pt x="806" y="159"/>
                    <a:pt x="736" y="140"/>
                  </a:cubicBezTo>
                  <a:cubicBezTo>
                    <a:pt x="702" y="131"/>
                    <a:pt x="669" y="120"/>
                    <a:pt x="638" y="107"/>
                  </a:cubicBezTo>
                  <a:cubicBezTo>
                    <a:pt x="605" y="94"/>
                    <a:pt x="571" y="84"/>
                    <a:pt x="532" y="88"/>
                  </a:cubicBezTo>
                  <a:cubicBezTo>
                    <a:pt x="513" y="91"/>
                    <a:pt x="495" y="97"/>
                    <a:pt x="477" y="103"/>
                  </a:cubicBezTo>
                  <a:cubicBezTo>
                    <a:pt x="456" y="109"/>
                    <a:pt x="436" y="116"/>
                    <a:pt x="416" y="122"/>
                  </a:cubicBezTo>
                  <a:cubicBezTo>
                    <a:pt x="386" y="132"/>
                    <a:pt x="356" y="142"/>
                    <a:pt x="326" y="151"/>
                  </a:cubicBezTo>
                  <a:cubicBezTo>
                    <a:pt x="323" y="147"/>
                    <a:pt x="321" y="142"/>
                    <a:pt x="319" y="138"/>
                  </a:cubicBezTo>
                  <a:cubicBezTo>
                    <a:pt x="308" y="116"/>
                    <a:pt x="296" y="94"/>
                    <a:pt x="285" y="72"/>
                  </a:cubicBezTo>
                  <a:cubicBezTo>
                    <a:pt x="276" y="54"/>
                    <a:pt x="270" y="36"/>
                    <a:pt x="241" y="28"/>
                  </a:cubicBezTo>
                  <a:cubicBezTo>
                    <a:pt x="213" y="20"/>
                    <a:pt x="179" y="18"/>
                    <a:pt x="148" y="14"/>
                  </a:cubicBezTo>
                  <a:cubicBezTo>
                    <a:pt x="113" y="10"/>
                    <a:pt x="78" y="5"/>
                    <a:pt x="43" y="1"/>
                  </a:cubicBezTo>
                  <a:cubicBezTo>
                    <a:pt x="33" y="0"/>
                    <a:pt x="11" y="1"/>
                    <a:pt x="5" y="8"/>
                  </a:cubicBezTo>
                  <a:cubicBezTo>
                    <a:pt x="0" y="17"/>
                    <a:pt x="19" y="20"/>
                    <a:pt x="27" y="22"/>
                  </a:cubicBezTo>
                  <a:cubicBezTo>
                    <a:pt x="59" y="26"/>
                    <a:pt x="92" y="30"/>
                    <a:pt x="124" y="34"/>
                  </a:cubicBezTo>
                  <a:cubicBezTo>
                    <a:pt x="139" y="36"/>
                    <a:pt x="154" y="38"/>
                    <a:pt x="169" y="40"/>
                  </a:cubicBezTo>
                  <a:cubicBezTo>
                    <a:pt x="180" y="41"/>
                    <a:pt x="197" y="41"/>
                    <a:pt x="206" y="46"/>
                  </a:cubicBezTo>
                  <a:cubicBezTo>
                    <a:pt x="215" y="51"/>
                    <a:pt x="219" y="63"/>
                    <a:pt x="222" y="70"/>
                  </a:cubicBezTo>
                  <a:cubicBezTo>
                    <a:pt x="227" y="81"/>
                    <a:pt x="233" y="91"/>
                    <a:pt x="238" y="102"/>
                  </a:cubicBezTo>
                  <a:cubicBezTo>
                    <a:pt x="248" y="123"/>
                    <a:pt x="259" y="143"/>
                    <a:pt x="269" y="163"/>
                  </a:cubicBezTo>
                  <a:cubicBezTo>
                    <a:pt x="311" y="246"/>
                    <a:pt x="353" y="328"/>
                    <a:pt x="395" y="411"/>
                  </a:cubicBezTo>
                  <a:cubicBezTo>
                    <a:pt x="398" y="417"/>
                    <a:pt x="417" y="418"/>
                    <a:pt x="425" y="418"/>
                  </a:cubicBezTo>
                  <a:cubicBezTo>
                    <a:pt x="532" y="423"/>
                    <a:pt x="651" y="429"/>
                    <a:pt x="743" y="471"/>
                  </a:cubicBezTo>
                  <a:cubicBezTo>
                    <a:pt x="845" y="519"/>
                    <a:pt x="869" y="604"/>
                    <a:pt x="935" y="671"/>
                  </a:cubicBezTo>
                  <a:cubicBezTo>
                    <a:pt x="946" y="683"/>
                    <a:pt x="1006" y="678"/>
                    <a:pt x="994" y="665"/>
                  </a:cubicBezTo>
                  <a:cubicBezTo>
                    <a:pt x="957" y="628"/>
                    <a:pt x="934" y="585"/>
                    <a:pt x="903" y="545"/>
                  </a:cubicBezTo>
                  <a:cubicBezTo>
                    <a:pt x="896" y="537"/>
                    <a:pt x="889" y="529"/>
                    <a:pt x="881" y="521"/>
                  </a:cubicBezTo>
                  <a:cubicBezTo>
                    <a:pt x="947" y="503"/>
                    <a:pt x="1013" y="484"/>
                    <a:pt x="1079" y="465"/>
                  </a:cubicBezTo>
                  <a:lnTo>
                    <a:pt x="1177" y="437"/>
                  </a:lnTo>
                  <a:cubicBezTo>
                    <a:pt x="1191" y="434"/>
                    <a:pt x="1206" y="430"/>
                    <a:pt x="1216" y="423"/>
                  </a:cubicBezTo>
                  <a:cubicBezTo>
                    <a:pt x="1225" y="416"/>
                    <a:pt x="1226" y="407"/>
                    <a:pt x="1228" y="399"/>
                  </a:cubicBezTo>
                  <a:cubicBezTo>
                    <a:pt x="1248" y="326"/>
                    <a:pt x="1291" y="258"/>
                    <a:pt x="1352" y="197"/>
                  </a:cubicBezTo>
                  <a:cubicBezTo>
                    <a:pt x="1367" y="197"/>
                    <a:pt x="1381" y="193"/>
                    <a:pt x="1381" y="186"/>
                  </a:cubicBezTo>
                  <a:lnTo>
                    <a:pt x="1382" y="167"/>
                  </a:lnTo>
                  <a:cubicBezTo>
                    <a:pt x="1383" y="150"/>
                    <a:pt x="1331" y="156"/>
                    <a:pt x="1321" y="164"/>
                  </a:cubicBezTo>
                  <a:moveTo>
                    <a:pt x="1172" y="381"/>
                  </a:moveTo>
                  <a:cubicBezTo>
                    <a:pt x="1169" y="389"/>
                    <a:pt x="1169" y="403"/>
                    <a:pt x="1162" y="411"/>
                  </a:cubicBezTo>
                  <a:cubicBezTo>
                    <a:pt x="1156" y="418"/>
                    <a:pt x="1138" y="421"/>
                    <a:pt x="1126" y="424"/>
                  </a:cubicBezTo>
                  <a:lnTo>
                    <a:pt x="1028" y="452"/>
                  </a:lnTo>
                  <a:cubicBezTo>
                    <a:pt x="971" y="468"/>
                    <a:pt x="915" y="484"/>
                    <a:pt x="858" y="500"/>
                  </a:cubicBezTo>
                  <a:cubicBezTo>
                    <a:pt x="837" y="482"/>
                    <a:pt x="811" y="466"/>
                    <a:pt x="782" y="454"/>
                  </a:cubicBezTo>
                  <a:cubicBezTo>
                    <a:pt x="684" y="412"/>
                    <a:pt x="564" y="403"/>
                    <a:pt x="451" y="398"/>
                  </a:cubicBezTo>
                  <a:cubicBezTo>
                    <a:pt x="413" y="324"/>
                    <a:pt x="376" y="250"/>
                    <a:pt x="338" y="176"/>
                  </a:cubicBezTo>
                  <a:cubicBezTo>
                    <a:pt x="403" y="155"/>
                    <a:pt x="468" y="134"/>
                    <a:pt x="534" y="114"/>
                  </a:cubicBezTo>
                  <a:cubicBezTo>
                    <a:pt x="547" y="109"/>
                    <a:pt x="552" y="108"/>
                    <a:pt x="566" y="112"/>
                  </a:cubicBezTo>
                  <a:cubicBezTo>
                    <a:pt x="582" y="117"/>
                    <a:pt x="597" y="124"/>
                    <a:pt x="612" y="129"/>
                  </a:cubicBezTo>
                  <a:cubicBezTo>
                    <a:pt x="641" y="140"/>
                    <a:pt x="671" y="150"/>
                    <a:pt x="702" y="158"/>
                  </a:cubicBezTo>
                  <a:cubicBezTo>
                    <a:pt x="766" y="175"/>
                    <a:pt x="832" y="187"/>
                    <a:pt x="900" y="197"/>
                  </a:cubicBezTo>
                  <a:cubicBezTo>
                    <a:pt x="932" y="202"/>
                    <a:pt x="965" y="206"/>
                    <a:pt x="998" y="211"/>
                  </a:cubicBezTo>
                  <a:cubicBezTo>
                    <a:pt x="1029" y="215"/>
                    <a:pt x="1058" y="222"/>
                    <a:pt x="1082" y="238"/>
                  </a:cubicBezTo>
                  <a:cubicBezTo>
                    <a:pt x="1128" y="267"/>
                    <a:pt x="1146" y="313"/>
                    <a:pt x="1162" y="354"/>
                  </a:cubicBezTo>
                  <a:cubicBezTo>
                    <a:pt x="1163" y="358"/>
                    <a:pt x="1170" y="360"/>
                    <a:pt x="1178" y="362"/>
                  </a:cubicBezTo>
                  <a:cubicBezTo>
                    <a:pt x="1176" y="368"/>
                    <a:pt x="1174" y="374"/>
                    <a:pt x="1172" y="3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28"/>
          <p:cNvSpPr/>
          <p:nvPr/>
        </p:nvSpPr>
        <p:spPr>
          <a:xfrm rot="10800000" flipH="1">
            <a:off x="1433275" y="2057902"/>
            <a:ext cx="150250" cy="221550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1859025" y="4027826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 rot="-873374">
            <a:off x="295714" y="4289953"/>
            <a:ext cx="1257337" cy="706889"/>
          </a:xfrm>
          <a:custGeom>
            <a:avLst/>
            <a:gdLst/>
            <a:ahLst/>
            <a:cxnLst/>
            <a:rect l="l" t="t" r="r" b="b"/>
            <a:pathLst>
              <a:path w="1535" h="863" extrusionOk="0">
                <a:moveTo>
                  <a:pt x="1081" y="0"/>
                </a:moveTo>
                <a:lnTo>
                  <a:pt x="41" y="0"/>
                </a:lnTo>
                <a:lnTo>
                  <a:pt x="41" y="66"/>
                </a:lnTo>
                <a:lnTo>
                  <a:pt x="0" y="66"/>
                </a:lnTo>
                <a:lnTo>
                  <a:pt x="41" y="128"/>
                </a:lnTo>
                <a:lnTo>
                  <a:pt x="41" y="219"/>
                </a:lnTo>
                <a:lnTo>
                  <a:pt x="474" y="862"/>
                </a:lnTo>
                <a:lnTo>
                  <a:pt x="1534" y="829"/>
                </a:lnTo>
                <a:lnTo>
                  <a:pt x="1534" y="685"/>
                </a:lnTo>
                <a:lnTo>
                  <a:pt x="1081" y="0"/>
                </a:lnTo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69" name="Google Shape;369;p29"/>
          <p:cNvSpPr/>
          <p:nvPr/>
        </p:nvSpPr>
        <p:spPr>
          <a:xfrm rot="-873374">
            <a:off x="284755" y="4288895"/>
            <a:ext cx="1264709" cy="682316"/>
          </a:xfrm>
          <a:custGeom>
            <a:avLst/>
            <a:gdLst/>
            <a:ahLst/>
            <a:cxnLst/>
            <a:rect l="l" t="t" r="r" b="b"/>
            <a:pathLst>
              <a:path w="1544" h="833" extrusionOk="0">
                <a:moveTo>
                  <a:pt x="486" y="832"/>
                </a:moveTo>
                <a:lnTo>
                  <a:pt x="47" y="198"/>
                </a:lnTo>
                <a:lnTo>
                  <a:pt x="57" y="191"/>
                </a:lnTo>
                <a:lnTo>
                  <a:pt x="493" y="820"/>
                </a:lnTo>
                <a:lnTo>
                  <a:pt x="1543" y="787"/>
                </a:lnTo>
                <a:lnTo>
                  <a:pt x="1543" y="799"/>
                </a:lnTo>
                <a:lnTo>
                  <a:pt x="486" y="832"/>
                </a:lnTo>
                <a:moveTo>
                  <a:pt x="1500" y="737"/>
                </a:moveTo>
                <a:lnTo>
                  <a:pt x="1500" y="725"/>
                </a:lnTo>
                <a:lnTo>
                  <a:pt x="462" y="750"/>
                </a:lnTo>
                <a:lnTo>
                  <a:pt x="10" y="68"/>
                </a:lnTo>
                <a:lnTo>
                  <a:pt x="0" y="74"/>
                </a:lnTo>
                <a:lnTo>
                  <a:pt x="453" y="759"/>
                </a:lnTo>
                <a:lnTo>
                  <a:pt x="455" y="762"/>
                </a:lnTo>
                <a:lnTo>
                  <a:pt x="1500" y="737"/>
                </a:lnTo>
                <a:moveTo>
                  <a:pt x="1543" y="682"/>
                </a:moveTo>
                <a:lnTo>
                  <a:pt x="507" y="682"/>
                </a:lnTo>
                <a:lnTo>
                  <a:pt x="55" y="0"/>
                </a:lnTo>
                <a:lnTo>
                  <a:pt x="45" y="7"/>
                </a:lnTo>
                <a:lnTo>
                  <a:pt x="501" y="694"/>
                </a:lnTo>
                <a:lnTo>
                  <a:pt x="1543" y="694"/>
                </a:lnTo>
                <a:lnTo>
                  <a:pt x="1543" y="682"/>
                </a:lnTo>
                <a:moveTo>
                  <a:pt x="1296" y="556"/>
                </a:moveTo>
                <a:lnTo>
                  <a:pt x="607" y="556"/>
                </a:lnTo>
                <a:cubicBezTo>
                  <a:pt x="596" y="556"/>
                  <a:pt x="587" y="547"/>
                  <a:pt x="587" y="535"/>
                </a:cubicBezTo>
                <a:cubicBezTo>
                  <a:pt x="587" y="524"/>
                  <a:pt x="596" y="514"/>
                  <a:pt x="607" y="514"/>
                </a:cubicBezTo>
                <a:lnTo>
                  <a:pt x="1296" y="514"/>
                </a:lnTo>
                <a:cubicBezTo>
                  <a:pt x="1307" y="514"/>
                  <a:pt x="1317" y="524"/>
                  <a:pt x="1317" y="535"/>
                </a:cubicBezTo>
                <a:cubicBezTo>
                  <a:pt x="1317" y="547"/>
                  <a:pt x="1307" y="556"/>
                  <a:pt x="1296" y="556"/>
                </a:cubicBezTo>
                <a:moveTo>
                  <a:pt x="1135" y="224"/>
                </a:moveTo>
                <a:lnTo>
                  <a:pt x="302" y="224"/>
                </a:lnTo>
                <a:cubicBezTo>
                  <a:pt x="296" y="224"/>
                  <a:pt x="292" y="219"/>
                  <a:pt x="292" y="213"/>
                </a:cubicBezTo>
                <a:cubicBezTo>
                  <a:pt x="292" y="208"/>
                  <a:pt x="296" y="203"/>
                  <a:pt x="302" y="203"/>
                </a:cubicBezTo>
                <a:lnTo>
                  <a:pt x="1135" y="203"/>
                </a:lnTo>
                <a:cubicBezTo>
                  <a:pt x="1141" y="203"/>
                  <a:pt x="1145" y="208"/>
                  <a:pt x="1145" y="213"/>
                </a:cubicBezTo>
                <a:cubicBezTo>
                  <a:pt x="1145" y="219"/>
                  <a:pt x="1141" y="224"/>
                  <a:pt x="1135" y="224"/>
                </a:cubicBezTo>
                <a:moveTo>
                  <a:pt x="1163" y="267"/>
                </a:moveTo>
                <a:lnTo>
                  <a:pt x="331" y="267"/>
                </a:lnTo>
                <a:cubicBezTo>
                  <a:pt x="326" y="267"/>
                  <a:pt x="321" y="263"/>
                  <a:pt x="321" y="257"/>
                </a:cubicBezTo>
                <a:cubicBezTo>
                  <a:pt x="321" y="252"/>
                  <a:pt x="326" y="247"/>
                  <a:pt x="331" y="247"/>
                </a:cubicBezTo>
                <a:lnTo>
                  <a:pt x="1163" y="247"/>
                </a:lnTo>
                <a:cubicBezTo>
                  <a:pt x="1169" y="247"/>
                  <a:pt x="1174" y="252"/>
                  <a:pt x="1174" y="257"/>
                </a:cubicBezTo>
                <a:cubicBezTo>
                  <a:pt x="1174" y="263"/>
                  <a:pt x="1169" y="267"/>
                  <a:pt x="1163" y="267"/>
                </a:cubicBezTo>
                <a:moveTo>
                  <a:pt x="1192" y="311"/>
                </a:moveTo>
                <a:lnTo>
                  <a:pt x="361" y="311"/>
                </a:lnTo>
                <a:cubicBezTo>
                  <a:pt x="355" y="311"/>
                  <a:pt x="350" y="307"/>
                  <a:pt x="350" y="301"/>
                </a:cubicBezTo>
                <a:cubicBezTo>
                  <a:pt x="350" y="295"/>
                  <a:pt x="355" y="291"/>
                  <a:pt x="361" y="291"/>
                </a:cubicBezTo>
                <a:lnTo>
                  <a:pt x="1192" y="291"/>
                </a:lnTo>
                <a:cubicBezTo>
                  <a:pt x="1198" y="291"/>
                  <a:pt x="1202" y="295"/>
                  <a:pt x="1202" y="301"/>
                </a:cubicBezTo>
                <a:cubicBezTo>
                  <a:pt x="1202" y="307"/>
                  <a:pt x="1198" y="311"/>
                  <a:pt x="1192" y="311"/>
                </a:cubicBezTo>
                <a:moveTo>
                  <a:pt x="1220" y="357"/>
                </a:moveTo>
                <a:lnTo>
                  <a:pt x="390" y="354"/>
                </a:lnTo>
                <a:cubicBezTo>
                  <a:pt x="384" y="354"/>
                  <a:pt x="380" y="349"/>
                  <a:pt x="380" y="343"/>
                </a:cubicBezTo>
                <a:cubicBezTo>
                  <a:pt x="380" y="338"/>
                  <a:pt x="384" y="333"/>
                  <a:pt x="390" y="333"/>
                </a:cubicBezTo>
                <a:lnTo>
                  <a:pt x="1220" y="336"/>
                </a:lnTo>
                <a:cubicBezTo>
                  <a:pt x="1226" y="336"/>
                  <a:pt x="1230" y="341"/>
                  <a:pt x="1230" y="346"/>
                </a:cubicBezTo>
                <a:cubicBezTo>
                  <a:pt x="1230" y="352"/>
                  <a:pt x="1226" y="357"/>
                  <a:pt x="1220" y="357"/>
                </a:cubicBezTo>
                <a:moveTo>
                  <a:pt x="1248" y="399"/>
                </a:moveTo>
                <a:lnTo>
                  <a:pt x="419" y="399"/>
                </a:lnTo>
                <a:cubicBezTo>
                  <a:pt x="414" y="399"/>
                  <a:pt x="409" y="394"/>
                  <a:pt x="409" y="389"/>
                </a:cubicBezTo>
                <a:cubicBezTo>
                  <a:pt x="409" y="383"/>
                  <a:pt x="414" y="379"/>
                  <a:pt x="419" y="379"/>
                </a:cubicBezTo>
                <a:lnTo>
                  <a:pt x="1248" y="379"/>
                </a:lnTo>
                <a:cubicBezTo>
                  <a:pt x="1254" y="379"/>
                  <a:pt x="1259" y="383"/>
                  <a:pt x="1259" y="389"/>
                </a:cubicBezTo>
                <a:cubicBezTo>
                  <a:pt x="1259" y="394"/>
                  <a:pt x="1254" y="399"/>
                  <a:pt x="1248" y="399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9"/>
          <p:cNvSpPr/>
          <p:nvPr/>
        </p:nvSpPr>
        <p:spPr>
          <a:xfrm rot="10800000" flipH="1">
            <a:off x="329302" y="396724"/>
            <a:ext cx="193650" cy="28557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9"/>
          <p:cNvSpPr/>
          <p:nvPr/>
        </p:nvSpPr>
        <p:spPr>
          <a:xfrm rot="10800000" flipH="1">
            <a:off x="7789677" y="223562"/>
            <a:ext cx="150750" cy="22232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9"/>
          <p:cNvSpPr/>
          <p:nvPr/>
        </p:nvSpPr>
        <p:spPr>
          <a:xfrm rot="10800000" flipH="1">
            <a:off x="1973329" y="4603989"/>
            <a:ext cx="222761" cy="328500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9"/>
          <p:cNvSpPr/>
          <p:nvPr/>
        </p:nvSpPr>
        <p:spPr>
          <a:xfrm rot="-873374">
            <a:off x="247205" y="4138252"/>
            <a:ext cx="1257337" cy="706889"/>
          </a:xfrm>
          <a:custGeom>
            <a:avLst/>
            <a:gdLst/>
            <a:ahLst/>
            <a:cxnLst/>
            <a:rect l="l" t="t" r="r" b="b"/>
            <a:pathLst>
              <a:path w="1535" h="863" extrusionOk="0">
                <a:moveTo>
                  <a:pt x="1081" y="0"/>
                </a:moveTo>
                <a:lnTo>
                  <a:pt x="41" y="0"/>
                </a:lnTo>
                <a:lnTo>
                  <a:pt x="41" y="66"/>
                </a:lnTo>
                <a:lnTo>
                  <a:pt x="0" y="66"/>
                </a:lnTo>
                <a:lnTo>
                  <a:pt x="41" y="128"/>
                </a:lnTo>
                <a:lnTo>
                  <a:pt x="41" y="219"/>
                </a:lnTo>
                <a:lnTo>
                  <a:pt x="474" y="862"/>
                </a:lnTo>
                <a:lnTo>
                  <a:pt x="1534" y="829"/>
                </a:lnTo>
                <a:lnTo>
                  <a:pt x="1534" y="685"/>
                </a:lnTo>
                <a:lnTo>
                  <a:pt x="1081" y="0"/>
                </a:lnTo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374" name="Google Shape;374;p29"/>
          <p:cNvSpPr/>
          <p:nvPr/>
        </p:nvSpPr>
        <p:spPr>
          <a:xfrm rot="-873374">
            <a:off x="236246" y="4137195"/>
            <a:ext cx="1264709" cy="682316"/>
          </a:xfrm>
          <a:custGeom>
            <a:avLst/>
            <a:gdLst/>
            <a:ahLst/>
            <a:cxnLst/>
            <a:rect l="l" t="t" r="r" b="b"/>
            <a:pathLst>
              <a:path w="1544" h="833" extrusionOk="0">
                <a:moveTo>
                  <a:pt x="486" y="832"/>
                </a:moveTo>
                <a:lnTo>
                  <a:pt x="47" y="198"/>
                </a:lnTo>
                <a:lnTo>
                  <a:pt x="57" y="191"/>
                </a:lnTo>
                <a:lnTo>
                  <a:pt x="493" y="820"/>
                </a:lnTo>
                <a:lnTo>
                  <a:pt x="1543" y="787"/>
                </a:lnTo>
                <a:lnTo>
                  <a:pt x="1543" y="799"/>
                </a:lnTo>
                <a:lnTo>
                  <a:pt x="486" y="832"/>
                </a:lnTo>
                <a:moveTo>
                  <a:pt x="1500" y="737"/>
                </a:moveTo>
                <a:lnTo>
                  <a:pt x="1500" y="725"/>
                </a:lnTo>
                <a:lnTo>
                  <a:pt x="462" y="750"/>
                </a:lnTo>
                <a:lnTo>
                  <a:pt x="10" y="68"/>
                </a:lnTo>
                <a:lnTo>
                  <a:pt x="0" y="74"/>
                </a:lnTo>
                <a:lnTo>
                  <a:pt x="453" y="759"/>
                </a:lnTo>
                <a:lnTo>
                  <a:pt x="455" y="762"/>
                </a:lnTo>
                <a:lnTo>
                  <a:pt x="1500" y="737"/>
                </a:lnTo>
                <a:moveTo>
                  <a:pt x="1543" y="682"/>
                </a:moveTo>
                <a:lnTo>
                  <a:pt x="507" y="682"/>
                </a:lnTo>
                <a:lnTo>
                  <a:pt x="55" y="0"/>
                </a:lnTo>
                <a:lnTo>
                  <a:pt x="45" y="7"/>
                </a:lnTo>
                <a:lnTo>
                  <a:pt x="501" y="694"/>
                </a:lnTo>
                <a:lnTo>
                  <a:pt x="1543" y="694"/>
                </a:lnTo>
                <a:lnTo>
                  <a:pt x="1543" y="682"/>
                </a:lnTo>
                <a:moveTo>
                  <a:pt x="1296" y="556"/>
                </a:moveTo>
                <a:lnTo>
                  <a:pt x="607" y="556"/>
                </a:lnTo>
                <a:cubicBezTo>
                  <a:pt x="596" y="556"/>
                  <a:pt x="587" y="547"/>
                  <a:pt x="587" y="535"/>
                </a:cubicBezTo>
                <a:cubicBezTo>
                  <a:pt x="587" y="524"/>
                  <a:pt x="596" y="514"/>
                  <a:pt x="607" y="514"/>
                </a:cubicBezTo>
                <a:lnTo>
                  <a:pt x="1296" y="514"/>
                </a:lnTo>
                <a:cubicBezTo>
                  <a:pt x="1307" y="514"/>
                  <a:pt x="1317" y="524"/>
                  <a:pt x="1317" y="535"/>
                </a:cubicBezTo>
                <a:cubicBezTo>
                  <a:pt x="1317" y="547"/>
                  <a:pt x="1307" y="556"/>
                  <a:pt x="1296" y="556"/>
                </a:cubicBezTo>
                <a:moveTo>
                  <a:pt x="1135" y="224"/>
                </a:moveTo>
                <a:lnTo>
                  <a:pt x="302" y="224"/>
                </a:lnTo>
                <a:cubicBezTo>
                  <a:pt x="296" y="224"/>
                  <a:pt x="292" y="219"/>
                  <a:pt x="292" y="213"/>
                </a:cubicBezTo>
                <a:cubicBezTo>
                  <a:pt x="292" y="208"/>
                  <a:pt x="296" y="203"/>
                  <a:pt x="302" y="203"/>
                </a:cubicBezTo>
                <a:lnTo>
                  <a:pt x="1135" y="203"/>
                </a:lnTo>
                <a:cubicBezTo>
                  <a:pt x="1141" y="203"/>
                  <a:pt x="1145" y="208"/>
                  <a:pt x="1145" y="213"/>
                </a:cubicBezTo>
                <a:cubicBezTo>
                  <a:pt x="1145" y="219"/>
                  <a:pt x="1141" y="224"/>
                  <a:pt x="1135" y="224"/>
                </a:cubicBezTo>
                <a:moveTo>
                  <a:pt x="1163" y="267"/>
                </a:moveTo>
                <a:lnTo>
                  <a:pt x="331" y="267"/>
                </a:lnTo>
                <a:cubicBezTo>
                  <a:pt x="326" y="267"/>
                  <a:pt x="321" y="263"/>
                  <a:pt x="321" y="257"/>
                </a:cubicBezTo>
                <a:cubicBezTo>
                  <a:pt x="321" y="252"/>
                  <a:pt x="326" y="247"/>
                  <a:pt x="331" y="247"/>
                </a:cubicBezTo>
                <a:lnTo>
                  <a:pt x="1163" y="247"/>
                </a:lnTo>
                <a:cubicBezTo>
                  <a:pt x="1169" y="247"/>
                  <a:pt x="1174" y="252"/>
                  <a:pt x="1174" y="257"/>
                </a:cubicBezTo>
                <a:cubicBezTo>
                  <a:pt x="1174" y="263"/>
                  <a:pt x="1169" y="267"/>
                  <a:pt x="1163" y="267"/>
                </a:cubicBezTo>
                <a:moveTo>
                  <a:pt x="1192" y="311"/>
                </a:moveTo>
                <a:lnTo>
                  <a:pt x="361" y="311"/>
                </a:lnTo>
                <a:cubicBezTo>
                  <a:pt x="355" y="311"/>
                  <a:pt x="350" y="307"/>
                  <a:pt x="350" y="301"/>
                </a:cubicBezTo>
                <a:cubicBezTo>
                  <a:pt x="350" y="295"/>
                  <a:pt x="355" y="291"/>
                  <a:pt x="361" y="291"/>
                </a:cubicBezTo>
                <a:lnTo>
                  <a:pt x="1192" y="291"/>
                </a:lnTo>
                <a:cubicBezTo>
                  <a:pt x="1198" y="291"/>
                  <a:pt x="1202" y="295"/>
                  <a:pt x="1202" y="301"/>
                </a:cubicBezTo>
                <a:cubicBezTo>
                  <a:pt x="1202" y="307"/>
                  <a:pt x="1198" y="311"/>
                  <a:pt x="1192" y="311"/>
                </a:cubicBezTo>
                <a:moveTo>
                  <a:pt x="1220" y="357"/>
                </a:moveTo>
                <a:lnTo>
                  <a:pt x="390" y="354"/>
                </a:lnTo>
                <a:cubicBezTo>
                  <a:pt x="384" y="354"/>
                  <a:pt x="380" y="349"/>
                  <a:pt x="380" y="343"/>
                </a:cubicBezTo>
                <a:cubicBezTo>
                  <a:pt x="380" y="338"/>
                  <a:pt x="384" y="333"/>
                  <a:pt x="390" y="333"/>
                </a:cubicBezTo>
                <a:lnTo>
                  <a:pt x="1220" y="336"/>
                </a:lnTo>
                <a:cubicBezTo>
                  <a:pt x="1226" y="336"/>
                  <a:pt x="1230" y="341"/>
                  <a:pt x="1230" y="346"/>
                </a:cubicBezTo>
                <a:cubicBezTo>
                  <a:pt x="1230" y="352"/>
                  <a:pt x="1226" y="357"/>
                  <a:pt x="1220" y="357"/>
                </a:cubicBezTo>
                <a:moveTo>
                  <a:pt x="1248" y="399"/>
                </a:moveTo>
                <a:lnTo>
                  <a:pt x="419" y="399"/>
                </a:lnTo>
                <a:cubicBezTo>
                  <a:pt x="414" y="399"/>
                  <a:pt x="409" y="394"/>
                  <a:pt x="409" y="389"/>
                </a:cubicBezTo>
                <a:cubicBezTo>
                  <a:pt x="409" y="383"/>
                  <a:pt x="414" y="379"/>
                  <a:pt x="419" y="379"/>
                </a:cubicBezTo>
                <a:lnTo>
                  <a:pt x="1248" y="379"/>
                </a:lnTo>
                <a:cubicBezTo>
                  <a:pt x="1254" y="379"/>
                  <a:pt x="1259" y="383"/>
                  <a:pt x="1259" y="389"/>
                </a:cubicBezTo>
                <a:cubicBezTo>
                  <a:pt x="1259" y="394"/>
                  <a:pt x="1254" y="399"/>
                  <a:pt x="1248" y="399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29"/>
          <p:cNvGrpSpPr/>
          <p:nvPr/>
        </p:nvGrpSpPr>
        <p:grpSpPr>
          <a:xfrm>
            <a:off x="8129818" y="2565684"/>
            <a:ext cx="1014175" cy="1227154"/>
            <a:chOff x="3270827" y="3833059"/>
            <a:chExt cx="1185476" cy="1434429"/>
          </a:xfrm>
        </p:grpSpPr>
        <p:sp>
          <p:nvSpPr>
            <p:cNvPr id="376" name="Google Shape;376;p29"/>
            <p:cNvSpPr/>
            <p:nvPr/>
          </p:nvSpPr>
          <p:spPr>
            <a:xfrm>
              <a:off x="3270827" y="3944543"/>
              <a:ext cx="813110" cy="1322945"/>
            </a:xfrm>
            <a:custGeom>
              <a:avLst/>
              <a:gdLst/>
              <a:ahLst/>
              <a:cxnLst/>
              <a:rect l="l" t="t" r="r" b="b"/>
              <a:pathLst>
                <a:path w="1094" h="1780" extrusionOk="0">
                  <a:moveTo>
                    <a:pt x="1093" y="96"/>
                  </a:moveTo>
                  <a:lnTo>
                    <a:pt x="200" y="1779"/>
                  </a:lnTo>
                  <a:lnTo>
                    <a:pt x="164" y="1762"/>
                  </a:lnTo>
                  <a:lnTo>
                    <a:pt x="146" y="1753"/>
                  </a:lnTo>
                  <a:lnTo>
                    <a:pt x="112" y="1737"/>
                  </a:lnTo>
                  <a:lnTo>
                    <a:pt x="93" y="1728"/>
                  </a:lnTo>
                  <a:lnTo>
                    <a:pt x="53" y="1709"/>
                  </a:lnTo>
                  <a:lnTo>
                    <a:pt x="35" y="1700"/>
                  </a:lnTo>
                  <a:lnTo>
                    <a:pt x="0" y="1683"/>
                  </a:lnTo>
                  <a:lnTo>
                    <a:pt x="893" y="0"/>
                  </a:lnTo>
                  <a:lnTo>
                    <a:pt x="930" y="18"/>
                  </a:lnTo>
                  <a:lnTo>
                    <a:pt x="948" y="27"/>
                  </a:lnTo>
                  <a:lnTo>
                    <a:pt x="988" y="46"/>
                  </a:lnTo>
                  <a:lnTo>
                    <a:pt x="1007" y="55"/>
                  </a:lnTo>
                  <a:lnTo>
                    <a:pt x="1041" y="71"/>
                  </a:lnTo>
                  <a:lnTo>
                    <a:pt x="1059" y="80"/>
                  </a:lnTo>
                  <a:lnTo>
                    <a:pt x="1093" y="96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77" name="Google Shape;377;p29"/>
            <p:cNvSpPr/>
            <p:nvPr/>
          </p:nvSpPr>
          <p:spPr>
            <a:xfrm>
              <a:off x="3419476" y="3985421"/>
              <a:ext cx="1036827" cy="1282067"/>
            </a:xfrm>
            <a:custGeom>
              <a:avLst/>
              <a:gdLst/>
              <a:ahLst/>
              <a:cxnLst/>
              <a:rect l="l" t="t" r="r" b="b"/>
              <a:pathLst>
                <a:path w="1395" h="1725" extrusionOk="0">
                  <a:moveTo>
                    <a:pt x="0" y="1724"/>
                  </a:moveTo>
                  <a:lnTo>
                    <a:pt x="563" y="1683"/>
                  </a:lnTo>
                  <a:lnTo>
                    <a:pt x="1394" y="0"/>
                  </a:lnTo>
                  <a:lnTo>
                    <a:pt x="893" y="41"/>
                  </a:lnTo>
                  <a:lnTo>
                    <a:pt x="0" y="172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8" name="Google Shape;378;p29"/>
            <p:cNvSpPr/>
            <p:nvPr/>
          </p:nvSpPr>
          <p:spPr>
            <a:xfrm>
              <a:off x="3887721" y="3833059"/>
              <a:ext cx="558177" cy="233373"/>
            </a:xfrm>
            <a:custGeom>
              <a:avLst/>
              <a:gdLst/>
              <a:ahLst/>
              <a:cxnLst/>
              <a:rect l="l" t="t" r="r" b="b"/>
              <a:pathLst>
                <a:path w="751" h="314" extrusionOk="0">
                  <a:moveTo>
                    <a:pt x="749" y="161"/>
                  </a:moveTo>
                  <a:cubicBezTo>
                    <a:pt x="738" y="85"/>
                    <a:pt x="677" y="24"/>
                    <a:pt x="601" y="14"/>
                  </a:cubicBezTo>
                  <a:cubicBezTo>
                    <a:pt x="576" y="11"/>
                    <a:pt x="551" y="13"/>
                    <a:pt x="529" y="20"/>
                  </a:cubicBezTo>
                  <a:cubicBezTo>
                    <a:pt x="520" y="17"/>
                    <a:pt x="511" y="15"/>
                    <a:pt x="501" y="14"/>
                  </a:cubicBezTo>
                  <a:cubicBezTo>
                    <a:pt x="476" y="11"/>
                    <a:pt x="452" y="14"/>
                    <a:pt x="429" y="20"/>
                  </a:cubicBezTo>
                  <a:cubicBezTo>
                    <a:pt x="420" y="17"/>
                    <a:pt x="411" y="15"/>
                    <a:pt x="402" y="14"/>
                  </a:cubicBezTo>
                  <a:cubicBezTo>
                    <a:pt x="376" y="11"/>
                    <a:pt x="352" y="13"/>
                    <a:pt x="330" y="20"/>
                  </a:cubicBezTo>
                  <a:cubicBezTo>
                    <a:pt x="321" y="18"/>
                    <a:pt x="312" y="15"/>
                    <a:pt x="302" y="14"/>
                  </a:cubicBezTo>
                  <a:cubicBezTo>
                    <a:pt x="277" y="11"/>
                    <a:pt x="252" y="13"/>
                    <a:pt x="230" y="20"/>
                  </a:cubicBezTo>
                  <a:cubicBezTo>
                    <a:pt x="221" y="17"/>
                    <a:pt x="212" y="15"/>
                    <a:pt x="202" y="14"/>
                  </a:cubicBezTo>
                  <a:cubicBezTo>
                    <a:pt x="93" y="0"/>
                    <a:pt x="0" y="90"/>
                    <a:pt x="9" y="199"/>
                  </a:cubicBezTo>
                  <a:cubicBezTo>
                    <a:pt x="10" y="212"/>
                    <a:pt x="13" y="225"/>
                    <a:pt x="17" y="238"/>
                  </a:cubicBezTo>
                  <a:lnTo>
                    <a:pt x="43" y="189"/>
                  </a:lnTo>
                  <a:cubicBezTo>
                    <a:pt x="40" y="112"/>
                    <a:pt x="101" y="49"/>
                    <a:pt x="177" y="47"/>
                  </a:cubicBezTo>
                  <a:cubicBezTo>
                    <a:pt x="144" y="72"/>
                    <a:pt x="120" y="107"/>
                    <a:pt x="112" y="148"/>
                  </a:cubicBezTo>
                  <a:lnTo>
                    <a:pt x="147" y="147"/>
                  </a:lnTo>
                  <a:cubicBezTo>
                    <a:pt x="159" y="106"/>
                    <a:pt x="190" y="72"/>
                    <a:pt x="230" y="57"/>
                  </a:cubicBezTo>
                  <a:cubicBezTo>
                    <a:pt x="238" y="60"/>
                    <a:pt x="245" y="64"/>
                    <a:pt x="253" y="68"/>
                  </a:cubicBezTo>
                  <a:cubicBezTo>
                    <a:pt x="233" y="90"/>
                    <a:pt x="219" y="116"/>
                    <a:pt x="212" y="145"/>
                  </a:cubicBezTo>
                  <a:lnTo>
                    <a:pt x="248" y="143"/>
                  </a:lnTo>
                  <a:cubicBezTo>
                    <a:pt x="254" y="123"/>
                    <a:pt x="265" y="105"/>
                    <a:pt x="279" y="90"/>
                  </a:cubicBezTo>
                  <a:cubicBezTo>
                    <a:pt x="299" y="111"/>
                    <a:pt x="313" y="138"/>
                    <a:pt x="316" y="168"/>
                  </a:cubicBezTo>
                  <a:cubicBezTo>
                    <a:pt x="321" y="212"/>
                    <a:pt x="305" y="253"/>
                    <a:pt x="277" y="281"/>
                  </a:cubicBezTo>
                  <a:cubicBezTo>
                    <a:pt x="271" y="287"/>
                    <a:pt x="270" y="296"/>
                    <a:pt x="275" y="303"/>
                  </a:cubicBezTo>
                  <a:cubicBezTo>
                    <a:pt x="281" y="312"/>
                    <a:pt x="294" y="313"/>
                    <a:pt x="301" y="306"/>
                  </a:cubicBezTo>
                  <a:cubicBezTo>
                    <a:pt x="337" y="270"/>
                    <a:pt x="357" y="218"/>
                    <a:pt x="350" y="161"/>
                  </a:cubicBezTo>
                  <a:cubicBezTo>
                    <a:pt x="349" y="154"/>
                    <a:pt x="348" y="147"/>
                    <a:pt x="346" y="139"/>
                  </a:cubicBezTo>
                  <a:lnTo>
                    <a:pt x="349" y="139"/>
                  </a:lnTo>
                  <a:cubicBezTo>
                    <a:pt x="355" y="121"/>
                    <a:pt x="366" y="104"/>
                    <a:pt x="379" y="90"/>
                  </a:cubicBezTo>
                  <a:cubicBezTo>
                    <a:pt x="392" y="104"/>
                    <a:pt x="402" y="120"/>
                    <a:pt x="408" y="137"/>
                  </a:cubicBezTo>
                  <a:cubicBezTo>
                    <a:pt x="409" y="140"/>
                    <a:pt x="410" y="142"/>
                    <a:pt x="411" y="145"/>
                  </a:cubicBezTo>
                  <a:cubicBezTo>
                    <a:pt x="413" y="153"/>
                    <a:pt x="415" y="160"/>
                    <a:pt x="416" y="168"/>
                  </a:cubicBezTo>
                  <a:cubicBezTo>
                    <a:pt x="418" y="188"/>
                    <a:pt x="416" y="207"/>
                    <a:pt x="411" y="224"/>
                  </a:cubicBezTo>
                  <a:cubicBezTo>
                    <a:pt x="410" y="227"/>
                    <a:pt x="409" y="231"/>
                    <a:pt x="407" y="234"/>
                  </a:cubicBezTo>
                  <a:cubicBezTo>
                    <a:pt x="400" y="252"/>
                    <a:pt x="390" y="268"/>
                    <a:pt x="377" y="281"/>
                  </a:cubicBezTo>
                  <a:cubicBezTo>
                    <a:pt x="371" y="287"/>
                    <a:pt x="370" y="296"/>
                    <a:pt x="374" y="303"/>
                  </a:cubicBezTo>
                  <a:lnTo>
                    <a:pt x="375" y="303"/>
                  </a:lnTo>
                  <a:cubicBezTo>
                    <a:pt x="381" y="312"/>
                    <a:pt x="393" y="313"/>
                    <a:pt x="401" y="306"/>
                  </a:cubicBezTo>
                  <a:cubicBezTo>
                    <a:pt x="421" y="285"/>
                    <a:pt x="436" y="260"/>
                    <a:pt x="445" y="231"/>
                  </a:cubicBezTo>
                  <a:cubicBezTo>
                    <a:pt x="451" y="209"/>
                    <a:pt x="453" y="186"/>
                    <a:pt x="450" y="161"/>
                  </a:cubicBezTo>
                  <a:cubicBezTo>
                    <a:pt x="449" y="156"/>
                    <a:pt x="448" y="150"/>
                    <a:pt x="447" y="145"/>
                  </a:cubicBezTo>
                  <a:cubicBezTo>
                    <a:pt x="446" y="142"/>
                    <a:pt x="445" y="139"/>
                    <a:pt x="444" y="135"/>
                  </a:cubicBezTo>
                  <a:lnTo>
                    <a:pt x="450" y="135"/>
                  </a:lnTo>
                  <a:cubicBezTo>
                    <a:pt x="456" y="118"/>
                    <a:pt x="466" y="103"/>
                    <a:pt x="479" y="90"/>
                  </a:cubicBezTo>
                  <a:cubicBezTo>
                    <a:pt x="490" y="102"/>
                    <a:pt x="500" y="117"/>
                    <a:pt x="506" y="133"/>
                  </a:cubicBezTo>
                  <a:cubicBezTo>
                    <a:pt x="511" y="144"/>
                    <a:pt x="514" y="156"/>
                    <a:pt x="515" y="168"/>
                  </a:cubicBezTo>
                  <a:cubicBezTo>
                    <a:pt x="518" y="188"/>
                    <a:pt x="516" y="208"/>
                    <a:pt x="510" y="226"/>
                  </a:cubicBezTo>
                  <a:cubicBezTo>
                    <a:pt x="503" y="247"/>
                    <a:pt x="492" y="266"/>
                    <a:pt x="476" y="281"/>
                  </a:cubicBezTo>
                  <a:cubicBezTo>
                    <a:pt x="471" y="287"/>
                    <a:pt x="470" y="296"/>
                    <a:pt x="474" y="303"/>
                  </a:cubicBezTo>
                  <a:cubicBezTo>
                    <a:pt x="480" y="312"/>
                    <a:pt x="493" y="313"/>
                    <a:pt x="500" y="306"/>
                  </a:cubicBezTo>
                  <a:cubicBezTo>
                    <a:pt x="523" y="283"/>
                    <a:pt x="539" y="255"/>
                    <a:pt x="546" y="223"/>
                  </a:cubicBezTo>
                  <a:cubicBezTo>
                    <a:pt x="551" y="203"/>
                    <a:pt x="552" y="183"/>
                    <a:pt x="549" y="161"/>
                  </a:cubicBezTo>
                  <a:cubicBezTo>
                    <a:pt x="548" y="151"/>
                    <a:pt x="546" y="141"/>
                    <a:pt x="543" y="132"/>
                  </a:cubicBezTo>
                  <a:cubicBezTo>
                    <a:pt x="535" y="108"/>
                    <a:pt x="522" y="86"/>
                    <a:pt x="505" y="68"/>
                  </a:cubicBezTo>
                  <a:cubicBezTo>
                    <a:pt x="513" y="64"/>
                    <a:pt x="520" y="60"/>
                    <a:pt x="529" y="56"/>
                  </a:cubicBezTo>
                  <a:cubicBezTo>
                    <a:pt x="562" y="70"/>
                    <a:pt x="590" y="96"/>
                    <a:pt x="604" y="130"/>
                  </a:cubicBezTo>
                  <a:cubicBezTo>
                    <a:pt x="610" y="142"/>
                    <a:pt x="613" y="155"/>
                    <a:pt x="615" y="168"/>
                  </a:cubicBezTo>
                  <a:cubicBezTo>
                    <a:pt x="617" y="185"/>
                    <a:pt x="616" y="202"/>
                    <a:pt x="612" y="218"/>
                  </a:cubicBezTo>
                  <a:cubicBezTo>
                    <a:pt x="606" y="242"/>
                    <a:pt x="593" y="264"/>
                    <a:pt x="576" y="281"/>
                  </a:cubicBezTo>
                  <a:cubicBezTo>
                    <a:pt x="570" y="287"/>
                    <a:pt x="569" y="296"/>
                    <a:pt x="574" y="303"/>
                  </a:cubicBezTo>
                  <a:cubicBezTo>
                    <a:pt x="580" y="312"/>
                    <a:pt x="592" y="313"/>
                    <a:pt x="600" y="306"/>
                  </a:cubicBezTo>
                  <a:cubicBezTo>
                    <a:pt x="624" y="281"/>
                    <a:pt x="641" y="250"/>
                    <a:pt x="647" y="215"/>
                  </a:cubicBezTo>
                  <a:cubicBezTo>
                    <a:pt x="651" y="198"/>
                    <a:pt x="651" y="180"/>
                    <a:pt x="649" y="161"/>
                  </a:cubicBezTo>
                  <a:cubicBezTo>
                    <a:pt x="648" y="157"/>
                    <a:pt x="647" y="153"/>
                    <a:pt x="647" y="149"/>
                  </a:cubicBezTo>
                  <a:cubicBezTo>
                    <a:pt x="638" y="108"/>
                    <a:pt x="614" y="72"/>
                    <a:pt x="582" y="47"/>
                  </a:cubicBezTo>
                  <a:cubicBezTo>
                    <a:pt x="585" y="47"/>
                    <a:pt x="589" y="48"/>
                    <a:pt x="592" y="48"/>
                  </a:cubicBezTo>
                  <a:cubicBezTo>
                    <a:pt x="656" y="54"/>
                    <a:pt x="707" y="105"/>
                    <a:pt x="715" y="168"/>
                  </a:cubicBezTo>
                  <a:cubicBezTo>
                    <a:pt x="715" y="173"/>
                    <a:pt x="715" y="178"/>
                    <a:pt x="715" y="182"/>
                  </a:cubicBezTo>
                  <a:cubicBezTo>
                    <a:pt x="715" y="192"/>
                    <a:pt x="715" y="201"/>
                    <a:pt x="713" y="209"/>
                  </a:cubicBezTo>
                  <a:cubicBezTo>
                    <a:pt x="708" y="237"/>
                    <a:pt x="695" y="262"/>
                    <a:pt x="676" y="281"/>
                  </a:cubicBezTo>
                  <a:cubicBezTo>
                    <a:pt x="670" y="287"/>
                    <a:pt x="669" y="296"/>
                    <a:pt x="673" y="303"/>
                  </a:cubicBezTo>
                  <a:cubicBezTo>
                    <a:pt x="679" y="312"/>
                    <a:pt x="692" y="313"/>
                    <a:pt x="700" y="306"/>
                  </a:cubicBezTo>
                  <a:cubicBezTo>
                    <a:pt x="726" y="280"/>
                    <a:pt x="743" y="245"/>
                    <a:pt x="748" y="207"/>
                  </a:cubicBezTo>
                  <a:cubicBezTo>
                    <a:pt x="749" y="204"/>
                    <a:pt x="749" y="201"/>
                    <a:pt x="749" y="198"/>
                  </a:cubicBezTo>
                  <a:cubicBezTo>
                    <a:pt x="750" y="186"/>
                    <a:pt x="750" y="174"/>
                    <a:pt x="749" y="161"/>
                  </a:cubicBezTo>
                  <a:moveTo>
                    <a:pt x="330" y="100"/>
                  </a:moveTo>
                  <a:cubicBezTo>
                    <a:pt x="323" y="89"/>
                    <a:pt x="315" y="78"/>
                    <a:pt x="306" y="68"/>
                  </a:cubicBezTo>
                  <a:cubicBezTo>
                    <a:pt x="314" y="64"/>
                    <a:pt x="321" y="60"/>
                    <a:pt x="330" y="57"/>
                  </a:cubicBezTo>
                  <a:cubicBezTo>
                    <a:pt x="338" y="60"/>
                    <a:pt x="345" y="64"/>
                    <a:pt x="353" y="68"/>
                  </a:cubicBezTo>
                  <a:cubicBezTo>
                    <a:pt x="344" y="78"/>
                    <a:pt x="336" y="88"/>
                    <a:pt x="330" y="100"/>
                  </a:cubicBezTo>
                  <a:moveTo>
                    <a:pt x="429" y="100"/>
                  </a:moveTo>
                  <a:cubicBezTo>
                    <a:pt x="423" y="89"/>
                    <a:pt x="415" y="78"/>
                    <a:pt x="406" y="68"/>
                  </a:cubicBezTo>
                  <a:cubicBezTo>
                    <a:pt x="413" y="64"/>
                    <a:pt x="421" y="60"/>
                    <a:pt x="429" y="56"/>
                  </a:cubicBezTo>
                  <a:cubicBezTo>
                    <a:pt x="437" y="60"/>
                    <a:pt x="445" y="64"/>
                    <a:pt x="452" y="68"/>
                  </a:cubicBezTo>
                  <a:cubicBezTo>
                    <a:pt x="443" y="78"/>
                    <a:pt x="436" y="89"/>
                    <a:pt x="429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3339949" y="3978732"/>
              <a:ext cx="680069" cy="1257541"/>
            </a:xfrm>
            <a:custGeom>
              <a:avLst/>
              <a:gdLst/>
              <a:ahLst/>
              <a:cxnLst/>
              <a:rect l="l" t="t" r="r" b="b"/>
              <a:pathLst>
                <a:path w="915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9" y="1691"/>
                  </a:lnTo>
                  <a:lnTo>
                    <a:pt x="914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380" name="Google Shape;380;p29"/>
            <p:cNvSpPr/>
            <p:nvPr/>
          </p:nvSpPr>
          <p:spPr>
            <a:xfrm>
              <a:off x="3296841" y="3957921"/>
              <a:ext cx="679326" cy="1257541"/>
            </a:xfrm>
            <a:custGeom>
              <a:avLst/>
              <a:gdLst/>
              <a:ahLst/>
              <a:cxnLst/>
              <a:rect l="l" t="t" r="r" b="b"/>
              <a:pathLst>
                <a:path w="914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8" y="1691"/>
                  </a:lnTo>
                  <a:lnTo>
                    <a:pt x="913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sp>
        <p:nvSpPr>
          <p:cNvPr id="381" name="Google Shape;381;p29"/>
          <p:cNvSpPr/>
          <p:nvPr/>
        </p:nvSpPr>
        <p:spPr>
          <a:xfrm rot="-1977275">
            <a:off x="8563776" y="205928"/>
            <a:ext cx="803890" cy="1021069"/>
          </a:xfrm>
          <a:custGeom>
            <a:avLst/>
            <a:gdLst/>
            <a:ahLst/>
            <a:cxnLst/>
            <a:rect l="l" t="t" r="r" b="b"/>
            <a:pathLst>
              <a:path w="4157" h="3771" extrusionOk="0">
                <a:moveTo>
                  <a:pt x="0" y="0"/>
                </a:moveTo>
                <a:lnTo>
                  <a:pt x="0" y="3770"/>
                </a:lnTo>
                <a:lnTo>
                  <a:pt x="4156" y="3770"/>
                </a:lnTo>
                <a:lnTo>
                  <a:pt x="4156" y="709"/>
                </a:lnTo>
                <a:lnTo>
                  <a:pt x="3115" y="0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82" name="Google Shape;382;p29"/>
          <p:cNvSpPr/>
          <p:nvPr/>
        </p:nvSpPr>
        <p:spPr>
          <a:xfrm rot="-1977275">
            <a:off x="8611528" y="275107"/>
            <a:ext cx="678192" cy="836134"/>
          </a:xfrm>
          <a:custGeom>
            <a:avLst/>
            <a:gdLst/>
            <a:ahLst/>
            <a:cxnLst/>
            <a:rect l="l" t="t" r="r" b="b"/>
            <a:pathLst>
              <a:path w="3507" h="3088" extrusionOk="0">
                <a:moveTo>
                  <a:pt x="181" y="52"/>
                </a:moveTo>
                <a:cubicBezTo>
                  <a:pt x="90" y="53"/>
                  <a:pt x="31" y="55"/>
                  <a:pt x="31" y="55"/>
                </a:cubicBezTo>
                <a:cubicBezTo>
                  <a:pt x="31" y="55"/>
                  <a:pt x="28" y="43"/>
                  <a:pt x="28" y="32"/>
                </a:cubicBezTo>
                <a:cubicBezTo>
                  <a:pt x="28" y="24"/>
                  <a:pt x="30" y="13"/>
                  <a:pt x="34" y="0"/>
                </a:cubicBezTo>
                <a:lnTo>
                  <a:pt x="442" y="0"/>
                </a:lnTo>
                <a:cubicBezTo>
                  <a:pt x="442" y="0"/>
                  <a:pt x="444" y="11"/>
                  <a:pt x="444" y="20"/>
                </a:cubicBezTo>
                <a:cubicBezTo>
                  <a:pt x="444" y="28"/>
                  <a:pt x="442" y="43"/>
                  <a:pt x="437" y="55"/>
                </a:cubicBezTo>
                <a:cubicBezTo>
                  <a:pt x="427" y="54"/>
                  <a:pt x="348" y="52"/>
                  <a:pt x="285" y="52"/>
                </a:cubicBezTo>
                <a:lnTo>
                  <a:pt x="285" y="423"/>
                </a:lnTo>
                <a:lnTo>
                  <a:pt x="181" y="423"/>
                </a:lnTo>
                <a:lnTo>
                  <a:pt x="181" y="52"/>
                </a:lnTo>
                <a:moveTo>
                  <a:pt x="2612" y="352"/>
                </a:moveTo>
                <a:lnTo>
                  <a:pt x="515" y="352"/>
                </a:lnTo>
                <a:cubicBezTo>
                  <a:pt x="476" y="352"/>
                  <a:pt x="476" y="407"/>
                  <a:pt x="515" y="407"/>
                </a:cubicBezTo>
                <a:lnTo>
                  <a:pt x="2612" y="407"/>
                </a:lnTo>
                <a:cubicBezTo>
                  <a:pt x="2652" y="407"/>
                  <a:pt x="2652" y="352"/>
                  <a:pt x="2612" y="352"/>
                </a:cubicBezTo>
                <a:moveTo>
                  <a:pt x="3443" y="595"/>
                </a:moveTo>
                <a:lnTo>
                  <a:pt x="63" y="595"/>
                </a:lnTo>
                <a:cubicBezTo>
                  <a:pt x="0" y="595"/>
                  <a:pt x="0" y="651"/>
                  <a:pt x="63" y="651"/>
                </a:cubicBezTo>
                <a:lnTo>
                  <a:pt x="3443" y="651"/>
                </a:lnTo>
                <a:cubicBezTo>
                  <a:pt x="3506" y="651"/>
                  <a:pt x="3506" y="595"/>
                  <a:pt x="3443" y="595"/>
                </a:cubicBezTo>
                <a:moveTo>
                  <a:pt x="3443" y="839"/>
                </a:moveTo>
                <a:lnTo>
                  <a:pt x="63" y="839"/>
                </a:lnTo>
                <a:cubicBezTo>
                  <a:pt x="0" y="839"/>
                  <a:pt x="0" y="894"/>
                  <a:pt x="63" y="894"/>
                </a:cubicBezTo>
                <a:lnTo>
                  <a:pt x="3443" y="894"/>
                </a:lnTo>
                <a:cubicBezTo>
                  <a:pt x="3506" y="894"/>
                  <a:pt x="3506" y="839"/>
                  <a:pt x="3443" y="839"/>
                </a:cubicBezTo>
                <a:moveTo>
                  <a:pt x="3443" y="1082"/>
                </a:moveTo>
                <a:lnTo>
                  <a:pt x="63" y="1082"/>
                </a:lnTo>
                <a:cubicBezTo>
                  <a:pt x="0" y="1082"/>
                  <a:pt x="0" y="1138"/>
                  <a:pt x="63" y="1138"/>
                </a:cubicBezTo>
                <a:lnTo>
                  <a:pt x="3443" y="1138"/>
                </a:lnTo>
                <a:cubicBezTo>
                  <a:pt x="3506" y="1138"/>
                  <a:pt x="3506" y="1082"/>
                  <a:pt x="3443" y="1082"/>
                </a:cubicBezTo>
                <a:moveTo>
                  <a:pt x="3443" y="1326"/>
                </a:moveTo>
                <a:lnTo>
                  <a:pt x="63" y="1326"/>
                </a:lnTo>
                <a:cubicBezTo>
                  <a:pt x="0" y="1326"/>
                  <a:pt x="0" y="1382"/>
                  <a:pt x="63" y="1382"/>
                </a:cubicBezTo>
                <a:lnTo>
                  <a:pt x="3443" y="1382"/>
                </a:lnTo>
                <a:cubicBezTo>
                  <a:pt x="3506" y="1382"/>
                  <a:pt x="3506" y="1326"/>
                  <a:pt x="3443" y="1326"/>
                </a:cubicBezTo>
                <a:moveTo>
                  <a:pt x="3443" y="1570"/>
                </a:moveTo>
                <a:lnTo>
                  <a:pt x="63" y="1570"/>
                </a:lnTo>
                <a:cubicBezTo>
                  <a:pt x="0" y="1570"/>
                  <a:pt x="0" y="1625"/>
                  <a:pt x="63" y="1625"/>
                </a:cubicBezTo>
                <a:lnTo>
                  <a:pt x="3443" y="1625"/>
                </a:lnTo>
                <a:cubicBezTo>
                  <a:pt x="3506" y="1625"/>
                  <a:pt x="3506" y="1570"/>
                  <a:pt x="3443" y="1570"/>
                </a:cubicBezTo>
                <a:moveTo>
                  <a:pt x="3443" y="1813"/>
                </a:moveTo>
                <a:lnTo>
                  <a:pt x="63" y="1813"/>
                </a:lnTo>
                <a:cubicBezTo>
                  <a:pt x="0" y="1813"/>
                  <a:pt x="0" y="1869"/>
                  <a:pt x="63" y="1869"/>
                </a:cubicBezTo>
                <a:lnTo>
                  <a:pt x="3443" y="1869"/>
                </a:lnTo>
                <a:cubicBezTo>
                  <a:pt x="3506" y="1869"/>
                  <a:pt x="3506" y="1813"/>
                  <a:pt x="3443" y="1813"/>
                </a:cubicBezTo>
                <a:moveTo>
                  <a:pt x="3443" y="2057"/>
                </a:moveTo>
                <a:lnTo>
                  <a:pt x="63" y="2057"/>
                </a:lnTo>
                <a:cubicBezTo>
                  <a:pt x="0" y="2057"/>
                  <a:pt x="0" y="2113"/>
                  <a:pt x="63" y="2113"/>
                </a:cubicBezTo>
                <a:lnTo>
                  <a:pt x="3443" y="2113"/>
                </a:lnTo>
                <a:cubicBezTo>
                  <a:pt x="3506" y="2113"/>
                  <a:pt x="3506" y="2057"/>
                  <a:pt x="3443" y="2057"/>
                </a:cubicBezTo>
                <a:moveTo>
                  <a:pt x="3443" y="2301"/>
                </a:moveTo>
                <a:lnTo>
                  <a:pt x="63" y="2301"/>
                </a:lnTo>
                <a:cubicBezTo>
                  <a:pt x="0" y="2301"/>
                  <a:pt x="0" y="2356"/>
                  <a:pt x="63" y="2356"/>
                </a:cubicBezTo>
                <a:lnTo>
                  <a:pt x="3443" y="2356"/>
                </a:lnTo>
                <a:cubicBezTo>
                  <a:pt x="3506" y="2356"/>
                  <a:pt x="3506" y="2301"/>
                  <a:pt x="3443" y="2301"/>
                </a:cubicBezTo>
                <a:moveTo>
                  <a:pt x="3443" y="2544"/>
                </a:moveTo>
                <a:lnTo>
                  <a:pt x="63" y="2544"/>
                </a:lnTo>
                <a:cubicBezTo>
                  <a:pt x="0" y="2544"/>
                  <a:pt x="0" y="2600"/>
                  <a:pt x="63" y="2600"/>
                </a:cubicBezTo>
                <a:lnTo>
                  <a:pt x="3443" y="2600"/>
                </a:lnTo>
                <a:cubicBezTo>
                  <a:pt x="3506" y="2600"/>
                  <a:pt x="3506" y="2544"/>
                  <a:pt x="3443" y="2544"/>
                </a:cubicBezTo>
                <a:moveTo>
                  <a:pt x="3443" y="2788"/>
                </a:moveTo>
                <a:lnTo>
                  <a:pt x="63" y="2788"/>
                </a:lnTo>
                <a:cubicBezTo>
                  <a:pt x="0" y="2788"/>
                  <a:pt x="0" y="2843"/>
                  <a:pt x="63" y="2843"/>
                </a:cubicBezTo>
                <a:lnTo>
                  <a:pt x="3443" y="2843"/>
                </a:lnTo>
                <a:cubicBezTo>
                  <a:pt x="3506" y="2844"/>
                  <a:pt x="3506" y="2788"/>
                  <a:pt x="3443" y="2788"/>
                </a:cubicBezTo>
                <a:moveTo>
                  <a:pt x="3443" y="3031"/>
                </a:moveTo>
                <a:lnTo>
                  <a:pt x="63" y="3031"/>
                </a:lnTo>
                <a:cubicBezTo>
                  <a:pt x="0" y="3031"/>
                  <a:pt x="0" y="3087"/>
                  <a:pt x="63" y="3087"/>
                </a:cubicBezTo>
                <a:lnTo>
                  <a:pt x="3443" y="3087"/>
                </a:lnTo>
                <a:cubicBezTo>
                  <a:pt x="3506" y="3087"/>
                  <a:pt x="3506" y="3031"/>
                  <a:pt x="3443" y="3031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8787500" y="1825338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29"/>
          <p:cNvGrpSpPr/>
          <p:nvPr/>
        </p:nvGrpSpPr>
        <p:grpSpPr>
          <a:xfrm flipH="1">
            <a:off x="-193232" y="885984"/>
            <a:ext cx="1014175" cy="1227154"/>
            <a:chOff x="3270827" y="3833059"/>
            <a:chExt cx="1185476" cy="1434429"/>
          </a:xfrm>
        </p:grpSpPr>
        <p:sp>
          <p:nvSpPr>
            <p:cNvPr id="385" name="Google Shape;385;p29"/>
            <p:cNvSpPr/>
            <p:nvPr/>
          </p:nvSpPr>
          <p:spPr>
            <a:xfrm>
              <a:off x="3270827" y="3944543"/>
              <a:ext cx="813110" cy="1322945"/>
            </a:xfrm>
            <a:custGeom>
              <a:avLst/>
              <a:gdLst/>
              <a:ahLst/>
              <a:cxnLst/>
              <a:rect l="l" t="t" r="r" b="b"/>
              <a:pathLst>
                <a:path w="1094" h="1780" extrusionOk="0">
                  <a:moveTo>
                    <a:pt x="1093" y="96"/>
                  </a:moveTo>
                  <a:lnTo>
                    <a:pt x="200" y="1779"/>
                  </a:lnTo>
                  <a:lnTo>
                    <a:pt x="164" y="1762"/>
                  </a:lnTo>
                  <a:lnTo>
                    <a:pt x="146" y="1753"/>
                  </a:lnTo>
                  <a:lnTo>
                    <a:pt x="112" y="1737"/>
                  </a:lnTo>
                  <a:lnTo>
                    <a:pt x="93" y="1728"/>
                  </a:lnTo>
                  <a:lnTo>
                    <a:pt x="53" y="1709"/>
                  </a:lnTo>
                  <a:lnTo>
                    <a:pt x="35" y="1700"/>
                  </a:lnTo>
                  <a:lnTo>
                    <a:pt x="0" y="1683"/>
                  </a:lnTo>
                  <a:lnTo>
                    <a:pt x="893" y="0"/>
                  </a:lnTo>
                  <a:lnTo>
                    <a:pt x="930" y="18"/>
                  </a:lnTo>
                  <a:lnTo>
                    <a:pt x="948" y="27"/>
                  </a:lnTo>
                  <a:lnTo>
                    <a:pt x="988" y="46"/>
                  </a:lnTo>
                  <a:lnTo>
                    <a:pt x="1007" y="55"/>
                  </a:lnTo>
                  <a:lnTo>
                    <a:pt x="1041" y="71"/>
                  </a:lnTo>
                  <a:lnTo>
                    <a:pt x="1059" y="80"/>
                  </a:lnTo>
                  <a:lnTo>
                    <a:pt x="1093" y="96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86" name="Google Shape;386;p29"/>
            <p:cNvSpPr/>
            <p:nvPr/>
          </p:nvSpPr>
          <p:spPr>
            <a:xfrm>
              <a:off x="3419476" y="3985421"/>
              <a:ext cx="1036827" cy="1282067"/>
            </a:xfrm>
            <a:custGeom>
              <a:avLst/>
              <a:gdLst/>
              <a:ahLst/>
              <a:cxnLst/>
              <a:rect l="l" t="t" r="r" b="b"/>
              <a:pathLst>
                <a:path w="1395" h="1725" extrusionOk="0">
                  <a:moveTo>
                    <a:pt x="0" y="1724"/>
                  </a:moveTo>
                  <a:lnTo>
                    <a:pt x="563" y="1683"/>
                  </a:lnTo>
                  <a:lnTo>
                    <a:pt x="1394" y="0"/>
                  </a:lnTo>
                  <a:lnTo>
                    <a:pt x="893" y="41"/>
                  </a:lnTo>
                  <a:lnTo>
                    <a:pt x="0" y="172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7" name="Google Shape;387;p29"/>
            <p:cNvSpPr/>
            <p:nvPr/>
          </p:nvSpPr>
          <p:spPr>
            <a:xfrm>
              <a:off x="3887721" y="3833059"/>
              <a:ext cx="558177" cy="233373"/>
            </a:xfrm>
            <a:custGeom>
              <a:avLst/>
              <a:gdLst/>
              <a:ahLst/>
              <a:cxnLst/>
              <a:rect l="l" t="t" r="r" b="b"/>
              <a:pathLst>
                <a:path w="751" h="314" extrusionOk="0">
                  <a:moveTo>
                    <a:pt x="749" y="161"/>
                  </a:moveTo>
                  <a:cubicBezTo>
                    <a:pt x="738" y="85"/>
                    <a:pt x="677" y="24"/>
                    <a:pt x="601" y="14"/>
                  </a:cubicBezTo>
                  <a:cubicBezTo>
                    <a:pt x="576" y="11"/>
                    <a:pt x="551" y="13"/>
                    <a:pt x="529" y="20"/>
                  </a:cubicBezTo>
                  <a:cubicBezTo>
                    <a:pt x="520" y="17"/>
                    <a:pt x="511" y="15"/>
                    <a:pt x="501" y="14"/>
                  </a:cubicBezTo>
                  <a:cubicBezTo>
                    <a:pt x="476" y="11"/>
                    <a:pt x="452" y="14"/>
                    <a:pt x="429" y="20"/>
                  </a:cubicBezTo>
                  <a:cubicBezTo>
                    <a:pt x="420" y="17"/>
                    <a:pt x="411" y="15"/>
                    <a:pt x="402" y="14"/>
                  </a:cubicBezTo>
                  <a:cubicBezTo>
                    <a:pt x="376" y="11"/>
                    <a:pt x="352" y="13"/>
                    <a:pt x="330" y="20"/>
                  </a:cubicBezTo>
                  <a:cubicBezTo>
                    <a:pt x="321" y="18"/>
                    <a:pt x="312" y="15"/>
                    <a:pt x="302" y="14"/>
                  </a:cubicBezTo>
                  <a:cubicBezTo>
                    <a:pt x="277" y="11"/>
                    <a:pt x="252" y="13"/>
                    <a:pt x="230" y="20"/>
                  </a:cubicBezTo>
                  <a:cubicBezTo>
                    <a:pt x="221" y="17"/>
                    <a:pt x="212" y="15"/>
                    <a:pt x="202" y="14"/>
                  </a:cubicBezTo>
                  <a:cubicBezTo>
                    <a:pt x="93" y="0"/>
                    <a:pt x="0" y="90"/>
                    <a:pt x="9" y="199"/>
                  </a:cubicBezTo>
                  <a:cubicBezTo>
                    <a:pt x="10" y="212"/>
                    <a:pt x="13" y="225"/>
                    <a:pt x="17" y="238"/>
                  </a:cubicBezTo>
                  <a:lnTo>
                    <a:pt x="43" y="189"/>
                  </a:lnTo>
                  <a:cubicBezTo>
                    <a:pt x="40" y="112"/>
                    <a:pt x="101" y="49"/>
                    <a:pt x="177" y="47"/>
                  </a:cubicBezTo>
                  <a:cubicBezTo>
                    <a:pt x="144" y="72"/>
                    <a:pt x="120" y="107"/>
                    <a:pt x="112" y="148"/>
                  </a:cubicBezTo>
                  <a:lnTo>
                    <a:pt x="147" y="147"/>
                  </a:lnTo>
                  <a:cubicBezTo>
                    <a:pt x="159" y="106"/>
                    <a:pt x="190" y="72"/>
                    <a:pt x="230" y="57"/>
                  </a:cubicBezTo>
                  <a:cubicBezTo>
                    <a:pt x="238" y="60"/>
                    <a:pt x="245" y="64"/>
                    <a:pt x="253" y="68"/>
                  </a:cubicBezTo>
                  <a:cubicBezTo>
                    <a:pt x="233" y="90"/>
                    <a:pt x="219" y="116"/>
                    <a:pt x="212" y="145"/>
                  </a:cubicBezTo>
                  <a:lnTo>
                    <a:pt x="248" y="143"/>
                  </a:lnTo>
                  <a:cubicBezTo>
                    <a:pt x="254" y="123"/>
                    <a:pt x="265" y="105"/>
                    <a:pt x="279" y="90"/>
                  </a:cubicBezTo>
                  <a:cubicBezTo>
                    <a:pt x="299" y="111"/>
                    <a:pt x="313" y="138"/>
                    <a:pt x="316" y="168"/>
                  </a:cubicBezTo>
                  <a:cubicBezTo>
                    <a:pt x="321" y="212"/>
                    <a:pt x="305" y="253"/>
                    <a:pt x="277" y="281"/>
                  </a:cubicBezTo>
                  <a:cubicBezTo>
                    <a:pt x="271" y="287"/>
                    <a:pt x="270" y="296"/>
                    <a:pt x="275" y="303"/>
                  </a:cubicBezTo>
                  <a:cubicBezTo>
                    <a:pt x="281" y="312"/>
                    <a:pt x="294" y="313"/>
                    <a:pt x="301" y="306"/>
                  </a:cubicBezTo>
                  <a:cubicBezTo>
                    <a:pt x="337" y="270"/>
                    <a:pt x="357" y="218"/>
                    <a:pt x="350" y="161"/>
                  </a:cubicBezTo>
                  <a:cubicBezTo>
                    <a:pt x="349" y="154"/>
                    <a:pt x="348" y="147"/>
                    <a:pt x="346" y="139"/>
                  </a:cubicBezTo>
                  <a:lnTo>
                    <a:pt x="349" y="139"/>
                  </a:lnTo>
                  <a:cubicBezTo>
                    <a:pt x="355" y="121"/>
                    <a:pt x="366" y="104"/>
                    <a:pt x="379" y="90"/>
                  </a:cubicBezTo>
                  <a:cubicBezTo>
                    <a:pt x="392" y="104"/>
                    <a:pt x="402" y="120"/>
                    <a:pt x="408" y="137"/>
                  </a:cubicBezTo>
                  <a:cubicBezTo>
                    <a:pt x="409" y="140"/>
                    <a:pt x="410" y="142"/>
                    <a:pt x="411" y="145"/>
                  </a:cubicBezTo>
                  <a:cubicBezTo>
                    <a:pt x="413" y="153"/>
                    <a:pt x="415" y="160"/>
                    <a:pt x="416" y="168"/>
                  </a:cubicBezTo>
                  <a:cubicBezTo>
                    <a:pt x="418" y="188"/>
                    <a:pt x="416" y="207"/>
                    <a:pt x="411" y="224"/>
                  </a:cubicBezTo>
                  <a:cubicBezTo>
                    <a:pt x="410" y="227"/>
                    <a:pt x="409" y="231"/>
                    <a:pt x="407" y="234"/>
                  </a:cubicBezTo>
                  <a:cubicBezTo>
                    <a:pt x="400" y="252"/>
                    <a:pt x="390" y="268"/>
                    <a:pt x="377" y="281"/>
                  </a:cubicBezTo>
                  <a:cubicBezTo>
                    <a:pt x="371" y="287"/>
                    <a:pt x="370" y="296"/>
                    <a:pt x="374" y="303"/>
                  </a:cubicBezTo>
                  <a:lnTo>
                    <a:pt x="375" y="303"/>
                  </a:lnTo>
                  <a:cubicBezTo>
                    <a:pt x="381" y="312"/>
                    <a:pt x="393" y="313"/>
                    <a:pt x="401" y="306"/>
                  </a:cubicBezTo>
                  <a:cubicBezTo>
                    <a:pt x="421" y="285"/>
                    <a:pt x="436" y="260"/>
                    <a:pt x="445" y="231"/>
                  </a:cubicBezTo>
                  <a:cubicBezTo>
                    <a:pt x="451" y="209"/>
                    <a:pt x="453" y="186"/>
                    <a:pt x="450" y="161"/>
                  </a:cubicBezTo>
                  <a:cubicBezTo>
                    <a:pt x="449" y="156"/>
                    <a:pt x="448" y="150"/>
                    <a:pt x="447" y="145"/>
                  </a:cubicBezTo>
                  <a:cubicBezTo>
                    <a:pt x="446" y="142"/>
                    <a:pt x="445" y="139"/>
                    <a:pt x="444" y="135"/>
                  </a:cubicBezTo>
                  <a:lnTo>
                    <a:pt x="450" y="135"/>
                  </a:lnTo>
                  <a:cubicBezTo>
                    <a:pt x="456" y="118"/>
                    <a:pt x="466" y="103"/>
                    <a:pt x="479" y="90"/>
                  </a:cubicBezTo>
                  <a:cubicBezTo>
                    <a:pt x="490" y="102"/>
                    <a:pt x="500" y="117"/>
                    <a:pt x="506" y="133"/>
                  </a:cubicBezTo>
                  <a:cubicBezTo>
                    <a:pt x="511" y="144"/>
                    <a:pt x="514" y="156"/>
                    <a:pt x="515" y="168"/>
                  </a:cubicBezTo>
                  <a:cubicBezTo>
                    <a:pt x="518" y="188"/>
                    <a:pt x="516" y="208"/>
                    <a:pt x="510" y="226"/>
                  </a:cubicBezTo>
                  <a:cubicBezTo>
                    <a:pt x="503" y="247"/>
                    <a:pt x="492" y="266"/>
                    <a:pt x="476" y="281"/>
                  </a:cubicBezTo>
                  <a:cubicBezTo>
                    <a:pt x="471" y="287"/>
                    <a:pt x="470" y="296"/>
                    <a:pt x="474" y="303"/>
                  </a:cubicBezTo>
                  <a:cubicBezTo>
                    <a:pt x="480" y="312"/>
                    <a:pt x="493" y="313"/>
                    <a:pt x="500" y="306"/>
                  </a:cubicBezTo>
                  <a:cubicBezTo>
                    <a:pt x="523" y="283"/>
                    <a:pt x="539" y="255"/>
                    <a:pt x="546" y="223"/>
                  </a:cubicBezTo>
                  <a:cubicBezTo>
                    <a:pt x="551" y="203"/>
                    <a:pt x="552" y="183"/>
                    <a:pt x="549" y="161"/>
                  </a:cubicBezTo>
                  <a:cubicBezTo>
                    <a:pt x="548" y="151"/>
                    <a:pt x="546" y="141"/>
                    <a:pt x="543" y="132"/>
                  </a:cubicBezTo>
                  <a:cubicBezTo>
                    <a:pt x="535" y="108"/>
                    <a:pt x="522" y="86"/>
                    <a:pt x="505" y="68"/>
                  </a:cubicBezTo>
                  <a:cubicBezTo>
                    <a:pt x="513" y="64"/>
                    <a:pt x="520" y="60"/>
                    <a:pt x="529" y="56"/>
                  </a:cubicBezTo>
                  <a:cubicBezTo>
                    <a:pt x="562" y="70"/>
                    <a:pt x="590" y="96"/>
                    <a:pt x="604" y="130"/>
                  </a:cubicBezTo>
                  <a:cubicBezTo>
                    <a:pt x="610" y="142"/>
                    <a:pt x="613" y="155"/>
                    <a:pt x="615" y="168"/>
                  </a:cubicBezTo>
                  <a:cubicBezTo>
                    <a:pt x="617" y="185"/>
                    <a:pt x="616" y="202"/>
                    <a:pt x="612" y="218"/>
                  </a:cubicBezTo>
                  <a:cubicBezTo>
                    <a:pt x="606" y="242"/>
                    <a:pt x="593" y="264"/>
                    <a:pt x="576" y="281"/>
                  </a:cubicBezTo>
                  <a:cubicBezTo>
                    <a:pt x="570" y="287"/>
                    <a:pt x="569" y="296"/>
                    <a:pt x="574" y="303"/>
                  </a:cubicBezTo>
                  <a:cubicBezTo>
                    <a:pt x="580" y="312"/>
                    <a:pt x="592" y="313"/>
                    <a:pt x="600" y="306"/>
                  </a:cubicBezTo>
                  <a:cubicBezTo>
                    <a:pt x="624" y="281"/>
                    <a:pt x="641" y="250"/>
                    <a:pt x="647" y="215"/>
                  </a:cubicBezTo>
                  <a:cubicBezTo>
                    <a:pt x="651" y="198"/>
                    <a:pt x="651" y="180"/>
                    <a:pt x="649" y="161"/>
                  </a:cubicBezTo>
                  <a:cubicBezTo>
                    <a:pt x="648" y="157"/>
                    <a:pt x="647" y="153"/>
                    <a:pt x="647" y="149"/>
                  </a:cubicBezTo>
                  <a:cubicBezTo>
                    <a:pt x="638" y="108"/>
                    <a:pt x="614" y="72"/>
                    <a:pt x="582" y="47"/>
                  </a:cubicBezTo>
                  <a:cubicBezTo>
                    <a:pt x="585" y="47"/>
                    <a:pt x="589" y="48"/>
                    <a:pt x="592" y="48"/>
                  </a:cubicBezTo>
                  <a:cubicBezTo>
                    <a:pt x="656" y="54"/>
                    <a:pt x="707" y="105"/>
                    <a:pt x="715" y="168"/>
                  </a:cubicBezTo>
                  <a:cubicBezTo>
                    <a:pt x="715" y="173"/>
                    <a:pt x="715" y="178"/>
                    <a:pt x="715" y="182"/>
                  </a:cubicBezTo>
                  <a:cubicBezTo>
                    <a:pt x="715" y="192"/>
                    <a:pt x="715" y="201"/>
                    <a:pt x="713" y="209"/>
                  </a:cubicBezTo>
                  <a:cubicBezTo>
                    <a:pt x="708" y="237"/>
                    <a:pt x="695" y="262"/>
                    <a:pt x="676" y="281"/>
                  </a:cubicBezTo>
                  <a:cubicBezTo>
                    <a:pt x="670" y="287"/>
                    <a:pt x="669" y="296"/>
                    <a:pt x="673" y="303"/>
                  </a:cubicBezTo>
                  <a:cubicBezTo>
                    <a:pt x="679" y="312"/>
                    <a:pt x="692" y="313"/>
                    <a:pt x="700" y="306"/>
                  </a:cubicBezTo>
                  <a:cubicBezTo>
                    <a:pt x="726" y="280"/>
                    <a:pt x="743" y="245"/>
                    <a:pt x="748" y="207"/>
                  </a:cubicBezTo>
                  <a:cubicBezTo>
                    <a:pt x="749" y="204"/>
                    <a:pt x="749" y="201"/>
                    <a:pt x="749" y="198"/>
                  </a:cubicBezTo>
                  <a:cubicBezTo>
                    <a:pt x="750" y="186"/>
                    <a:pt x="750" y="174"/>
                    <a:pt x="749" y="161"/>
                  </a:cubicBezTo>
                  <a:moveTo>
                    <a:pt x="330" y="100"/>
                  </a:moveTo>
                  <a:cubicBezTo>
                    <a:pt x="323" y="89"/>
                    <a:pt x="315" y="78"/>
                    <a:pt x="306" y="68"/>
                  </a:cubicBezTo>
                  <a:cubicBezTo>
                    <a:pt x="314" y="64"/>
                    <a:pt x="321" y="60"/>
                    <a:pt x="330" y="57"/>
                  </a:cubicBezTo>
                  <a:cubicBezTo>
                    <a:pt x="338" y="60"/>
                    <a:pt x="345" y="64"/>
                    <a:pt x="353" y="68"/>
                  </a:cubicBezTo>
                  <a:cubicBezTo>
                    <a:pt x="344" y="78"/>
                    <a:pt x="336" y="88"/>
                    <a:pt x="330" y="100"/>
                  </a:cubicBezTo>
                  <a:moveTo>
                    <a:pt x="429" y="100"/>
                  </a:moveTo>
                  <a:cubicBezTo>
                    <a:pt x="423" y="89"/>
                    <a:pt x="415" y="78"/>
                    <a:pt x="406" y="68"/>
                  </a:cubicBezTo>
                  <a:cubicBezTo>
                    <a:pt x="413" y="64"/>
                    <a:pt x="421" y="60"/>
                    <a:pt x="429" y="56"/>
                  </a:cubicBezTo>
                  <a:cubicBezTo>
                    <a:pt x="437" y="60"/>
                    <a:pt x="445" y="64"/>
                    <a:pt x="452" y="68"/>
                  </a:cubicBezTo>
                  <a:cubicBezTo>
                    <a:pt x="443" y="78"/>
                    <a:pt x="436" y="89"/>
                    <a:pt x="429" y="1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3339949" y="3978732"/>
              <a:ext cx="680069" cy="1257541"/>
            </a:xfrm>
            <a:custGeom>
              <a:avLst/>
              <a:gdLst/>
              <a:ahLst/>
              <a:cxnLst/>
              <a:rect l="l" t="t" r="r" b="b"/>
              <a:pathLst>
                <a:path w="915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9" y="1691"/>
                  </a:lnTo>
                  <a:lnTo>
                    <a:pt x="914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389" name="Google Shape;389;p29"/>
            <p:cNvSpPr/>
            <p:nvPr/>
          </p:nvSpPr>
          <p:spPr>
            <a:xfrm>
              <a:off x="3296841" y="3957921"/>
              <a:ext cx="679326" cy="1257541"/>
            </a:xfrm>
            <a:custGeom>
              <a:avLst/>
              <a:gdLst/>
              <a:ahLst/>
              <a:cxnLst/>
              <a:rect l="l" t="t" r="r" b="b"/>
              <a:pathLst>
                <a:path w="914" h="1692" extrusionOk="0">
                  <a:moveTo>
                    <a:pt x="895" y="0"/>
                  </a:moveTo>
                  <a:lnTo>
                    <a:pt x="0" y="1682"/>
                  </a:lnTo>
                  <a:lnTo>
                    <a:pt x="18" y="1691"/>
                  </a:lnTo>
                  <a:lnTo>
                    <a:pt x="913" y="9"/>
                  </a:lnTo>
                  <a:lnTo>
                    <a:pt x="89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sp>
        <p:nvSpPr>
          <p:cNvPr id="390" name="Google Shape;390;p29"/>
          <p:cNvSpPr/>
          <p:nvPr/>
        </p:nvSpPr>
        <p:spPr>
          <a:xfrm rot="10800000" flipH="1">
            <a:off x="178552" y="2605637"/>
            <a:ext cx="150750" cy="222326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29"/>
          <p:cNvGrpSpPr/>
          <p:nvPr/>
        </p:nvGrpSpPr>
        <p:grpSpPr>
          <a:xfrm>
            <a:off x="167589" y="3067861"/>
            <a:ext cx="1091263" cy="1207641"/>
            <a:chOff x="6650690" y="-781972"/>
            <a:chExt cx="1316520" cy="1456920"/>
          </a:xfrm>
        </p:grpSpPr>
        <p:sp>
          <p:nvSpPr>
            <p:cNvPr id="392" name="Google Shape;392;p29"/>
            <p:cNvSpPr/>
            <p:nvPr/>
          </p:nvSpPr>
          <p:spPr>
            <a:xfrm>
              <a:off x="6650690" y="-781972"/>
              <a:ext cx="1316520" cy="1456920"/>
            </a:xfrm>
            <a:custGeom>
              <a:avLst/>
              <a:gdLst/>
              <a:ahLst/>
              <a:cxnLst/>
              <a:rect l="l" t="t" r="r" b="b"/>
              <a:pathLst>
                <a:path w="3657" h="4047" extrusionOk="0">
                  <a:moveTo>
                    <a:pt x="3656" y="2898"/>
                  </a:moveTo>
                  <a:cubicBezTo>
                    <a:pt x="3656" y="2887"/>
                    <a:pt x="3654" y="2875"/>
                    <a:pt x="3649" y="2862"/>
                  </a:cubicBezTo>
                  <a:cubicBezTo>
                    <a:pt x="3621" y="2786"/>
                    <a:pt x="3559" y="2711"/>
                    <a:pt x="3513" y="2645"/>
                  </a:cubicBezTo>
                  <a:cubicBezTo>
                    <a:pt x="3323" y="2370"/>
                    <a:pt x="3093" y="2123"/>
                    <a:pt x="2924" y="1834"/>
                  </a:cubicBezTo>
                  <a:cubicBezTo>
                    <a:pt x="2710" y="1466"/>
                    <a:pt x="2582" y="1058"/>
                    <a:pt x="2434" y="661"/>
                  </a:cubicBezTo>
                  <a:cubicBezTo>
                    <a:pt x="2385" y="529"/>
                    <a:pt x="2333" y="398"/>
                    <a:pt x="2275" y="270"/>
                  </a:cubicBezTo>
                  <a:cubicBezTo>
                    <a:pt x="2235" y="182"/>
                    <a:pt x="2193" y="0"/>
                    <a:pt x="2072" y="16"/>
                  </a:cubicBezTo>
                  <a:cubicBezTo>
                    <a:pt x="1991" y="27"/>
                    <a:pt x="1913" y="53"/>
                    <a:pt x="1837" y="79"/>
                  </a:cubicBezTo>
                  <a:cubicBezTo>
                    <a:pt x="1514" y="187"/>
                    <a:pt x="1193" y="302"/>
                    <a:pt x="874" y="421"/>
                  </a:cubicBezTo>
                  <a:cubicBezTo>
                    <a:pt x="715" y="480"/>
                    <a:pt x="556" y="541"/>
                    <a:pt x="396" y="601"/>
                  </a:cubicBezTo>
                  <a:cubicBezTo>
                    <a:pt x="321" y="630"/>
                    <a:pt x="0" y="700"/>
                    <a:pt x="0" y="794"/>
                  </a:cubicBezTo>
                  <a:cubicBezTo>
                    <a:pt x="1" y="820"/>
                    <a:pt x="12" y="845"/>
                    <a:pt x="24" y="868"/>
                  </a:cubicBezTo>
                  <a:cubicBezTo>
                    <a:pt x="127" y="1082"/>
                    <a:pt x="214" y="1304"/>
                    <a:pt x="276" y="1533"/>
                  </a:cubicBezTo>
                  <a:cubicBezTo>
                    <a:pt x="379" y="1912"/>
                    <a:pt x="416" y="2309"/>
                    <a:pt x="564" y="2673"/>
                  </a:cubicBezTo>
                  <a:cubicBezTo>
                    <a:pt x="678" y="2953"/>
                    <a:pt x="856" y="3202"/>
                    <a:pt x="1054" y="3430"/>
                  </a:cubicBezTo>
                  <a:cubicBezTo>
                    <a:pt x="1147" y="3536"/>
                    <a:pt x="1265" y="3631"/>
                    <a:pt x="1350" y="3743"/>
                  </a:cubicBezTo>
                  <a:cubicBezTo>
                    <a:pt x="1427" y="3845"/>
                    <a:pt x="1495" y="3951"/>
                    <a:pt x="1585" y="4046"/>
                  </a:cubicBezTo>
                  <a:cubicBezTo>
                    <a:pt x="1955" y="3827"/>
                    <a:pt x="2337" y="3626"/>
                    <a:pt x="2728" y="3445"/>
                  </a:cubicBezTo>
                  <a:cubicBezTo>
                    <a:pt x="2860" y="3384"/>
                    <a:pt x="2997" y="3325"/>
                    <a:pt x="3125" y="3255"/>
                  </a:cubicBezTo>
                  <a:cubicBezTo>
                    <a:pt x="3260" y="3180"/>
                    <a:pt x="3380" y="3083"/>
                    <a:pt x="3520" y="3017"/>
                  </a:cubicBezTo>
                  <a:cubicBezTo>
                    <a:pt x="3576" y="2991"/>
                    <a:pt x="3654" y="2960"/>
                    <a:pt x="3656" y="289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6752210" y="-550852"/>
              <a:ext cx="451080" cy="496080"/>
            </a:xfrm>
            <a:custGeom>
              <a:avLst/>
              <a:gdLst/>
              <a:ahLst/>
              <a:cxnLst/>
              <a:rect l="l" t="t" r="r" b="b"/>
              <a:pathLst>
                <a:path w="1253" h="1378" extrusionOk="0">
                  <a:moveTo>
                    <a:pt x="1245" y="982"/>
                  </a:moveTo>
                  <a:cubicBezTo>
                    <a:pt x="1231" y="1024"/>
                    <a:pt x="1143" y="1047"/>
                    <a:pt x="1106" y="1064"/>
                  </a:cubicBezTo>
                  <a:cubicBezTo>
                    <a:pt x="876" y="1168"/>
                    <a:pt x="632" y="1301"/>
                    <a:pt x="384" y="1356"/>
                  </a:cubicBezTo>
                  <a:cubicBezTo>
                    <a:pt x="374" y="1358"/>
                    <a:pt x="321" y="1377"/>
                    <a:pt x="315" y="1359"/>
                  </a:cubicBezTo>
                  <a:cubicBezTo>
                    <a:pt x="291" y="1291"/>
                    <a:pt x="267" y="1223"/>
                    <a:pt x="243" y="1154"/>
                  </a:cubicBezTo>
                  <a:cubicBezTo>
                    <a:pt x="232" y="1124"/>
                    <a:pt x="222" y="1093"/>
                    <a:pt x="212" y="1062"/>
                  </a:cubicBezTo>
                  <a:cubicBezTo>
                    <a:pt x="209" y="1055"/>
                    <a:pt x="207" y="1049"/>
                    <a:pt x="205" y="1042"/>
                  </a:cubicBezTo>
                  <a:cubicBezTo>
                    <a:pt x="194" y="1009"/>
                    <a:pt x="183" y="976"/>
                    <a:pt x="172" y="943"/>
                  </a:cubicBezTo>
                  <a:cubicBezTo>
                    <a:pt x="165" y="924"/>
                    <a:pt x="159" y="904"/>
                    <a:pt x="152" y="883"/>
                  </a:cubicBezTo>
                  <a:cubicBezTo>
                    <a:pt x="150" y="877"/>
                    <a:pt x="148" y="871"/>
                    <a:pt x="146" y="865"/>
                  </a:cubicBezTo>
                  <a:cubicBezTo>
                    <a:pt x="141" y="847"/>
                    <a:pt x="135" y="829"/>
                    <a:pt x="129" y="810"/>
                  </a:cubicBezTo>
                  <a:cubicBezTo>
                    <a:pt x="110" y="753"/>
                    <a:pt x="92" y="695"/>
                    <a:pt x="74" y="637"/>
                  </a:cubicBezTo>
                  <a:cubicBezTo>
                    <a:pt x="52" y="565"/>
                    <a:pt x="9" y="478"/>
                    <a:pt x="4" y="403"/>
                  </a:cubicBezTo>
                  <a:cubicBezTo>
                    <a:pt x="0" y="338"/>
                    <a:pt x="26" y="349"/>
                    <a:pt x="82" y="330"/>
                  </a:cubicBezTo>
                  <a:cubicBezTo>
                    <a:pt x="175" y="299"/>
                    <a:pt x="265" y="257"/>
                    <a:pt x="356" y="220"/>
                  </a:cubicBezTo>
                  <a:cubicBezTo>
                    <a:pt x="539" y="147"/>
                    <a:pt x="722" y="74"/>
                    <a:pt x="905" y="0"/>
                  </a:cubicBezTo>
                  <a:cubicBezTo>
                    <a:pt x="902" y="1"/>
                    <a:pt x="1039" y="378"/>
                    <a:pt x="1108" y="571"/>
                  </a:cubicBezTo>
                  <a:cubicBezTo>
                    <a:pt x="1109" y="573"/>
                    <a:pt x="1110" y="576"/>
                    <a:pt x="1111" y="579"/>
                  </a:cubicBezTo>
                  <a:cubicBezTo>
                    <a:pt x="1112" y="581"/>
                    <a:pt x="1113" y="583"/>
                    <a:pt x="1113" y="585"/>
                  </a:cubicBezTo>
                  <a:cubicBezTo>
                    <a:pt x="1116" y="593"/>
                    <a:pt x="1119" y="600"/>
                    <a:pt x="1122" y="607"/>
                  </a:cubicBezTo>
                  <a:cubicBezTo>
                    <a:pt x="1134" y="642"/>
                    <a:pt x="1143" y="667"/>
                    <a:pt x="1147" y="677"/>
                  </a:cubicBezTo>
                  <a:cubicBezTo>
                    <a:pt x="1160" y="714"/>
                    <a:pt x="1196" y="781"/>
                    <a:pt x="1221" y="847"/>
                  </a:cubicBezTo>
                  <a:cubicBezTo>
                    <a:pt x="1228" y="864"/>
                    <a:pt x="1234" y="882"/>
                    <a:pt x="1239" y="898"/>
                  </a:cubicBezTo>
                  <a:cubicBezTo>
                    <a:pt x="1249" y="932"/>
                    <a:pt x="1252" y="961"/>
                    <a:pt x="1245" y="98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6798650" y="-447532"/>
              <a:ext cx="404640" cy="392760"/>
            </a:xfrm>
            <a:custGeom>
              <a:avLst/>
              <a:gdLst/>
              <a:ahLst/>
              <a:cxnLst/>
              <a:rect l="l" t="t" r="r" b="b"/>
              <a:pathLst>
                <a:path w="1124" h="1091" extrusionOk="0">
                  <a:moveTo>
                    <a:pt x="984" y="298"/>
                  </a:moveTo>
                  <a:cubicBezTo>
                    <a:pt x="874" y="345"/>
                    <a:pt x="763" y="392"/>
                    <a:pt x="648" y="424"/>
                  </a:cubicBezTo>
                  <a:cubicBezTo>
                    <a:pt x="580" y="443"/>
                    <a:pt x="509" y="458"/>
                    <a:pt x="448" y="495"/>
                  </a:cubicBezTo>
                  <a:cubicBezTo>
                    <a:pt x="400" y="525"/>
                    <a:pt x="352" y="571"/>
                    <a:pt x="295" y="564"/>
                  </a:cubicBezTo>
                  <a:cubicBezTo>
                    <a:pt x="285" y="563"/>
                    <a:pt x="275" y="560"/>
                    <a:pt x="265" y="558"/>
                  </a:cubicBezTo>
                  <a:cubicBezTo>
                    <a:pt x="213" y="550"/>
                    <a:pt x="163" y="579"/>
                    <a:pt x="119" y="608"/>
                  </a:cubicBezTo>
                  <a:cubicBezTo>
                    <a:pt x="94" y="624"/>
                    <a:pt x="68" y="640"/>
                    <a:pt x="43" y="656"/>
                  </a:cubicBezTo>
                  <a:cubicBezTo>
                    <a:pt x="37" y="636"/>
                    <a:pt x="30" y="616"/>
                    <a:pt x="24" y="596"/>
                  </a:cubicBezTo>
                  <a:cubicBezTo>
                    <a:pt x="22" y="590"/>
                    <a:pt x="20" y="584"/>
                    <a:pt x="18" y="578"/>
                  </a:cubicBezTo>
                  <a:cubicBezTo>
                    <a:pt x="12" y="560"/>
                    <a:pt x="6" y="542"/>
                    <a:pt x="0" y="523"/>
                  </a:cubicBezTo>
                  <a:cubicBezTo>
                    <a:pt x="34" y="497"/>
                    <a:pt x="74" y="480"/>
                    <a:pt x="108" y="454"/>
                  </a:cubicBezTo>
                  <a:cubicBezTo>
                    <a:pt x="147" y="424"/>
                    <a:pt x="177" y="390"/>
                    <a:pt x="227" y="381"/>
                  </a:cubicBezTo>
                  <a:cubicBezTo>
                    <a:pt x="281" y="372"/>
                    <a:pt x="336" y="377"/>
                    <a:pt x="391" y="380"/>
                  </a:cubicBezTo>
                  <a:cubicBezTo>
                    <a:pt x="430" y="382"/>
                    <a:pt x="468" y="380"/>
                    <a:pt x="506" y="374"/>
                  </a:cubicBezTo>
                  <a:cubicBezTo>
                    <a:pt x="544" y="369"/>
                    <a:pt x="581" y="361"/>
                    <a:pt x="617" y="353"/>
                  </a:cubicBezTo>
                  <a:cubicBezTo>
                    <a:pt x="683" y="339"/>
                    <a:pt x="756" y="340"/>
                    <a:pt x="820" y="324"/>
                  </a:cubicBezTo>
                  <a:cubicBezTo>
                    <a:pt x="876" y="310"/>
                    <a:pt x="924" y="291"/>
                    <a:pt x="979" y="284"/>
                  </a:cubicBezTo>
                  <a:cubicBezTo>
                    <a:pt x="980" y="287"/>
                    <a:pt x="981" y="289"/>
                    <a:pt x="982" y="292"/>
                  </a:cubicBezTo>
                  <a:cubicBezTo>
                    <a:pt x="983" y="294"/>
                    <a:pt x="984" y="296"/>
                    <a:pt x="984" y="298"/>
                  </a:cubicBezTo>
                  <a:moveTo>
                    <a:pt x="1110" y="611"/>
                  </a:moveTo>
                  <a:cubicBezTo>
                    <a:pt x="1084" y="611"/>
                    <a:pt x="1058" y="612"/>
                    <a:pt x="1032" y="613"/>
                  </a:cubicBezTo>
                  <a:cubicBezTo>
                    <a:pt x="974" y="614"/>
                    <a:pt x="916" y="617"/>
                    <a:pt x="858" y="620"/>
                  </a:cubicBezTo>
                  <a:cubicBezTo>
                    <a:pt x="804" y="623"/>
                    <a:pt x="749" y="625"/>
                    <a:pt x="695" y="633"/>
                  </a:cubicBezTo>
                  <a:cubicBezTo>
                    <a:pt x="641" y="640"/>
                    <a:pt x="589" y="655"/>
                    <a:pt x="539" y="676"/>
                  </a:cubicBezTo>
                  <a:cubicBezTo>
                    <a:pt x="494" y="695"/>
                    <a:pt x="450" y="719"/>
                    <a:pt x="402" y="732"/>
                  </a:cubicBezTo>
                  <a:cubicBezTo>
                    <a:pt x="350" y="747"/>
                    <a:pt x="300" y="735"/>
                    <a:pt x="247" y="733"/>
                  </a:cubicBezTo>
                  <a:cubicBezTo>
                    <a:pt x="191" y="730"/>
                    <a:pt x="142" y="746"/>
                    <a:pt x="92" y="770"/>
                  </a:cubicBezTo>
                  <a:cubicBezTo>
                    <a:pt x="89" y="772"/>
                    <a:pt x="86" y="773"/>
                    <a:pt x="83" y="775"/>
                  </a:cubicBezTo>
                  <a:cubicBezTo>
                    <a:pt x="93" y="806"/>
                    <a:pt x="103" y="837"/>
                    <a:pt x="114" y="867"/>
                  </a:cubicBezTo>
                  <a:cubicBezTo>
                    <a:pt x="138" y="936"/>
                    <a:pt x="162" y="1004"/>
                    <a:pt x="186" y="1072"/>
                  </a:cubicBezTo>
                  <a:cubicBezTo>
                    <a:pt x="192" y="1090"/>
                    <a:pt x="245" y="1071"/>
                    <a:pt x="255" y="1069"/>
                  </a:cubicBezTo>
                  <a:cubicBezTo>
                    <a:pt x="503" y="1014"/>
                    <a:pt x="747" y="881"/>
                    <a:pt x="977" y="777"/>
                  </a:cubicBezTo>
                  <a:cubicBezTo>
                    <a:pt x="1014" y="760"/>
                    <a:pt x="1102" y="737"/>
                    <a:pt x="1116" y="696"/>
                  </a:cubicBezTo>
                  <a:lnTo>
                    <a:pt x="1116" y="695"/>
                  </a:lnTo>
                  <a:cubicBezTo>
                    <a:pt x="1123" y="674"/>
                    <a:pt x="1120" y="645"/>
                    <a:pt x="1110" y="611"/>
                  </a:cubicBezTo>
                  <a:moveTo>
                    <a:pt x="694" y="84"/>
                  </a:moveTo>
                  <a:cubicBezTo>
                    <a:pt x="689" y="99"/>
                    <a:pt x="674" y="110"/>
                    <a:pt x="659" y="115"/>
                  </a:cubicBezTo>
                  <a:cubicBezTo>
                    <a:pt x="641" y="121"/>
                    <a:pt x="616" y="119"/>
                    <a:pt x="602" y="105"/>
                  </a:cubicBezTo>
                  <a:cubicBezTo>
                    <a:pt x="595" y="98"/>
                    <a:pt x="591" y="90"/>
                    <a:pt x="590" y="82"/>
                  </a:cubicBezTo>
                  <a:cubicBezTo>
                    <a:pt x="584" y="70"/>
                    <a:pt x="583" y="57"/>
                    <a:pt x="587" y="44"/>
                  </a:cubicBezTo>
                  <a:cubicBezTo>
                    <a:pt x="589" y="35"/>
                    <a:pt x="593" y="27"/>
                    <a:pt x="599" y="19"/>
                  </a:cubicBezTo>
                  <a:cubicBezTo>
                    <a:pt x="607" y="9"/>
                    <a:pt x="615" y="3"/>
                    <a:pt x="628" y="1"/>
                  </a:cubicBezTo>
                  <a:cubicBezTo>
                    <a:pt x="641" y="0"/>
                    <a:pt x="653" y="4"/>
                    <a:pt x="663" y="10"/>
                  </a:cubicBezTo>
                  <a:cubicBezTo>
                    <a:pt x="667" y="12"/>
                    <a:pt x="671" y="14"/>
                    <a:pt x="674" y="17"/>
                  </a:cubicBezTo>
                  <a:cubicBezTo>
                    <a:pt x="680" y="22"/>
                    <a:pt x="684" y="28"/>
                    <a:pt x="687" y="35"/>
                  </a:cubicBezTo>
                  <a:cubicBezTo>
                    <a:pt x="696" y="49"/>
                    <a:pt x="701" y="68"/>
                    <a:pt x="694" y="84"/>
                  </a:cubicBezTo>
                  <a:moveTo>
                    <a:pt x="643" y="93"/>
                  </a:moveTo>
                  <a:lnTo>
                    <a:pt x="643" y="93"/>
                  </a:lnTo>
                  <a:moveTo>
                    <a:pt x="642" y="93"/>
                  </a:moveTo>
                  <a:cubicBezTo>
                    <a:pt x="642" y="93"/>
                    <a:pt x="641" y="93"/>
                    <a:pt x="642" y="9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6856610" y="-676492"/>
              <a:ext cx="982080" cy="1146240"/>
            </a:xfrm>
            <a:custGeom>
              <a:avLst/>
              <a:gdLst/>
              <a:ahLst/>
              <a:cxnLst/>
              <a:rect l="l" t="t" r="r" b="b"/>
              <a:pathLst>
                <a:path w="2728" h="3184" extrusionOk="0">
                  <a:moveTo>
                    <a:pt x="1956" y="1165"/>
                  </a:moveTo>
                  <a:cubicBezTo>
                    <a:pt x="1810" y="1201"/>
                    <a:pt x="1674" y="1265"/>
                    <a:pt x="1536" y="1325"/>
                  </a:cubicBezTo>
                  <a:cubicBezTo>
                    <a:pt x="1289" y="1434"/>
                    <a:pt x="1043" y="1545"/>
                    <a:pt x="795" y="1652"/>
                  </a:cubicBezTo>
                  <a:cubicBezTo>
                    <a:pt x="562" y="1753"/>
                    <a:pt x="323" y="1845"/>
                    <a:pt x="71" y="1887"/>
                  </a:cubicBezTo>
                  <a:cubicBezTo>
                    <a:pt x="35" y="1893"/>
                    <a:pt x="0" y="1857"/>
                    <a:pt x="51" y="1849"/>
                  </a:cubicBezTo>
                  <a:cubicBezTo>
                    <a:pt x="194" y="1825"/>
                    <a:pt x="333" y="1784"/>
                    <a:pt x="469" y="1734"/>
                  </a:cubicBezTo>
                  <a:cubicBezTo>
                    <a:pt x="715" y="1644"/>
                    <a:pt x="954" y="1530"/>
                    <a:pt x="1194" y="1424"/>
                  </a:cubicBezTo>
                  <a:cubicBezTo>
                    <a:pt x="1318" y="1370"/>
                    <a:pt x="1441" y="1315"/>
                    <a:pt x="1565" y="1261"/>
                  </a:cubicBezTo>
                  <a:cubicBezTo>
                    <a:pt x="1679" y="1210"/>
                    <a:pt x="1795" y="1161"/>
                    <a:pt x="1917" y="1131"/>
                  </a:cubicBezTo>
                  <a:cubicBezTo>
                    <a:pt x="1931" y="1128"/>
                    <a:pt x="1959" y="1125"/>
                    <a:pt x="1970" y="1138"/>
                  </a:cubicBezTo>
                  <a:cubicBezTo>
                    <a:pt x="1981" y="1151"/>
                    <a:pt x="1970" y="1162"/>
                    <a:pt x="1956" y="1165"/>
                  </a:cubicBezTo>
                  <a:moveTo>
                    <a:pt x="2096" y="1400"/>
                  </a:moveTo>
                  <a:cubicBezTo>
                    <a:pt x="2085" y="1387"/>
                    <a:pt x="2058" y="1389"/>
                    <a:pt x="2044" y="1393"/>
                  </a:cubicBezTo>
                  <a:cubicBezTo>
                    <a:pt x="1538" y="1509"/>
                    <a:pt x="1076" y="1749"/>
                    <a:pt x="595" y="1935"/>
                  </a:cubicBezTo>
                  <a:cubicBezTo>
                    <a:pt x="457" y="1988"/>
                    <a:pt x="318" y="2037"/>
                    <a:pt x="176" y="2077"/>
                  </a:cubicBezTo>
                  <a:cubicBezTo>
                    <a:pt x="163" y="2081"/>
                    <a:pt x="151" y="2091"/>
                    <a:pt x="162" y="2104"/>
                  </a:cubicBezTo>
                  <a:cubicBezTo>
                    <a:pt x="173" y="2116"/>
                    <a:pt x="201" y="2115"/>
                    <a:pt x="215" y="2111"/>
                  </a:cubicBezTo>
                  <a:cubicBezTo>
                    <a:pt x="713" y="1970"/>
                    <a:pt x="1173" y="1725"/>
                    <a:pt x="1660" y="1552"/>
                  </a:cubicBezTo>
                  <a:cubicBezTo>
                    <a:pt x="1798" y="1503"/>
                    <a:pt x="1939" y="1460"/>
                    <a:pt x="2083" y="1426"/>
                  </a:cubicBezTo>
                  <a:cubicBezTo>
                    <a:pt x="2096" y="1423"/>
                    <a:pt x="2107" y="1412"/>
                    <a:pt x="2096" y="1400"/>
                  </a:cubicBezTo>
                  <a:moveTo>
                    <a:pt x="2092" y="1528"/>
                  </a:moveTo>
                  <a:cubicBezTo>
                    <a:pt x="2025" y="1553"/>
                    <a:pt x="1959" y="1583"/>
                    <a:pt x="1893" y="1611"/>
                  </a:cubicBezTo>
                  <a:cubicBezTo>
                    <a:pt x="1764" y="1665"/>
                    <a:pt x="1634" y="1719"/>
                    <a:pt x="1504" y="1773"/>
                  </a:cubicBezTo>
                  <a:cubicBezTo>
                    <a:pt x="1240" y="1884"/>
                    <a:pt x="977" y="1995"/>
                    <a:pt x="713" y="2106"/>
                  </a:cubicBezTo>
                  <a:cubicBezTo>
                    <a:pt x="563" y="2168"/>
                    <a:pt x="414" y="2231"/>
                    <a:pt x="265" y="2294"/>
                  </a:cubicBezTo>
                  <a:cubicBezTo>
                    <a:pt x="249" y="2301"/>
                    <a:pt x="253" y="2314"/>
                    <a:pt x="265" y="2322"/>
                  </a:cubicBezTo>
                  <a:cubicBezTo>
                    <a:pt x="280" y="2332"/>
                    <a:pt x="304" y="2328"/>
                    <a:pt x="319" y="2322"/>
                  </a:cubicBezTo>
                  <a:cubicBezTo>
                    <a:pt x="794" y="2122"/>
                    <a:pt x="1268" y="1922"/>
                    <a:pt x="1743" y="1724"/>
                  </a:cubicBezTo>
                  <a:cubicBezTo>
                    <a:pt x="1809" y="1697"/>
                    <a:pt x="1875" y="1669"/>
                    <a:pt x="1941" y="1642"/>
                  </a:cubicBezTo>
                  <a:cubicBezTo>
                    <a:pt x="1997" y="1618"/>
                    <a:pt x="2054" y="1589"/>
                    <a:pt x="2112" y="1569"/>
                  </a:cubicBezTo>
                  <a:cubicBezTo>
                    <a:pt x="2114" y="1569"/>
                    <a:pt x="2117" y="1570"/>
                    <a:pt x="2120" y="1570"/>
                  </a:cubicBezTo>
                  <a:cubicBezTo>
                    <a:pt x="2121" y="1570"/>
                    <a:pt x="2123" y="1570"/>
                    <a:pt x="2124" y="1570"/>
                  </a:cubicBezTo>
                  <a:cubicBezTo>
                    <a:pt x="2139" y="1571"/>
                    <a:pt x="2163" y="1572"/>
                    <a:pt x="2172" y="1557"/>
                  </a:cubicBezTo>
                  <a:cubicBezTo>
                    <a:pt x="2197" y="1514"/>
                    <a:pt x="2110" y="1522"/>
                    <a:pt x="2092" y="1528"/>
                  </a:cubicBezTo>
                  <a:moveTo>
                    <a:pt x="2268" y="1718"/>
                  </a:moveTo>
                  <a:cubicBezTo>
                    <a:pt x="2253" y="1708"/>
                    <a:pt x="2229" y="1711"/>
                    <a:pt x="2213" y="1718"/>
                  </a:cubicBezTo>
                  <a:cubicBezTo>
                    <a:pt x="1727" y="1915"/>
                    <a:pt x="1243" y="2116"/>
                    <a:pt x="760" y="2323"/>
                  </a:cubicBezTo>
                  <a:cubicBezTo>
                    <a:pt x="622" y="2382"/>
                    <a:pt x="485" y="2441"/>
                    <a:pt x="348" y="2501"/>
                  </a:cubicBezTo>
                  <a:cubicBezTo>
                    <a:pt x="332" y="2508"/>
                    <a:pt x="336" y="2521"/>
                    <a:pt x="348" y="2529"/>
                  </a:cubicBezTo>
                  <a:cubicBezTo>
                    <a:pt x="363" y="2539"/>
                    <a:pt x="387" y="2536"/>
                    <a:pt x="402" y="2529"/>
                  </a:cubicBezTo>
                  <a:cubicBezTo>
                    <a:pt x="884" y="2320"/>
                    <a:pt x="1367" y="2115"/>
                    <a:pt x="1852" y="1915"/>
                  </a:cubicBezTo>
                  <a:cubicBezTo>
                    <a:pt x="1991" y="1858"/>
                    <a:pt x="2129" y="1802"/>
                    <a:pt x="2268" y="1746"/>
                  </a:cubicBezTo>
                  <a:cubicBezTo>
                    <a:pt x="2284" y="1739"/>
                    <a:pt x="2280" y="1725"/>
                    <a:pt x="2268" y="1718"/>
                  </a:cubicBezTo>
                  <a:moveTo>
                    <a:pt x="2357" y="1986"/>
                  </a:moveTo>
                  <a:cubicBezTo>
                    <a:pt x="2346" y="1973"/>
                    <a:pt x="2318" y="1975"/>
                    <a:pt x="2304" y="1979"/>
                  </a:cubicBezTo>
                  <a:cubicBezTo>
                    <a:pt x="1803" y="2115"/>
                    <a:pt x="1359" y="2392"/>
                    <a:pt x="882" y="2586"/>
                  </a:cubicBezTo>
                  <a:cubicBezTo>
                    <a:pt x="744" y="2642"/>
                    <a:pt x="603" y="2689"/>
                    <a:pt x="459" y="2725"/>
                  </a:cubicBezTo>
                  <a:cubicBezTo>
                    <a:pt x="446" y="2729"/>
                    <a:pt x="435" y="2740"/>
                    <a:pt x="445" y="2752"/>
                  </a:cubicBezTo>
                  <a:cubicBezTo>
                    <a:pt x="457" y="2765"/>
                    <a:pt x="484" y="2763"/>
                    <a:pt x="498" y="2759"/>
                  </a:cubicBezTo>
                  <a:cubicBezTo>
                    <a:pt x="1002" y="2634"/>
                    <a:pt x="1448" y="2360"/>
                    <a:pt x="1923" y="2160"/>
                  </a:cubicBezTo>
                  <a:cubicBezTo>
                    <a:pt x="2059" y="2102"/>
                    <a:pt x="2199" y="2052"/>
                    <a:pt x="2343" y="2013"/>
                  </a:cubicBezTo>
                  <a:cubicBezTo>
                    <a:pt x="2356" y="2009"/>
                    <a:pt x="2367" y="1998"/>
                    <a:pt x="2357" y="1986"/>
                  </a:cubicBezTo>
                  <a:moveTo>
                    <a:pt x="2524" y="2109"/>
                  </a:moveTo>
                  <a:cubicBezTo>
                    <a:pt x="2497" y="2108"/>
                    <a:pt x="2473" y="2120"/>
                    <a:pt x="2448" y="2129"/>
                  </a:cubicBezTo>
                  <a:cubicBezTo>
                    <a:pt x="2413" y="2141"/>
                    <a:pt x="2379" y="2154"/>
                    <a:pt x="2344" y="2168"/>
                  </a:cubicBezTo>
                  <a:cubicBezTo>
                    <a:pt x="2210" y="2221"/>
                    <a:pt x="2078" y="2279"/>
                    <a:pt x="1947" y="2340"/>
                  </a:cubicBezTo>
                  <a:cubicBezTo>
                    <a:pt x="1673" y="2467"/>
                    <a:pt x="1400" y="2598"/>
                    <a:pt x="1126" y="2728"/>
                  </a:cubicBezTo>
                  <a:lnTo>
                    <a:pt x="660" y="2948"/>
                  </a:lnTo>
                  <a:cubicBezTo>
                    <a:pt x="645" y="2955"/>
                    <a:pt x="648" y="2968"/>
                    <a:pt x="660" y="2976"/>
                  </a:cubicBezTo>
                  <a:cubicBezTo>
                    <a:pt x="675" y="2985"/>
                    <a:pt x="700" y="2983"/>
                    <a:pt x="715" y="2976"/>
                  </a:cubicBezTo>
                  <a:cubicBezTo>
                    <a:pt x="1186" y="2753"/>
                    <a:pt x="1655" y="2522"/>
                    <a:pt x="2131" y="2309"/>
                  </a:cubicBezTo>
                  <a:cubicBezTo>
                    <a:pt x="2196" y="2279"/>
                    <a:pt x="2262" y="2251"/>
                    <a:pt x="2329" y="2224"/>
                  </a:cubicBezTo>
                  <a:cubicBezTo>
                    <a:pt x="2365" y="2209"/>
                    <a:pt x="2401" y="2194"/>
                    <a:pt x="2438" y="2180"/>
                  </a:cubicBezTo>
                  <a:cubicBezTo>
                    <a:pt x="2455" y="2174"/>
                    <a:pt x="2471" y="2168"/>
                    <a:pt x="2487" y="2162"/>
                  </a:cubicBezTo>
                  <a:cubicBezTo>
                    <a:pt x="2492" y="2161"/>
                    <a:pt x="2496" y="2159"/>
                    <a:pt x="2501" y="2157"/>
                  </a:cubicBezTo>
                  <a:cubicBezTo>
                    <a:pt x="2512" y="2161"/>
                    <a:pt x="2524" y="2161"/>
                    <a:pt x="2532" y="2159"/>
                  </a:cubicBezTo>
                  <a:cubicBezTo>
                    <a:pt x="2584" y="2150"/>
                    <a:pt x="2569" y="2111"/>
                    <a:pt x="2524" y="2109"/>
                  </a:cubicBezTo>
                  <a:moveTo>
                    <a:pt x="2641" y="2317"/>
                  </a:moveTo>
                  <a:cubicBezTo>
                    <a:pt x="2157" y="2502"/>
                    <a:pt x="1682" y="2710"/>
                    <a:pt x="1218" y="2941"/>
                  </a:cubicBezTo>
                  <a:cubicBezTo>
                    <a:pt x="1085" y="3007"/>
                    <a:pt x="953" y="3076"/>
                    <a:pt x="821" y="3146"/>
                  </a:cubicBezTo>
                  <a:cubicBezTo>
                    <a:pt x="807" y="3154"/>
                    <a:pt x="809" y="3166"/>
                    <a:pt x="821" y="3174"/>
                  </a:cubicBezTo>
                  <a:cubicBezTo>
                    <a:pt x="835" y="3183"/>
                    <a:pt x="862" y="3182"/>
                    <a:pt x="876" y="3174"/>
                  </a:cubicBezTo>
                  <a:cubicBezTo>
                    <a:pt x="1328" y="2932"/>
                    <a:pt x="1792" y="2712"/>
                    <a:pt x="2266" y="2516"/>
                  </a:cubicBezTo>
                  <a:cubicBezTo>
                    <a:pt x="2403" y="2459"/>
                    <a:pt x="2541" y="2404"/>
                    <a:pt x="2680" y="2351"/>
                  </a:cubicBezTo>
                  <a:cubicBezTo>
                    <a:pt x="2727" y="2333"/>
                    <a:pt x="2669" y="2307"/>
                    <a:pt x="2641" y="2317"/>
                  </a:cubicBezTo>
                  <a:moveTo>
                    <a:pt x="1858" y="909"/>
                  </a:moveTo>
                  <a:cubicBezTo>
                    <a:pt x="1846" y="896"/>
                    <a:pt x="1819" y="899"/>
                    <a:pt x="1805" y="902"/>
                  </a:cubicBezTo>
                  <a:cubicBezTo>
                    <a:pt x="1674" y="933"/>
                    <a:pt x="1557" y="1002"/>
                    <a:pt x="1435" y="1055"/>
                  </a:cubicBezTo>
                  <a:cubicBezTo>
                    <a:pt x="1306" y="1110"/>
                    <a:pt x="1174" y="1156"/>
                    <a:pt x="1039" y="1194"/>
                  </a:cubicBezTo>
                  <a:cubicBezTo>
                    <a:pt x="1026" y="1198"/>
                    <a:pt x="1014" y="1209"/>
                    <a:pt x="1025" y="1221"/>
                  </a:cubicBezTo>
                  <a:cubicBezTo>
                    <a:pt x="1036" y="1234"/>
                    <a:pt x="1064" y="1232"/>
                    <a:pt x="1078" y="1228"/>
                  </a:cubicBezTo>
                  <a:cubicBezTo>
                    <a:pt x="1209" y="1191"/>
                    <a:pt x="1337" y="1147"/>
                    <a:pt x="1463" y="1094"/>
                  </a:cubicBezTo>
                  <a:cubicBezTo>
                    <a:pt x="1589" y="1041"/>
                    <a:pt x="1710" y="968"/>
                    <a:pt x="1844" y="936"/>
                  </a:cubicBezTo>
                  <a:cubicBezTo>
                    <a:pt x="1857" y="933"/>
                    <a:pt x="1868" y="921"/>
                    <a:pt x="1858" y="909"/>
                  </a:cubicBezTo>
                  <a:moveTo>
                    <a:pt x="1813" y="655"/>
                  </a:moveTo>
                  <a:cubicBezTo>
                    <a:pt x="1802" y="643"/>
                    <a:pt x="1774" y="644"/>
                    <a:pt x="1760" y="648"/>
                  </a:cubicBezTo>
                  <a:cubicBezTo>
                    <a:pt x="1477" y="737"/>
                    <a:pt x="1200" y="841"/>
                    <a:pt x="929" y="960"/>
                  </a:cubicBezTo>
                  <a:cubicBezTo>
                    <a:pt x="913" y="966"/>
                    <a:pt x="917" y="980"/>
                    <a:pt x="929" y="988"/>
                  </a:cubicBezTo>
                  <a:cubicBezTo>
                    <a:pt x="944" y="997"/>
                    <a:pt x="968" y="994"/>
                    <a:pt x="983" y="988"/>
                  </a:cubicBezTo>
                  <a:cubicBezTo>
                    <a:pt x="1249" y="871"/>
                    <a:pt x="1522" y="769"/>
                    <a:pt x="1799" y="682"/>
                  </a:cubicBezTo>
                  <a:cubicBezTo>
                    <a:pt x="1812" y="678"/>
                    <a:pt x="1824" y="668"/>
                    <a:pt x="1813" y="655"/>
                  </a:cubicBezTo>
                  <a:moveTo>
                    <a:pt x="1701" y="428"/>
                  </a:moveTo>
                  <a:cubicBezTo>
                    <a:pt x="1690" y="415"/>
                    <a:pt x="1662" y="416"/>
                    <a:pt x="1648" y="421"/>
                  </a:cubicBezTo>
                  <a:cubicBezTo>
                    <a:pt x="1378" y="505"/>
                    <a:pt x="1114" y="608"/>
                    <a:pt x="858" y="729"/>
                  </a:cubicBezTo>
                  <a:cubicBezTo>
                    <a:pt x="843" y="737"/>
                    <a:pt x="846" y="749"/>
                    <a:pt x="858" y="757"/>
                  </a:cubicBezTo>
                  <a:cubicBezTo>
                    <a:pt x="873" y="767"/>
                    <a:pt x="898" y="764"/>
                    <a:pt x="913" y="757"/>
                  </a:cubicBezTo>
                  <a:cubicBezTo>
                    <a:pt x="1164" y="638"/>
                    <a:pt x="1422" y="537"/>
                    <a:pt x="1687" y="455"/>
                  </a:cubicBezTo>
                  <a:cubicBezTo>
                    <a:pt x="1700" y="451"/>
                    <a:pt x="1712" y="441"/>
                    <a:pt x="1701" y="428"/>
                  </a:cubicBezTo>
                  <a:moveTo>
                    <a:pt x="1576" y="232"/>
                  </a:moveTo>
                  <a:cubicBezTo>
                    <a:pt x="1522" y="208"/>
                    <a:pt x="1466" y="239"/>
                    <a:pt x="1415" y="257"/>
                  </a:cubicBezTo>
                  <a:cubicBezTo>
                    <a:pt x="1350" y="281"/>
                    <a:pt x="1285" y="304"/>
                    <a:pt x="1221" y="329"/>
                  </a:cubicBezTo>
                  <a:cubicBezTo>
                    <a:pt x="1094" y="377"/>
                    <a:pt x="968" y="428"/>
                    <a:pt x="844" y="482"/>
                  </a:cubicBezTo>
                  <a:cubicBezTo>
                    <a:pt x="828" y="488"/>
                    <a:pt x="832" y="502"/>
                    <a:pt x="844" y="510"/>
                  </a:cubicBezTo>
                  <a:cubicBezTo>
                    <a:pt x="859" y="519"/>
                    <a:pt x="883" y="516"/>
                    <a:pt x="898" y="510"/>
                  </a:cubicBezTo>
                  <a:cubicBezTo>
                    <a:pt x="1007" y="463"/>
                    <a:pt x="1115" y="418"/>
                    <a:pt x="1225" y="376"/>
                  </a:cubicBezTo>
                  <a:cubicBezTo>
                    <a:pt x="1278" y="356"/>
                    <a:pt x="1331" y="336"/>
                    <a:pt x="1384" y="316"/>
                  </a:cubicBezTo>
                  <a:cubicBezTo>
                    <a:pt x="1412" y="306"/>
                    <a:pt x="1440" y="296"/>
                    <a:pt x="1468" y="286"/>
                  </a:cubicBezTo>
                  <a:cubicBezTo>
                    <a:pt x="1479" y="282"/>
                    <a:pt x="1491" y="278"/>
                    <a:pt x="1503" y="274"/>
                  </a:cubicBezTo>
                  <a:cubicBezTo>
                    <a:pt x="1509" y="272"/>
                    <a:pt x="1517" y="269"/>
                    <a:pt x="1523" y="267"/>
                  </a:cubicBezTo>
                  <a:cubicBezTo>
                    <a:pt x="1529" y="266"/>
                    <a:pt x="1532" y="265"/>
                    <a:pt x="1535" y="264"/>
                  </a:cubicBezTo>
                  <a:cubicBezTo>
                    <a:pt x="1548" y="267"/>
                    <a:pt x="1565" y="267"/>
                    <a:pt x="1576" y="259"/>
                  </a:cubicBezTo>
                  <a:cubicBezTo>
                    <a:pt x="1588" y="252"/>
                    <a:pt x="1592" y="239"/>
                    <a:pt x="1576" y="232"/>
                  </a:cubicBezTo>
                  <a:moveTo>
                    <a:pt x="1520" y="12"/>
                  </a:moveTo>
                  <a:cubicBezTo>
                    <a:pt x="1509" y="0"/>
                    <a:pt x="1480" y="1"/>
                    <a:pt x="1467" y="5"/>
                  </a:cubicBezTo>
                  <a:cubicBezTo>
                    <a:pt x="1225" y="82"/>
                    <a:pt x="987" y="172"/>
                    <a:pt x="756" y="276"/>
                  </a:cubicBezTo>
                  <a:cubicBezTo>
                    <a:pt x="740" y="283"/>
                    <a:pt x="744" y="296"/>
                    <a:pt x="756" y="304"/>
                  </a:cubicBezTo>
                  <a:cubicBezTo>
                    <a:pt x="770" y="313"/>
                    <a:pt x="795" y="311"/>
                    <a:pt x="810" y="304"/>
                  </a:cubicBezTo>
                  <a:cubicBezTo>
                    <a:pt x="1037" y="202"/>
                    <a:pt x="1269" y="114"/>
                    <a:pt x="1506" y="39"/>
                  </a:cubicBezTo>
                  <a:cubicBezTo>
                    <a:pt x="1519" y="35"/>
                    <a:pt x="1530" y="25"/>
                    <a:pt x="1520" y="1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dam Thmor Pro"/>
              <a:buNone/>
              <a:defRPr sz="340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dam Thmor Pro"/>
              <a:buNone/>
              <a:defRPr sz="3500" b="1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■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■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■"/>
              <a:defRPr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8" r:id="rId5"/>
    <p:sldLayoutId id="2147483659" r:id="rId6"/>
    <p:sldLayoutId id="2147483661" r:id="rId7"/>
    <p:sldLayoutId id="2147483663" r:id="rId8"/>
    <p:sldLayoutId id="2147483664" r:id="rId9"/>
    <p:sldLayoutId id="2147483665" r:id="rId10"/>
    <p:sldLayoutId id="2147483667" r:id="rId11"/>
    <p:sldLayoutId id="2147483668" r:id="rId12"/>
    <p:sldLayoutId id="2147483673" r:id="rId13"/>
    <p:sldLayoutId id="2147483674" r:id="rId14"/>
    <p:sldLayoutId id="214748367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"/>
          <p:cNvSpPr txBox="1">
            <a:spLocks noGrp="1"/>
          </p:cNvSpPr>
          <p:nvPr>
            <p:ph type="ctrTitle"/>
          </p:nvPr>
        </p:nvSpPr>
        <p:spPr>
          <a:xfrm>
            <a:off x="648753" y="1778523"/>
            <a:ext cx="5615100" cy="9747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BIG </a:t>
            </a:r>
            <a:r>
              <a:rPr lang="en-US" dirty="0">
                <a:solidFill>
                  <a:schemeClr val="lt2"/>
                </a:solidFill>
              </a:rPr>
              <a:t>DATA </a:t>
            </a:r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407" name="Google Shape;407;p33"/>
          <p:cNvSpPr txBox="1">
            <a:spLocks noGrp="1"/>
          </p:cNvSpPr>
          <p:nvPr>
            <p:ph type="subTitle" idx="1"/>
          </p:nvPr>
        </p:nvSpPr>
        <p:spPr>
          <a:xfrm>
            <a:off x="815813" y="3264904"/>
            <a:ext cx="3244090" cy="10782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K.ABHIJITHA [21DI01]</a:t>
            </a:r>
          </a:p>
          <a:p>
            <a:pPr marL="0" indent="0"/>
            <a:r>
              <a:rPr lang="en-US" dirty="0"/>
              <a:t>J.ARISUDAN [21DI03]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VK.LAKSHMANDEV [21DI15]</a:t>
            </a:r>
          </a:p>
        </p:txBody>
      </p:sp>
      <p:grpSp>
        <p:nvGrpSpPr>
          <p:cNvPr id="409" name="Google Shape;409;p33"/>
          <p:cNvGrpSpPr/>
          <p:nvPr/>
        </p:nvGrpSpPr>
        <p:grpSpPr>
          <a:xfrm>
            <a:off x="55154" y="4389120"/>
            <a:ext cx="1594150" cy="623428"/>
            <a:chOff x="3523653" y="-869850"/>
            <a:chExt cx="3062728" cy="1197749"/>
          </a:xfrm>
        </p:grpSpPr>
        <p:sp>
          <p:nvSpPr>
            <p:cNvPr id="410" name="Google Shape;410;p33"/>
            <p:cNvSpPr/>
            <p:nvPr/>
          </p:nvSpPr>
          <p:spPr>
            <a:xfrm>
              <a:off x="4989616" y="-478193"/>
              <a:ext cx="1498298" cy="764208"/>
            </a:xfrm>
            <a:custGeom>
              <a:avLst/>
              <a:gdLst/>
              <a:ahLst/>
              <a:cxnLst/>
              <a:rect l="l" t="t" r="r" b="b"/>
              <a:pathLst>
                <a:path w="2039" h="1040" extrusionOk="0">
                  <a:moveTo>
                    <a:pt x="69" y="0"/>
                  </a:moveTo>
                  <a:lnTo>
                    <a:pt x="0" y="867"/>
                  </a:lnTo>
                  <a:lnTo>
                    <a:pt x="2038" y="1039"/>
                  </a:lnTo>
                  <a:lnTo>
                    <a:pt x="6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11" name="Google Shape;411;p33"/>
            <p:cNvSpPr/>
            <p:nvPr/>
          </p:nvSpPr>
          <p:spPr>
            <a:xfrm>
              <a:off x="4443646" y="-714069"/>
              <a:ext cx="2142735" cy="1041968"/>
            </a:xfrm>
            <a:custGeom>
              <a:avLst/>
              <a:gdLst/>
              <a:ahLst/>
              <a:cxnLst/>
              <a:rect l="l" t="t" r="r" b="b"/>
              <a:pathLst>
                <a:path w="2916" h="1418" extrusionOk="0">
                  <a:moveTo>
                    <a:pt x="2915" y="1417"/>
                  </a:moveTo>
                  <a:lnTo>
                    <a:pt x="0" y="960"/>
                  </a:lnTo>
                  <a:lnTo>
                    <a:pt x="526" y="539"/>
                  </a:lnTo>
                  <a:lnTo>
                    <a:pt x="811" y="613"/>
                  </a:lnTo>
                  <a:lnTo>
                    <a:pt x="823" y="617"/>
                  </a:lnTo>
                  <a:lnTo>
                    <a:pt x="812" y="313"/>
                  </a:lnTo>
                  <a:lnTo>
                    <a:pt x="812" y="308"/>
                  </a:lnTo>
                  <a:lnTo>
                    <a:pt x="1189" y="0"/>
                  </a:lnTo>
                  <a:lnTo>
                    <a:pt x="2915" y="141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12" name="Google Shape;412;p33"/>
            <p:cNvSpPr/>
            <p:nvPr/>
          </p:nvSpPr>
          <p:spPr>
            <a:xfrm>
              <a:off x="5039584" y="-484072"/>
              <a:ext cx="1407180" cy="753185"/>
            </a:xfrm>
            <a:custGeom>
              <a:avLst/>
              <a:gdLst/>
              <a:ahLst/>
              <a:cxnLst/>
              <a:rect l="l" t="t" r="r" b="b"/>
              <a:pathLst>
                <a:path w="1915" h="1025" extrusionOk="0">
                  <a:moveTo>
                    <a:pt x="1914" y="1024"/>
                  </a:moveTo>
                  <a:lnTo>
                    <a:pt x="1" y="304"/>
                  </a:lnTo>
                  <a:lnTo>
                    <a:pt x="0" y="300"/>
                  </a:lnTo>
                  <a:lnTo>
                    <a:pt x="12" y="304"/>
                  </a:lnTo>
                  <a:lnTo>
                    <a:pt x="1" y="0"/>
                  </a:lnTo>
                  <a:lnTo>
                    <a:pt x="1914" y="102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13" name="Google Shape;413;p33"/>
            <p:cNvSpPr/>
            <p:nvPr/>
          </p:nvSpPr>
          <p:spPr>
            <a:xfrm>
              <a:off x="3523653" y="-869850"/>
              <a:ext cx="1138971" cy="735550"/>
            </a:xfrm>
            <a:custGeom>
              <a:avLst/>
              <a:gdLst/>
              <a:ahLst/>
              <a:cxnLst/>
              <a:rect l="l" t="t" r="r" b="b"/>
              <a:pathLst>
                <a:path w="1550" h="1001" extrusionOk="0">
                  <a:moveTo>
                    <a:pt x="1477" y="664"/>
                  </a:moveTo>
                  <a:cubicBezTo>
                    <a:pt x="1432" y="758"/>
                    <a:pt x="1354" y="830"/>
                    <a:pt x="1263" y="877"/>
                  </a:cubicBezTo>
                  <a:cubicBezTo>
                    <a:pt x="1173" y="924"/>
                    <a:pt x="1067" y="955"/>
                    <a:pt x="965" y="948"/>
                  </a:cubicBezTo>
                  <a:cubicBezTo>
                    <a:pt x="864" y="941"/>
                    <a:pt x="778" y="887"/>
                    <a:pt x="736" y="794"/>
                  </a:cubicBezTo>
                  <a:cubicBezTo>
                    <a:pt x="719" y="755"/>
                    <a:pt x="710" y="713"/>
                    <a:pt x="708" y="671"/>
                  </a:cubicBezTo>
                  <a:cubicBezTo>
                    <a:pt x="798" y="651"/>
                    <a:pt x="887" y="622"/>
                    <a:pt x="960" y="566"/>
                  </a:cubicBezTo>
                  <a:cubicBezTo>
                    <a:pt x="1005" y="530"/>
                    <a:pt x="1048" y="480"/>
                    <a:pt x="1057" y="422"/>
                  </a:cubicBezTo>
                  <a:cubicBezTo>
                    <a:pt x="1066" y="368"/>
                    <a:pt x="1032" y="322"/>
                    <a:pt x="984" y="301"/>
                  </a:cubicBezTo>
                  <a:cubicBezTo>
                    <a:pt x="930" y="278"/>
                    <a:pt x="868" y="280"/>
                    <a:pt x="816" y="307"/>
                  </a:cubicBezTo>
                  <a:cubicBezTo>
                    <a:pt x="765" y="335"/>
                    <a:pt x="727" y="383"/>
                    <a:pt x="699" y="433"/>
                  </a:cubicBezTo>
                  <a:cubicBezTo>
                    <a:pt x="664" y="498"/>
                    <a:pt x="644" y="574"/>
                    <a:pt x="645" y="649"/>
                  </a:cubicBezTo>
                  <a:cubicBezTo>
                    <a:pt x="532" y="672"/>
                    <a:pt x="412" y="685"/>
                    <a:pt x="302" y="648"/>
                  </a:cubicBezTo>
                  <a:cubicBezTo>
                    <a:pt x="205" y="616"/>
                    <a:pt x="120" y="546"/>
                    <a:pt x="89" y="447"/>
                  </a:cubicBezTo>
                  <a:cubicBezTo>
                    <a:pt x="52" y="333"/>
                    <a:pt x="93" y="208"/>
                    <a:pt x="143" y="105"/>
                  </a:cubicBezTo>
                  <a:cubicBezTo>
                    <a:pt x="156" y="79"/>
                    <a:pt x="170" y="53"/>
                    <a:pt x="185" y="28"/>
                  </a:cubicBezTo>
                  <a:cubicBezTo>
                    <a:pt x="196" y="8"/>
                    <a:pt x="134" y="0"/>
                    <a:pt x="124" y="19"/>
                  </a:cubicBezTo>
                  <a:cubicBezTo>
                    <a:pt x="60" y="130"/>
                    <a:pt x="0" y="260"/>
                    <a:pt x="14" y="390"/>
                  </a:cubicBezTo>
                  <a:cubicBezTo>
                    <a:pt x="27" y="511"/>
                    <a:pt x="108" y="604"/>
                    <a:pt x="216" y="654"/>
                  </a:cubicBezTo>
                  <a:cubicBezTo>
                    <a:pt x="343" y="714"/>
                    <a:pt x="489" y="710"/>
                    <a:pt x="625" y="687"/>
                  </a:cubicBezTo>
                  <a:cubicBezTo>
                    <a:pt x="632" y="686"/>
                    <a:pt x="639" y="684"/>
                    <a:pt x="646" y="683"/>
                  </a:cubicBezTo>
                  <a:cubicBezTo>
                    <a:pt x="647" y="698"/>
                    <a:pt x="649" y="713"/>
                    <a:pt x="652" y="728"/>
                  </a:cubicBezTo>
                  <a:cubicBezTo>
                    <a:pt x="675" y="836"/>
                    <a:pt x="744" y="920"/>
                    <a:pt x="848" y="958"/>
                  </a:cubicBezTo>
                  <a:cubicBezTo>
                    <a:pt x="965" y="1000"/>
                    <a:pt x="1101" y="981"/>
                    <a:pt x="1216" y="940"/>
                  </a:cubicBezTo>
                  <a:cubicBezTo>
                    <a:pt x="1324" y="901"/>
                    <a:pt x="1425" y="838"/>
                    <a:pt x="1495" y="745"/>
                  </a:cubicBezTo>
                  <a:cubicBezTo>
                    <a:pt x="1512" y="722"/>
                    <a:pt x="1526" y="698"/>
                    <a:pt x="1539" y="673"/>
                  </a:cubicBezTo>
                  <a:cubicBezTo>
                    <a:pt x="1549" y="651"/>
                    <a:pt x="1487" y="645"/>
                    <a:pt x="1477" y="664"/>
                  </a:cubicBezTo>
                  <a:moveTo>
                    <a:pt x="788" y="397"/>
                  </a:moveTo>
                  <a:cubicBezTo>
                    <a:pt x="814" y="361"/>
                    <a:pt x="855" y="319"/>
                    <a:pt x="903" y="317"/>
                  </a:cubicBezTo>
                  <a:cubicBezTo>
                    <a:pt x="938" y="315"/>
                    <a:pt x="977" y="339"/>
                    <a:pt x="990" y="374"/>
                  </a:cubicBezTo>
                  <a:cubicBezTo>
                    <a:pt x="1010" y="425"/>
                    <a:pt x="973" y="483"/>
                    <a:pt x="939" y="519"/>
                  </a:cubicBezTo>
                  <a:cubicBezTo>
                    <a:pt x="878" y="583"/>
                    <a:pt x="792" y="615"/>
                    <a:pt x="707" y="635"/>
                  </a:cubicBezTo>
                  <a:cubicBezTo>
                    <a:pt x="708" y="598"/>
                    <a:pt x="715" y="561"/>
                    <a:pt x="725" y="526"/>
                  </a:cubicBezTo>
                  <a:cubicBezTo>
                    <a:pt x="739" y="480"/>
                    <a:pt x="760" y="436"/>
                    <a:pt x="788" y="39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3"/>
          <p:cNvGrpSpPr/>
          <p:nvPr/>
        </p:nvGrpSpPr>
        <p:grpSpPr>
          <a:xfrm>
            <a:off x="5459602" y="1390216"/>
            <a:ext cx="4145177" cy="3770948"/>
            <a:chOff x="5167774" y="1124853"/>
            <a:chExt cx="4436666" cy="4036121"/>
          </a:xfrm>
        </p:grpSpPr>
        <p:sp>
          <p:nvSpPr>
            <p:cNvPr id="415" name="Google Shape;415;p33"/>
            <p:cNvSpPr/>
            <p:nvPr/>
          </p:nvSpPr>
          <p:spPr>
            <a:xfrm>
              <a:off x="5167774" y="2868527"/>
              <a:ext cx="3384096" cy="2292447"/>
            </a:xfrm>
            <a:custGeom>
              <a:avLst/>
              <a:gdLst/>
              <a:ahLst/>
              <a:cxnLst/>
              <a:rect l="l" t="t" r="r" b="b"/>
              <a:pathLst>
                <a:path w="3252" h="2203" extrusionOk="0">
                  <a:moveTo>
                    <a:pt x="290" y="2202"/>
                  </a:moveTo>
                  <a:cubicBezTo>
                    <a:pt x="177" y="2003"/>
                    <a:pt x="113" y="1776"/>
                    <a:pt x="113" y="1536"/>
                  </a:cubicBezTo>
                  <a:cubicBezTo>
                    <a:pt x="113" y="751"/>
                    <a:pt x="792" y="113"/>
                    <a:pt x="1626" y="113"/>
                  </a:cubicBezTo>
                  <a:cubicBezTo>
                    <a:pt x="2460" y="113"/>
                    <a:pt x="3138" y="751"/>
                    <a:pt x="3138" y="1536"/>
                  </a:cubicBezTo>
                  <a:cubicBezTo>
                    <a:pt x="3138" y="1776"/>
                    <a:pt x="3074" y="2003"/>
                    <a:pt x="2962" y="2202"/>
                  </a:cubicBezTo>
                  <a:lnTo>
                    <a:pt x="3090" y="2202"/>
                  </a:lnTo>
                  <a:cubicBezTo>
                    <a:pt x="3193" y="2001"/>
                    <a:pt x="3251" y="1774"/>
                    <a:pt x="3251" y="1536"/>
                  </a:cubicBezTo>
                  <a:cubicBezTo>
                    <a:pt x="3251" y="689"/>
                    <a:pt x="2522" y="0"/>
                    <a:pt x="1625" y="0"/>
                  </a:cubicBezTo>
                  <a:cubicBezTo>
                    <a:pt x="729" y="0"/>
                    <a:pt x="0" y="689"/>
                    <a:pt x="0" y="1536"/>
                  </a:cubicBezTo>
                  <a:cubicBezTo>
                    <a:pt x="0" y="1774"/>
                    <a:pt x="58" y="2000"/>
                    <a:pt x="161" y="2202"/>
                  </a:cubicBezTo>
                  <a:lnTo>
                    <a:pt x="290" y="220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5285364" y="2979872"/>
              <a:ext cx="3149957" cy="2181103"/>
            </a:xfrm>
            <a:custGeom>
              <a:avLst/>
              <a:gdLst/>
              <a:ahLst/>
              <a:cxnLst/>
              <a:rect l="l" t="t" r="r" b="b"/>
              <a:pathLst>
                <a:path w="3027" h="2096" extrusionOk="0">
                  <a:moveTo>
                    <a:pt x="306" y="2095"/>
                  </a:moveTo>
                  <a:cubicBezTo>
                    <a:pt x="183" y="1900"/>
                    <a:pt x="113" y="1672"/>
                    <a:pt x="113" y="1429"/>
                  </a:cubicBezTo>
                  <a:cubicBezTo>
                    <a:pt x="113" y="703"/>
                    <a:pt x="741" y="113"/>
                    <a:pt x="1513" y="113"/>
                  </a:cubicBezTo>
                  <a:cubicBezTo>
                    <a:pt x="2285" y="113"/>
                    <a:pt x="2913" y="703"/>
                    <a:pt x="2913" y="1429"/>
                  </a:cubicBezTo>
                  <a:cubicBezTo>
                    <a:pt x="2913" y="1672"/>
                    <a:pt x="2842" y="1900"/>
                    <a:pt x="2719" y="2095"/>
                  </a:cubicBezTo>
                  <a:lnTo>
                    <a:pt x="2851" y="2095"/>
                  </a:lnTo>
                  <a:cubicBezTo>
                    <a:pt x="2962" y="1896"/>
                    <a:pt x="3026" y="1669"/>
                    <a:pt x="3026" y="1429"/>
                  </a:cubicBezTo>
                  <a:cubicBezTo>
                    <a:pt x="3026" y="641"/>
                    <a:pt x="2347" y="0"/>
                    <a:pt x="1513" y="0"/>
                  </a:cubicBezTo>
                  <a:cubicBezTo>
                    <a:pt x="679" y="0"/>
                    <a:pt x="0" y="641"/>
                    <a:pt x="0" y="1429"/>
                  </a:cubicBezTo>
                  <a:cubicBezTo>
                    <a:pt x="0" y="1669"/>
                    <a:pt x="64" y="1896"/>
                    <a:pt x="175" y="2095"/>
                  </a:cubicBezTo>
                  <a:lnTo>
                    <a:pt x="306" y="209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5405036" y="3092257"/>
              <a:ext cx="2909574" cy="2068718"/>
            </a:xfrm>
            <a:custGeom>
              <a:avLst/>
              <a:gdLst/>
              <a:ahLst/>
              <a:cxnLst/>
              <a:rect l="l" t="t" r="r" b="b"/>
              <a:pathLst>
                <a:path w="2796" h="1988" extrusionOk="0">
                  <a:moveTo>
                    <a:pt x="326" y="1987"/>
                  </a:moveTo>
                  <a:cubicBezTo>
                    <a:pt x="191" y="1796"/>
                    <a:pt x="113" y="1567"/>
                    <a:pt x="113" y="1321"/>
                  </a:cubicBezTo>
                  <a:cubicBezTo>
                    <a:pt x="113" y="655"/>
                    <a:pt x="689" y="113"/>
                    <a:pt x="1398" y="113"/>
                  </a:cubicBezTo>
                  <a:cubicBezTo>
                    <a:pt x="2106" y="113"/>
                    <a:pt x="2683" y="655"/>
                    <a:pt x="2683" y="1321"/>
                  </a:cubicBezTo>
                  <a:cubicBezTo>
                    <a:pt x="2683" y="1567"/>
                    <a:pt x="2604" y="1796"/>
                    <a:pt x="2469" y="1987"/>
                  </a:cubicBezTo>
                  <a:lnTo>
                    <a:pt x="2604" y="1987"/>
                  </a:lnTo>
                  <a:cubicBezTo>
                    <a:pt x="2726" y="1791"/>
                    <a:pt x="2795" y="1564"/>
                    <a:pt x="2795" y="1321"/>
                  </a:cubicBezTo>
                  <a:cubicBezTo>
                    <a:pt x="2795" y="592"/>
                    <a:pt x="2168" y="0"/>
                    <a:pt x="1398" y="0"/>
                  </a:cubicBezTo>
                  <a:cubicBezTo>
                    <a:pt x="627" y="0"/>
                    <a:pt x="0" y="592"/>
                    <a:pt x="0" y="1321"/>
                  </a:cubicBezTo>
                  <a:cubicBezTo>
                    <a:pt x="0" y="1564"/>
                    <a:pt x="69" y="1791"/>
                    <a:pt x="191" y="1987"/>
                  </a:cubicBezTo>
                  <a:lnTo>
                    <a:pt x="326" y="198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5520545" y="3201520"/>
              <a:ext cx="2678556" cy="1959455"/>
            </a:xfrm>
            <a:custGeom>
              <a:avLst/>
              <a:gdLst/>
              <a:ahLst/>
              <a:cxnLst/>
              <a:rect l="l" t="t" r="r" b="b"/>
              <a:pathLst>
                <a:path w="2574" h="1883" extrusionOk="0">
                  <a:moveTo>
                    <a:pt x="352" y="1882"/>
                  </a:moveTo>
                  <a:cubicBezTo>
                    <a:pt x="202" y="1697"/>
                    <a:pt x="113" y="1466"/>
                    <a:pt x="113" y="1216"/>
                  </a:cubicBezTo>
                  <a:cubicBezTo>
                    <a:pt x="113" y="607"/>
                    <a:pt x="639" y="112"/>
                    <a:pt x="1287" y="112"/>
                  </a:cubicBezTo>
                  <a:cubicBezTo>
                    <a:pt x="1934" y="112"/>
                    <a:pt x="2461" y="607"/>
                    <a:pt x="2461" y="1216"/>
                  </a:cubicBezTo>
                  <a:cubicBezTo>
                    <a:pt x="2461" y="1466"/>
                    <a:pt x="2371" y="1697"/>
                    <a:pt x="2221" y="1882"/>
                  </a:cubicBezTo>
                  <a:lnTo>
                    <a:pt x="2362" y="1882"/>
                  </a:lnTo>
                  <a:cubicBezTo>
                    <a:pt x="2496" y="1691"/>
                    <a:pt x="2573" y="1462"/>
                    <a:pt x="2573" y="1216"/>
                  </a:cubicBezTo>
                  <a:cubicBezTo>
                    <a:pt x="2573" y="545"/>
                    <a:pt x="1996" y="0"/>
                    <a:pt x="1286" y="0"/>
                  </a:cubicBezTo>
                  <a:cubicBezTo>
                    <a:pt x="577" y="0"/>
                    <a:pt x="0" y="545"/>
                    <a:pt x="0" y="1216"/>
                  </a:cubicBezTo>
                  <a:cubicBezTo>
                    <a:pt x="0" y="1461"/>
                    <a:pt x="77" y="1691"/>
                    <a:pt x="210" y="1882"/>
                  </a:cubicBezTo>
                  <a:lnTo>
                    <a:pt x="352" y="188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 rot="-1190507">
              <a:off x="8520416" y="1411754"/>
              <a:ext cx="796510" cy="942190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3"/>
            <p:cNvSpPr/>
            <p:nvPr/>
          </p:nvSpPr>
          <p:spPr>
            <a:xfrm rot="-1190507">
              <a:off x="8564441" y="1510893"/>
              <a:ext cx="649191" cy="744847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 rot="-1190507">
              <a:off x="8483113" y="1571867"/>
              <a:ext cx="257258" cy="506276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 rot="319144" flipH="1">
              <a:off x="7508004" y="1930265"/>
              <a:ext cx="1430938" cy="1827172"/>
            </a:xfrm>
            <a:custGeom>
              <a:avLst/>
              <a:gdLst/>
              <a:ahLst/>
              <a:cxnLst/>
              <a:rect l="l" t="t" r="r" b="b"/>
              <a:pathLst>
                <a:path w="2712" h="3463" extrusionOk="0">
                  <a:moveTo>
                    <a:pt x="2672" y="2640"/>
                  </a:moveTo>
                  <a:cubicBezTo>
                    <a:pt x="2697" y="2624"/>
                    <a:pt x="2711" y="2613"/>
                    <a:pt x="2708" y="2607"/>
                  </a:cubicBezTo>
                  <a:cubicBezTo>
                    <a:pt x="2618" y="2353"/>
                    <a:pt x="2518" y="2103"/>
                    <a:pt x="2409" y="1857"/>
                  </a:cubicBezTo>
                  <a:cubicBezTo>
                    <a:pt x="2299" y="1610"/>
                    <a:pt x="2204" y="1364"/>
                    <a:pt x="2112" y="1109"/>
                  </a:cubicBezTo>
                  <a:cubicBezTo>
                    <a:pt x="2040" y="907"/>
                    <a:pt x="1967" y="706"/>
                    <a:pt x="1890" y="507"/>
                  </a:cubicBezTo>
                  <a:cubicBezTo>
                    <a:pt x="1851" y="405"/>
                    <a:pt x="1811" y="303"/>
                    <a:pt x="1769" y="202"/>
                  </a:cubicBezTo>
                  <a:cubicBezTo>
                    <a:pt x="1739" y="129"/>
                    <a:pt x="1719" y="18"/>
                    <a:pt x="1625" y="5"/>
                  </a:cubicBezTo>
                  <a:cubicBezTo>
                    <a:pt x="1581" y="0"/>
                    <a:pt x="1536" y="13"/>
                    <a:pt x="1494" y="26"/>
                  </a:cubicBezTo>
                  <a:cubicBezTo>
                    <a:pt x="1196" y="117"/>
                    <a:pt x="895" y="201"/>
                    <a:pt x="588" y="252"/>
                  </a:cubicBezTo>
                  <a:cubicBezTo>
                    <a:pt x="434" y="277"/>
                    <a:pt x="280" y="292"/>
                    <a:pt x="125" y="299"/>
                  </a:cubicBezTo>
                  <a:cubicBezTo>
                    <a:pt x="71" y="301"/>
                    <a:pt x="0" y="292"/>
                    <a:pt x="1" y="360"/>
                  </a:cubicBezTo>
                  <a:cubicBezTo>
                    <a:pt x="2" y="403"/>
                    <a:pt x="49" y="474"/>
                    <a:pt x="62" y="518"/>
                  </a:cubicBezTo>
                  <a:cubicBezTo>
                    <a:pt x="330" y="1436"/>
                    <a:pt x="547" y="2367"/>
                    <a:pt x="844" y="3278"/>
                  </a:cubicBezTo>
                  <a:cubicBezTo>
                    <a:pt x="850" y="3297"/>
                    <a:pt x="856" y="3315"/>
                    <a:pt x="862" y="3333"/>
                  </a:cubicBezTo>
                  <a:cubicBezTo>
                    <a:pt x="904" y="3462"/>
                    <a:pt x="1568" y="3121"/>
                    <a:pt x="1661" y="3081"/>
                  </a:cubicBezTo>
                  <a:cubicBezTo>
                    <a:pt x="1743" y="3045"/>
                    <a:pt x="2496" y="2747"/>
                    <a:pt x="2672" y="264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3"/>
            <p:cNvSpPr/>
            <p:nvPr/>
          </p:nvSpPr>
          <p:spPr>
            <a:xfrm rot="319144" flipH="1">
              <a:off x="7655542" y="2010844"/>
              <a:ext cx="1219358" cy="1514817"/>
            </a:xfrm>
            <a:custGeom>
              <a:avLst/>
              <a:gdLst/>
              <a:ahLst/>
              <a:cxnLst/>
              <a:rect l="l" t="t" r="r" b="b"/>
              <a:pathLst>
                <a:path w="2311" h="2871" extrusionOk="0">
                  <a:moveTo>
                    <a:pt x="1484" y="45"/>
                  </a:moveTo>
                  <a:cubicBezTo>
                    <a:pt x="1004" y="140"/>
                    <a:pt x="551" y="336"/>
                    <a:pt x="71" y="428"/>
                  </a:cubicBezTo>
                  <a:cubicBezTo>
                    <a:pt x="34" y="435"/>
                    <a:pt x="0" y="400"/>
                    <a:pt x="50" y="390"/>
                  </a:cubicBezTo>
                  <a:cubicBezTo>
                    <a:pt x="531" y="298"/>
                    <a:pt x="983" y="102"/>
                    <a:pt x="1463" y="8"/>
                  </a:cubicBezTo>
                  <a:cubicBezTo>
                    <a:pt x="1500" y="0"/>
                    <a:pt x="1535" y="36"/>
                    <a:pt x="1484" y="45"/>
                  </a:cubicBezTo>
                  <a:moveTo>
                    <a:pt x="1591" y="222"/>
                  </a:moveTo>
                  <a:cubicBezTo>
                    <a:pt x="1580" y="209"/>
                    <a:pt x="1552" y="211"/>
                    <a:pt x="1538" y="215"/>
                  </a:cubicBezTo>
                  <a:cubicBezTo>
                    <a:pt x="1065" y="347"/>
                    <a:pt x="592" y="478"/>
                    <a:pt x="120" y="610"/>
                  </a:cubicBezTo>
                  <a:cubicBezTo>
                    <a:pt x="106" y="614"/>
                    <a:pt x="95" y="624"/>
                    <a:pt x="106" y="637"/>
                  </a:cubicBezTo>
                  <a:cubicBezTo>
                    <a:pt x="117" y="650"/>
                    <a:pt x="144" y="648"/>
                    <a:pt x="159" y="644"/>
                  </a:cubicBezTo>
                  <a:cubicBezTo>
                    <a:pt x="631" y="512"/>
                    <a:pt x="1104" y="380"/>
                    <a:pt x="1577" y="249"/>
                  </a:cubicBezTo>
                  <a:cubicBezTo>
                    <a:pt x="1590" y="245"/>
                    <a:pt x="1602" y="234"/>
                    <a:pt x="1591" y="222"/>
                  </a:cubicBezTo>
                  <a:moveTo>
                    <a:pt x="1625" y="429"/>
                  </a:moveTo>
                  <a:cubicBezTo>
                    <a:pt x="1610" y="419"/>
                    <a:pt x="1587" y="422"/>
                    <a:pt x="1571" y="429"/>
                  </a:cubicBezTo>
                  <a:cubicBezTo>
                    <a:pt x="1135" y="601"/>
                    <a:pt x="682" y="730"/>
                    <a:pt x="222" y="814"/>
                  </a:cubicBezTo>
                  <a:cubicBezTo>
                    <a:pt x="171" y="824"/>
                    <a:pt x="206" y="859"/>
                    <a:pt x="242" y="852"/>
                  </a:cubicBezTo>
                  <a:cubicBezTo>
                    <a:pt x="715" y="766"/>
                    <a:pt x="1178" y="633"/>
                    <a:pt x="1625" y="456"/>
                  </a:cubicBezTo>
                  <a:cubicBezTo>
                    <a:pt x="1641" y="450"/>
                    <a:pt x="1637" y="436"/>
                    <a:pt x="1625" y="429"/>
                  </a:cubicBezTo>
                  <a:moveTo>
                    <a:pt x="1762" y="663"/>
                  </a:moveTo>
                  <a:cubicBezTo>
                    <a:pt x="1751" y="650"/>
                    <a:pt x="1723" y="652"/>
                    <a:pt x="1709" y="656"/>
                  </a:cubicBezTo>
                  <a:cubicBezTo>
                    <a:pt x="1222" y="780"/>
                    <a:pt x="741" y="927"/>
                    <a:pt x="269" y="1097"/>
                  </a:cubicBezTo>
                  <a:cubicBezTo>
                    <a:pt x="221" y="1114"/>
                    <a:pt x="280" y="1141"/>
                    <a:pt x="308" y="1131"/>
                  </a:cubicBezTo>
                  <a:cubicBezTo>
                    <a:pt x="781" y="961"/>
                    <a:pt x="1261" y="814"/>
                    <a:pt x="1748" y="690"/>
                  </a:cubicBezTo>
                  <a:cubicBezTo>
                    <a:pt x="1761" y="687"/>
                    <a:pt x="1772" y="676"/>
                    <a:pt x="1762" y="663"/>
                  </a:cubicBezTo>
                  <a:moveTo>
                    <a:pt x="1750" y="868"/>
                  </a:moveTo>
                  <a:cubicBezTo>
                    <a:pt x="1298" y="1027"/>
                    <a:pt x="840" y="1169"/>
                    <a:pt x="377" y="1291"/>
                  </a:cubicBezTo>
                  <a:cubicBezTo>
                    <a:pt x="363" y="1295"/>
                    <a:pt x="352" y="1306"/>
                    <a:pt x="363" y="1318"/>
                  </a:cubicBezTo>
                  <a:cubicBezTo>
                    <a:pt x="374" y="1331"/>
                    <a:pt x="402" y="1329"/>
                    <a:pt x="416" y="1325"/>
                  </a:cubicBezTo>
                  <a:cubicBezTo>
                    <a:pt x="879" y="1202"/>
                    <a:pt x="1337" y="1061"/>
                    <a:pt x="1789" y="901"/>
                  </a:cubicBezTo>
                  <a:cubicBezTo>
                    <a:pt x="1836" y="885"/>
                    <a:pt x="1777" y="858"/>
                    <a:pt x="1750" y="868"/>
                  </a:cubicBezTo>
                  <a:moveTo>
                    <a:pt x="1865" y="1102"/>
                  </a:moveTo>
                  <a:cubicBezTo>
                    <a:pt x="1854" y="1089"/>
                    <a:pt x="1826" y="1091"/>
                    <a:pt x="1812" y="1095"/>
                  </a:cubicBezTo>
                  <a:cubicBezTo>
                    <a:pt x="1344" y="1238"/>
                    <a:pt x="880" y="1396"/>
                    <a:pt x="422" y="1568"/>
                  </a:cubicBezTo>
                  <a:cubicBezTo>
                    <a:pt x="375" y="1585"/>
                    <a:pt x="433" y="1612"/>
                    <a:pt x="461" y="1602"/>
                  </a:cubicBezTo>
                  <a:cubicBezTo>
                    <a:pt x="919" y="1430"/>
                    <a:pt x="1383" y="1272"/>
                    <a:pt x="1851" y="1129"/>
                  </a:cubicBezTo>
                  <a:cubicBezTo>
                    <a:pt x="1864" y="1125"/>
                    <a:pt x="1876" y="1115"/>
                    <a:pt x="1865" y="1102"/>
                  </a:cubicBezTo>
                  <a:moveTo>
                    <a:pt x="1879" y="1355"/>
                  </a:moveTo>
                  <a:cubicBezTo>
                    <a:pt x="1397" y="1526"/>
                    <a:pt x="915" y="1697"/>
                    <a:pt x="433" y="1869"/>
                  </a:cubicBezTo>
                  <a:cubicBezTo>
                    <a:pt x="386" y="1885"/>
                    <a:pt x="444" y="1912"/>
                    <a:pt x="472" y="1903"/>
                  </a:cubicBezTo>
                  <a:cubicBezTo>
                    <a:pt x="954" y="1731"/>
                    <a:pt x="1436" y="1560"/>
                    <a:pt x="1918" y="1389"/>
                  </a:cubicBezTo>
                  <a:cubicBezTo>
                    <a:pt x="1965" y="1373"/>
                    <a:pt x="1906" y="1345"/>
                    <a:pt x="1879" y="1355"/>
                  </a:cubicBezTo>
                  <a:moveTo>
                    <a:pt x="1986" y="1572"/>
                  </a:moveTo>
                  <a:cubicBezTo>
                    <a:pt x="1517" y="1734"/>
                    <a:pt x="1052" y="1909"/>
                    <a:pt x="591" y="2097"/>
                  </a:cubicBezTo>
                  <a:cubicBezTo>
                    <a:pt x="575" y="2103"/>
                    <a:pt x="580" y="2117"/>
                    <a:pt x="591" y="2125"/>
                  </a:cubicBezTo>
                  <a:cubicBezTo>
                    <a:pt x="607" y="2134"/>
                    <a:pt x="630" y="2131"/>
                    <a:pt x="646" y="2125"/>
                  </a:cubicBezTo>
                  <a:cubicBezTo>
                    <a:pt x="1101" y="1939"/>
                    <a:pt x="1561" y="1766"/>
                    <a:pt x="2025" y="1606"/>
                  </a:cubicBezTo>
                  <a:cubicBezTo>
                    <a:pt x="2073" y="1589"/>
                    <a:pt x="2014" y="1562"/>
                    <a:pt x="1986" y="1572"/>
                  </a:cubicBezTo>
                  <a:moveTo>
                    <a:pt x="2084" y="1796"/>
                  </a:moveTo>
                  <a:lnTo>
                    <a:pt x="706" y="2320"/>
                  </a:lnTo>
                  <a:cubicBezTo>
                    <a:pt x="659" y="2338"/>
                    <a:pt x="717" y="2364"/>
                    <a:pt x="745" y="2354"/>
                  </a:cubicBezTo>
                  <a:lnTo>
                    <a:pt x="2123" y="1830"/>
                  </a:lnTo>
                  <a:cubicBezTo>
                    <a:pt x="2170" y="1812"/>
                    <a:pt x="2112" y="1785"/>
                    <a:pt x="2084" y="1796"/>
                  </a:cubicBezTo>
                  <a:moveTo>
                    <a:pt x="2213" y="2025"/>
                  </a:moveTo>
                  <a:cubicBezTo>
                    <a:pt x="2198" y="2015"/>
                    <a:pt x="2174" y="2019"/>
                    <a:pt x="2158" y="2025"/>
                  </a:cubicBezTo>
                  <a:cubicBezTo>
                    <a:pt x="1705" y="2211"/>
                    <a:pt x="1255" y="2404"/>
                    <a:pt x="809" y="2605"/>
                  </a:cubicBezTo>
                  <a:cubicBezTo>
                    <a:pt x="793" y="2612"/>
                    <a:pt x="797" y="2625"/>
                    <a:pt x="809" y="2632"/>
                  </a:cubicBezTo>
                  <a:cubicBezTo>
                    <a:pt x="824" y="2642"/>
                    <a:pt x="848" y="2639"/>
                    <a:pt x="863" y="2632"/>
                  </a:cubicBezTo>
                  <a:cubicBezTo>
                    <a:pt x="1310" y="2432"/>
                    <a:pt x="1760" y="2239"/>
                    <a:pt x="2213" y="2053"/>
                  </a:cubicBezTo>
                  <a:cubicBezTo>
                    <a:pt x="2229" y="2047"/>
                    <a:pt x="2225" y="2033"/>
                    <a:pt x="2213" y="2025"/>
                  </a:cubicBezTo>
                  <a:moveTo>
                    <a:pt x="2295" y="2265"/>
                  </a:moveTo>
                  <a:cubicBezTo>
                    <a:pt x="2280" y="2255"/>
                    <a:pt x="2256" y="2258"/>
                    <a:pt x="2240" y="2265"/>
                  </a:cubicBezTo>
                  <a:cubicBezTo>
                    <a:pt x="1815" y="2447"/>
                    <a:pt x="1392" y="2636"/>
                    <a:pt x="974" y="2832"/>
                  </a:cubicBezTo>
                  <a:cubicBezTo>
                    <a:pt x="958" y="2839"/>
                    <a:pt x="961" y="2852"/>
                    <a:pt x="974" y="2860"/>
                  </a:cubicBezTo>
                  <a:cubicBezTo>
                    <a:pt x="988" y="2870"/>
                    <a:pt x="1013" y="2867"/>
                    <a:pt x="1028" y="2860"/>
                  </a:cubicBezTo>
                  <a:cubicBezTo>
                    <a:pt x="1447" y="2664"/>
                    <a:pt x="1869" y="2474"/>
                    <a:pt x="2295" y="2293"/>
                  </a:cubicBezTo>
                  <a:cubicBezTo>
                    <a:pt x="2310" y="2286"/>
                    <a:pt x="2306" y="2272"/>
                    <a:pt x="2295" y="226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33"/>
            <p:cNvGrpSpPr/>
            <p:nvPr/>
          </p:nvGrpSpPr>
          <p:grpSpPr>
            <a:xfrm>
              <a:off x="5824189" y="1124853"/>
              <a:ext cx="3780251" cy="3948600"/>
              <a:chOff x="5533308" y="924898"/>
              <a:chExt cx="4038730" cy="4218590"/>
            </a:xfrm>
          </p:grpSpPr>
          <p:sp>
            <p:nvSpPr>
              <p:cNvPr id="425" name="Google Shape;425;p33"/>
              <p:cNvSpPr/>
              <p:nvPr/>
            </p:nvSpPr>
            <p:spPr>
              <a:xfrm rot="-662413" flipH="1">
                <a:off x="5642001" y="3134210"/>
                <a:ext cx="3151017" cy="1439700"/>
              </a:xfrm>
              <a:custGeom>
                <a:avLst/>
                <a:gdLst/>
                <a:ahLst/>
                <a:cxnLst/>
                <a:rect l="l" t="t" r="r" b="b"/>
                <a:pathLst>
                  <a:path w="5461" h="1782" extrusionOk="0">
                    <a:moveTo>
                      <a:pt x="2037" y="933"/>
                    </a:moveTo>
                    <a:lnTo>
                      <a:pt x="2003" y="963"/>
                    </a:lnTo>
                    <a:lnTo>
                      <a:pt x="2001" y="962"/>
                    </a:lnTo>
                    <a:cubicBezTo>
                      <a:pt x="2001" y="962"/>
                      <a:pt x="1755" y="951"/>
                      <a:pt x="1688" y="948"/>
                    </a:cubicBezTo>
                    <a:cubicBezTo>
                      <a:pt x="1678" y="947"/>
                      <a:pt x="1667" y="945"/>
                      <a:pt x="1658" y="942"/>
                    </a:cubicBezTo>
                    <a:lnTo>
                      <a:pt x="1654" y="941"/>
                    </a:lnTo>
                    <a:lnTo>
                      <a:pt x="382" y="504"/>
                    </a:lnTo>
                    <a:cubicBezTo>
                      <a:pt x="328" y="485"/>
                      <a:pt x="304" y="451"/>
                      <a:pt x="325" y="422"/>
                    </a:cubicBezTo>
                    <a:cubicBezTo>
                      <a:pt x="328" y="418"/>
                      <a:pt x="331" y="415"/>
                      <a:pt x="334" y="411"/>
                    </a:cubicBezTo>
                    <a:cubicBezTo>
                      <a:pt x="336" y="409"/>
                      <a:pt x="339" y="407"/>
                      <a:pt x="342" y="405"/>
                    </a:cubicBezTo>
                    <a:cubicBezTo>
                      <a:pt x="379" y="378"/>
                      <a:pt x="453" y="372"/>
                      <a:pt x="513" y="390"/>
                    </a:cubicBezTo>
                    <a:lnTo>
                      <a:pt x="1845" y="782"/>
                    </a:lnTo>
                    <a:cubicBezTo>
                      <a:pt x="1854" y="785"/>
                      <a:pt x="1862" y="789"/>
                      <a:pt x="1868" y="794"/>
                    </a:cubicBezTo>
                    <a:lnTo>
                      <a:pt x="2036" y="932"/>
                    </a:lnTo>
                    <a:lnTo>
                      <a:pt x="2037" y="933"/>
                    </a:lnTo>
                    <a:moveTo>
                      <a:pt x="650" y="352"/>
                    </a:moveTo>
                    <a:cubicBezTo>
                      <a:pt x="676" y="337"/>
                      <a:pt x="701" y="319"/>
                      <a:pt x="710" y="297"/>
                    </a:cubicBezTo>
                    <a:cubicBezTo>
                      <a:pt x="714" y="285"/>
                      <a:pt x="715" y="274"/>
                      <a:pt x="715" y="262"/>
                    </a:cubicBezTo>
                    <a:cubicBezTo>
                      <a:pt x="715" y="230"/>
                      <a:pt x="710" y="197"/>
                      <a:pt x="701" y="165"/>
                    </a:cubicBezTo>
                    <a:cubicBezTo>
                      <a:pt x="699" y="159"/>
                      <a:pt x="698" y="152"/>
                      <a:pt x="692" y="148"/>
                    </a:cubicBezTo>
                    <a:cubicBezTo>
                      <a:pt x="689" y="146"/>
                      <a:pt x="681" y="145"/>
                      <a:pt x="676" y="143"/>
                    </a:cubicBezTo>
                    <a:cubicBezTo>
                      <a:pt x="665" y="140"/>
                      <a:pt x="654" y="137"/>
                      <a:pt x="642" y="134"/>
                    </a:cubicBezTo>
                    <a:cubicBezTo>
                      <a:pt x="588" y="118"/>
                      <a:pt x="533" y="102"/>
                      <a:pt x="478" y="86"/>
                    </a:cubicBezTo>
                    <a:cubicBezTo>
                      <a:pt x="407" y="65"/>
                      <a:pt x="336" y="45"/>
                      <a:pt x="266" y="24"/>
                    </a:cubicBezTo>
                    <a:cubicBezTo>
                      <a:pt x="182" y="0"/>
                      <a:pt x="84" y="22"/>
                      <a:pt x="40" y="75"/>
                    </a:cubicBezTo>
                    <a:cubicBezTo>
                      <a:pt x="37" y="79"/>
                      <a:pt x="34" y="83"/>
                      <a:pt x="31" y="87"/>
                    </a:cubicBezTo>
                    <a:cubicBezTo>
                      <a:pt x="27" y="95"/>
                      <a:pt x="23" y="104"/>
                      <a:pt x="20" y="112"/>
                    </a:cubicBezTo>
                    <a:cubicBezTo>
                      <a:pt x="0" y="167"/>
                      <a:pt x="39" y="223"/>
                      <a:pt x="112" y="249"/>
                    </a:cubicBezTo>
                    <a:cubicBezTo>
                      <a:pt x="182" y="273"/>
                      <a:pt x="251" y="298"/>
                      <a:pt x="320" y="322"/>
                    </a:cubicBezTo>
                    <a:cubicBezTo>
                      <a:pt x="370" y="339"/>
                      <a:pt x="420" y="357"/>
                      <a:pt x="470" y="374"/>
                    </a:cubicBezTo>
                    <a:cubicBezTo>
                      <a:pt x="487" y="380"/>
                      <a:pt x="509" y="392"/>
                      <a:pt x="528" y="392"/>
                    </a:cubicBezTo>
                    <a:cubicBezTo>
                      <a:pt x="568" y="392"/>
                      <a:pt x="610" y="374"/>
                      <a:pt x="640" y="358"/>
                    </a:cubicBezTo>
                    <a:cubicBezTo>
                      <a:pt x="643" y="356"/>
                      <a:pt x="647" y="354"/>
                      <a:pt x="650" y="353"/>
                    </a:cubicBezTo>
                    <a:cubicBezTo>
                      <a:pt x="650" y="352"/>
                      <a:pt x="650" y="352"/>
                      <a:pt x="650" y="352"/>
                    </a:cubicBezTo>
                    <a:moveTo>
                      <a:pt x="5460" y="1781"/>
                    </a:moveTo>
                    <a:lnTo>
                      <a:pt x="5460" y="178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3"/>
              <p:cNvSpPr/>
              <p:nvPr/>
            </p:nvSpPr>
            <p:spPr>
              <a:xfrm rot="-662413" flipH="1">
                <a:off x="6114596" y="3292697"/>
                <a:ext cx="2213963" cy="1134309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404" extrusionOk="0">
                    <a:moveTo>
                      <a:pt x="3836" y="1284"/>
                    </a:moveTo>
                    <a:lnTo>
                      <a:pt x="3774" y="1376"/>
                    </a:lnTo>
                    <a:lnTo>
                      <a:pt x="3769" y="1376"/>
                    </a:lnTo>
                    <a:lnTo>
                      <a:pt x="3067" y="1403"/>
                    </a:lnTo>
                    <a:lnTo>
                      <a:pt x="3025" y="1388"/>
                    </a:lnTo>
                    <a:lnTo>
                      <a:pt x="0" y="347"/>
                    </a:lnTo>
                    <a:cubicBezTo>
                      <a:pt x="8" y="281"/>
                      <a:pt x="7" y="213"/>
                      <a:pt x="43" y="152"/>
                    </a:cubicBezTo>
                    <a:cubicBezTo>
                      <a:pt x="79" y="91"/>
                      <a:pt x="169" y="45"/>
                      <a:pt x="236" y="0"/>
                    </a:cubicBezTo>
                    <a:lnTo>
                      <a:pt x="3375" y="892"/>
                    </a:lnTo>
                    <a:lnTo>
                      <a:pt x="3407" y="901"/>
                    </a:lnTo>
                    <a:lnTo>
                      <a:pt x="3833" y="1281"/>
                    </a:lnTo>
                    <a:lnTo>
                      <a:pt x="3836" y="1284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3"/>
              <p:cNvSpPr/>
              <p:nvPr/>
            </p:nvSpPr>
            <p:spPr>
              <a:xfrm rot="-662413" flipH="1">
                <a:off x="6425499" y="3769485"/>
                <a:ext cx="950325" cy="711771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881" extrusionOk="0">
                    <a:moveTo>
                      <a:pt x="1246" y="585"/>
                    </a:moveTo>
                    <a:cubicBezTo>
                      <a:pt x="1277" y="528"/>
                      <a:pt x="1332" y="478"/>
                      <a:pt x="1402" y="440"/>
                    </a:cubicBezTo>
                    <a:cubicBezTo>
                      <a:pt x="1459" y="409"/>
                      <a:pt x="1568" y="361"/>
                      <a:pt x="1646" y="383"/>
                    </a:cubicBezTo>
                    <a:lnTo>
                      <a:pt x="1342" y="297"/>
                    </a:lnTo>
                    <a:lnTo>
                      <a:pt x="1303" y="286"/>
                    </a:lnTo>
                    <a:lnTo>
                      <a:pt x="1168" y="248"/>
                    </a:lnTo>
                    <a:lnTo>
                      <a:pt x="1130" y="237"/>
                    </a:lnTo>
                    <a:lnTo>
                      <a:pt x="995" y="199"/>
                    </a:lnTo>
                    <a:lnTo>
                      <a:pt x="957" y="188"/>
                    </a:lnTo>
                    <a:lnTo>
                      <a:pt x="822" y="149"/>
                    </a:lnTo>
                    <a:lnTo>
                      <a:pt x="784" y="139"/>
                    </a:lnTo>
                    <a:lnTo>
                      <a:pt x="649" y="100"/>
                    </a:lnTo>
                    <a:lnTo>
                      <a:pt x="619" y="92"/>
                    </a:lnTo>
                    <a:lnTo>
                      <a:pt x="612" y="90"/>
                    </a:lnTo>
                    <a:lnTo>
                      <a:pt x="476" y="51"/>
                    </a:lnTo>
                    <a:lnTo>
                      <a:pt x="440" y="41"/>
                    </a:lnTo>
                    <a:lnTo>
                      <a:pt x="296" y="0"/>
                    </a:lnTo>
                    <a:cubicBezTo>
                      <a:pt x="247" y="13"/>
                      <a:pt x="200" y="33"/>
                      <a:pt x="157" y="61"/>
                    </a:cubicBezTo>
                    <a:cubicBezTo>
                      <a:pt x="74" y="114"/>
                      <a:pt x="23" y="201"/>
                      <a:pt x="10" y="289"/>
                    </a:cubicBezTo>
                    <a:cubicBezTo>
                      <a:pt x="2" y="339"/>
                      <a:pt x="0" y="388"/>
                      <a:pt x="7" y="436"/>
                    </a:cubicBezTo>
                    <a:lnTo>
                      <a:pt x="180" y="496"/>
                    </a:lnTo>
                    <a:lnTo>
                      <a:pt x="217" y="508"/>
                    </a:lnTo>
                    <a:lnTo>
                      <a:pt x="346" y="553"/>
                    </a:lnTo>
                    <a:lnTo>
                      <a:pt x="383" y="566"/>
                    </a:lnTo>
                    <a:lnTo>
                      <a:pt x="512" y="610"/>
                    </a:lnTo>
                    <a:lnTo>
                      <a:pt x="549" y="623"/>
                    </a:lnTo>
                    <a:lnTo>
                      <a:pt x="656" y="660"/>
                    </a:lnTo>
                    <a:lnTo>
                      <a:pt x="677" y="667"/>
                    </a:lnTo>
                    <a:lnTo>
                      <a:pt x="715" y="680"/>
                    </a:lnTo>
                    <a:lnTo>
                      <a:pt x="843" y="724"/>
                    </a:lnTo>
                    <a:lnTo>
                      <a:pt x="881" y="737"/>
                    </a:lnTo>
                    <a:lnTo>
                      <a:pt x="1009" y="781"/>
                    </a:lnTo>
                    <a:lnTo>
                      <a:pt x="1047" y="794"/>
                    </a:lnTo>
                    <a:lnTo>
                      <a:pt x="1296" y="880"/>
                    </a:lnTo>
                    <a:cubicBezTo>
                      <a:pt x="1196" y="807"/>
                      <a:pt x="1196" y="674"/>
                      <a:pt x="1246" y="58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3"/>
              <p:cNvSpPr/>
              <p:nvPr/>
            </p:nvSpPr>
            <p:spPr>
              <a:xfrm rot="-662413" flipH="1">
                <a:off x="6176612" y="3387432"/>
                <a:ext cx="1914498" cy="898398"/>
              </a:xfrm>
              <a:custGeom>
                <a:avLst/>
                <a:gdLst/>
                <a:ahLst/>
                <a:cxnLst/>
                <a:rect l="l" t="t" r="r" b="b"/>
                <a:pathLst>
                  <a:path w="3318" h="1112" extrusionOk="0">
                    <a:moveTo>
                      <a:pt x="3279" y="1105"/>
                    </a:moveTo>
                    <a:cubicBezTo>
                      <a:pt x="3196" y="1038"/>
                      <a:pt x="3113" y="972"/>
                      <a:pt x="3028" y="906"/>
                    </a:cubicBezTo>
                    <a:cubicBezTo>
                      <a:pt x="3017" y="898"/>
                      <a:pt x="3049" y="895"/>
                      <a:pt x="3056" y="900"/>
                    </a:cubicBezTo>
                    <a:cubicBezTo>
                      <a:pt x="3141" y="966"/>
                      <a:pt x="3225" y="1032"/>
                      <a:pt x="3307" y="1099"/>
                    </a:cubicBezTo>
                    <a:cubicBezTo>
                      <a:pt x="3317" y="1108"/>
                      <a:pt x="3285" y="1111"/>
                      <a:pt x="3279" y="1105"/>
                    </a:cubicBezTo>
                    <a:moveTo>
                      <a:pt x="1061" y="291"/>
                    </a:moveTo>
                    <a:cubicBezTo>
                      <a:pt x="930" y="248"/>
                      <a:pt x="797" y="207"/>
                      <a:pt x="664" y="169"/>
                    </a:cubicBezTo>
                    <a:cubicBezTo>
                      <a:pt x="530" y="130"/>
                      <a:pt x="395" y="93"/>
                      <a:pt x="259" y="58"/>
                    </a:cubicBezTo>
                    <a:cubicBezTo>
                      <a:pt x="182" y="39"/>
                      <a:pt x="105" y="20"/>
                      <a:pt x="28" y="2"/>
                    </a:cubicBezTo>
                    <a:cubicBezTo>
                      <a:pt x="22" y="0"/>
                      <a:pt x="11" y="0"/>
                      <a:pt x="6" y="4"/>
                    </a:cubicBezTo>
                    <a:cubicBezTo>
                      <a:pt x="0" y="7"/>
                      <a:pt x="7" y="10"/>
                      <a:pt x="12" y="12"/>
                    </a:cubicBezTo>
                    <a:cubicBezTo>
                      <a:pt x="148" y="44"/>
                      <a:pt x="283" y="78"/>
                      <a:pt x="417" y="114"/>
                    </a:cubicBezTo>
                    <a:cubicBezTo>
                      <a:pt x="551" y="151"/>
                      <a:pt x="684" y="189"/>
                      <a:pt x="815" y="229"/>
                    </a:cubicBezTo>
                    <a:cubicBezTo>
                      <a:pt x="890" y="252"/>
                      <a:pt x="964" y="275"/>
                      <a:pt x="1037" y="299"/>
                    </a:cubicBezTo>
                    <a:cubicBezTo>
                      <a:pt x="1044" y="301"/>
                      <a:pt x="1054" y="301"/>
                      <a:pt x="1061" y="299"/>
                    </a:cubicBezTo>
                    <a:cubicBezTo>
                      <a:pt x="1066" y="297"/>
                      <a:pt x="1067" y="293"/>
                      <a:pt x="1061" y="291"/>
                    </a:cubicBezTo>
                    <a:moveTo>
                      <a:pt x="1505" y="426"/>
                    </a:moveTo>
                    <a:cubicBezTo>
                      <a:pt x="1449" y="409"/>
                      <a:pt x="1392" y="392"/>
                      <a:pt x="1336" y="375"/>
                    </a:cubicBezTo>
                    <a:cubicBezTo>
                      <a:pt x="1329" y="373"/>
                      <a:pt x="1320" y="373"/>
                      <a:pt x="1313" y="375"/>
                    </a:cubicBezTo>
                    <a:cubicBezTo>
                      <a:pt x="1307" y="377"/>
                      <a:pt x="1306" y="381"/>
                      <a:pt x="1313" y="383"/>
                    </a:cubicBezTo>
                    <a:cubicBezTo>
                      <a:pt x="1369" y="400"/>
                      <a:pt x="1425" y="417"/>
                      <a:pt x="1482" y="434"/>
                    </a:cubicBezTo>
                    <a:cubicBezTo>
                      <a:pt x="1488" y="436"/>
                      <a:pt x="1498" y="436"/>
                      <a:pt x="1505" y="434"/>
                    </a:cubicBezTo>
                    <a:cubicBezTo>
                      <a:pt x="1511" y="432"/>
                      <a:pt x="1511" y="428"/>
                      <a:pt x="1505" y="42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3"/>
              <p:cNvSpPr/>
              <p:nvPr/>
            </p:nvSpPr>
            <p:spPr>
              <a:xfrm rot="-662413" flipH="1">
                <a:off x="6596752" y="3795148"/>
                <a:ext cx="680864" cy="609974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755" extrusionOk="0">
                    <a:moveTo>
                      <a:pt x="1140" y="245"/>
                    </a:moveTo>
                    <a:cubicBezTo>
                      <a:pt x="1017" y="294"/>
                      <a:pt x="916" y="382"/>
                      <a:pt x="867" y="487"/>
                    </a:cubicBezTo>
                    <a:cubicBezTo>
                      <a:pt x="828" y="571"/>
                      <a:pt x="821" y="659"/>
                      <a:pt x="846" y="741"/>
                    </a:cubicBezTo>
                    <a:lnTo>
                      <a:pt x="884" y="754"/>
                    </a:lnTo>
                    <a:cubicBezTo>
                      <a:pt x="854" y="671"/>
                      <a:pt x="858" y="580"/>
                      <a:pt x="898" y="494"/>
                    </a:cubicBezTo>
                    <a:cubicBezTo>
                      <a:pt x="948" y="387"/>
                      <a:pt x="1053" y="300"/>
                      <a:pt x="1179" y="256"/>
                    </a:cubicBezTo>
                    <a:lnTo>
                      <a:pt x="1140" y="245"/>
                    </a:lnTo>
                    <a:moveTo>
                      <a:pt x="1005" y="207"/>
                    </a:moveTo>
                    <a:lnTo>
                      <a:pt x="967" y="196"/>
                    </a:lnTo>
                    <a:cubicBezTo>
                      <a:pt x="848" y="246"/>
                      <a:pt x="751" y="332"/>
                      <a:pt x="702" y="435"/>
                    </a:cubicBezTo>
                    <a:cubicBezTo>
                      <a:pt x="664" y="517"/>
                      <a:pt x="657" y="603"/>
                      <a:pt x="680" y="683"/>
                    </a:cubicBezTo>
                    <a:lnTo>
                      <a:pt x="718" y="696"/>
                    </a:lnTo>
                    <a:cubicBezTo>
                      <a:pt x="690" y="615"/>
                      <a:pt x="694" y="526"/>
                      <a:pt x="734" y="441"/>
                    </a:cubicBezTo>
                    <a:cubicBezTo>
                      <a:pt x="783" y="337"/>
                      <a:pt x="883" y="252"/>
                      <a:pt x="1005" y="207"/>
                    </a:cubicBezTo>
                    <a:moveTo>
                      <a:pt x="832" y="158"/>
                    </a:moveTo>
                    <a:lnTo>
                      <a:pt x="794" y="147"/>
                    </a:lnTo>
                    <a:cubicBezTo>
                      <a:pt x="679" y="197"/>
                      <a:pt x="585" y="281"/>
                      <a:pt x="538" y="382"/>
                    </a:cubicBezTo>
                    <a:cubicBezTo>
                      <a:pt x="500" y="463"/>
                      <a:pt x="493" y="547"/>
                      <a:pt x="514" y="626"/>
                    </a:cubicBezTo>
                    <a:lnTo>
                      <a:pt x="552" y="639"/>
                    </a:lnTo>
                    <a:cubicBezTo>
                      <a:pt x="525" y="559"/>
                      <a:pt x="530" y="472"/>
                      <a:pt x="569" y="389"/>
                    </a:cubicBezTo>
                    <a:cubicBezTo>
                      <a:pt x="617" y="287"/>
                      <a:pt x="714" y="204"/>
                      <a:pt x="832" y="158"/>
                    </a:cubicBezTo>
                    <a:moveTo>
                      <a:pt x="659" y="108"/>
                    </a:moveTo>
                    <a:lnTo>
                      <a:pt x="621" y="98"/>
                    </a:lnTo>
                    <a:cubicBezTo>
                      <a:pt x="510" y="148"/>
                      <a:pt x="419" y="231"/>
                      <a:pt x="373" y="329"/>
                    </a:cubicBezTo>
                    <a:cubicBezTo>
                      <a:pt x="336" y="408"/>
                      <a:pt x="328" y="491"/>
                      <a:pt x="349" y="569"/>
                    </a:cubicBezTo>
                    <a:lnTo>
                      <a:pt x="386" y="582"/>
                    </a:lnTo>
                    <a:cubicBezTo>
                      <a:pt x="361" y="503"/>
                      <a:pt x="367" y="417"/>
                      <a:pt x="405" y="336"/>
                    </a:cubicBezTo>
                    <a:cubicBezTo>
                      <a:pt x="451" y="237"/>
                      <a:pt x="544" y="155"/>
                      <a:pt x="659" y="108"/>
                    </a:cubicBezTo>
                    <a:moveTo>
                      <a:pt x="486" y="59"/>
                    </a:moveTo>
                    <a:lnTo>
                      <a:pt x="456" y="51"/>
                    </a:lnTo>
                    <a:lnTo>
                      <a:pt x="449" y="49"/>
                    </a:lnTo>
                    <a:cubicBezTo>
                      <a:pt x="341" y="100"/>
                      <a:pt x="254" y="181"/>
                      <a:pt x="209" y="277"/>
                    </a:cubicBezTo>
                    <a:cubicBezTo>
                      <a:pt x="172" y="354"/>
                      <a:pt x="164" y="436"/>
                      <a:pt x="183" y="512"/>
                    </a:cubicBezTo>
                    <a:lnTo>
                      <a:pt x="220" y="525"/>
                    </a:lnTo>
                    <a:cubicBezTo>
                      <a:pt x="197" y="447"/>
                      <a:pt x="203" y="363"/>
                      <a:pt x="240" y="284"/>
                    </a:cubicBezTo>
                    <a:cubicBezTo>
                      <a:pt x="286" y="187"/>
                      <a:pt x="375" y="106"/>
                      <a:pt x="486" y="59"/>
                    </a:cubicBezTo>
                    <a:moveTo>
                      <a:pt x="313" y="10"/>
                    </a:moveTo>
                    <a:lnTo>
                      <a:pt x="277" y="0"/>
                    </a:lnTo>
                    <a:cubicBezTo>
                      <a:pt x="173" y="51"/>
                      <a:pt x="88" y="131"/>
                      <a:pt x="44" y="224"/>
                    </a:cubicBezTo>
                    <a:cubicBezTo>
                      <a:pt x="9" y="300"/>
                      <a:pt x="0" y="380"/>
                      <a:pt x="18" y="455"/>
                    </a:cubicBezTo>
                    <a:lnTo>
                      <a:pt x="54" y="468"/>
                    </a:lnTo>
                    <a:cubicBezTo>
                      <a:pt x="32" y="391"/>
                      <a:pt x="39" y="309"/>
                      <a:pt x="76" y="231"/>
                    </a:cubicBezTo>
                    <a:cubicBezTo>
                      <a:pt x="120" y="137"/>
                      <a:pt x="206" y="58"/>
                      <a:pt x="313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3"/>
              <p:cNvSpPr/>
              <p:nvPr/>
            </p:nvSpPr>
            <p:spPr>
              <a:xfrm rot="-662413" flipH="1">
                <a:off x="5757275" y="4460231"/>
                <a:ext cx="3022922" cy="397493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492" extrusionOk="0">
                    <a:moveTo>
                      <a:pt x="3302" y="475"/>
                    </a:moveTo>
                    <a:cubicBezTo>
                      <a:pt x="3320" y="471"/>
                      <a:pt x="3341" y="464"/>
                      <a:pt x="3351" y="448"/>
                    </a:cubicBezTo>
                    <a:cubicBezTo>
                      <a:pt x="3358" y="439"/>
                      <a:pt x="3358" y="428"/>
                      <a:pt x="3351" y="419"/>
                    </a:cubicBezTo>
                    <a:cubicBezTo>
                      <a:pt x="3337" y="401"/>
                      <a:pt x="3301" y="389"/>
                      <a:pt x="3230" y="379"/>
                    </a:cubicBezTo>
                    <a:cubicBezTo>
                      <a:pt x="3154" y="368"/>
                      <a:pt x="3075" y="362"/>
                      <a:pt x="2999" y="356"/>
                    </a:cubicBezTo>
                    <a:cubicBezTo>
                      <a:pt x="2956" y="353"/>
                      <a:pt x="2911" y="349"/>
                      <a:pt x="2867" y="345"/>
                    </a:cubicBezTo>
                    <a:cubicBezTo>
                      <a:pt x="2859" y="344"/>
                      <a:pt x="2849" y="343"/>
                      <a:pt x="2839" y="342"/>
                    </a:cubicBezTo>
                    <a:cubicBezTo>
                      <a:pt x="2785" y="337"/>
                      <a:pt x="2620" y="323"/>
                      <a:pt x="2600" y="296"/>
                    </a:cubicBezTo>
                    <a:cubicBezTo>
                      <a:pt x="2598" y="292"/>
                      <a:pt x="2599" y="291"/>
                      <a:pt x="2599" y="290"/>
                    </a:cubicBezTo>
                    <a:cubicBezTo>
                      <a:pt x="2609" y="277"/>
                      <a:pt x="2658" y="259"/>
                      <a:pt x="2836" y="242"/>
                    </a:cubicBezTo>
                    <a:cubicBezTo>
                      <a:pt x="2846" y="241"/>
                      <a:pt x="2854" y="240"/>
                      <a:pt x="2860" y="240"/>
                    </a:cubicBezTo>
                    <a:cubicBezTo>
                      <a:pt x="2956" y="229"/>
                      <a:pt x="3063" y="224"/>
                      <a:pt x="3186" y="223"/>
                    </a:cubicBezTo>
                    <a:cubicBezTo>
                      <a:pt x="3320" y="223"/>
                      <a:pt x="3456" y="228"/>
                      <a:pt x="3588" y="233"/>
                    </a:cubicBezTo>
                    <a:cubicBezTo>
                      <a:pt x="3672" y="236"/>
                      <a:pt x="3758" y="239"/>
                      <a:pt x="3843" y="241"/>
                    </a:cubicBezTo>
                    <a:cubicBezTo>
                      <a:pt x="3921" y="243"/>
                      <a:pt x="4001" y="245"/>
                      <a:pt x="4078" y="248"/>
                    </a:cubicBezTo>
                    <a:cubicBezTo>
                      <a:pt x="4234" y="253"/>
                      <a:pt x="4394" y="258"/>
                      <a:pt x="4553" y="256"/>
                    </a:cubicBezTo>
                    <a:cubicBezTo>
                      <a:pt x="4689" y="255"/>
                      <a:pt x="4808" y="249"/>
                      <a:pt x="4915" y="238"/>
                    </a:cubicBezTo>
                    <a:lnTo>
                      <a:pt x="4938" y="236"/>
                    </a:lnTo>
                    <a:cubicBezTo>
                      <a:pt x="4992" y="231"/>
                      <a:pt x="5047" y="225"/>
                      <a:pt x="5100" y="214"/>
                    </a:cubicBezTo>
                    <a:cubicBezTo>
                      <a:pt x="5159" y="202"/>
                      <a:pt x="5216" y="187"/>
                      <a:pt x="5231" y="158"/>
                    </a:cubicBezTo>
                    <a:cubicBezTo>
                      <a:pt x="5238" y="146"/>
                      <a:pt x="5235" y="133"/>
                      <a:pt x="5223" y="121"/>
                    </a:cubicBezTo>
                    <a:cubicBezTo>
                      <a:pt x="5208" y="105"/>
                      <a:pt x="5182" y="96"/>
                      <a:pt x="5159" y="89"/>
                    </a:cubicBezTo>
                    <a:cubicBezTo>
                      <a:pt x="4999" y="43"/>
                      <a:pt x="4806" y="15"/>
                      <a:pt x="4553" y="1"/>
                    </a:cubicBezTo>
                    <a:cubicBezTo>
                      <a:pt x="4534" y="0"/>
                      <a:pt x="4518" y="9"/>
                      <a:pt x="4517" y="22"/>
                    </a:cubicBezTo>
                    <a:cubicBezTo>
                      <a:pt x="4515" y="34"/>
                      <a:pt x="4529" y="45"/>
                      <a:pt x="4547" y="46"/>
                    </a:cubicBezTo>
                    <a:cubicBezTo>
                      <a:pt x="4794" y="59"/>
                      <a:pt x="4980" y="86"/>
                      <a:pt x="5133" y="131"/>
                    </a:cubicBezTo>
                    <a:cubicBezTo>
                      <a:pt x="5143" y="133"/>
                      <a:pt x="5161" y="139"/>
                      <a:pt x="5168" y="145"/>
                    </a:cubicBezTo>
                    <a:cubicBezTo>
                      <a:pt x="5163" y="149"/>
                      <a:pt x="5145" y="158"/>
                      <a:pt x="5080" y="171"/>
                    </a:cubicBezTo>
                    <a:cubicBezTo>
                      <a:pt x="5032" y="181"/>
                      <a:pt x="4980" y="187"/>
                      <a:pt x="4929" y="192"/>
                    </a:cubicBezTo>
                    <a:cubicBezTo>
                      <a:pt x="4921" y="192"/>
                      <a:pt x="4913" y="193"/>
                      <a:pt x="4905" y="194"/>
                    </a:cubicBezTo>
                    <a:cubicBezTo>
                      <a:pt x="4801" y="204"/>
                      <a:pt x="4685" y="210"/>
                      <a:pt x="4552" y="211"/>
                    </a:cubicBezTo>
                    <a:cubicBezTo>
                      <a:pt x="4395" y="213"/>
                      <a:pt x="4236" y="208"/>
                      <a:pt x="4081" y="203"/>
                    </a:cubicBezTo>
                    <a:cubicBezTo>
                      <a:pt x="4004" y="201"/>
                      <a:pt x="3924" y="198"/>
                      <a:pt x="3845" y="196"/>
                    </a:cubicBezTo>
                    <a:cubicBezTo>
                      <a:pt x="3760" y="195"/>
                      <a:pt x="3675" y="191"/>
                      <a:pt x="3592" y="188"/>
                    </a:cubicBezTo>
                    <a:cubicBezTo>
                      <a:pt x="3459" y="183"/>
                      <a:pt x="3321" y="178"/>
                      <a:pt x="3185" y="179"/>
                    </a:cubicBezTo>
                    <a:cubicBezTo>
                      <a:pt x="3059" y="179"/>
                      <a:pt x="2949" y="185"/>
                      <a:pt x="2849" y="195"/>
                    </a:cubicBezTo>
                    <a:cubicBezTo>
                      <a:pt x="2843" y="196"/>
                      <a:pt x="2836" y="197"/>
                      <a:pt x="2827" y="197"/>
                    </a:cubicBezTo>
                    <a:cubicBezTo>
                      <a:pt x="2698" y="209"/>
                      <a:pt x="2574" y="226"/>
                      <a:pt x="2541" y="269"/>
                    </a:cubicBezTo>
                    <a:cubicBezTo>
                      <a:pt x="2533" y="279"/>
                      <a:pt x="2526" y="295"/>
                      <a:pt x="2541" y="316"/>
                    </a:cubicBezTo>
                    <a:cubicBezTo>
                      <a:pt x="2574" y="361"/>
                      <a:pt x="2702" y="375"/>
                      <a:pt x="2830" y="387"/>
                    </a:cubicBezTo>
                    <a:cubicBezTo>
                      <a:pt x="2841" y="388"/>
                      <a:pt x="2850" y="389"/>
                      <a:pt x="2857" y="389"/>
                    </a:cubicBezTo>
                    <a:cubicBezTo>
                      <a:pt x="2902" y="394"/>
                      <a:pt x="2948" y="397"/>
                      <a:pt x="2992" y="401"/>
                    </a:cubicBezTo>
                    <a:cubicBezTo>
                      <a:pt x="3066" y="407"/>
                      <a:pt x="3143" y="412"/>
                      <a:pt x="3217" y="423"/>
                    </a:cubicBezTo>
                    <a:cubicBezTo>
                      <a:pt x="3246" y="427"/>
                      <a:pt x="3265" y="431"/>
                      <a:pt x="3276" y="434"/>
                    </a:cubicBezTo>
                    <a:cubicBezTo>
                      <a:pt x="3222" y="448"/>
                      <a:pt x="3165" y="446"/>
                      <a:pt x="3103" y="444"/>
                    </a:cubicBezTo>
                    <a:cubicBezTo>
                      <a:pt x="3092" y="444"/>
                      <a:pt x="3081" y="444"/>
                      <a:pt x="3069" y="444"/>
                    </a:cubicBezTo>
                    <a:cubicBezTo>
                      <a:pt x="2871" y="440"/>
                      <a:pt x="2667" y="423"/>
                      <a:pt x="2469" y="407"/>
                    </a:cubicBezTo>
                    <a:cubicBezTo>
                      <a:pt x="2404" y="401"/>
                      <a:pt x="2336" y="396"/>
                      <a:pt x="2270" y="390"/>
                    </a:cubicBezTo>
                    <a:cubicBezTo>
                      <a:pt x="2165" y="383"/>
                      <a:pt x="2059" y="373"/>
                      <a:pt x="1955" y="365"/>
                    </a:cubicBezTo>
                    <a:cubicBezTo>
                      <a:pt x="1754" y="347"/>
                      <a:pt x="1545" y="330"/>
                      <a:pt x="1339" y="319"/>
                    </a:cubicBezTo>
                    <a:cubicBezTo>
                      <a:pt x="1018" y="303"/>
                      <a:pt x="691" y="299"/>
                      <a:pt x="367" y="308"/>
                    </a:cubicBezTo>
                    <a:cubicBezTo>
                      <a:pt x="256" y="311"/>
                      <a:pt x="143" y="316"/>
                      <a:pt x="32" y="322"/>
                    </a:cubicBezTo>
                    <a:cubicBezTo>
                      <a:pt x="14" y="323"/>
                      <a:pt x="0" y="334"/>
                      <a:pt x="2" y="346"/>
                    </a:cubicBezTo>
                    <a:cubicBezTo>
                      <a:pt x="3" y="359"/>
                      <a:pt x="19" y="368"/>
                      <a:pt x="37" y="367"/>
                    </a:cubicBezTo>
                    <a:cubicBezTo>
                      <a:pt x="147" y="361"/>
                      <a:pt x="259" y="356"/>
                      <a:pt x="370" y="353"/>
                    </a:cubicBezTo>
                    <a:cubicBezTo>
                      <a:pt x="691" y="344"/>
                      <a:pt x="1016" y="348"/>
                      <a:pt x="1334" y="364"/>
                    </a:cubicBezTo>
                    <a:cubicBezTo>
                      <a:pt x="1539" y="374"/>
                      <a:pt x="1746" y="392"/>
                      <a:pt x="1947" y="409"/>
                    </a:cubicBezTo>
                    <a:cubicBezTo>
                      <a:pt x="2050" y="418"/>
                      <a:pt x="2158" y="427"/>
                      <a:pt x="2263" y="435"/>
                    </a:cubicBezTo>
                    <a:cubicBezTo>
                      <a:pt x="2329" y="440"/>
                      <a:pt x="2396" y="446"/>
                      <a:pt x="2461" y="451"/>
                    </a:cubicBezTo>
                    <a:cubicBezTo>
                      <a:pt x="2660" y="468"/>
                      <a:pt x="2866" y="485"/>
                      <a:pt x="3067" y="488"/>
                    </a:cubicBezTo>
                    <a:cubicBezTo>
                      <a:pt x="3079" y="489"/>
                      <a:pt x="3090" y="489"/>
                      <a:pt x="3101" y="489"/>
                    </a:cubicBezTo>
                    <a:cubicBezTo>
                      <a:pt x="3121" y="490"/>
                      <a:pt x="3141" y="490"/>
                      <a:pt x="3161" y="490"/>
                    </a:cubicBezTo>
                    <a:cubicBezTo>
                      <a:pt x="3208" y="491"/>
                      <a:pt x="3255" y="488"/>
                      <a:pt x="3302" y="4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3"/>
              <p:cNvSpPr/>
              <p:nvPr/>
            </p:nvSpPr>
            <p:spPr>
              <a:xfrm rot="-662413" flipH="1">
                <a:off x="6197433" y="4149876"/>
                <a:ext cx="526227" cy="432233"/>
              </a:xfrm>
              <a:custGeom>
                <a:avLst/>
                <a:gdLst/>
                <a:ahLst/>
                <a:cxnLst/>
                <a:rect l="l" t="t" r="r" b="b"/>
                <a:pathLst>
                  <a:path w="912" h="535" extrusionOk="0">
                    <a:moveTo>
                      <a:pt x="911" y="415"/>
                    </a:moveTo>
                    <a:lnTo>
                      <a:pt x="849" y="507"/>
                    </a:lnTo>
                    <a:lnTo>
                      <a:pt x="844" y="507"/>
                    </a:lnTo>
                    <a:lnTo>
                      <a:pt x="142" y="534"/>
                    </a:lnTo>
                    <a:lnTo>
                      <a:pt x="100" y="519"/>
                    </a:lnTo>
                    <a:cubicBezTo>
                      <a:pt x="0" y="446"/>
                      <a:pt x="0" y="313"/>
                      <a:pt x="50" y="224"/>
                    </a:cubicBezTo>
                    <a:cubicBezTo>
                      <a:pt x="81" y="167"/>
                      <a:pt x="136" y="117"/>
                      <a:pt x="206" y="79"/>
                    </a:cubicBezTo>
                    <a:cubicBezTo>
                      <a:pt x="263" y="48"/>
                      <a:pt x="372" y="0"/>
                      <a:pt x="450" y="23"/>
                    </a:cubicBezTo>
                    <a:lnTo>
                      <a:pt x="482" y="32"/>
                    </a:lnTo>
                    <a:lnTo>
                      <a:pt x="908" y="412"/>
                    </a:lnTo>
                    <a:lnTo>
                      <a:pt x="911" y="41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3"/>
              <p:cNvSpPr/>
              <p:nvPr/>
            </p:nvSpPr>
            <p:spPr>
              <a:xfrm rot="-662415" flipH="1">
                <a:off x="6168233" y="4482722"/>
                <a:ext cx="156368" cy="135729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68" extrusionOk="0">
                    <a:moveTo>
                      <a:pt x="21" y="66"/>
                    </a:moveTo>
                    <a:cubicBezTo>
                      <a:pt x="48" y="37"/>
                      <a:pt x="103" y="0"/>
                      <a:pt x="133" y="24"/>
                    </a:cubicBezTo>
                    <a:cubicBezTo>
                      <a:pt x="134" y="25"/>
                      <a:pt x="208" y="84"/>
                      <a:pt x="208" y="84"/>
                    </a:cubicBezTo>
                    <a:lnTo>
                      <a:pt x="254" y="121"/>
                    </a:lnTo>
                    <a:cubicBezTo>
                      <a:pt x="270" y="134"/>
                      <a:pt x="246" y="167"/>
                      <a:pt x="221" y="165"/>
                    </a:cubicBezTo>
                    <a:lnTo>
                      <a:pt x="150" y="161"/>
                    </a:lnTo>
                    <a:cubicBezTo>
                      <a:pt x="119" y="159"/>
                      <a:pt x="89" y="157"/>
                      <a:pt x="58" y="155"/>
                    </a:cubicBezTo>
                    <a:cubicBezTo>
                      <a:pt x="45" y="155"/>
                      <a:pt x="26" y="155"/>
                      <a:pt x="17" y="148"/>
                    </a:cubicBezTo>
                    <a:cubicBezTo>
                      <a:pt x="0" y="134"/>
                      <a:pt x="2" y="103"/>
                      <a:pt x="7" y="87"/>
                    </a:cubicBezTo>
                    <a:cubicBezTo>
                      <a:pt x="8" y="81"/>
                      <a:pt x="14" y="74"/>
                      <a:pt x="2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3"/>
              <p:cNvSpPr/>
              <p:nvPr/>
            </p:nvSpPr>
            <p:spPr>
              <a:xfrm rot="-662413" flipH="1">
                <a:off x="8155224" y="2956669"/>
                <a:ext cx="297157" cy="11230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139" extrusionOk="0">
                    <a:moveTo>
                      <a:pt x="503" y="126"/>
                    </a:moveTo>
                    <a:cubicBezTo>
                      <a:pt x="379" y="94"/>
                      <a:pt x="256" y="61"/>
                      <a:pt x="133" y="29"/>
                    </a:cubicBezTo>
                    <a:cubicBezTo>
                      <a:pt x="98" y="20"/>
                      <a:pt x="63" y="10"/>
                      <a:pt x="28" y="1"/>
                    </a:cubicBezTo>
                    <a:cubicBezTo>
                      <a:pt x="22" y="0"/>
                      <a:pt x="11" y="0"/>
                      <a:pt x="6" y="3"/>
                    </a:cubicBezTo>
                    <a:cubicBezTo>
                      <a:pt x="0" y="7"/>
                      <a:pt x="7" y="10"/>
                      <a:pt x="12" y="11"/>
                    </a:cubicBezTo>
                    <a:cubicBezTo>
                      <a:pt x="135" y="44"/>
                      <a:pt x="258" y="76"/>
                      <a:pt x="381" y="109"/>
                    </a:cubicBezTo>
                    <a:cubicBezTo>
                      <a:pt x="416" y="118"/>
                      <a:pt x="451" y="127"/>
                      <a:pt x="486" y="136"/>
                    </a:cubicBezTo>
                    <a:cubicBezTo>
                      <a:pt x="492" y="138"/>
                      <a:pt x="504" y="138"/>
                      <a:pt x="509" y="134"/>
                    </a:cubicBezTo>
                    <a:cubicBezTo>
                      <a:pt x="514" y="131"/>
                      <a:pt x="508" y="128"/>
                      <a:pt x="503" y="1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3"/>
              <p:cNvSpPr/>
              <p:nvPr/>
            </p:nvSpPr>
            <p:spPr>
              <a:xfrm rot="-2412589" flipH="1">
                <a:off x="7835095" y="3253518"/>
                <a:ext cx="1896037" cy="201170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249" extrusionOk="0">
                    <a:moveTo>
                      <a:pt x="1841" y="23"/>
                    </a:moveTo>
                    <a:lnTo>
                      <a:pt x="40" y="23"/>
                    </a:lnTo>
                    <a:cubicBezTo>
                      <a:pt x="0" y="23"/>
                      <a:pt x="0" y="0"/>
                      <a:pt x="40" y="0"/>
                    </a:cubicBezTo>
                    <a:lnTo>
                      <a:pt x="1841" y="0"/>
                    </a:lnTo>
                    <a:cubicBezTo>
                      <a:pt x="1881" y="0"/>
                      <a:pt x="1881" y="23"/>
                      <a:pt x="1841" y="23"/>
                    </a:cubicBezTo>
                    <a:moveTo>
                      <a:pt x="1227" y="120"/>
                    </a:moveTo>
                    <a:lnTo>
                      <a:pt x="721" y="120"/>
                    </a:lnTo>
                    <a:cubicBezTo>
                      <a:pt x="682" y="120"/>
                      <a:pt x="681" y="143"/>
                      <a:pt x="721" y="143"/>
                    </a:cubicBezTo>
                    <a:lnTo>
                      <a:pt x="1227" y="143"/>
                    </a:lnTo>
                    <a:cubicBezTo>
                      <a:pt x="1267" y="142"/>
                      <a:pt x="1267" y="120"/>
                      <a:pt x="1227" y="120"/>
                    </a:cubicBezTo>
                    <a:moveTo>
                      <a:pt x="3245" y="225"/>
                    </a:moveTo>
                    <a:lnTo>
                      <a:pt x="1349" y="225"/>
                    </a:lnTo>
                    <a:cubicBezTo>
                      <a:pt x="1309" y="225"/>
                      <a:pt x="1309" y="248"/>
                      <a:pt x="1349" y="248"/>
                    </a:cubicBezTo>
                    <a:lnTo>
                      <a:pt x="3245" y="248"/>
                    </a:lnTo>
                    <a:cubicBezTo>
                      <a:pt x="3285" y="248"/>
                      <a:pt x="3285" y="225"/>
                      <a:pt x="3245" y="225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3"/>
              <p:cNvSpPr/>
              <p:nvPr/>
            </p:nvSpPr>
            <p:spPr>
              <a:xfrm rot="-662413" flipH="1">
                <a:off x="8058721" y="2897673"/>
                <a:ext cx="570657" cy="45000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57" extrusionOk="0">
                    <a:moveTo>
                      <a:pt x="774" y="358"/>
                    </a:moveTo>
                    <a:cubicBezTo>
                      <a:pt x="809" y="297"/>
                      <a:pt x="899" y="251"/>
                      <a:pt x="966" y="206"/>
                    </a:cubicBezTo>
                    <a:lnTo>
                      <a:pt x="988" y="212"/>
                    </a:lnTo>
                    <a:cubicBezTo>
                      <a:pt x="987" y="212"/>
                      <a:pt x="986" y="211"/>
                      <a:pt x="985" y="210"/>
                    </a:cubicBezTo>
                    <a:cubicBezTo>
                      <a:pt x="980" y="207"/>
                      <a:pt x="968" y="205"/>
                      <a:pt x="962" y="204"/>
                    </a:cubicBezTo>
                    <a:cubicBezTo>
                      <a:pt x="946" y="199"/>
                      <a:pt x="930" y="194"/>
                      <a:pt x="914" y="190"/>
                    </a:cubicBezTo>
                    <a:cubicBezTo>
                      <a:pt x="836" y="167"/>
                      <a:pt x="758" y="144"/>
                      <a:pt x="680" y="122"/>
                    </a:cubicBezTo>
                    <a:lnTo>
                      <a:pt x="378" y="34"/>
                    </a:lnTo>
                    <a:cubicBezTo>
                      <a:pt x="260" y="0"/>
                      <a:pt x="120" y="30"/>
                      <a:pt x="57" y="107"/>
                    </a:cubicBezTo>
                    <a:cubicBezTo>
                      <a:pt x="53" y="112"/>
                      <a:pt x="49" y="118"/>
                      <a:pt x="45" y="124"/>
                    </a:cubicBezTo>
                    <a:cubicBezTo>
                      <a:pt x="38" y="135"/>
                      <a:pt x="33" y="147"/>
                      <a:pt x="29" y="159"/>
                    </a:cubicBezTo>
                    <a:cubicBezTo>
                      <a:pt x="0" y="236"/>
                      <a:pt x="55" y="317"/>
                      <a:pt x="160" y="354"/>
                    </a:cubicBezTo>
                    <a:cubicBezTo>
                      <a:pt x="258" y="388"/>
                      <a:pt x="357" y="423"/>
                      <a:pt x="455" y="457"/>
                    </a:cubicBezTo>
                    <a:cubicBezTo>
                      <a:pt x="526" y="482"/>
                      <a:pt x="597" y="507"/>
                      <a:pt x="668" y="532"/>
                    </a:cubicBezTo>
                    <a:cubicBezTo>
                      <a:pt x="689" y="539"/>
                      <a:pt x="716" y="552"/>
                      <a:pt x="740" y="556"/>
                    </a:cubicBezTo>
                    <a:lnTo>
                      <a:pt x="731" y="553"/>
                    </a:lnTo>
                    <a:cubicBezTo>
                      <a:pt x="738" y="487"/>
                      <a:pt x="737" y="419"/>
                      <a:pt x="774" y="358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6" name="Google Shape;436;p33"/>
              <p:cNvGrpSpPr/>
              <p:nvPr/>
            </p:nvGrpSpPr>
            <p:grpSpPr>
              <a:xfrm rot="-355334">
                <a:off x="6283469" y="1004392"/>
                <a:ext cx="1700784" cy="3090584"/>
                <a:chOff x="6486895" y="1254340"/>
                <a:chExt cx="1514103" cy="2751355"/>
              </a:xfrm>
            </p:grpSpPr>
            <p:sp>
              <p:nvSpPr>
                <p:cNvPr id="437" name="Google Shape;437;p33"/>
                <p:cNvSpPr/>
                <p:nvPr/>
              </p:nvSpPr>
              <p:spPr>
                <a:xfrm rot="-662413" flipH="1">
                  <a:off x="6630863" y="2086522"/>
                  <a:ext cx="1329993" cy="54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678" extrusionOk="0">
                      <a:moveTo>
                        <a:pt x="2298" y="0"/>
                      </a:moveTo>
                      <a:cubicBezTo>
                        <a:pt x="2300" y="22"/>
                        <a:pt x="2304" y="44"/>
                        <a:pt x="2302" y="66"/>
                      </a:cubicBezTo>
                      <a:cubicBezTo>
                        <a:pt x="2300" y="119"/>
                        <a:pt x="2289" y="173"/>
                        <a:pt x="2281" y="227"/>
                      </a:cubicBezTo>
                      <a:cubicBezTo>
                        <a:pt x="2271" y="284"/>
                        <a:pt x="2259" y="341"/>
                        <a:pt x="2242" y="397"/>
                      </a:cubicBezTo>
                      <a:cubicBezTo>
                        <a:pt x="2239" y="407"/>
                        <a:pt x="2236" y="418"/>
                        <a:pt x="2231" y="427"/>
                      </a:cubicBezTo>
                      <a:cubicBezTo>
                        <a:pt x="2243" y="459"/>
                        <a:pt x="2243" y="494"/>
                        <a:pt x="2242" y="526"/>
                      </a:cubicBezTo>
                      <a:cubicBezTo>
                        <a:pt x="2242" y="539"/>
                        <a:pt x="2241" y="553"/>
                        <a:pt x="2234" y="565"/>
                      </a:cubicBezTo>
                      <a:cubicBezTo>
                        <a:pt x="2218" y="597"/>
                        <a:pt x="2174" y="601"/>
                        <a:pt x="2130" y="605"/>
                      </a:cubicBezTo>
                      <a:cubicBezTo>
                        <a:pt x="2101" y="607"/>
                        <a:pt x="2071" y="609"/>
                        <a:pt x="2042" y="611"/>
                      </a:cubicBezTo>
                      <a:cubicBezTo>
                        <a:pt x="2034" y="612"/>
                        <a:pt x="2022" y="611"/>
                        <a:pt x="2021" y="605"/>
                      </a:cubicBezTo>
                      <a:cubicBezTo>
                        <a:pt x="2020" y="602"/>
                        <a:pt x="2042" y="563"/>
                        <a:pt x="2034" y="562"/>
                      </a:cubicBezTo>
                      <a:cubicBezTo>
                        <a:pt x="2025" y="561"/>
                        <a:pt x="2018" y="568"/>
                        <a:pt x="2009" y="569"/>
                      </a:cubicBezTo>
                      <a:cubicBezTo>
                        <a:pt x="1999" y="570"/>
                        <a:pt x="1991" y="563"/>
                        <a:pt x="1990" y="557"/>
                      </a:cubicBezTo>
                      <a:cubicBezTo>
                        <a:pt x="1989" y="550"/>
                        <a:pt x="1994" y="543"/>
                        <a:pt x="1996" y="537"/>
                      </a:cubicBezTo>
                      <a:cubicBezTo>
                        <a:pt x="2001" y="519"/>
                        <a:pt x="1992" y="501"/>
                        <a:pt x="1991" y="482"/>
                      </a:cubicBezTo>
                      <a:cubicBezTo>
                        <a:pt x="1989" y="462"/>
                        <a:pt x="2001" y="440"/>
                        <a:pt x="2017" y="421"/>
                      </a:cubicBezTo>
                      <a:cubicBezTo>
                        <a:pt x="2032" y="403"/>
                        <a:pt x="2051" y="388"/>
                        <a:pt x="2070" y="376"/>
                      </a:cubicBezTo>
                      <a:cubicBezTo>
                        <a:pt x="2070" y="376"/>
                        <a:pt x="2071" y="375"/>
                        <a:pt x="2072" y="375"/>
                      </a:cubicBezTo>
                      <a:cubicBezTo>
                        <a:pt x="2072" y="366"/>
                        <a:pt x="2072" y="358"/>
                        <a:pt x="2073" y="350"/>
                      </a:cubicBezTo>
                      <a:cubicBezTo>
                        <a:pt x="2076" y="302"/>
                        <a:pt x="2074" y="254"/>
                        <a:pt x="2064" y="208"/>
                      </a:cubicBezTo>
                      <a:cubicBezTo>
                        <a:pt x="2063" y="204"/>
                        <a:pt x="2063" y="200"/>
                        <a:pt x="2062" y="196"/>
                      </a:cubicBezTo>
                      <a:cubicBezTo>
                        <a:pt x="2050" y="149"/>
                        <a:pt x="2034" y="103"/>
                        <a:pt x="2029" y="55"/>
                      </a:cubicBezTo>
                      <a:cubicBezTo>
                        <a:pt x="2069" y="41"/>
                        <a:pt x="2109" y="25"/>
                        <a:pt x="2151" y="15"/>
                      </a:cubicBezTo>
                      <a:cubicBezTo>
                        <a:pt x="2180" y="7"/>
                        <a:pt x="2211" y="2"/>
                        <a:pt x="2242" y="2"/>
                      </a:cubicBezTo>
                      <a:cubicBezTo>
                        <a:pt x="2261" y="2"/>
                        <a:pt x="2281" y="3"/>
                        <a:pt x="2298" y="0"/>
                      </a:cubicBezTo>
                      <a:moveTo>
                        <a:pt x="513" y="251"/>
                      </a:moveTo>
                      <a:cubicBezTo>
                        <a:pt x="485" y="236"/>
                        <a:pt x="447" y="224"/>
                        <a:pt x="412" y="231"/>
                      </a:cubicBezTo>
                      <a:cubicBezTo>
                        <a:pt x="401" y="234"/>
                        <a:pt x="381" y="243"/>
                        <a:pt x="367" y="244"/>
                      </a:cubicBezTo>
                      <a:cubicBezTo>
                        <a:pt x="363" y="254"/>
                        <a:pt x="360" y="264"/>
                        <a:pt x="352" y="274"/>
                      </a:cubicBezTo>
                      <a:cubicBezTo>
                        <a:pt x="343" y="286"/>
                        <a:pt x="331" y="297"/>
                        <a:pt x="318" y="308"/>
                      </a:cubicBezTo>
                      <a:cubicBezTo>
                        <a:pt x="299" y="323"/>
                        <a:pt x="278" y="338"/>
                        <a:pt x="261" y="354"/>
                      </a:cubicBezTo>
                      <a:cubicBezTo>
                        <a:pt x="224" y="389"/>
                        <a:pt x="187" y="424"/>
                        <a:pt x="160" y="463"/>
                      </a:cubicBezTo>
                      <a:cubicBezTo>
                        <a:pt x="146" y="467"/>
                        <a:pt x="133" y="472"/>
                        <a:pt x="121" y="478"/>
                      </a:cubicBezTo>
                      <a:cubicBezTo>
                        <a:pt x="95" y="490"/>
                        <a:pt x="76" y="508"/>
                        <a:pt x="59" y="526"/>
                      </a:cubicBezTo>
                      <a:cubicBezTo>
                        <a:pt x="34" y="552"/>
                        <a:pt x="12" y="581"/>
                        <a:pt x="3" y="612"/>
                      </a:cubicBezTo>
                      <a:cubicBezTo>
                        <a:pt x="1" y="617"/>
                        <a:pt x="0" y="622"/>
                        <a:pt x="0" y="628"/>
                      </a:cubicBezTo>
                      <a:cubicBezTo>
                        <a:pt x="1" y="645"/>
                        <a:pt x="17" y="659"/>
                        <a:pt x="36" y="669"/>
                      </a:cubicBezTo>
                      <a:cubicBezTo>
                        <a:pt x="45" y="674"/>
                        <a:pt x="51" y="677"/>
                        <a:pt x="62" y="676"/>
                      </a:cubicBezTo>
                      <a:cubicBezTo>
                        <a:pt x="65" y="676"/>
                        <a:pt x="96" y="667"/>
                        <a:pt x="88" y="664"/>
                      </a:cubicBezTo>
                      <a:cubicBezTo>
                        <a:pt x="97" y="668"/>
                        <a:pt x="107" y="670"/>
                        <a:pt x="117" y="668"/>
                      </a:cubicBezTo>
                      <a:cubicBezTo>
                        <a:pt x="127" y="666"/>
                        <a:pt x="135" y="659"/>
                        <a:pt x="133" y="653"/>
                      </a:cubicBezTo>
                      <a:cubicBezTo>
                        <a:pt x="142" y="659"/>
                        <a:pt x="157" y="660"/>
                        <a:pt x="168" y="656"/>
                      </a:cubicBezTo>
                      <a:cubicBezTo>
                        <a:pt x="178" y="652"/>
                        <a:pt x="184" y="642"/>
                        <a:pt x="181" y="634"/>
                      </a:cubicBezTo>
                      <a:cubicBezTo>
                        <a:pt x="192" y="637"/>
                        <a:pt x="205" y="641"/>
                        <a:pt x="214" y="635"/>
                      </a:cubicBezTo>
                      <a:cubicBezTo>
                        <a:pt x="219" y="632"/>
                        <a:pt x="220" y="626"/>
                        <a:pt x="218" y="621"/>
                      </a:cubicBezTo>
                      <a:cubicBezTo>
                        <a:pt x="216" y="616"/>
                        <a:pt x="212" y="612"/>
                        <a:pt x="207" y="607"/>
                      </a:cubicBezTo>
                      <a:cubicBezTo>
                        <a:pt x="198" y="599"/>
                        <a:pt x="189" y="590"/>
                        <a:pt x="185" y="580"/>
                      </a:cubicBezTo>
                      <a:cubicBezTo>
                        <a:pt x="181" y="570"/>
                        <a:pt x="183" y="558"/>
                        <a:pt x="194" y="550"/>
                      </a:cubicBezTo>
                      <a:cubicBezTo>
                        <a:pt x="204" y="542"/>
                        <a:pt x="224" y="540"/>
                        <a:pt x="235" y="547"/>
                      </a:cubicBezTo>
                      <a:cubicBezTo>
                        <a:pt x="243" y="553"/>
                        <a:pt x="245" y="561"/>
                        <a:pt x="245" y="569"/>
                      </a:cubicBezTo>
                      <a:cubicBezTo>
                        <a:pt x="244" y="577"/>
                        <a:pt x="241" y="584"/>
                        <a:pt x="242" y="592"/>
                      </a:cubicBezTo>
                      <a:cubicBezTo>
                        <a:pt x="242" y="597"/>
                        <a:pt x="244" y="601"/>
                        <a:pt x="249" y="604"/>
                      </a:cubicBezTo>
                      <a:cubicBezTo>
                        <a:pt x="253" y="608"/>
                        <a:pt x="261" y="609"/>
                        <a:pt x="267" y="606"/>
                      </a:cubicBezTo>
                      <a:cubicBezTo>
                        <a:pt x="269" y="606"/>
                        <a:pt x="271" y="604"/>
                        <a:pt x="272" y="603"/>
                      </a:cubicBezTo>
                      <a:lnTo>
                        <a:pt x="306" y="572"/>
                      </a:lnTo>
                      <a:cubicBezTo>
                        <a:pt x="318" y="562"/>
                        <a:pt x="329" y="552"/>
                        <a:pt x="336" y="540"/>
                      </a:cubicBezTo>
                      <a:cubicBezTo>
                        <a:pt x="343" y="527"/>
                        <a:pt x="343" y="513"/>
                        <a:pt x="338" y="500"/>
                      </a:cubicBezTo>
                      <a:cubicBezTo>
                        <a:pt x="357" y="492"/>
                        <a:pt x="373" y="486"/>
                        <a:pt x="380" y="482"/>
                      </a:cubicBezTo>
                      <a:cubicBezTo>
                        <a:pt x="446" y="448"/>
                        <a:pt x="513" y="410"/>
                        <a:pt x="565" y="366"/>
                      </a:cubicBezTo>
                      <a:cubicBezTo>
                        <a:pt x="580" y="353"/>
                        <a:pt x="589" y="338"/>
                        <a:pt x="597" y="323"/>
                      </a:cubicBezTo>
                      <a:cubicBezTo>
                        <a:pt x="601" y="316"/>
                        <a:pt x="605" y="309"/>
                        <a:pt x="609" y="301"/>
                      </a:cubicBezTo>
                      <a:cubicBezTo>
                        <a:pt x="606" y="300"/>
                        <a:pt x="602" y="299"/>
                        <a:pt x="599" y="298"/>
                      </a:cubicBezTo>
                      <a:cubicBezTo>
                        <a:pt x="567" y="286"/>
                        <a:pt x="542" y="267"/>
                        <a:pt x="513" y="251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33"/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33"/>
                <p:cNvSpPr/>
                <p:nvPr/>
              </p:nvSpPr>
              <p:spPr>
                <a:xfrm rot="-662413" flipH="1">
                  <a:off x="7143362" y="1284043"/>
                  <a:ext cx="345048" cy="360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" h="446" extrusionOk="0">
                      <a:moveTo>
                        <a:pt x="596" y="103"/>
                      </a:moveTo>
                      <a:cubicBezTo>
                        <a:pt x="592" y="42"/>
                        <a:pt x="495" y="0"/>
                        <a:pt x="412" y="7"/>
                      </a:cubicBezTo>
                      <a:cubicBezTo>
                        <a:pt x="369" y="10"/>
                        <a:pt x="332" y="25"/>
                        <a:pt x="292" y="33"/>
                      </a:cubicBezTo>
                      <a:cubicBezTo>
                        <a:pt x="252" y="41"/>
                        <a:pt x="209" y="44"/>
                        <a:pt x="171" y="55"/>
                      </a:cubicBezTo>
                      <a:cubicBezTo>
                        <a:pt x="141" y="64"/>
                        <a:pt x="113" y="76"/>
                        <a:pt x="86" y="89"/>
                      </a:cubicBezTo>
                      <a:cubicBezTo>
                        <a:pt x="83" y="91"/>
                        <a:pt x="80" y="92"/>
                        <a:pt x="78" y="95"/>
                      </a:cubicBezTo>
                      <a:cubicBezTo>
                        <a:pt x="76" y="100"/>
                        <a:pt x="83" y="104"/>
                        <a:pt x="89" y="108"/>
                      </a:cubicBezTo>
                      <a:cubicBezTo>
                        <a:pt x="95" y="111"/>
                        <a:pt x="101" y="114"/>
                        <a:pt x="107" y="118"/>
                      </a:cubicBezTo>
                      <a:cubicBezTo>
                        <a:pt x="110" y="119"/>
                        <a:pt x="113" y="121"/>
                        <a:pt x="113" y="123"/>
                      </a:cubicBezTo>
                      <a:cubicBezTo>
                        <a:pt x="113" y="125"/>
                        <a:pt x="111" y="127"/>
                        <a:pt x="109" y="128"/>
                      </a:cubicBezTo>
                      <a:cubicBezTo>
                        <a:pt x="69" y="155"/>
                        <a:pt x="36" y="185"/>
                        <a:pt x="11" y="219"/>
                      </a:cubicBezTo>
                      <a:cubicBezTo>
                        <a:pt x="5" y="227"/>
                        <a:pt x="0" y="237"/>
                        <a:pt x="10" y="243"/>
                      </a:cubicBezTo>
                      <a:cubicBezTo>
                        <a:pt x="13" y="246"/>
                        <a:pt x="18" y="247"/>
                        <a:pt x="23" y="247"/>
                      </a:cubicBezTo>
                      <a:cubicBezTo>
                        <a:pt x="41" y="251"/>
                        <a:pt x="58" y="256"/>
                        <a:pt x="74" y="261"/>
                      </a:cubicBezTo>
                      <a:cubicBezTo>
                        <a:pt x="76" y="262"/>
                        <a:pt x="77" y="263"/>
                        <a:pt x="78" y="264"/>
                      </a:cubicBezTo>
                      <a:cubicBezTo>
                        <a:pt x="78" y="264"/>
                        <a:pt x="78" y="265"/>
                        <a:pt x="78" y="266"/>
                      </a:cubicBezTo>
                      <a:cubicBezTo>
                        <a:pt x="66" y="298"/>
                        <a:pt x="32" y="326"/>
                        <a:pt x="36" y="359"/>
                      </a:cubicBezTo>
                      <a:cubicBezTo>
                        <a:pt x="36" y="360"/>
                        <a:pt x="36" y="362"/>
                        <a:pt x="38" y="363"/>
                      </a:cubicBezTo>
                      <a:cubicBezTo>
                        <a:pt x="40" y="365"/>
                        <a:pt x="44" y="365"/>
                        <a:pt x="48" y="366"/>
                      </a:cubicBezTo>
                      <a:cubicBezTo>
                        <a:pt x="63" y="366"/>
                        <a:pt x="76" y="367"/>
                        <a:pt x="90" y="368"/>
                      </a:cubicBezTo>
                      <a:cubicBezTo>
                        <a:pt x="94" y="368"/>
                        <a:pt x="97" y="368"/>
                        <a:pt x="100" y="369"/>
                      </a:cubicBezTo>
                      <a:cubicBezTo>
                        <a:pt x="105" y="371"/>
                        <a:pt x="106" y="376"/>
                        <a:pt x="106" y="380"/>
                      </a:cubicBezTo>
                      <a:cubicBezTo>
                        <a:pt x="106" y="389"/>
                        <a:pt x="103" y="399"/>
                        <a:pt x="101" y="408"/>
                      </a:cubicBezTo>
                      <a:cubicBezTo>
                        <a:pt x="100" y="417"/>
                        <a:pt x="102" y="428"/>
                        <a:pt x="111" y="435"/>
                      </a:cubicBezTo>
                      <a:cubicBezTo>
                        <a:pt x="121" y="443"/>
                        <a:pt x="137" y="445"/>
                        <a:pt x="152" y="445"/>
                      </a:cubicBezTo>
                      <a:cubicBezTo>
                        <a:pt x="178" y="445"/>
                        <a:pt x="202" y="440"/>
                        <a:pt x="226" y="434"/>
                      </a:cubicBezTo>
                      <a:cubicBezTo>
                        <a:pt x="246" y="429"/>
                        <a:pt x="266" y="425"/>
                        <a:pt x="282" y="415"/>
                      </a:cubicBezTo>
                      <a:cubicBezTo>
                        <a:pt x="278" y="405"/>
                        <a:pt x="274" y="397"/>
                        <a:pt x="269" y="388"/>
                      </a:cubicBezTo>
                      <a:cubicBezTo>
                        <a:pt x="268" y="386"/>
                        <a:pt x="266" y="383"/>
                        <a:pt x="265" y="381"/>
                      </a:cubicBezTo>
                      <a:cubicBezTo>
                        <a:pt x="234" y="375"/>
                        <a:pt x="208" y="360"/>
                        <a:pt x="193" y="340"/>
                      </a:cubicBezTo>
                      <a:cubicBezTo>
                        <a:pt x="185" y="330"/>
                        <a:pt x="180" y="319"/>
                        <a:pt x="182" y="308"/>
                      </a:cubicBezTo>
                      <a:cubicBezTo>
                        <a:pt x="182" y="306"/>
                        <a:pt x="183" y="305"/>
                        <a:pt x="183" y="303"/>
                      </a:cubicBezTo>
                      <a:cubicBezTo>
                        <a:pt x="192" y="314"/>
                        <a:pt x="200" y="325"/>
                        <a:pt x="208" y="336"/>
                      </a:cubicBezTo>
                      <a:cubicBezTo>
                        <a:pt x="216" y="346"/>
                        <a:pt x="225" y="356"/>
                        <a:pt x="237" y="364"/>
                      </a:cubicBezTo>
                      <a:cubicBezTo>
                        <a:pt x="241" y="367"/>
                        <a:pt x="247" y="370"/>
                        <a:pt x="253" y="369"/>
                      </a:cubicBezTo>
                      <a:cubicBezTo>
                        <a:pt x="265" y="369"/>
                        <a:pt x="261" y="362"/>
                        <a:pt x="261" y="357"/>
                      </a:cubicBezTo>
                      <a:cubicBezTo>
                        <a:pt x="260" y="353"/>
                        <a:pt x="263" y="342"/>
                        <a:pt x="261" y="339"/>
                      </a:cubicBezTo>
                      <a:cubicBezTo>
                        <a:pt x="256" y="335"/>
                        <a:pt x="265" y="325"/>
                        <a:pt x="265" y="320"/>
                      </a:cubicBezTo>
                      <a:cubicBezTo>
                        <a:pt x="264" y="310"/>
                        <a:pt x="257" y="299"/>
                        <a:pt x="252" y="288"/>
                      </a:cubicBezTo>
                      <a:lnTo>
                        <a:pt x="251" y="286"/>
                      </a:lnTo>
                      <a:cubicBezTo>
                        <a:pt x="251" y="285"/>
                        <a:pt x="251" y="284"/>
                        <a:pt x="251" y="284"/>
                      </a:cubicBezTo>
                      <a:cubicBezTo>
                        <a:pt x="250" y="284"/>
                        <a:pt x="250" y="283"/>
                        <a:pt x="250" y="283"/>
                      </a:cubicBezTo>
                      <a:cubicBezTo>
                        <a:pt x="250" y="282"/>
                        <a:pt x="250" y="282"/>
                        <a:pt x="250" y="282"/>
                      </a:cubicBezTo>
                      <a:cubicBezTo>
                        <a:pt x="249" y="281"/>
                        <a:pt x="249" y="280"/>
                        <a:pt x="249" y="280"/>
                      </a:cubicBezTo>
                      <a:cubicBezTo>
                        <a:pt x="247" y="275"/>
                        <a:pt x="246" y="270"/>
                        <a:pt x="245" y="265"/>
                      </a:cubicBezTo>
                      <a:lnTo>
                        <a:pt x="243" y="258"/>
                      </a:lnTo>
                      <a:cubicBezTo>
                        <a:pt x="243" y="257"/>
                        <a:pt x="243" y="256"/>
                        <a:pt x="243" y="255"/>
                      </a:cubicBezTo>
                      <a:cubicBezTo>
                        <a:pt x="242" y="252"/>
                        <a:pt x="242" y="248"/>
                        <a:pt x="242" y="245"/>
                      </a:cubicBezTo>
                      <a:cubicBezTo>
                        <a:pt x="242" y="240"/>
                        <a:pt x="242" y="235"/>
                        <a:pt x="242" y="230"/>
                      </a:cubicBezTo>
                      <a:cubicBezTo>
                        <a:pt x="244" y="213"/>
                        <a:pt x="252" y="196"/>
                        <a:pt x="267" y="183"/>
                      </a:cubicBezTo>
                      <a:cubicBezTo>
                        <a:pt x="270" y="180"/>
                        <a:pt x="274" y="177"/>
                        <a:pt x="278" y="174"/>
                      </a:cubicBezTo>
                      <a:cubicBezTo>
                        <a:pt x="280" y="173"/>
                        <a:pt x="282" y="172"/>
                        <a:pt x="284" y="171"/>
                      </a:cubicBezTo>
                      <a:cubicBezTo>
                        <a:pt x="285" y="171"/>
                        <a:pt x="285" y="170"/>
                        <a:pt x="286" y="170"/>
                      </a:cubicBezTo>
                      <a:cubicBezTo>
                        <a:pt x="289" y="168"/>
                        <a:pt x="292" y="167"/>
                        <a:pt x="295" y="166"/>
                      </a:cubicBezTo>
                      <a:cubicBezTo>
                        <a:pt x="303" y="162"/>
                        <a:pt x="311" y="161"/>
                        <a:pt x="318" y="158"/>
                      </a:cubicBezTo>
                      <a:cubicBezTo>
                        <a:pt x="319" y="158"/>
                        <a:pt x="320" y="158"/>
                        <a:pt x="321" y="157"/>
                      </a:cubicBezTo>
                      <a:cubicBezTo>
                        <a:pt x="322" y="157"/>
                        <a:pt x="323" y="157"/>
                        <a:pt x="323" y="156"/>
                      </a:cubicBezTo>
                      <a:cubicBezTo>
                        <a:pt x="328" y="154"/>
                        <a:pt x="332" y="152"/>
                        <a:pt x="335" y="149"/>
                      </a:cubicBezTo>
                      <a:cubicBezTo>
                        <a:pt x="338" y="145"/>
                        <a:pt x="342" y="141"/>
                        <a:pt x="346" y="138"/>
                      </a:cubicBezTo>
                      <a:cubicBezTo>
                        <a:pt x="347" y="138"/>
                        <a:pt x="347" y="138"/>
                        <a:pt x="347" y="138"/>
                      </a:cubicBezTo>
                      <a:cubicBezTo>
                        <a:pt x="355" y="131"/>
                        <a:pt x="365" y="126"/>
                        <a:pt x="376" y="123"/>
                      </a:cubicBezTo>
                      <a:cubicBezTo>
                        <a:pt x="377" y="122"/>
                        <a:pt x="378" y="122"/>
                        <a:pt x="379" y="122"/>
                      </a:cubicBezTo>
                      <a:cubicBezTo>
                        <a:pt x="382" y="121"/>
                        <a:pt x="386" y="120"/>
                        <a:pt x="389" y="120"/>
                      </a:cubicBezTo>
                      <a:cubicBezTo>
                        <a:pt x="395" y="119"/>
                        <a:pt x="400" y="118"/>
                        <a:pt x="406" y="118"/>
                      </a:cubicBezTo>
                      <a:lnTo>
                        <a:pt x="409" y="118"/>
                      </a:lnTo>
                      <a:cubicBezTo>
                        <a:pt x="416" y="118"/>
                        <a:pt x="423" y="119"/>
                        <a:pt x="430" y="120"/>
                      </a:cubicBezTo>
                      <a:cubicBezTo>
                        <a:pt x="437" y="120"/>
                        <a:pt x="443" y="121"/>
                        <a:pt x="449" y="122"/>
                      </a:cubicBezTo>
                      <a:cubicBezTo>
                        <a:pt x="450" y="122"/>
                        <a:pt x="452" y="122"/>
                        <a:pt x="453" y="122"/>
                      </a:cubicBezTo>
                      <a:cubicBezTo>
                        <a:pt x="467" y="123"/>
                        <a:pt x="480" y="124"/>
                        <a:pt x="493" y="121"/>
                      </a:cubicBezTo>
                      <a:cubicBezTo>
                        <a:pt x="496" y="120"/>
                        <a:pt x="498" y="119"/>
                        <a:pt x="501" y="118"/>
                      </a:cubicBezTo>
                      <a:cubicBezTo>
                        <a:pt x="506" y="116"/>
                        <a:pt x="509" y="114"/>
                        <a:pt x="514" y="112"/>
                      </a:cubicBezTo>
                      <a:cubicBezTo>
                        <a:pt x="516" y="112"/>
                        <a:pt x="517" y="112"/>
                        <a:pt x="518" y="112"/>
                      </a:cubicBezTo>
                      <a:cubicBezTo>
                        <a:pt x="519" y="112"/>
                        <a:pt x="520" y="112"/>
                        <a:pt x="521" y="112"/>
                      </a:cubicBezTo>
                      <a:cubicBezTo>
                        <a:pt x="523" y="111"/>
                        <a:pt x="525" y="111"/>
                        <a:pt x="528" y="112"/>
                      </a:cubicBezTo>
                      <a:cubicBezTo>
                        <a:pt x="529" y="112"/>
                        <a:pt x="530" y="112"/>
                        <a:pt x="531" y="112"/>
                      </a:cubicBezTo>
                      <a:cubicBezTo>
                        <a:pt x="533" y="112"/>
                        <a:pt x="535" y="112"/>
                        <a:pt x="536" y="113"/>
                      </a:cubicBezTo>
                      <a:cubicBezTo>
                        <a:pt x="543" y="115"/>
                        <a:pt x="549" y="118"/>
                        <a:pt x="555" y="120"/>
                      </a:cubicBezTo>
                      <a:cubicBezTo>
                        <a:pt x="557" y="121"/>
                        <a:pt x="559" y="122"/>
                        <a:pt x="562" y="123"/>
                      </a:cubicBezTo>
                      <a:cubicBezTo>
                        <a:pt x="563" y="123"/>
                        <a:pt x="564" y="123"/>
                        <a:pt x="565" y="124"/>
                      </a:cubicBezTo>
                      <a:lnTo>
                        <a:pt x="566" y="124"/>
                      </a:lnTo>
                      <a:cubicBezTo>
                        <a:pt x="567" y="124"/>
                        <a:pt x="567" y="124"/>
                        <a:pt x="568" y="124"/>
                      </a:cubicBezTo>
                      <a:cubicBezTo>
                        <a:pt x="569" y="125"/>
                        <a:pt x="569" y="125"/>
                        <a:pt x="570" y="125"/>
                      </a:cubicBezTo>
                      <a:lnTo>
                        <a:pt x="571" y="125"/>
                      </a:lnTo>
                      <a:cubicBezTo>
                        <a:pt x="572" y="125"/>
                        <a:pt x="573" y="125"/>
                        <a:pt x="573" y="126"/>
                      </a:cubicBezTo>
                      <a:cubicBezTo>
                        <a:pt x="574" y="126"/>
                        <a:pt x="574" y="126"/>
                        <a:pt x="575" y="126"/>
                      </a:cubicBezTo>
                      <a:cubicBezTo>
                        <a:pt x="578" y="127"/>
                        <a:pt x="582" y="127"/>
                        <a:pt x="585" y="128"/>
                      </a:cubicBezTo>
                      <a:cubicBezTo>
                        <a:pt x="587" y="129"/>
                        <a:pt x="588" y="131"/>
                        <a:pt x="590" y="133"/>
                      </a:cubicBezTo>
                      <a:cubicBezTo>
                        <a:pt x="594" y="123"/>
                        <a:pt x="597" y="113"/>
                        <a:pt x="596" y="10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33"/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33"/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783F04"/>
                </a:solidFill>
                <a:ln w="9525" cap="flat" cmpd="sng">
                  <a:solidFill>
                    <a:srgbClr val="783F0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33"/>
                <p:cNvSpPr/>
                <p:nvPr/>
              </p:nvSpPr>
              <p:spPr>
                <a:xfrm rot="-662413" flipH="1">
                  <a:off x="6795421" y="3256079"/>
                  <a:ext cx="980906" cy="50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" h="621" extrusionOk="0">
                      <a:moveTo>
                        <a:pt x="135" y="3"/>
                      </a:moveTo>
                      <a:cubicBezTo>
                        <a:pt x="166" y="11"/>
                        <a:pt x="185" y="32"/>
                        <a:pt x="198" y="52"/>
                      </a:cubicBezTo>
                      <a:cubicBezTo>
                        <a:pt x="246" y="121"/>
                        <a:pt x="234" y="196"/>
                        <a:pt x="260" y="269"/>
                      </a:cubicBezTo>
                      <a:cubicBezTo>
                        <a:pt x="262" y="277"/>
                        <a:pt x="265" y="285"/>
                        <a:pt x="259" y="291"/>
                      </a:cubicBezTo>
                      <a:cubicBezTo>
                        <a:pt x="255" y="294"/>
                        <a:pt x="248" y="296"/>
                        <a:pt x="242" y="298"/>
                      </a:cubicBezTo>
                      <a:cubicBezTo>
                        <a:pt x="189" y="312"/>
                        <a:pt x="133" y="319"/>
                        <a:pt x="77" y="319"/>
                      </a:cubicBezTo>
                      <a:cubicBezTo>
                        <a:pt x="70" y="319"/>
                        <a:pt x="62" y="319"/>
                        <a:pt x="56" y="317"/>
                      </a:cubicBezTo>
                      <a:cubicBezTo>
                        <a:pt x="35" y="310"/>
                        <a:pt x="45" y="290"/>
                        <a:pt x="47" y="278"/>
                      </a:cubicBezTo>
                      <a:cubicBezTo>
                        <a:pt x="51" y="257"/>
                        <a:pt x="47" y="234"/>
                        <a:pt x="40" y="213"/>
                      </a:cubicBezTo>
                      <a:cubicBezTo>
                        <a:pt x="27" y="168"/>
                        <a:pt x="2" y="125"/>
                        <a:pt x="0" y="79"/>
                      </a:cubicBezTo>
                      <a:cubicBezTo>
                        <a:pt x="0" y="58"/>
                        <a:pt x="5" y="37"/>
                        <a:pt x="24" y="21"/>
                      </a:cubicBezTo>
                      <a:cubicBezTo>
                        <a:pt x="40" y="10"/>
                        <a:pt x="62" y="3"/>
                        <a:pt x="85" y="1"/>
                      </a:cubicBezTo>
                      <a:cubicBezTo>
                        <a:pt x="99" y="0"/>
                        <a:pt x="114" y="0"/>
                        <a:pt x="128" y="1"/>
                      </a:cubicBezTo>
                      <a:cubicBezTo>
                        <a:pt x="131" y="2"/>
                        <a:pt x="133" y="3"/>
                        <a:pt x="135" y="3"/>
                      </a:cubicBezTo>
                      <a:moveTo>
                        <a:pt x="1487" y="315"/>
                      </a:moveTo>
                      <a:cubicBezTo>
                        <a:pt x="1472" y="314"/>
                        <a:pt x="1457" y="316"/>
                        <a:pt x="1443" y="320"/>
                      </a:cubicBezTo>
                      <a:cubicBezTo>
                        <a:pt x="1429" y="323"/>
                        <a:pt x="1415" y="328"/>
                        <a:pt x="1404" y="335"/>
                      </a:cubicBezTo>
                      <a:cubicBezTo>
                        <a:pt x="1387" y="346"/>
                        <a:pt x="1378" y="362"/>
                        <a:pt x="1376" y="378"/>
                      </a:cubicBezTo>
                      <a:cubicBezTo>
                        <a:pt x="1371" y="427"/>
                        <a:pt x="1416" y="465"/>
                        <a:pt x="1447" y="507"/>
                      </a:cubicBezTo>
                      <a:cubicBezTo>
                        <a:pt x="1455" y="518"/>
                        <a:pt x="1462" y="528"/>
                        <a:pt x="1475" y="537"/>
                      </a:cubicBezTo>
                      <a:cubicBezTo>
                        <a:pt x="1485" y="544"/>
                        <a:pt x="1495" y="550"/>
                        <a:pt x="1503" y="559"/>
                      </a:cubicBezTo>
                      <a:cubicBezTo>
                        <a:pt x="1518" y="576"/>
                        <a:pt x="1529" y="598"/>
                        <a:pt x="1557" y="609"/>
                      </a:cubicBezTo>
                      <a:cubicBezTo>
                        <a:pt x="1586" y="620"/>
                        <a:pt x="1625" y="614"/>
                        <a:pt x="1650" y="598"/>
                      </a:cubicBezTo>
                      <a:cubicBezTo>
                        <a:pt x="1699" y="566"/>
                        <a:pt x="1698" y="524"/>
                        <a:pt x="1665" y="488"/>
                      </a:cubicBezTo>
                      <a:cubicBezTo>
                        <a:pt x="1646" y="467"/>
                        <a:pt x="1634" y="441"/>
                        <a:pt x="1620" y="419"/>
                      </a:cubicBezTo>
                      <a:cubicBezTo>
                        <a:pt x="1600" y="390"/>
                        <a:pt x="1591" y="371"/>
                        <a:pt x="1558" y="347"/>
                      </a:cubicBezTo>
                      <a:cubicBezTo>
                        <a:pt x="1538" y="333"/>
                        <a:pt x="1516" y="318"/>
                        <a:pt x="1487" y="315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33"/>
                <p:cNvSpPr/>
                <p:nvPr/>
              </p:nvSpPr>
              <p:spPr>
                <a:xfrm rot="-662413" flipH="1">
                  <a:off x="6712076" y="2283095"/>
                  <a:ext cx="1114771" cy="1381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1710" extrusionOk="0">
                      <a:moveTo>
                        <a:pt x="1853" y="1470"/>
                      </a:moveTo>
                      <a:cubicBezTo>
                        <a:pt x="1824" y="1429"/>
                        <a:pt x="1798" y="1387"/>
                        <a:pt x="1766" y="1346"/>
                      </a:cubicBezTo>
                      <a:cubicBezTo>
                        <a:pt x="1697" y="1258"/>
                        <a:pt x="1603" y="1180"/>
                        <a:pt x="1501" y="1109"/>
                      </a:cubicBezTo>
                      <a:cubicBezTo>
                        <a:pt x="1475" y="1091"/>
                        <a:pt x="1449" y="1074"/>
                        <a:pt x="1428" y="1054"/>
                      </a:cubicBezTo>
                      <a:cubicBezTo>
                        <a:pt x="1393" y="1018"/>
                        <a:pt x="1385" y="980"/>
                        <a:pt x="1373" y="939"/>
                      </a:cubicBezTo>
                      <a:cubicBezTo>
                        <a:pt x="1357" y="889"/>
                        <a:pt x="1358" y="838"/>
                        <a:pt x="1361" y="787"/>
                      </a:cubicBezTo>
                      <a:cubicBezTo>
                        <a:pt x="1361" y="778"/>
                        <a:pt x="1362" y="770"/>
                        <a:pt x="1362" y="762"/>
                      </a:cubicBezTo>
                      <a:cubicBezTo>
                        <a:pt x="1369" y="668"/>
                        <a:pt x="1383" y="574"/>
                        <a:pt x="1404" y="480"/>
                      </a:cubicBezTo>
                      <a:cubicBezTo>
                        <a:pt x="1416" y="432"/>
                        <a:pt x="1434" y="384"/>
                        <a:pt x="1430" y="335"/>
                      </a:cubicBezTo>
                      <a:cubicBezTo>
                        <a:pt x="1426" y="285"/>
                        <a:pt x="1413" y="236"/>
                        <a:pt x="1395" y="188"/>
                      </a:cubicBezTo>
                      <a:cubicBezTo>
                        <a:pt x="1380" y="148"/>
                        <a:pt x="1360" y="109"/>
                        <a:pt x="1336" y="71"/>
                      </a:cubicBezTo>
                      <a:cubicBezTo>
                        <a:pt x="1312" y="32"/>
                        <a:pt x="1302" y="0"/>
                        <a:pt x="1232" y="2"/>
                      </a:cubicBezTo>
                      <a:cubicBezTo>
                        <a:pt x="1132" y="6"/>
                        <a:pt x="1018" y="50"/>
                        <a:pt x="942" y="93"/>
                      </a:cubicBezTo>
                      <a:cubicBezTo>
                        <a:pt x="939" y="95"/>
                        <a:pt x="937" y="96"/>
                        <a:pt x="934" y="98"/>
                      </a:cubicBezTo>
                      <a:cubicBezTo>
                        <a:pt x="919" y="89"/>
                        <a:pt x="902" y="81"/>
                        <a:pt x="884" y="76"/>
                      </a:cubicBezTo>
                      <a:cubicBezTo>
                        <a:pt x="855" y="69"/>
                        <a:pt x="823" y="68"/>
                        <a:pt x="793" y="71"/>
                      </a:cubicBezTo>
                      <a:cubicBezTo>
                        <a:pt x="759" y="73"/>
                        <a:pt x="723" y="77"/>
                        <a:pt x="692" y="88"/>
                      </a:cubicBezTo>
                      <a:cubicBezTo>
                        <a:pt x="613" y="117"/>
                        <a:pt x="548" y="161"/>
                        <a:pt x="490" y="207"/>
                      </a:cubicBezTo>
                      <a:cubicBezTo>
                        <a:pt x="430" y="255"/>
                        <a:pt x="371" y="301"/>
                        <a:pt x="314" y="351"/>
                      </a:cubicBezTo>
                      <a:cubicBezTo>
                        <a:pt x="220" y="434"/>
                        <a:pt x="136" y="522"/>
                        <a:pt x="62" y="614"/>
                      </a:cubicBezTo>
                      <a:cubicBezTo>
                        <a:pt x="24" y="661"/>
                        <a:pt x="0" y="713"/>
                        <a:pt x="3" y="767"/>
                      </a:cubicBezTo>
                      <a:cubicBezTo>
                        <a:pt x="7" y="826"/>
                        <a:pt x="35" y="882"/>
                        <a:pt x="57" y="938"/>
                      </a:cubicBezTo>
                      <a:lnTo>
                        <a:pt x="201" y="1306"/>
                      </a:lnTo>
                      <a:cubicBezTo>
                        <a:pt x="214" y="1341"/>
                        <a:pt x="228" y="1377"/>
                        <a:pt x="242" y="1412"/>
                      </a:cubicBezTo>
                      <a:cubicBezTo>
                        <a:pt x="249" y="1430"/>
                        <a:pt x="341" y="1426"/>
                        <a:pt x="366" y="1427"/>
                      </a:cubicBezTo>
                      <a:cubicBezTo>
                        <a:pt x="422" y="1429"/>
                        <a:pt x="478" y="1427"/>
                        <a:pt x="532" y="1418"/>
                      </a:cubicBezTo>
                      <a:cubicBezTo>
                        <a:pt x="566" y="1413"/>
                        <a:pt x="606" y="1403"/>
                        <a:pt x="607" y="1377"/>
                      </a:cubicBezTo>
                      <a:cubicBezTo>
                        <a:pt x="609" y="1351"/>
                        <a:pt x="586" y="1314"/>
                        <a:pt x="577" y="1288"/>
                      </a:cubicBezTo>
                      <a:cubicBezTo>
                        <a:pt x="543" y="1190"/>
                        <a:pt x="501" y="1094"/>
                        <a:pt x="464" y="996"/>
                      </a:cubicBezTo>
                      <a:cubicBezTo>
                        <a:pt x="444" y="945"/>
                        <a:pt x="409" y="878"/>
                        <a:pt x="442" y="827"/>
                      </a:cubicBezTo>
                      <a:cubicBezTo>
                        <a:pt x="467" y="788"/>
                        <a:pt x="503" y="754"/>
                        <a:pt x="543" y="722"/>
                      </a:cubicBezTo>
                      <a:cubicBezTo>
                        <a:pt x="574" y="696"/>
                        <a:pt x="607" y="671"/>
                        <a:pt x="641" y="646"/>
                      </a:cubicBezTo>
                      <a:cubicBezTo>
                        <a:pt x="707" y="599"/>
                        <a:pt x="779" y="554"/>
                        <a:pt x="855" y="516"/>
                      </a:cubicBezTo>
                      <a:cubicBezTo>
                        <a:pt x="860" y="514"/>
                        <a:pt x="865" y="512"/>
                        <a:pt x="870" y="509"/>
                      </a:cubicBezTo>
                      <a:cubicBezTo>
                        <a:pt x="874" y="544"/>
                        <a:pt x="878" y="579"/>
                        <a:pt x="882" y="613"/>
                      </a:cubicBezTo>
                      <a:cubicBezTo>
                        <a:pt x="893" y="728"/>
                        <a:pt x="914" y="843"/>
                        <a:pt x="946" y="955"/>
                      </a:cubicBezTo>
                      <a:cubicBezTo>
                        <a:pt x="958" y="1000"/>
                        <a:pt x="979" y="1042"/>
                        <a:pt x="997" y="1086"/>
                      </a:cubicBezTo>
                      <a:cubicBezTo>
                        <a:pt x="1017" y="1137"/>
                        <a:pt x="1062" y="1179"/>
                        <a:pt x="1111" y="1218"/>
                      </a:cubicBezTo>
                      <a:cubicBezTo>
                        <a:pt x="1168" y="1263"/>
                        <a:pt x="1218" y="1314"/>
                        <a:pt x="1269" y="1363"/>
                      </a:cubicBezTo>
                      <a:cubicBezTo>
                        <a:pt x="1371" y="1462"/>
                        <a:pt x="1468" y="1564"/>
                        <a:pt x="1569" y="1663"/>
                      </a:cubicBezTo>
                      <a:cubicBezTo>
                        <a:pt x="1578" y="1672"/>
                        <a:pt x="1587" y="1681"/>
                        <a:pt x="1596" y="1690"/>
                      </a:cubicBezTo>
                      <a:cubicBezTo>
                        <a:pt x="1615" y="1709"/>
                        <a:pt x="1646" y="1701"/>
                        <a:pt x="1674" y="1695"/>
                      </a:cubicBezTo>
                      <a:cubicBezTo>
                        <a:pt x="1761" y="1677"/>
                        <a:pt x="1847" y="1656"/>
                        <a:pt x="1931" y="1632"/>
                      </a:cubicBezTo>
                      <a:cubicBezTo>
                        <a:pt x="1913" y="1578"/>
                        <a:pt x="1889" y="1521"/>
                        <a:pt x="1853" y="147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 rot="-662413" flipH="1">
                  <a:off x="6812813" y="3450823"/>
                  <a:ext cx="1113617" cy="45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560" extrusionOk="0">
                      <a:moveTo>
                        <a:pt x="1922" y="325"/>
                      </a:moveTo>
                      <a:cubicBezTo>
                        <a:pt x="1915" y="340"/>
                        <a:pt x="1907" y="355"/>
                        <a:pt x="1900" y="370"/>
                      </a:cubicBezTo>
                      <a:cubicBezTo>
                        <a:pt x="1897" y="375"/>
                        <a:pt x="1894" y="380"/>
                        <a:pt x="1888" y="384"/>
                      </a:cubicBezTo>
                      <a:cubicBezTo>
                        <a:pt x="1882" y="387"/>
                        <a:pt x="1870" y="388"/>
                        <a:pt x="1866" y="383"/>
                      </a:cubicBezTo>
                      <a:cubicBezTo>
                        <a:pt x="1815" y="445"/>
                        <a:pt x="1731" y="559"/>
                        <a:pt x="1600" y="535"/>
                      </a:cubicBezTo>
                      <a:cubicBezTo>
                        <a:pt x="1592" y="534"/>
                        <a:pt x="1584" y="532"/>
                        <a:pt x="1576" y="528"/>
                      </a:cubicBezTo>
                      <a:cubicBezTo>
                        <a:pt x="1560" y="520"/>
                        <a:pt x="1553" y="505"/>
                        <a:pt x="1552" y="490"/>
                      </a:cubicBezTo>
                      <a:cubicBezTo>
                        <a:pt x="1551" y="480"/>
                        <a:pt x="1554" y="470"/>
                        <a:pt x="1559" y="461"/>
                      </a:cubicBezTo>
                      <a:cubicBezTo>
                        <a:pt x="1583" y="424"/>
                        <a:pt x="1603" y="386"/>
                        <a:pt x="1619" y="347"/>
                      </a:cubicBezTo>
                      <a:cubicBezTo>
                        <a:pt x="1631" y="319"/>
                        <a:pt x="1628" y="269"/>
                        <a:pt x="1681" y="265"/>
                      </a:cubicBezTo>
                      <a:cubicBezTo>
                        <a:pt x="1693" y="264"/>
                        <a:pt x="1705" y="263"/>
                        <a:pt x="1716" y="264"/>
                      </a:cubicBezTo>
                      <a:cubicBezTo>
                        <a:pt x="1736" y="265"/>
                        <a:pt x="1755" y="269"/>
                        <a:pt x="1772" y="279"/>
                      </a:cubicBezTo>
                      <a:cubicBezTo>
                        <a:pt x="1785" y="286"/>
                        <a:pt x="1827" y="317"/>
                        <a:pt x="1817" y="330"/>
                      </a:cubicBezTo>
                      <a:cubicBezTo>
                        <a:pt x="1831" y="311"/>
                        <a:pt x="1843" y="292"/>
                        <a:pt x="1854" y="272"/>
                      </a:cubicBezTo>
                      <a:cubicBezTo>
                        <a:pt x="1858" y="265"/>
                        <a:pt x="1873" y="228"/>
                        <a:pt x="1889" y="243"/>
                      </a:cubicBezTo>
                      <a:cubicBezTo>
                        <a:pt x="1900" y="253"/>
                        <a:pt x="1911" y="266"/>
                        <a:pt x="1918" y="280"/>
                      </a:cubicBezTo>
                      <a:cubicBezTo>
                        <a:pt x="1926" y="295"/>
                        <a:pt x="1929" y="311"/>
                        <a:pt x="1922" y="325"/>
                      </a:cubicBezTo>
                      <a:moveTo>
                        <a:pt x="8" y="184"/>
                      </a:moveTo>
                      <a:lnTo>
                        <a:pt x="328" y="135"/>
                      </a:lnTo>
                      <a:cubicBezTo>
                        <a:pt x="353" y="128"/>
                        <a:pt x="378" y="121"/>
                        <a:pt x="404" y="115"/>
                      </a:cubicBezTo>
                      <a:cubicBezTo>
                        <a:pt x="415" y="112"/>
                        <a:pt x="427" y="110"/>
                        <a:pt x="437" y="113"/>
                      </a:cubicBezTo>
                      <a:cubicBezTo>
                        <a:pt x="440" y="114"/>
                        <a:pt x="442" y="116"/>
                        <a:pt x="444" y="117"/>
                      </a:cubicBezTo>
                      <a:lnTo>
                        <a:pt x="540" y="102"/>
                      </a:lnTo>
                      <a:cubicBezTo>
                        <a:pt x="541" y="97"/>
                        <a:pt x="538" y="90"/>
                        <a:pt x="536" y="84"/>
                      </a:cubicBezTo>
                      <a:cubicBezTo>
                        <a:pt x="535" y="80"/>
                        <a:pt x="535" y="77"/>
                        <a:pt x="535" y="74"/>
                      </a:cubicBezTo>
                      <a:cubicBezTo>
                        <a:pt x="535" y="70"/>
                        <a:pt x="537" y="66"/>
                        <a:pt x="536" y="63"/>
                      </a:cubicBezTo>
                      <a:cubicBezTo>
                        <a:pt x="536" y="59"/>
                        <a:pt x="535" y="55"/>
                        <a:pt x="533" y="52"/>
                      </a:cubicBezTo>
                      <a:cubicBezTo>
                        <a:pt x="527" y="38"/>
                        <a:pt x="507" y="6"/>
                        <a:pt x="482" y="1"/>
                      </a:cubicBezTo>
                      <a:cubicBezTo>
                        <a:pt x="476" y="0"/>
                        <a:pt x="470" y="1"/>
                        <a:pt x="465" y="3"/>
                      </a:cubicBezTo>
                      <a:cubicBezTo>
                        <a:pt x="404" y="24"/>
                        <a:pt x="343" y="46"/>
                        <a:pt x="282" y="67"/>
                      </a:cubicBezTo>
                      <a:cubicBezTo>
                        <a:pt x="290" y="55"/>
                        <a:pt x="295" y="41"/>
                        <a:pt x="290" y="28"/>
                      </a:cubicBezTo>
                      <a:cubicBezTo>
                        <a:pt x="287" y="18"/>
                        <a:pt x="279" y="11"/>
                        <a:pt x="269" y="9"/>
                      </a:cubicBezTo>
                      <a:cubicBezTo>
                        <a:pt x="258" y="6"/>
                        <a:pt x="244" y="8"/>
                        <a:pt x="232" y="17"/>
                      </a:cubicBezTo>
                      <a:cubicBezTo>
                        <a:pt x="203" y="38"/>
                        <a:pt x="179" y="63"/>
                        <a:pt x="148" y="82"/>
                      </a:cubicBezTo>
                      <a:cubicBezTo>
                        <a:pt x="108" y="108"/>
                        <a:pt x="55" y="123"/>
                        <a:pt x="15" y="150"/>
                      </a:cubicBezTo>
                      <a:cubicBezTo>
                        <a:pt x="8" y="154"/>
                        <a:pt x="3" y="160"/>
                        <a:pt x="1" y="167"/>
                      </a:cubicBezTo>
                      <a:cubicBezTo>
                        <a:pt x="0" y="173"/>
                        <a:pt x="2" y="179"/>
                        <a:pt x="8" y="18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 rot="-662413" flipH="1">
                  <a:off x="6817531" y="3499649"/>
                  <a:ext cx="1113617" cy="40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499" extrusionOk="0">
                      <a:moveTo>
                        <a:pt x="3" y="106"/>
                      </a:moveTo>
                      <a:lnTo>
                        <a:pt x="4" y="105"/>
                      </a:lnTo>
                      <a:lnTo>
                        <a:pt x="5" y="105"/>
                      </a:lnTo>
                      <a:cubicBezTo>
                        <a:pt x="6" y="105"/>
                        <a:pt x="6" y="105"/>
                        <a:pt x="7" y="105"/>
                      </a:cubicBezTo>
                      <a:cubicBezTo>
                        <a:pt x="8" y="105"/>
                        <a:pt x="8" y="105"/>
                        <a:pt x="9" y="105"/>
                      </a:cubicBezTo>
                      <a:cubicBezTo>
                        <a:pt x="10" y="104"/>
                        <a:pt x="11" y="104"/>
                        <a:pt x="12" y="104"/>
                      </a:cubicBezTo>
                      <a:cubicBezTo>
                        <a:pt x="13" y="104"/>
                        <a:pt x="14" y="104"/>
                        <a:pt x="15" y="104"/>
                      </a:cubicBezTo>
                      <a:cubicBezTo>
                        <a:pt x="16" y="104"/>
                        <a:pt x="17" y="103"/>
                        <a:pt x="18" y="103"/>
                      </a:cubicBezTo>
                      <a:cubicBezTo>
                        <a:pt x="19" y="103"/>
                        <a:pt x="20" y="103"/>
                        <a:pt x="22" y="103"/>
                      </a:cubicBezTo>
                      <a:cubicBezTo>
                        <a:pt x="23" y="102"/>
                        <a:pt x="24" y="102"/>
                        <a:pt x="25" y="102"/>
                      </a:cubicBezTo>
                      <a:lnTo>
                        <a:pt x="30" y="101"/>
                      </a:lnTo>
                      <a:cubicBezTo>
                        <a:pt x="31" y="101"/>
                        <a:pt x="33" y="101"/>
                        <a:pt x="34" y="101"/>
                      </a:cubicBezTo>
                      <a:cubicBezTo>
                        <a:pt x="36" y="100"/>
                        <a:pt x="37" y="100"/>
                        <a:pt x="39" y="100"/>
                      </a:cubicBezTo>
                      <a:cubicBezTo>
                        <a:pt x="41" y="100"/>
                        <a:pt x="43" y="99"/>
                        <a:pt x="44" y="99"/>
                      </a:cubicBezTo>
                      <a:cubicBezTo>
                        <a:pt x="46" y="99"/>
                        <a:pt x="48" y="99"/>
                        <a:pt x="50" y="98"/>
                      </a:cubicBezTo>
                      <a:cubicBezTo>
                        <a:pt x="51" y="98"/>
                        <a:pt x="53" y="98"/>
                        <a:pt x="55" y="97"/>
                      </a:cubicBezTo>
                      <a:cubicBezTo>
                        <a:pt x="57" y="97"/>
                        <a:pt x="59" y="97"/>
                        <a:pt x="61" y="96"/>
                      </a:cubicBezTo>
                      <a:lnTo>
                        <a:pt x="67" y="95"/>
                      </a:lnTo>
                      <a:cubicBezTo>
                        <a:pt x="70" y="95"/>
                        <a:pt x="72" y="95"/>
                        <a:pt x="74" y="94"/>
                      </a:cubicBezTo>
                      <a:cubicBezTo>
                        <a:pt x="76" y="94"/>
                        <a:pt x="78" y="94"/>
                        <a:pt x="81" y="93"/>
                      </a:cubicBezTo>
                      <a:cubicBezTo>
                        <a:pt x="83" y="93"/>
                        <a:pt x="85" y="93"/>
                        <a:pt x="88" y="92"/>
                      </a:cubicBezTo>
                      <a:cubicBezTo>
                        <a:pt x="90" y="92"/>
                        <a:pt x="92" y="92"/>
                        <a:pt x="95" y="91"/>
                      </a:cubicBezTo>
                      <a:cubicBezTo>
                        <a:pt x="97" y="91"/>
                        <a:pt x="100" y="90"/>
                        <a:pt x="102" y="90"/>
                      </a:cubicBezTo>
                      <a:cubicBezTo>
                        <a:pt x="104" y="90"/>
                        <a:pt x="107" y="89"/>
                        <a:pt x="109" y="89"/>
                      </a:cubicBezTo>
                      <a:cubicBezTo>
                        <a:pt x="112" y="88"/>
                        <a:pt x="114" y="88"/>
                        <a:pt x="117" y="88"/>
                      </a:cubicBezTo>
                      <a:cubicBezTo>
                        <a:pt x="120" y="87"/>
                        <a:pt x="122" y="87"/>
                        <a:pt x="125" y="87"/>
                      </a:cubicBezTo>
                      <a:lnTo>
                        <a:pt x="133" y="85"/>
                      </a:lnTo>
                      <a:cubicBezTo>
                        <a:pt x="136" y="85"/>
                        <a:pt x="138" y="84"/>
                        <a:pt x="141" y="84"/>
                      </a:cubicBezTo>
                      <a:cubicBezTo>
                        <a:pt x="144" y="84"/>
                        <a:pt x="147" y="83"/>
                        <a:pt x="150" y="83"/>
                      </a:cubicBezTo>
                      <a:cubicBezTo>
                        <a:pt x="152" y="82"/>
                        <a:pt x="155" y="82"/>
                        <a:pt x="158" y="81"/>
                      </a:cubicBezTo>
                      <a:lnTo>
                        <a:pt x="166" y="80"/>
                      </a:lnTo>
                      <a:cubicBezTo>
                        <a:pt x="169" y="80"/>
                        <a:pt x="172" y="79"/>
                        <a:pt x="175" y="79"/>
                      </a:cubicBezTo>
                      <a:cubicBezTo>
                        <a:pt x="178" y="78"/>
                        <a:pt x="181" y="78"/>
                        <a:pt x="184" y="77"/>
                      </a:cubicBezTo>
                      <a:cubicBezTo>
                        <a:pt x="187" y="77"/>
                        <a:pt x="190" y="76"/>
                        <a:pt x="193" y="76"/>
                      </a:cubicBezTo>
                      <a:cubicBezTo>
                        <a:pt x="196" y="75"/>
                        <a:pt x="199" y="75"/>
                        <a:pt x="202" y="74"/>
                      </a:cubicBezTo>
                      <a:cubicBezTo>
                        <a:pt x="205" y="74"/>
                        <a:pt x="208" y="73"/>
                        <a:pt x="211" y="73"/>
                      </a:cubicBezTo>
                      <a:cubicBezTo>
                        <a:pt x="214" y="73"/>
                        <a:pt x="217" y="72"/>
                        <a:pt x="220" y="72"/>
                      </a:cubicBezTo>
                      <a:cubicBezTo>
                        <a:pt x="223" y="71"/>
                        <a:pt x="226" y="71"/>
                        <a:pt x="229" y="70"/>
                      </a:cubicBezTo>
                      <a:cubicBezTo>
                        <a:pt x="232" y="70"/>
                        <a:pt x="235" y="69"/>
                        <a:pt x="238" y="69"/>
                      </a:cubicBezTo>
                      <a:cubicBezTo>
                        <a:pt x="241" y="68"/>
                        <a:pt x="244" y="68"/>
                        <a:pt x="247" y="67"/>
                      </a:cubicBezTo>
                      <a:cubicBezTo>
                        <a:pt x="250" y="67"/>
                        <a:pt x="254" y="66"/>
                        <a:pt x="257" y="66"/>
                      </a:cubicBezTo>
                      <a:cubicBezTo>
                        <a:pt x="260" y="66"/>
                        <a:pt x="263" y="65"/>
                        <a:pt x="266" y="65"/>
                      </a:cubicBezTo>
                      <a:cubicBezTo>
                        <a:pt x="269" y="64"/>
                        <a:pt x="272" y="64"/>
                        <a:pt x="275" y="63"/>
                      </a:cubicBezTo>
                      <a:cubicBezTo>
                        <a:pt x="278" y="63"/>
                        <a:pt x="281" y="62"/>
                        <a:pt x="284" y="62"/>
                      </a:cubicBezTo>
                      <a:cubicBezTo>
                        <a:pt x="287" y="61"/>
                        <a:pt x="290" y="61"/>
                        <a:pt x="293" y="60"/>
                      </a:cubicBezTo>
                      <a:cubicBezTo>
                        <a:pt x="296" y="60"/>
                        <a:pt x="300" y="60"/>
                        <a:pt x="303" y="59"/>
                      </a:cubicBezTo>
                      <a:cubicBezTo>
                        <a:pt x="306" y="59"/>
                        <a:pt x="309" y="58"/>
                        <a:pt x="312" y="58"/>
                      </a:cubicBezTo>
                      <a:cubicBezTo>
                        <a:pt x="315" y="57"/>
                        <a:pt x="318" y="57"/>
                        <a:pt x="321" y="56"/>
                      </a:cubicBezTo>
                      <a:cubicBezTo>
                        <a:pt x="324" y="56"/>
                        <a:pt x="327" y="55"/>
                        <a:pt x="330" y="55"/>
                      </a:cubicBezTo>
                      <a:cubicBezTo>
                        <a:pt x="333" y="54"/>
                        <a:pt x="336" y="54"/>
                        <a:pt x="339" y="53"/>
                      </a:cubicBezTo>
                      <a:cubicBezTo>
                        <a:pt x="342" y="53"/>
                        <a:pt x="345" y="53"/>
                        <a:pt x="348" y="52"/>
                      </a:cubicBezTo>
                      <a:cubicBezTo>
                        <a:pt x="351" y="52"/>
                        <a:pt x="354" y="51"/>
                        <a:pt x="357" y="51"/>
                      </a:cubicBezTo>
                      <a:cubicBezTo>
                        <a:pt x="360" y="50"/>
                        <a:pt x="363" y="50"/>
                        <a:pt x="365" y="49"/>
                      </a:cubicBezTo>
                      <a:cubicBezTo>
                        <a:pt x="368" y="49"/>
                        <a:pt x="371" y="48"/>
                        <a:pt x="374" y="48"/>
                      </a:cubicBezTo>
                      <a:lnTo>
                        <a:pt x="382" y="47"/>
                      </a:lnTo>
                      <a:cubicBezTo>
                        <a:pt x="385" y="46"/>
                        <a:pt x="388" y="46"/>
                        <a:pt x="391" y="45"/>
                      </a:cubicBezTo>
                      <a:cubicBezTo>
                        <a:pt x="394" y="45"/>
                        <a:pt x="396" y="45"/>
                        <a:pt x="399" y="44"/>
                      </a:cubicBezTo>
                      <a:lnTo>
                        <a:pt x="407" y="43"/>
                      </a:lnTo>
                      <a:cubicBezTo>
                        <a:pt x="410" y="42"/>
                        <a:pt x="413" y="42"/>
                        <a:pt x="415" y="42"/>
                      </a:cubicBezTo>
                      <a:cubicBezTo>
                        <a:pt x="418" y="41"/>
                        <a:pt x="420" y="41"/>
                        <a:pt x="423" y="40"/>
                      </a:cubicBezTo>
                      <a:cubicBezTo>
                        <a:pt x="425" y="40"/>
                        <a:pt x="428" y="40"/>
                        <a:pt x="430" y="39"/>
                      </a:cubicBezTo>
                      <a:cubicBezTo>
                        <a:pt x="433" y="39"/>
                        <a:pt x="435" y="38"/>
                        <a:pt x="438" y="38"/>
                      </a:cubicBezTo>
                      <a:cubicBezTo>
                        <a:pt x="440" y="38"/>
                        <a:pt x="443" y="37"/>
                        <a:pt x="445" y="37"/>
                      </a:cubicBezTo>
                      <a:cubicBezTo>
                        <a:pt x="448" y="36"/>
                        <a:pt x="450" y="36"/>
                        <a:pt x="452" y="36"/>
                      </a:cubicBezTo>
                      <a:cubicBezTo>
                        <a:pt x="455" y="35"/>
                        <a:pt x="457" y="35"/>
                        <a:pt x="459" y="35"/>
                      </a:cubicBezTo>
                      <a:cubicBezTo>
                        <a:pt x="461" y="34"/>
                        <a:pt x="463" y="34"/>
                        <a:pt x="466" y="34"/>
                      </a:cubicBezTo>
                      <a:cubicBezTo>
                        <a:pt x="468" y="33"/>
                        <a:pt x="470" y="33"/>
                        <a:pt x="472" y="33"/>
                      </a:cubicBezTo>
                      <a:lnTo>
                        <a:pt x="478" y="32"/>
                      </a:lnTo>
                      <a:cubicBezTo>
                        <a:pt x="480" y="31"/>
                        <a:pt x="482" y="31"/>
                        <a:pt x="484" y="31"/>
                      </a:cubicBezTo>
                      <a:cubicBezTo>
                        <a:pt x="486" y="30"/>
                        <a:pt x="488" y="30"/>
                        <a:pt x="490" y="30"/>
                      </a:cubicBezTo>
                      <a:cubicBezTo>
                        <a:pt x="491" y="29"/>
                        <a:pt x="493" y="29"/>
                        <a:pt x="495" y="29"/>
                      </a:cubicBezTo>
                      <a:cubicBezTo>
                        <a:pt x="497" y="29"/>
                        <a:pt x="499" y="28"/>
                        <a:pt x="500" y="28"/>
                      </a:cubicBezTo>
                      <a:cubicBezTo>
                        <a:pt x="502" y="28"/>
                        <a:pt x="503" y="28"/>
                        <a:pt x="505" y="27"/>
                      </a:cubicBezTo>
                      <a:cubicBezTo>
                        <a:pt x="506" y="27"/>
                        <a:pt x="508" y="27"/>
                        <a:pt x="509" y="27"/>
                      </a:cubicBezTo>
                      <a:cubicBezTo>
                        <a:pt x="511" y="27"/>
                        <a:pt x="512" y="26"/>
                        <a:pt x="513" y="26"/>
                      </a:cubicBezTo>
                      <a:lnTo>
                        <a:pt x="517" y="26"/>
                      </a:lnTo>
                      <a:cubicBezTo>
                        <a:pt x="518" y="25"/>
                        <a:pt x="520" y="25"/>
                        <a:pt x="521" y="25"/>
                      </a:cubicBezTo>
                      <a:cubicBezTo>
                        <a:pt x="522" y="25"/>
                        <a:pt x="523" y="25"/>
                        <a:pt x="524" y="24"/>
                      </a:cubicBezTo>
                      <a:cubicBezTo>
                        <a:pt x="525" y="24"/>
                        <a:pt x="526" y="24"/>
                        <a:pt x="527" y="24"/>
                      </a:cubicBezTo>
                      <a:cubicBezTo>
                        <a:pt x="528" y="24"/>
                        <a:pt x="528" y="24"/>
                        <a:pt x="529" y="24"/>
                      </a:cubicBezTo>
                      <a:cubicBezTo>
                        <a:pt x="530" y="23"/>
                        <a:pt x="531" y="23"/>
                        <a:pt x="531" y="23"/>
                      </a:cubicBezTo>
                      <a:cubicBezTo>
                        <a:pt x="532" y="23"/>
                        <a:pt x="532" y="23"/>
                        <a:pt x="533" y="23"/>
                      </a:cubicBezTo>
                      <a:cubicBezTo>
                        <a:pt x="534" y="23"/>
                        <a:pt x="534" y="23"/>
                        <a:pt x="534" y="23"/>
                      </a:cubicBezTo>
                      <a:cubicBezTo>
                        <a:pt x="535" y="23"/>
                        <a:pt x="535" y="23"/>
                        <a:pt x="535" y="23"/>
                      </a:cubicBezTo>
                      <a:lnTo>
                        <a:pt x="536" y="23"/>
                      </a:lnTo>
                      <a:cubicBezTo>
                        <a:pt x="538" y="29"/>
                        <a:pt x="541" y="36"/>
                        <a:pt x="539" y="41"/>
                      </a:cubicBezTo>
                      <a:lnTo>
                        <a:pt x="444" y="56"/>
                      </a:lnTo>
                      <a:cubicBezTo>
                        <a:pt x="442" y="55"/>
                        <a:pt x="439" y="54"/>
                        <a:pt x="437" y="53"/>
                      </a:cubicBezTo>
                      <a:cubicBezTo>
                        <a:pt x="426" y="49"/>
                        <a:pt x="414" y="51"/>
                        <a:pt x="403" y="54"/>
                      </a:cubicBezTo>
                      <a:cubicBezTo>
                        <a:pt x="378" y="61"/>
                        <a:pt x="353" y="67"/>
                        <a:pt x="327" y="74"/>
                      </a:cubicBezTo>
                      <a:lnTo>
                        <a:pt x="8" y="124"/>
                      </a:lnTo>
                      <a:cubicBezTo>
                        <a:pt x="8" y="124"/>
                        <a:pt x="7" y="122"/>
                        <a:pt x="6" y="122"/>
                      </a:cubicBezTo>
                      <a:lnTo>
                        <a:pt x="5" y="121"/>
                      </a:lnTo>
                      <a:cubicBezTo>
                        <a:pt x="4" y="120"/>
                        <a:pt x="4" y="119"/>
                        <a:pt x="3" y="118"/>
                      </a:cubicBezTo>
                      <a:cubicBezTo>
                        <a:pt x="2" y="116"/>
                        <a:pt x="1" y="114"/>
                        <a:pt x="1" y="112"/>
                      </a:cubicBezTo>
                      <a:cubicBezTo>
                        <a:pt x="1" y="111"/>
                        <a:pt x="1" y="110"/>
                        <a:pt x="1" y="109"/>
                      </a:cubicBezTo>
                      <a:cubicBezTo>
                        <a:pt x="1" y="108"/>
                        <a:pt x="0" y="106"/>
                        <a:pt x="2" y="106"/>
                      </a:cubicBezTo>
                      <a:cubicBezTo>
                        <a:pt x="3" y="106"/>
                        <a:pt x="3" y="106"/>
                        <a:pt x="3" y="106"/>
                      </a:cubicBezTo>
                      <a:moveTo>
                        <a:pt x="147" y="15"/>
                      </a:moveTo>
                      <a:cubicBezTo>
                        <a:pt x="172" y="23"/>
                        <a:pt x="194" y="34"/>
                        <a:pt x="214" y="47"/>
                      </a:cubicBezTo>
                      <a:cubicBezTo>
                        <a:pt x="221" y="51"/>
                        <a:pt x="232" y="50"/>
                        <a:pt x="239" y="48"/>
                      </a:cubicBezTo>
                      <a:cubicBezTo>
                        <a:pt x="244" y="47"/>
                        <a:pt x="256" y="41"/>
                        <a:pt x="250" y="37"/>
                      </a:cubicBezTo>
                      <a:cubicBezTo>
                        <a:pt x="228" y="23"/>
                        <a:pt x="204" y="12"/>
                        <a:pt x="177" y="3"/>
                      </a:cubicBezTo>
                      <a:cubicBezTo>
                        <a:pt x="169" y="0"/>
                        <a:pt x="158" y="1"/>
                        <a:pt x="151" y="4"/>
                      </a:cubicBezTo>
                      <a:cubicBezTo>
                        <a:pt x="146" y="6"/>
                        <a:pt x="139" y="12"/>
                        <a:pt x="147" y="15"/>
                      </a:cubicBezTo>
                      <a:moveTo>
                        <a:pt x="1922" y="264"/>
                      </a:moveTo>
                      <a:cubicBezTo>
                        <a:pt x="1915" y="279"/>
                        <a:pt x="1907" y="294"/>
                        <a:pt x="1900" y="309"/>
                      </a:cubicBezTo>
                      <a:cubicBezTo>
                        <a:pt x="1897" y="314"/>
                        <a:pt x="1894" y="319"/>
                        <a:pt x="1888" y="323"/>
                      </a:cubicBezTo>
                      <a:cubicBezTo>
                        <a:pt x="1882" y="326"/>
                        <a:pt x="1870" y="327"/>
                        <a:pt x="1866" y="322"/>
                      </a:cubicBezTo>
                      <a:cubicBezTo>
                        <a:pt x="1815" y="384"/>
                        <a:pt x="1731" y="498"/>
                        <a:pt x="1600" y="474"/>
                      </a:cubicBezTo>
                      <a:cubicBezTo>
                        <a:pt x="1592" y="473"/>
                        <a:pt x="1584" y="471"/>
                        <a:pt x="1576" y="467"/>
                      </a:cubicBezTo>
                      <a:cubicBezTo>
                        <a:pt x="1560" y="459"/>
                        <a:pt x="1553" y="444"/>
                        <a:pt x="1552" y="429"/>
                      </a:cubicBezTo>
                      <a:cubicBezTo>
                        <a:pt x="1557" y="435"/>
                        <a:pt x="1563" y="442"/>
                        <a:pt x="1570" y="447"/>
                      </a:cubicBezTo>
                      <a:cubicBezTo>
                        <a:pt x="1588" y="462"/>
                        <a:pt x="1612" y="466"/>
                        <a:pt x="1640" y="465"/>
                      </a:cubicBezTo>
                      <a:cubicBezTo>
                        <a:pt x="1679" y="464"/>
                        <a:pt x="1713" y="446"/>
                        <a:pt x="1740" y="428"/>
                      </a:cubicBezTo>
                      <a:cubicBezTo>
                        <a:pt x="1770" y="410"/>
                        <a:pt x="1794" y="388"/>
                        <a:pt x="1813" y="365"/>
                      </a:cubicBezTo>
                      <a:cubicBezTo>
                        <a:pt x="1829" y="345"/>
                        <a:pt x="1843" y="324"/>
                        <a:pt x="1863" y="307"/>
                      </a:cubicBezTo>
                      <a:cubicBezTo>
                        <a:pt x="1884" y="289"/>
                        <a:pt x="1898" y="269"/>
                        <a:pt x="1907" y="248"/>
                      </a:cubicBezTo>
                      <a:cubicBezTo>
                        <a:pt x="1910" y="238"/>
                        <a:pt x="1913" y="228"/>
                        <a:pt x="1918" y="219"/>
                      </a:cubicBezTo>
                      <a:cubicBezTo>
                        <a:pt x="1926" y="234"/>
                        <a:pt x="1929" y="250"/>
                        <a:pt x="1922" y="264"/>
                      </a:cubicBezTo>
                      <a:moveTo>
                        <a:pt x="1760" y="322"/>
                      </a:moveTo>
                      <a:cubicBezTo>
                        <a:pt x="1766" y="316"/>
                        <a:pt x="1782" y="307"/>
                        <a:pt x="1773" y="301"/>
                      </a:cubicBezTo>
                      <a:cubicBezTo>
                        <a:pt x="1766" y="296"/>
                        <a:pt x="1755" y="292"/>
                        <a:pt x="1747" y="289"/>
                      </a:cubicBezTo>
                      <a:cubicBezTo>
                        <a:pt x="1730" y="283"/>
                        <a:pt x="1712" y="279"/>
                        <a:pt x="1693" y="276"/>
                      </a:cubicBezTo>
                      <a:cubicBezTo>
                        <a:pt x="1674" y="273"/>
                        <a:pt x="1654" y="273"/>
                        <a:pt x="1635" y="274"/>
                      </a:cubicBezTo>
                      <a:cubicBezTo>
                        <a:pt x="1624" y="275"/>
                        <a:pt x="1619" y="276"/>
                        <a:pt x="1614" y="283"/>
                      </a:cubicBezTo>
                      <a:cubicBezTo>
                        <a:pt x="1610" y="289"/>
                        <a:pt x="1606" y="297"/>
                        <a:pt x="1605" y="304"/>
                      </a:cubicBezTo>
                      <a:cubicBezTo>
                        <a:pt x="1605" y="306"/>
                        <a:pt x="1605" y="308"/>
                        <a:pt x="1604" y="310"/>
                      </a:cubicBezTo>
                      <a:cubicBezTo>
                        <a:pt x="1604" y="312"/>
                        <a:pt x="1621" y="306"/>
                        <a:pt x="1622" y="306"/>
                      </a:cubicBezTo>
                      <a:cubicBezTo>
                        <a:pt x="1628" y="304"/>
                        <a:pt x="1635" y="303"/>
                        <a:pt x="1641" y="303"/>
                      </a:cubicBezTo>
                      <a:cubicBezTo>
                        <a:pt x="1656" y="301"/>
                        <a:pt x="1670" y="302"/>
                        <a:pt x="1684" y="304"/>
                      </a:cubicBezTo>
                      <a:cubicBezTo>
                        <a:pt x="1697" y="306"/>
                        <a:pt x="1709" y="309"/>
                        <a:pt x="1721" y="312"/>
                      </a:cubicBezTo>
                      <a:cubicBezTo>
                        <a:pt x="1732" y="316"/>
                        <a:pt x="1741" y="321"/>
                        <a:pt x="1753" y="323"/>
                      </a:cubicBezTo>
                      <a:cubicBezTo>
                        <a:pt x="1754" y="323"/>
                        <a:pt x="1755" y="324"/>
                        <a:pt x="1756" y="324"/>
                      </a:cubicBezTo>
                      <a:lnTo>
                        <a:pt x="1757" y="323"/>
                      </a:lnTo>
                      <a:cubicBezTo>
                        <a:pt x="1758" y="323"/>
                        <a:pt x="1759" y="322"/>
                        <a:pt x="1760" y="322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33"/>
                <p:cNvSpPr/>
                <p:nvPr/>
              </p:nvSpPr>
              <p:spPr>
                <a:xfrm rot="-662413" flipH="1">
                  <a:off x="7478050" y="1799119"/>
                  <a:ext cx="228493" cy="47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582" extrusionOk="0">
                      <a:moveTo>
                        <a:pt x="10" y="518"/>
                      </a:moveTo>
                      <a:cubicBezTo>
                        <a:pt x="11" y="520"/>
                        <a:pt x="13" y="521"/>
                        <a:pt x="16" y="522"/>
                      </a:cubicBezTo>
                      <a:cubicBezTo>
                        <a:pt x="31" y="526"/>
                        <a:pt x="57" y="512"/>
                        <a:pt x="70" y="509"/>
                      </a:cubicBezTo>
                      <a:cubicBezTo>
                        <a:pt x="105" y="502"/>
                        <a:pt x="143" y="514"/>
                        <a:pt x="171" y="529"/>
                      </a:cubicBezTo>
                      <a:cubicBezTo>
                        <a:pt x="200" y="545"/>
                        <a:pt x="225" y="564"/>
                        <a:pt x="257" y="576"/>
                      </a:cubicBezTo>
                      <a:cubicBezTo>
                        <a:pt x="265" y="579"/>
                        <a:pt x="273" y="581"/>
                        <a:pt x="282" y="581"/>
                      </a:cubicBezTo>
                      <a:cubicBezTo>
                        <a:pt x="322" y="580"/>
                        <a:pt x="313" y="540"/>
                        <a:pt x="314" y="521"/>
                      </a:cubicBezTo>
                      <a:cubicBezTo>
                        <a:pt x="317" y="497"/>
                        <a:pt x="333" y="475"/>
                        <a:pt x="344" y="452"/>
                      </a:cubicBezTo>
                      <a:cubicBezTo>
                        <a:pt x="361" y="416"/>
                        <a:pt x="359" y="382"/>
                        <a:pt x="365" y="346"/>
                      </a:cubicBezTo>
                      <a:cubicBezTo>
                        <a:pt x="371" y="309"/>
                        <a:pt x="377" y="272"/>
                        <a:pt x="374" y="235"/>
                      </a:cubicBezTo>
                      <a:cubicBezTo>
                        <a:pt x="371" y="183"/>
                        <a:pt x="395" y="132"/>
                        <a:pt x="362" y="83"/>
                      </a:cubicBezTo>
                      <a:cubicBezTo>
                        <a:pt x="344" y="55"/>
                        <a:pt x="311" y="33"/>
                        <a:pt x="271" y="21"/>
                      </a:cubicBezTo>
                      <a:cubicBezTo>
                        <a:pt x="234" y="9"/>
                        <a:pt x="178" y="0"/>
                        <a:pt x="141" y="18"/>
                      </a:cubicBezTo>
                      <a:cubicBezTo>
                        <a:pt x="114" y="31"/>
                        <a:pt x="89" y="62"/>
                        <a:pt x="79" y="83"/>
                      </a:cubicBezTo>
                      <a:cubicBezTo>
                        <a:pt x="66" y="111"/>
                        <a:pt x="66" y="142"/>
                        <a:pt x="71" y="171"/>
                      </a:cubicBezTo>
                      <a:cubicBezTo>
                        <a:pt x="77" y="206"/>
                        <a:pt x="91" y="243"/>
                        <a:pt x="82" y="278"/>
                      </a:cubicBezTo>
                      <a:cubicBezTo>
                        <a:pt x="77" y="301"/>
                        <a:pt x="67" y="323"/>
                        <a:pt x="62" y="345"/>
                      </a:cubicBezTo>
                      <a:cubicBezTo>
                        <a:pt x="55" y="381"/>
                        <a:pt x="62" y="419"/>
                        <a:pt x="37" y="451"/>
                      </a:cubicBezTo>
                      <a:cubicBezTo>
                        <a:pt x="28" y="463"/>
                        <a:pt x="14" y="474"/>
                        <a:pt x="7" y="487"/>
                      </a:cubicBezTo>
                      <a:cubicBezTo>
                        <a:pt x="3" y="494"/>
                        <a:pt x="0" y="511"/>
                        <a:pt x="10" y="51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33"/>
                <p:cNvSpPr/>
                <p:nvPr/>
              </p:nvSpPr>
              <p:spPr>
                <a:xfrm rot="-662413" flipH="1">
                  <a:off x="6527016" y="1756885"/>
                  <a:ext cx="512956" cy="46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" h="580" extrusionOk="0">
                      <a:moveTo>
                        <a:pt x="694" y="536"/>
                      </a:moveTo>
                      <a:cubicBezTo>
                        <a:pt x="724" y="528"/>
                        <a:pt x="754" y="523"/>
                        <a:pt x="786" y="523"/>
                      </a:cubicBezTo>
                      <a:cubicBezTo>
                        <a:pt x="811" y="523"/>
                        <a:pt x="839" y="526"/>
                        <a:pt x="859" y="516"/>
                      </a:cubicBezTo>
                      <a:cubicBezTo>
                        <a:pt x="886" y="504"/>
                        <a:pt x="888" y="478"/>
                        <a:pt x="887" y="457"/>
                      </a:cubicBezTo>
                      <a:cubicBezTo>
                        <a:pt x="887" y="449"/>
                        <a:pt x="887" y="438"/>
                        <a:pt x="879" y="431"/>
                      </a:cubicBezTo>
                      <a:cubicBezTo>
                        <a:pt x="872" y="425"/>
                        <a:pt x="861" y="425"/>
                        <a:pt x="858" y="417"/>
                      </a:cubicBezTo>
                      <a:cubicBezTo>
                        <a:pt x="852" y="404"/>
                        <a:pt x="856" y="398"/>
                        <a:pt x="845" y="386"/>
                      </a:cubicBezTo>
                      <a:cubicBezTo>
                        <a:pt x="833" y="373"/>
                        <a:pt x="824" y="360"/>
                        <a:pt x="807" y="349"/>
                      </a:cubicBezTo>
                      <a:cubicBezTo>
                        <a:pt x="764" y="323"/>
                        <a:pt x="698" y="320"/>
                        <a:pt x="656" y="293"/>
                      </a:cubicBezTo>
                      <a:cubicBezTo>
                        <a:pt x="643" y="284"/>
                        <a:pt x="632" y="273"/>
                        <a:pt x="623" y="261"/>
                      </a:cubicBezTo>
                      <a:cubicBezTo>
                        <a:pt x="600" y="235"/>
                        <a:pt x="584" y="194"/>
                        <a:pt x="547" y="176"/>
                      </a:cubicBezTo>
                      <a:cubicBezTo>
                        <a:pt x="511" y="159"/>
                        <a:pt x="466" y="155"/>
                        <a:pt x="427" y="142"/>
                      </a:cubicBezTo>
                      <a:cubicBezTo>
                        <a:pt x="383" y="127"/>
                        <a:pt x="349" y="102"/>
                        <a:pt x="317" y="78"/>
                      </a:cubicBezTo>
                      <a:cubicBezTo>
                        <a:pt x="284" y="53"/>
                        <a:pt x="250" y="28"/>
                        <a:pt x="206" y="14"/>
                      </a:cubicBezTo>
                      <a:cubicBezTo>
                        <a:pt x="164" y="1"/>
                        <a:pt x="117" y="0"/>
                        <a:pt x="77" y="17"/>
                      </a:cubicBezTo>
                      <a:cubicBezTo>
                        <a:pt x="39" y="32"/>
                        <a:pt x="22" y="61"/>
                        <a:pt x="15" y="90"/>
                      </a:cubicBezTo>
                      <a:cubicBezTo>
                        <a:pt x="0" y="155"/>
                        <a:pt x="28" y="224"/>
                        <a:pt x="89" y="275"/>
                      </a:cubicBezTo>
                      <a:cubicBezTo>
                        <a:pt x="151" y="327"/>
                        <a:pt x="259" y="342"/>
                        <a:pt x="319" y="395"/>
                      </a:cubicBezTo>
                      <a:cubicBezTo>
                        <a:pt x="336" y="410"/>
                        <a:pt x="349" y="427"/>
                        <a:pt x="367" y="440"/>
                      </a:cubicBezTo>
                      <a:cubicBezTo>
                        <a:pt x="414" y="474"/>
                        <a:pt x="486" y="482"/>
                        <a:pt x="548" y="502"/>
                      </a:cubicBezTo>
                      <a:cubicBezTo>
                        <a:pt x="557" y="505"/>
                        <a:pt x="568" y="510"/>
                        <a:pt x="568" y="517"/>
                      </a:cubicBezTo>
                      <a:cubicBezTo>
                        <a:pt x="568" y="521"/>
                        <a:pt x="564" y="525"/>
                        <a:pt x="561" y="528"/>
                      </a:cubicBezTo>
                      <a:cubicBezTo>
                        <a:pt x="553" y="536"/>
                        <a:pt x="547" y="546"/>
                        <a:pt x="544" y="555"/>
                      </a:cubicBezTo>
                      <a:cubicBezTo>
                        <a:pt x="542" y="560"/>
                        <a:pt x="541" y="565"/>
                        <a:pt x="543" y="570"/>
                      </a:cubicBezTo>
                      <a:cubicBezTo>
                        <a:pt x="545" y="575"/>
                        <a:pt x="551" y="579"/>
                        <a:pt x="558" y="579"/>
                      </a:cubicBezTo>
                      <a:cubicBezTo>
                        <a:pt x="563" y="579"/>
                        <a:pt x="567" y="578"/>
                        <a:pt x="571" y="576"/>
                      </a:cubicBezTo>
                      <a:cubicBezTo>
                        <a:pt x="611" y="562"/>
                        <a:pt x="652" y="546"/>
                        <a:pt x="694" y="536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33"/>
                <p:cNvSpPr/>
                <p:nvPr/>
              </p:nvSpPr>
              <p:spPr>
                <a:xfrm rot="-662413" flipH="1">
                  <a:off x="7124296" y="1462304"/>
                  <a:ext cx="180025" cy="53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66" extrusionOk="0">
                      <a:moveTo>
                        <a:pt x="253" y="1"/>
                      </a:moveTo>
                      <a:cubicBezTo>
                        <a:pt x="261" y="0"/>
                        <a:pt x="269" y="1"/>
                        <a:pt x="279" y="3"/>
                      </a:cubicBezTo>
                      <a:cubicBezTo>
                        <a:pt x="284" y="5"/>
                        <a:pt x="311" y="12"/>
                        <a:pt x="299" y="19"/>
                      </a:cubicBezTo>
                      <a:cubicBezTo>
                        <a:pt x="294" y="23"/>
                        <a:pt x="275" y="19"/>
                        <a:pt x="268" y="19"/>
                      </a:cubicBezTo>
                      <a:cubicBezTo>
                        <a:pt x="257" y="19"/>
                        <a:pt x="246" y="20"/>
                        <a:pt x="235" y="23"/>
                      </a:cubicBezTo>
                      <a:cubicBezTo>
                        <a:pt x="231" y="24"/>
                        <a:pt x="223" y="26"/>
                        <a:pt x="219" y="23"/>
                      </a:cubicBezTo>
                      <a:cubicBezTo>
                        <a:pt x="209" y="18"/>
                        <a:pt x="221" y="7"/>
                        <a:pt x="228" y="6"/>
                      </a:cubicBezTo>
                      <a:cubicBezTo>
                        <a:pt x="237" y="3"/>
                        <a:pt x="245" y="2"/>
                        <a:pt x="253" y="1"/>
                      </a:cubicBezTo>
                      <a:moveTo>
                        <a:pt x="69" y="25"/>
                      </a:moveTo>
                      <a:cubicBezTo>
                        <a:pt x="56" y="28"/>
                        <a:pt x="44" y="32"/>
                        <a:pt x="34" y="38"/>
                      </a:cubicBezTo>
                      <a:cubicBezTo>
                        <a:pt x="30" y="40"/>
                        <a:pt x="0" y="63"/>
                        <a:pt x="12" y="65"/>
                      </a:cubicBezTo>
                      <a:cubicBezTo>
                        <a:pt x="13" y="65"/>
                        <a:pt x="13" y="65"/>
                        <a:pt x="14" y="65"/>
                      </a:cubicBezTo>
                      <a:cubicBezTo>
                        <a:pt x="30" y="61"/>
                        <a:pt x="43" y="53"/>
                        <a:pt x="59" y="49"/>
                      </a:cubicBezTo>
                      <a:cubicBezTo>
                        <a:pt x="76" y="44"/>
                        <a:pt x="94" y="40"/>
                        <a:pt x="113" y="38"/>
                      </a:cubicBezTo>
                      <a:cubicBezTo>
                        <a:pt x="117" y="37"/>
                        <a:pt x="122" y="37"/>
                        <a:pt x="125" y="35"/>
                      </a:cubicBezTo>
                      <a:cubicBezTo>
                        <a:pt x="136" y="31"/>
                        <a:pt x="131" y="18"/>
                        <a:pt x="118" y="19"/>
                      </a:cubicBezTo>
                      <a:cubicBezTo>
                        <a:pt x="101" y="19"/>
                        <a:pt x="85" y="21"/>
                        <a:pt x="69" y="2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33"/>
                <p:cNvSpPr/>
                <p:nvPr/>
              </p:nvSpPr>
              <p:spPr>
                <a:xfrm rot="-662413" flipH="1">
                  <a:off x="7141003" y="1506521"/>
                  <a:ext cx="122902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56" extrusionOk="0">
                      <a:moveTo>
                        <a:pt x="176" y="19"/>
                      </a:moveTo>
                      <a:cubicBezTo>
                        <a:pt x="176" y="13"/>
                        <a:pt x="177" y="5"/>
                        <a:pt x="186" y="2"/>
                      </a:cubicBezTo>
                      <a:cubicBezTo>
                        <a:pt x="191" y="0"/>
                        <a:pt x="196" y="1"/>
                        <a:pt x="201" y="3"/>
                      </a:cubicBezTo>
                      <a:cubicBezTo>
                        <a:pt x="202" y="3"/>
                        <a:pt x="203" y="4"/>
                        <a:pt x="203" y="5"/>
                      </a:cubicBezTo>
                      <a:cubicBezTo>
                        <a:pt x="204" y="5"/>
                        <a:pt x="205" y="6"/>
                        <a:pt x="205" y="6"/>
                      </a:cubicBezTo>
                      <a:cubicBezTo>
                        <a:pt x="210" y="10"/>
                        <a:pt x="212" y="14"/>
                        <a:pt x="212" y="19"/>
                      </a:cubicBezTo>
                      <a:cubicBezTo>
                        <a:pt x="212" y="23"/>
                        <a:pt x="212" y="26"/>
                        <a:pt x="208" y="29"/>
                      </a:cubicBezTo>
                      <a:cubicBezTo>
                        <a:pt x="204" y="33"/>
                        <a:pt x="195" y="34"/>
                        <a:pt x="189" y="33"/>
                      </a:cubicBezTo>
                      <a:cubicBezTo>
                        <a:pt x="180" y="31"/>
                        <a:pt x="176" y="25"/>
                        <a:pt x="176" y="19"/>
                      </a:cubicBezTo>
                      <a:moveTo>
                        <a:pt x="13" y="53"/>
                      </a:moveTo>
                      <a:cubicBezTo>
                        <a:pt x="19" y="55"/>
                        <a:pt x="28" y="54"/>
                        <a:pt x="32" y="50"/>
                      </a:cubicBezTo>
                      <a:cubicBezTo>
                        <a:pt x="36" y="47"/>
                        <a:pt x="36" y="44"/>
                        <a:pt x="36" y="40"/>
                      </a:cubicBezTo>
                      <a:cubicBezTo>
                        <a:pt x="36" y="36"/>
                        <a:pt x="34" y="31"/>
                        <a:pt x="30" y="27"/>
                      </a:cubicBezTo>
                      <a:cubicBezTo>
                        <a:pt x="29" y="27"/>
                        <a:pt x="28" y="26"/>
                        <a:pt x="28" y="26"/>
                      </a:cubicBezTo>
                      <a:cubicBezTo>
                        <a:pt x="27" y="25"/>
                        <a:pt x="26" y="24"/>
                        <a:pt x="25" y="24"/>
                      </a:cubicBezTo>
                      <a:cubicBezTo>
                        <a:pt x="21" y="22"/>
                        <a:pt x="15" y="21"/>
                        <a:pt x="11" y="23"/>
                      </a:cubicBezTo>
                      <a:cubicBezTo>
                        <a:pt x="1" y="26"/>
                        <a:pt x="0" y="34"/>
                        <a:pt x="0" y="40"/>
                      </a:cubicBezTo>
                      <a:cubicBezTo>
                        <a:pt x="1" y="46"/>
                        <a:pt x="4" y="52"/>
                        <a:pt x="13" y="5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33"/>
                <p:cNvSpPr/>
                <p:nvPr/>
              </p:nvSpPr>
              <p:spPr>
                <a:xfrm rot="-662413" flipH="1">
                  <a:off x="7173663" y="1602295"/>
                  <a:ext cx="79626" cy="4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2" extrusionOk="0">
                      <a:moveTo>
                        <a:pt x="127" y="0"/>
                      </a:moveTo>
                      <a:cubicBezTo>
                        <a:pt x="121" y="0"/>
                        <a:pt x="114" y="1"/>
                        <a:pt x="110" y="2"/>
                      </a:cubicBezTo>
                      <a:cubicBezTo>
                        <a:pt x="80" y="7"/>
                        <a:pt x="48" y="11"/>
                        <a:pt x="17" y="13"/>
                      </a:cubicBezTo>
                      <a:cubicBezTo>
                        <a:pt x="13" y="13"/>
                        <a:pt x="9" y="13"/>
                        <a:pt x="7" y="15"/>
                      </a:cubicBezTo>
                      <a:cubicBezTo>
                        <a:pt x="0" y="17"/>
                        <a:pt x="9" y="24"/>
                        <a:pt x="13" y="26"/>
                      </a:cubicBezTo>
                      <a:cubicBezTo>
                        <a:pt x="38" y="42"/>
                        <a:pt x="82" y="51"/>
                        <a:pt x="113" y="35"/>
                      </a:cubicBezTo>
                      <a:cubicBezTo>
                        <a:pt x="125" y="29"/>
                        <a:pt x="132" y="20"/>
                        <a:pt x="134" y="11"/>
                      </a:cubicBezTo>
                      <a:cubicBezTo>
                        <a:pt x="135" y="8"/>
                        <a:pt x="137" y="4"/>
                        <a:pt x="133" y="2"/>
                      </a:cubicBezTo>
                      <a:cubicBezTo>
                        <a:pt x="132" y="1"/>
                        <a:pt x="129" y="1"/>
                        <a:pt x="127" y="0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33"/>
                <p:cNvSpPr/>
                <p:nvPr/>
              </p:nvSpPr>
              <p:spPr>
                <a:xfrm rot="-662413" flipH="1">
                  <a:off x="6623110" y="1507693"/>
                  <a:ext cx="1275755" cy="1118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1" h="1385" extrusionOk="0">
                      <a:moveTo>
                        <a:pt x="513" y="1001"/>
                      </a:moveTo>
                      <a:cubicBezTo>
                        <a:pt x="511" y="1003"/>
                        <a:pt x="506" y="1003"/>
                        <a:pt x="503" y="1002"/>
                      </a:cubicBezTo>
                      <a:lnTo>
                        <a:pt x="485" y="999"/>
                      </a:lnTo>
                      <a:cubicBezTo>
                        <a:pt x="479" y="998"/>
                        <a:pt x="473" y="997"/>
                        <a:pt x="468" y="997"/>
                      </a:cubicBezTo>
                      <a:cubicBezTo>
                        <a:pt x="456" y="996"/>
                        <a:pt x="444" y="997"/>
                        <a:pt x="433" y="995"/>
                      </a:cubicBezTo>
                      <a:cubicBezTo>
                        <a:pt x="431" y="994"/>
                        <a:pt x="428" y="993"/>
                        <a:pt x="430" y="991"/>
                      </a:cubicBezTo>
                      <a:cubicBezTo>
                        <a:pt x="432" y="990"/>
                        <a:pt x="437" y="989"/>
                        <a:pt x="440" y="990"/>
                      </a:cubicBezTo>
                      <a:cubicBezTo>
                        <a:pt x="451" y="992"/>
                        <a:pt x="463" y="991"/>
                        <a:pt x="474" y="992"/>
                      </a:cubicBezTo>
                      <a:cubicBezTo>
                        <a:pt x="486" y="993"/>
                        <a:pt x="498" y="996"/>
                        <a:pt x="510" y="997"/>
                      </a:cubicBezTo>
                      <a:cubicBezTo>
                        <a:pt x="512" y="998"/>
                        <a:pt x="515" y="999"/>
                        <a:pt x="513" y="1001"/>
                      </a:cubicBezTo>
                      <a:moveTo>
                        <a:pt x="204" y="1165"/>
                      </a:moveTo>
                      <a:cubicBezTo>
                        <a:pt x="203" y="1163"/>
                        <a:pt x="198" y="1163"/>
                        <a:pt x="195" y="1163"/>
                      </a:cubicBezTo>
                      <a:cubicBezTo>
                        <a:pt x="172" y="1166"/>
                        <a:pt x="153" y="1175"/>
                        <a:pt x="133" y="1183"/>
                      </a:cubicBezTo>
                      <a:cubicBezTo>
                        <a:pt x="131" y="1185"/>
                        <a:pt x="131" y="1186"/>
                        <a:pt x="134" y="1187"/>
                      </a:cubicBezTo>
                      <a:cubicBezTo>
                        <a:pt x="136" y="1188"/>
                        <a:pt x="141" y="1188"/>
                        <a:pt x="144" y="1187"/>
                      </a:cubicBezTo>
                      <a:cubicBezTo>
                        <a:pt x="161" y="1179"/>
                        <a:pt x="179" y="1171"/>
                        <a:pt x="199" y="1168"/>
                      </a:cubicBezTo>
                      <a:cubicBezTo>
                        <a:pt x="202" y="1168"/>
                        <a:pt x="206" y="1167"/>
                        <a:pt x="204" y="1165"/>
                      </a:cubicBezTo>
                      <a:moveTo>
                        <a:pt x="338" y="1211"/>
                      </a:moveTo>
                      <a:cubicBezTo>
                        <a:pt x="331" y="1200"/>
                        <a:pt x="317" y="1192"/>
                        <a:pt x="304" y="1185"/>
                      </a:cubicBezTo>
                      <a:cubicBezTo>
                        <a:pt x="289" y="1178"/>
                        <a:pt x="273" y="1170"/>
                        <a:pt x="254" y="1169"/>
                      </a:cubicBezTo>
                      <a:cubicBezTo>
                        <a:pt x="251" y="1169"/>
                        <a:pt x="246" y="1169"/>
                        <a:pt x="245" y="1171"/>
                      </a:cubicBezTo>
                      <a:cubicBezTo>
                        <a:pt x="244" y="1173"/>
                        <a:pt x="248" y="1174"/>
                        <a:pt x="250" y="1174"/>
                      </a:cubicBezTo>
                      <a:cubicBezTo>
                        <a:pt x="259" y="1174"/>
                        <a:pt x="266" y="1177"/>
                        <a:pt x="273" y="1180"/>
                      </a:cubicBezTo>
                      <a:cubicBezTo>
                        <a:pt x="280" y="1183"/>
                        <a:pt x="287" y="1186"/>
                        <a:pt x="293" y="1189"/>
                      </a:cubicBezTo>
                      <a:cubicBezTo>
                        <a:pt x="306" y="1196"/>
                        <a:pt x="317" y="1203"/>
                        <a:pt x="324" y="1213"/>
                      </a:cubicBezTo>
                      <a:cubicBezTo>
                        <a:pt x="326" y="1216"/>
                        <a:pt x="340" y="1215"/>
                        <a:pt x="338" y="1211"/>
                      </a:cubicBezTo>
                      <a:moveTo>
                        <a:pt x="205" y="1224"/>
                      </a:moveTo>
                      <a:cubicBezTo>
                        <a:pt x="202" y="1223"/>
                        <a:pt x="197" y="1223"/>
                        <a:pt x="195" y="1225"/>
                      </a:cubicBezTo>
                      <a:cubicBezTo>
                        <a:pt x="174" y="1239"/>
                        <a:pt x="164" y="1260"/>
                        <a:pt x="163" y="1280"/>
                      </a:cubicBezTo>
                      <a:cubicBezTo>
                        <a:pt x="163" y="1283"/>
                        <a:pt x="177" y="1283"/>
                        <a:pt x="177" y="1280"/>
                      </a:cubicBezTo>
                      <a:cubicBezTo>
                        <a:pt x="178" y="1260"/>
                        <a:pt x="187" y="1241"/>
                        <a:pt x="208" y="1227"/>
                      </a:cubicBezTo>
                      <a:cubicBezTo>
                        <a:pt x="210" y="1225"/>
                        <a:pt x="207" y="1224"/>
                        <a:pt x="205" y="1224"/>
                      </a:cubicBezTo>
                      <a:moveTo>
                        <a:pt x="165" y="1350"/>
                      </a:moveTo>
                      <a:cubicBezTo>
                        <a:pt x="121" y="1329"/>
                        <a:pt x="104" y="1290"/>
                        <a:pt x="122" y="1256"/>
                      </a:cubicBezTo>
                      <a:cubicBezTo>
                        <a:pt x="124" y="1253"/>
                        <a:pt x="109" y="1252"/>
                        <a:pt x="108" y="1255"/>
                      </a:cubicBezTo>
                      <a:cubicBezTo>
                        <a:pt x="88" y="1291"/>
                        <a:pt x="107" y="1331"/>
                        <a:pt x="152" y="1353"/>
                      </a:cubicBezTo>
                      <a:cubicBezTo>
                        <a:pt x="155" y="1354"/>
                        <a:pt x="159" y="1354"/>
                        <a:pt x="163" y="1353"/>
                      </a:cubicBezTo>
                      <a:cubicBezTo>
                        <a:pt x="164" y="1353"/>
                        <a:pt x="168" y="1351"/>
                        <a:pt x="165" y="1350"/>
                      </a:cubicBezTo>
                      <a:moveTo>
                        <a:pt x="117" y="1368"/>
                      </a:moveTo>
                      <a:cubicBezTo>
                        <a:pt x="75" y="1348"/>
                        <a:pt x="57" y="1311"/>
                        <a:pt x="73" y="1278"/>
                      </a:cubicBezTo>
                      <a:cubicBezTo>
                        <a:pt x="75" y="1274"/>
                        <a:pt x="61" y="1274"/>
                        <a:pt x="59" y="1277"/>
                      </a:cubicBezTo>
                      <a:cubicBezTo>
                        <a:pt x="42" y="1311"/>
                        <a:pt x="61" y="1350"/>
                        <a:pt x="105" y="1370"/>
                      </a:cubicBezTo>
                      <a:cubicBezTo>
                        <a:pt x="108" y="1372"/>
                        <a:pt x="112" y="1372"/>
                        <a:pt x="115" y="1371"/>
                      </a:cubicBezTo>
                      <a:cubicBezTo>
                        <a:pt x="117" y="1371"/>
                        <a:pt x="120" y="1369"/>
                        <a:pt x="117" y="1368"/>
                      </a:cubicBezTo>
                      <a:moveTo>
                        <a:pt x="72" y="1379"/>
                      </a:moveTo>
                      <a:cubicBezTo>
                        <a:pt x="51" y="1371"/>
                        <a:pt x="30" y="1363"/>
                        <a:pt x="23" y="1346"/>
                      </a:cubicBezTo>
                      <a:cubicBezTo>
                        <a:pt x="15" y="1329"/>
                        <a:pt x="22" y="1310"/>
                        <a:pt x="28" y="1293"/>
                      </a:cubicBezTo>
                      <a:cubicBezTo>
                        <a:pt x="30" y="1289"/>
                        <a:pt x="15" y="1289"/>
                        <a:pt x="14" y="1292"/>
                      </a:cubicBezTo>
                      <a:cubicBezTo>
                        <a:pt x="7" y="1310"/>
                        <a:pt x="0" y="1330"/>
                        <a:pt x="9" y="1348"/>
                      </a:cubicBezTo>
                      <a:cubicBezTo>
                        <a:pt x="17" y="1366"/>
                        <a:pt x="39" y="1375"/>
                        <a:pt x="62" y="1383"/>
                      </a:cubicBezTo>
                      <a:cubicBezTo>
                        <a:pt x="65" y="1384"/>
                        <a:pt x="70" y="1384"/>
                        <a:pt x="73" y="1383"/>
                      </a:cubicBezTo>
                      <a:cubicBezTo>
                        <a:pt x="75" y="1382"/>
                        <a:pt x="75" y="1380"/>
                        <a:pt x="72" y="1379"/>
                      </a:cubicBezTo>
                      <a:moveTo>
                        <a:pt x="259" y="1239"/>
                      </a:moveTo>
                      <a:cubicBezTo>
                        <a:pt x="258" y="1237"/>
                        <a:pt x="254" y="1236"/>
                        <a:pt x="251" y="1236"/>
                      </a:cubicBezTo>
                      <a:cubicBezTo>
                        <a:pt x="249" y="1236"/>
                        <a:pt x="243" y="1237"/>
                        <a:pt x="244" y="1239"/>
                      </a:cubicBezTo>
                      <a:cubicBezTo>
                        <a:pt x="247" y="1252"/>
                        <a:pt x="244" y="1265"/>
                        <a:pt x="234" y="1277"/>
                      </a:cubicBezTo>
                      <a:cubicBezTo>
                        <a:pt x="232" y="1279"/>
                        <a:pt x="238" y="1280"/>
                        <a:pt x="239" y="1280"/>
                      </a:cubicBezTo>
                      <a:cubicBezTo>
                        <a:pt x="242" y="1280"/>
                        <a:pt x="247" y="1280"/>
                        <a:pt x="248" y="1278"/>
                      </a:cubicBezTo>
                      <a:cubicBezTo>
                        <a:pt x="258" y="1266"/>
                        <a:pt x="262" y="1252"/>
                        <a:pt x="259" y="1239"/>
                      </a:cubicBezTo>
                      <a:moveTo>
                        <a:pt x="2036" y="1234"/>
                      </a:moveTo>
                      <a:cubicBezTo>
                        <a:pt x="2033" y="1220"/>
                        <a:pt x="2031" y="1205"/>
                        <a:pt x="2027" y="1190"/>
                      </a:cubicBezTo>
                      <a:cubicBezTo>
                        <a:pt x="2026" y="1186"/>
                        <a:pt x="2012" y="1187"/>
                        <a:pt x="2012" y="1190"/>
                      </a:cubicBezTo>
                      <a:cubicBezTo>
                        <a:pt x="2016" y="1205"/>
                        <a:pt x="2019" y="1220"/>
                        <a:pt x="2021" y="1235"/>
                      </a:cubicBezTo>
                      <a:cubicBezTo>
                        <a:pt x="2024" y="1249"/>
                        <a:pt x="2028" y="1264"/>
                        <a:pt x="2023" y="1278"/>
                      </a:cubicBezTo>
                      <a:cubicBezTo>
                        <a:pt x="2022" y="1281"/>
                        <a:pt x="2037" y="1281"/>
                        <a:pt x="2038" y="1278"/>
                      </a:cubicBezTo>
                      <a:cubicBezTo>
                        <a:pt x="2042" y="1263"/>
                        <a:pt x="2038" y="1248"/>
                        <a:pt x="2036" y="1234"/>
                      </a:cubicBezTo>
                      <a:moveTo>
                        <a:pt x="2109" y="1240"/>
                      </a:moveTo>
                      <a:cubicBezTo>
                        <a:pt x="2109" y="1255"/>
                        <a:pt x="2107" y="1271"/>
                        <a:pt x="2103" y="1286"/>
                      </a:cubicBezTo>
                      <a:cubicBezTo>
                        <a:pt x="2102" y="1293"/>
                        <a:pt x="2099" y="1300"/>
                        <a:pt x="2093" y="1306"/>
                      </a:cubicBezTo>
                      <a:cubicBezTo>
                        <a:pt x="2087" y="1312"/>
                        <a:pt x="2080" y="1317"/>
                        <a:pt x="2073" y="1322"/>
                      </a:cubicBezTo>
                      <a:cubicBezTo>
                        <a:pt x="2069" y="1324"/>
                        <a:pt x="2055" y="1323"/>
                        <a:pt x="2060" y="1320"/>
                      </a:cubicBezTo>
                      <a:cubicBezTo>
                        <a:pt x="2067" y="1315"/>
                        <a:pt x="2074" y="1309"/>
                        <a:pt x="2080" y="1303"/>
                      </a:cubicBezTo>
                      <a:cubicBezTo>
                        <a:pt x="2086" y="1297"/>
                        <a:pt x="2088" y="1291"/>
                        <a:pt x="2090" y="1284"/>
                      </a:cubicBezTo>
                      <a:cubicBezTo>
                        <a:pt x="2093" y="1270"/>
                        <a:pt x="2094" y="1255"/>
                        <a:pt x="2095" y="1240"/>
                      </a:cubicBezTo>
                      <a:cubicBezTo>
                        <a:pt x="2095" y="1236"/>
                        <a:pt x="2109" y="1236"/>
                        <a:pt x="2109" y="1240"/>
                      </a:cubicBezTo>
                      <a:moveTo>
                        <a:pt x="2163" y="1242"/>
                      </a:moveTo>
                      <a:cubicBezTo>
                        <a:pt x="2163" y="1256"/>
                        <a:pt x="2164" y="1270"/>
                        <a:pt x="2159" y="1284"/>
                      </a:cubicBezTo>
                      <a:cubicBezTo>
                        <a:pt x="2154" y="1296"/>
                        <a:pt x="2145" y="1307"/>
                        <a:pt x="2133" y="1316"/>
                      </a:cubicBezTo>
                      <a:cubicBezTo>
                        <a:pt x="2129" y="1319"/>
                        <a:pt x="2115" y="1318"/>
                        <a:pt x="2120" y="1314"/>
                      </a:cubicBezTo>
                      <a:cubicBezTo>
                        <a:pt x="2132" y="1305"/>
                        <a:pt x="2140" y="1294"/>
                        <a:pt x="2145" y="1283"/>
                      </a:cubicBezTo>
                      <a:cubicBezTo>
                        <a:pt x="2149" y="1270"/>
                        <a:pt x="2148" y="1256"/>
                        <a:pt x="2148" y="1243"/>
                      </a:cubicBezTo>
                      <a:cubicBezTo>
                        <a:pt x="2148" y="1239"/>
                        <a:pt x="2163" y="1239"/>
                        <a:pt x="2163" y="1242"/>
                      </a:cubicBezTo>
                      <a:moveTo>
                        <a:pt x="2209" y="1242"/>
                      </a:moveTo>
                      <a:cubicBezTo>
                        <a:pt x="2210" y="1267"/>
                        <a:pt x="2207" y="1294"/>
                        <a:pt x="2181" y="1314"/>
                      </a:cubicBezTo>
                      <a:cubicBezTo>
                        <a:pt x="2178" y="1316"/>
                        <a:pt x="2164" y="1315"/>
                        <a:pt x="2168" y="1311"/>
                      </a:cubicBezTo>
                      <a:cubicBezTo>
                        <a:pt x="2193" y="1292"/>
                        <a:pt x="2195" y="1266"/>
                        <a:pt x="2194" y="1242"/>
                      </a:cubicBezTo>
                      <a:cubicBezTo>
                        <a:pt x="2194" y="1239"/>
                        <a:pt x="2209" y="1239"/>
                        <a:pt x="2209" y="1242"/>
                      </a:cubicBezTo>
                      <a:moveTo>
                        <a:pt x="1096" y="70"/>
                      </a:moveTo>
                      <a:cubicBezTo>
                        <a:pt x="1096" y="69"/>
                        <a:pt x="1096" y="69"/>
                        <a:pt x="1096" y="68"/>
                      </a:cubicBezTo>
                      <a:cubicBezTo>
                        <a:pt x="1090" y="57"/>
                        <a:pt x="1077" y="48"/>
                        <a:pt x="1068" y="38"/>
                      </a:cubicBezTo>
                      <a:cubicBezTo>
                        <a:pt x="1056" y="27"/>
                        <a:pt x="1046" y="15"/>
                        <a:pt x="1036" y="3"/>
                      </a:cubicBezTo>
                      <a:cubicBezTo>
                        <a:pt x="1033" y="0"/>
                        <a:pt x="1021" y="1"/>
                        <a:pt x="1024" y="4"/>
                      </a:cubicBezTo>
                      <a:cubicBezTo>
                        <a:pt x="1035" y="16"/>
                        <a:pt x="1045" y="28"/>
                        <a:pt x="1056" y="39"/>
                      </a:cubicBezTo>
                      <a:cubicBezTo>
                        <a:pt x="1065" y="49"/>
                        <a:pt x="1077" y="57"/>
                        <a:pt x="1083" y="69"/>
                      </a:cubicBezTo>
                      <a:cubicBezTo>
                        <a:pt x="1083" y="69"/>
                        <a:pt x="1084" y="69"/>
                        <a:pt x="1084" y="70"/>
                      </a:cubicBezTo>
                      <a:cubicBezTo>
                        <a:pt x="1082" y="73"/>
                        <a:pt x="1078" y="75"/>
                        <a:pt x="1074" y="77"/>
                      </a:cubicBezTo>
                      <a:cubicBezTo>
                        <a:pt x="1069" y="79"/>
                        <a:pt x="1064" y="81"/>
                        <a:pt x="1059" y="83"/>
                      </a:cubicBezTo>
                      <a:cubicBezTo>
                        <a:pt x="1049" y="86"/>
                        <a:pt x="1038" y="89"/>
                        <a:pt x="1028" y="91"/>
                      </a:cubicBezTo>
                      <a:cubicBezTo>
                        <a:pt x="1026" y="92"/>
                        <a:pt x="1023" y="93"/>
                        <a:pt x="1025" y="94"/>
                      </a:cubicBezTo>
                      <a:cubicBezTo>
                        <a:pt x="1027" y="96"/>
                        <a:pt x="1031" y="96"/>
                        <a:pt x="1034" y="96"/>
                      </a:cubicBezTo>
                      <a:cubicBezTo>
                        <a:pt x="1045" y="94"/>
                        <a:pt x="1057" y="91"/>
                        <a:pt x="1068" y="87"/>
                      </a:cubicBezTo>
                      <a:cubicBezTo>
                        <a:pt x="1074" y="85"/>
                        <a:pt x="1079" y="82"/>
                        <a:pt x="1084" y="80"/>
                      </a:cubicBezTo>
                      <a:cubicBezTo>
                        <a:pt x="1089" y="78"/>
                        <a:pt x="1094" y="76"/>
                        <a:pt x="1096" y="72"/>
                      </a:cubicBezTo>
                      <a:cubicBezTo>
                        <a:pt x="1097" y="71"/>
                        <a:pt x="1096" y="70"/>
                        <a:pt x="1096" y="7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33"/>
                <p:cNvSpPr/>
                <p:nvPr/>
              </p:nvSpPr>
              <p:spPr>
                <a:xfrm rot="-662413" flipH="1">
                  <a:off x="7147690" y="1326168"/>
                  <a:ext cx="308120" cy="257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319" extrusionOk="0">
                      <a:moveTo>
                        <a:pt x="400" y="54"/>
                      </a:moveTo>
                      <a:cubicBezTo>
                        <a:pt x="398" y="40"/>
                        <a:pt x="385" y="29"/>
                        <a:pt x="369" y="21"/>
                      </a:cubicBezTo>
                      <a:cubicBezTo>
                        <a:pt x="350" y="12"/>
                        <a:pt x="327" y="8"/>
                        <a:pt x="304" y="5"/>
                      </a:cubicBezTo>
                      <a:cubicBezTo>
                        <a:pt x="303" y="5"/>
                        <a:pt x="299" y="4"/>
                        <a:pt x="301" y="2"/>
                      </a:cubicBezTo>
                      <a:cubicBezTo>
                        <a:pt x="302" y="0"/>
                        <a:pt x="306" y="1"/>
                        <a:pt x="308" y="1"/>
                      </a:cubicBezTo>
                      <a:cubicBezTo>
                        <a:pt x="333" y="5"/>
                        <a:pt x="358" y="9"/>
                        <a:pt x="380" y="19"/>
                      </a:cubicBezTo>
                      <a:cubicBezTo>
                        <a:pt x="397" y="28"/>
                        <a:pt x="411" y="40"/>
                        <a:pt x="413" y="55"/>
                      </a:cubicBezTo>
                      <a:cubicBezTo>
                        <a:pt x="413" y="58"/>
                        <a:pt x="401" y="57"/>
                        <a:pt x="400" y="54"/>
                      </a:cubicBezTo>
                      <a:moveTo>
                        <a:pt x="435" y="14"/>
                      </a:moveTo>
                      <a:cubicBezTo>
                        <a:pt x="432" y="13"/>
                        <a:pt x="428" y="13"/>
                        <a:pt x="426" y="13"/>
                      </a:cubicBezTo>
                      <a:cubicBezTo>
                        <a:pt x="423" y="14"/>
                        <a:pt x="423" y="15"/>
                        <a:pt x="425" y="16"/>
                      </a:cubicBezTo>
                      <a:cubicBezTo>
                        <a:pt x="440" y="24"/>
                        <a:pt x="448" y="37"/>
                        <a:pt x="447" y="50"/>
                      </a:cubicBezTo>
                      <a:cubicBezTo>
                        <a:pt x="447" y="53"/>
                        <a:pt x="460" y="54"/>
                        <a:pt x="460" y="51"/>
                      </a:cubicBezTo>
                      <a:cubicBezTo>
                        <a:pt x="461" y="36"/>
                        <a:pt x="451" y="23"/>
                        <a:pt x="435" y="14"/>
                      </a:cubicBezTo>
                      <a:moveTo>
                        <a:pt x="194" y="117"/>
                      </a:moveTo>
                      <a:cubicBezTo>
                        <a:pt x="165" y="95"/>
                        <a:pt x="120" y="84"/>
                        <a:pt x="77" y="87"/>
                      </a:cubicBezTo>
                      <a:cubicBezTo>
                        <a:pt x="75" y="87"/>
                        <a:pt x="73" y="89"/>
                        <a:pt x="74" y="90"/>
                      </a:cubicBezTo>
                      <a:cubicBezTo>
                        <a:pt x="76" y="92"/>
                        <a:pt x="80" y="91"/>
                        <a:pt x="83" y="91"/>
                      </a:cubicBezTo>
                      <a:cubicBezTo>
                        <a:pt x="120" y="89"/>
                        <a:pt x="158" y="100"/>
                        <a:pt x="182" y="119"/>
                      </a:cubicBezTo>
                      <a:cubicBezTo>
                        <a:pt x="185" y="121"/>
                        <a:pt x="197" y="120"/>
                        <a:pt x="194" y="117"/>
                      </a:cubicBezTo>
                      <a:moveTo>
                        <a:pt x="161" y="193"/>
                      </a:moveTo>
                      <a:cubicBezTo>
                        <a:pt x="107" y="222"/>
                        <a:pt x="77" y="274"/>
                        <a:pt x="8" y="290"/>
                      </a:cubicBezTo>
                      <a:cubicBezTo>
                        <a:pt x="0" y="292"/>
                        <a:pt x="10" y="295"/>
                        <a:pt x="15" y="294"/>
                      </a:cubicBezTo>
                      <a:cubicBezTo>
                        <a:pt x="86" y="277"/>
                        <a:pt x="116" y="226"/>
                        <a:pt x="173" y="195"/>
                      </a:cubicBezTo>
                      <a:cubicBezTo>
                        <a:pt x="177" y="193"/>
                        <a:pt x="165" y="191"/>
                        <a:pt x="161" y="193"/>
                      </a:cubicBezTo>
                      <a:moveTo>
                        <a:pt x="91" y="284"/>
                      </a:moveTo>
                      <a:cubicBezTo>
                        <a:pt x="89" y="283"/>
                        <a:pt x="85" y="284"/>
                        <a:pt x="83" y="285"/>
                      </a:cubicBezTo>
                      <a:cubicBezTo>
                        <a:pt x="74" y="297"/>
                        <a:pt x="60" y="307"/>
                        <a:pt x="44" y="314"/>
                      </a:cubicBezTo>
                      <a:cubicBezTo>
                        <a:pt x="42" y="315"/>
                        <a:pt x="41" y="316"/>
                        <a:pt x="44" y="317"/>
                      </a:cubicBezTo>
                      <a:cubicBezTo>
                        <a:pt x="46" y="318"/>
                        <a:pt x="51" y="318"/>
                        <a:pt x="53" y="317"/>
                      </a:cubicBezTo>
                      <a:cubicBezTo>
                        <a:pt x="71" y="309"/>
                        <a:pt x="85" y="299"/>
                        <a:pt x="96" y="287"/>
                      </a:cubicBezTo>
                      <a:cubicBezTo>
                        <a:pt x="97" y="285"/>
                        <a:pt x="93" y="284"/>
                        <a:pt x="91" y="284"/>
                      </a:cubicBezTo>
                      <a:moveTo>
                        <a:pt x="509" y="12"/>
                      </a:moveTo>
                      <a:cubicBezTo>
                        <a:pt x="506" y="9"/>
                        <a:pt x="493" y="11"/>
                        <a:pt x="498" y="14"/>
                      </a:cubicBezTo>
                      <a:cubicBezTo>
                        <a:pt x="517" y="27"/>
                        <a:pt x="518" y="47"/>
                        <a:pt x="503" y="62"/>
                      </a:cubicBezTo>
                      <a:cubicBezTo>
                        <a:pt x="501" y="63"/>
                        <a:pt x="506" y="64"/>
                        <a:pt x="507" y="64"/>
                      </a:cubicBezTo>
                      <a:cubicBezTo>
                        <a:pt x="510" y="65"/>
                        <a:pt x="513" y="64"/>
                        <a:pt x="515" y="63"/>
                      </a:cubicBezTo>
                      <a:cubicBezTo>
                        <a:pt x="533" y="47"/>
                        <a:pt x="529" y="25"/>
                        <a:pt x="509" y="1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33"/>
                <p:cNvSpPr/>
                <p:nvPr/>
              </p:nvSpPr>
              <p:spPr>
                <a:xfrm rot="-662413" flipH="1">
                  <a:off x="7188898" y="1661412"/>
                  <a:ext cx="126941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" h="56" extrusionOk="0">
                      <a:moveTo>
                        <a:pt x="219" y="10"/>
                      </a:moveTo>
                      <a:cubicBezTo>
                        <a:pt x="211" y="14"/>
                        <a:pt x="204" y="17"/>
                        <a:pt x="194" y="19"/>
                      </a:cubicBezTo>
                      <a:cubicBezTo>
                        <a:pt x="178" y="24"/>
                        <a:pt x="160" y="25"/>
                        <a:pt x="143" y="26"/>
                      </a:cubicBezTo>
                      <a:cubicBezTo>
                        <a:pt x="137" y="26"/>
                        <a:pt x="130" y="26"/>
                        <a:pt x="124" y="26"/>
                      </a:cubicBezTo>
                      <a:cubicBezTo>
                        <a:pt x="106" y="27"/>
                        <a:pt x="84" y="23"/>
                        <a:pt x="66" y="20"/>
                      </a:cubicBezTo>
                      <a:cubicBezTo>
                        <a:pt x="43" y="17"/>
                        <a:pt x="21" y="9"/>
                        <a:pt x="0" y="0"/>
                      </a:cubicBezTo>
                      <a:cubicBezTo>
                        <a:pt x="2" y="10"/>
                        <a:pt x="10" y="21"/>
                        <a:pt x="28" y="31"/>
                      </a:cubicBezTo>
                      <a:cubicBezTo>
                        <a:pt x="45" y="41"/>
                        <a:pt x="68" y="47"/>
                        <a:pt x="90" y="51"/>
                      </a:cubicBezTo>
                      <a:cubicBezTo>
                        <a:pt x="105" y="53"/>
                        <a:pt x="119" y="55"/>
                        <a:pt x="134" y="54"/>
                      </a:cubicBezTo>
                      <a:cubicBezTo>
                        <a:pt x="143" y="54"/>
                        <a:pt x="152" y="53"/>
                        <a:pt x="162" y="50"/>
                      </a:cubicBezTo>
                      <a:cubicBezTo>
                        <a:pt x="176" y="39"/>
                        <a:pt x="191" y="29"/>
                        <a:pt x="206" y="19"/>
                      </a:cubicBezTo>
                      <a:cubicBezTo>
                        <a:pt x="210" y="16"/>
                        <a:pt x="214" y="13"/>
                        <a:pt x="219" y="1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33"/>
                <p:cNvSpPr/>
                <p:nvPr/>
              </p:nvSpPr>
              <p:spPr>
                <a:xfrm rot="-662413" flipH="1">
                  <a:off x="7311208" y="1581734"/>
                  <a:ext cx="334085" cy="89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1109" extrusionOk="0">
                      <a:moveTo>
                        <a:pt x="471" y="539"/>
                      </a:moveTo>
                      <a:cubicBezTo>
                        <a:pt x="446" y="498"/>
                        <a:pt x="426" y="456"/>
                        <a:pt x="409" y="413"/>
                      </a:cubicBezTo>
                      <a:cubicBezTo>
                        <a:pt x="400" y="391"/>
                        <a:pt x="387" y="367"/>
                        <a:pt x="386" y="345"/>
                      </a:cubicBezTo>
                      <a:cubicBezTo>
                        <a:pt x="386" y="320"/>
                        <a:pt x="380" y="295"/>
                        <a:pt x="376" y="271"/>
                      </a:cubicBezTo>
                      <a:cubicBezTo>
                        <a:pt x="368" y="217"/>
                        <a:pt x="364" y="162"/>
                        <a:pt x="377" y="108"/>
                      </a:cubicBezTo>
                      <a:cubicBezTo>
                        <a:pt x="378" y="94"/>
                        <a:pt x="380" y="81"/>
                        <a:pt x="376" y="68"/>
                      </a:cubicBezTo>
                      <a:cubicBezTo>
                        <a:pt x="371" y="45"/>
                        <a:pt x="362" y="21"/>
                        <a:pt x="351" y="0"/>
                      </a:cubicBezTo>
                      <a:cubicBezTo>
                        <a:pt x="347" y="1"/>
                        <a:pt x="343" y="3"/>
                        <a:pt x="340" y="5"/>
                      </a:cubicBezTo>
                      <a:cubicBezTo>
                        <a:pt x="321" y="15"/>
                        <a:pt x="310" y="33"/>
                        <a:pt x="300" y="48"/>
                      </a:cubicBezTo>
                      <a:cubicBezTo>
                        <a:pt x="287" y="64"/>
                        <a:pt x="277" y="82"/>
                        <a:pt x="267" y="100"/>
                      </a:cubicBezTo>
                      <a:cubicBezTo>
                        <a:pt x="258" y="117"/>
                        <a:pt x="254" y="137"/>
                        <a:pt x="241" y="153"/>
                      </a:cubicBezTo>
                      <a:cubicBezTo>
                        <a:pt x="219" y="180"/>
                        <a:pt x="181" y="203"/>
                        <a:pt x="147" y="223"/>
                      </a:cubicBezTo>
                      <a:cubicBezTo>
                        <a:pt x="105" y="249"/>
                        <a:pt x="69" y="280"/>
                        <a:pt x="34" y="311"/>
                      </a:cubicBezTo>
                      <a:cubicBezTo>
                        <a:pt x="12" y="330"/>
                        <a:pt x="0" y="351"/>
                        <a:pt x="5" y="376"/>
                      </a:cubicBezTo>
                      <a:cubicBezTo>
                        <a:pt x="21" y="451"/>
                        <a:pt x="129" y="486"/>
                        <a:pt x="197" y="538"/>
                      </a:cubicBezTo>
                      <a:cubicBezTo>
                        <a:pt x="241" y="572"/>
                        <a:pt x="276" y="610"/>
                        <a:pt x="294" y="653"/>
                      </a:cubicBezTo>
                      <a:cubicBezTo>
                        <a:pt x="307" y="684"/>
                        <a:pt x="319" y="714"/>
                        <a:pt x="330" y="745"/>
                      </a:cubicBezTo>
                      <a:cubicBezTo>
                        <a:pt x="339" y="772"/>
                        <a:pt x="348" y="800"/>
                        <a:pt x="353" y="828"/>
                      </a:cubicBezTo>
                      <a:cubicBezTo>
                        <a:pt x="358" y="854"/>
                        <a:pt x="359" y="880"/>
                        <a:pt x="359" y="907"/>
                      </a:cubicBezTo>
                      <a:cubicBezTo>
                        <a:pt x="361" y="947"/>
                        <a:pt x="362" y="987"/>
                        <a:pt x="364" y="1027"/>
                      </a:cubicBezTo>
                      <a:cubicBezTo>
                        <a:pt x="364" y="1054"/>
                        <a:pt x="366" y="1081"/>
                        <a:pt x="361" y="1108"/>
                      </a:cubicBezTo>
                      <a:cubicBezTo>
                        <a:pt x="384" y="1081"/>
                        <a:pt x="392" y="1054"/>
                        <a:pt x="408" y="1025"/>
                      </a:cubicBezTo>
                      <a:cubicBezTo>
                        <a:pt x="428" y="991"/>
                        <a:pt x="448" y="957"/>
                        <a:pt x="472" y="924"/>
                      </a:cubicBezTo>
                      <a:cubicBezTo>
                        <a:pt x="500" y="885"/>
                        <a:pt x="532" y="848"/>
                        <a:pt x="552" y="808"/>
                      </a:cubicBezTo>
                      <a:cubicBezTo>
                        <a:pt x="578" y="756"/>
                        <a:pt x="574" y="710"/>
                        <a:pt x="548" y="660"/>
                      </a:cubicBezTo>
                      <a:cubicBezTo>
                        <a:pt x="526" y="618"/>
                        <a:pt x="495" y="580"/>
                        <a:pt x="471" y="539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33"/>
                <p:cNvSpPr/>
                <p:nvPr/>
              </p:nvSpPr>
              <p:spPr>
                <a:xfrm rot="-662413" flipH="1">
                  <a:off x="6782664" y="1672817"/>
                  <a:ext cx="549307" cy="885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1096" extrusionOk="0">
                      <a:moveTo>
                        <a:pt x="950" y="984"/>
                      </a:moveTo>
                      <a:cubicBezTo>
                        <a:pt x="948" y="901"/>
                        <a:pt x="926" y="818"/>
                        <a:pt x="881" y="741"/>
                      </a:cubicBezTo>
                      <a:cubicBezTo>
                        <a:pt x="838" y="666"/>
                        <a:pt x="774" y="598"/>
                        <a:pt x="740" y="520"/>
                      </a:cubicBezTo>
                      <a:cubicBezTo>
                        <a:pt x="723" y="480"/>
                        <a:pt x="713" y="439"/>
                        <a:pt x="693" y="399"/>
                      </a:cubicBezTo>
                      <a:cubicBezTo>
                        <a:pt x="672" y="360"/>
                        <a:pt x="638" y="318"/>
                        <a:pt x="647" y="275"/>
                      </a:cubicBezTo>
                      <a:cubicBezTo>
                        <a:pt x="657" y="232"/>
                        <a:pt x="676" y="194"/>
                        <a:pt x="670" y="150"/>
                      </a:cubicBezTo>
                      <a:cubicBezTo>
                        <a:pt x="666" y="120"/>
                        <a:pt x="653" y="88"/>
                        <a:pt x="621" y="66"/>
                      </a:cubicBezTo>
                      <a:cubicBezTo>
                        <a:pt x="583" y="41"/>
                        <a:pt x="531" y="39"/>
                        <a:pt x="481" y="34"/>
                      </a:cubicBezTo>
                      <a:cubicBezTo>
                        <a:pt x="373" y="25"/>
                        <a:pt x="263" y="22"/>
                        <a:pt x="159" y="0"/>
                      </a:cubicBezTo>
                      <a:cubicBezTo>
                        <a:pt x="151" y="15"/>
                        <a:pt x="140" y="29"/>
                        <a:pt x="124" y="42"/>
                      </a:cubicBezTo>
                      <a:lnTo>
                        <a:pt x="123" y="43"/>
                      </a:lnTo>
                      <a:cubicBezTo>
                        <a:pt x="113" y="49"/>
                        <a:pt x="104" y="56"/>
                        <a:pt x="97" y="60"/>
                      </a:cubicBezTo>
                      <a:cubicBezTo>
                        <a:pt x="63" y="83"/>
                        <a:pt x="32" y="108"/>
                        <a:pt x="0" y="132"/>
                      </a:cubicBezTo>
                      <a:cubicBezTo>
                        <a:pt x="38" y="153"/>
                        <a:pt x="69" y="182"/>
                        <a:pt x="90" y="213"/>
                      </a:cubicBezTo>
                      <a:cubicBezTo>
                        <a:pt x="90" y="231"/>
                        <a:pt x="91" y="249"/>
                        <a:pt x="93" y="267"/>
                      </a:cubicBezTo>
                      <a:cubicBezTo>
                        <a:pt x="97" y="294"/>
                        <a:pt x="111" y="319"/>
                        <a:pt x="122" y="344"/>
                      </a:cubicBezTo>
                      <a:cubicBezTo>
                        <a:pt x="135" y="374"/>
                        <a:pt x="151" y="403"/>
                        <a:pt x="170" y="431"/>
                      </a:cubicBezTo>
                      <a:cubicBezTo>
                        <a:pt x="247" y="544"/>
                        <a:pt x="374" y="639"/>
                        <a:pt x="445" y="753"/>
                      </a:cubicBezTo>
                      <a:cubicBezTo>
                        <a:pt x="462" y="780"/>
                        <a:pt x="475" y="808"/>
                        <a:pt x="486" y="837"/>
                      </a:cubicBezTo>
                      <a:cubicBezTo>
                        <a:pt x="495" y="863"/>
                        <a:pt x="493" y="884"/>
                        <a:pt x="495" y="910"/>
                      </a:cubicBezTo>
                      <a:cubicBezTo>
                        <a:pt x="498" y="971"/>
                        <a:pt x="512" y="1037"/>
                        <a:pt x="542" y="1095"/>
                      </a:cubicBezTo>
                      <a:cubicBezTo>
                        <a:pt x="582" y="1094"/>
                        <a:pt x="622" y="1091"/>
                        <a:pt x="662" y="1088"/>
                      </a:cubicBezTo>
                      <a:cubicBezTo>
                        <a:pt x="714" y="1084"/>
                        <a:pt x="767" y="1078"/>
                        <a:pt x="818" y="1070"/>
                      </a:cubicBezTo>
                      <a:cubicBezTo>
                        <a:pt x="867" y="1063"/>
                        <a:pt x="925" y="1067"/>
                        <a:pt x="943" y="1029"/>
                      </a:cubicBezTo>
                      <a:cubicBezTo>
                        <a:pt x="950" y="1014"/>
                        <a:pt x="951" y="999"/>
                        <a:pt x="950" y="98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33"/>
                <p:cNvSpPr/>
                <p:nvPr/>
              </p:nvSpPr>
              <p:spPr>
                <a:xfrm rot="-662413" flipH="1">
                  <a:off x="6582035" y="1679893"/>
                  <a:ext cx="1102654" cy="852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055" extrusionOk="0">
                      <a:moveTo>
                        <a:pt x="536" y="966"/>
                      </a:moveTo>
                      <a:cubicBezTo>
                        <a:pt x="499" y="995"/>
                        <a:pt x="462" y="1024"/>
                        <a:pt x="426" y="1054"/>
                      </a:cubicBezTo>
                      <a:cubicBezTo>
                        <a:pt x="441" y="1032"/>
                        <a:pt x="448" y="1010"/>
                        <a:pt x="462" y="987"/>
                      </a:cubicBezTo>
                      <a:cubicBezTo>
                        <a:pt x="481" y="953"/>
                        <a:pt x="501" y="919"/>
                        <a:pt x="526" y="886"/>
                      </a:cubicBezTo>
                      <a:cubicBezTo>
                        <a:pt x="549" y="853"/>
                        <a:pt x="576" y="820"/>
                        <a:pt x="596" y="786"/>
                      </a:cubicBezTo>
                      <a:cubicBezTo>
                        <a:pt x="609" y="818"/>
                        <a:pt x="616" y="851"/>
                        <a:pt x="610" y="886"/>
                      </a:cubicBezTo>
                      <a:cubicBezTo>
                        <a:pt x="609" y="894"/>
                        <a:pt x="607" y="903"/>
                        <a:pt x="611" y="911"/>
                      </a:cubicBezTo>
                      <a:cubicBezTo>
                        <a:pt x="585" y="928"/>
                        <a:pt x="560" y="947"/>
                        <a:pt x="536" y="966"/>
                      </a:cubicBezTo>
                      <a:moveTo>
                        <a:pt x="1321" y="361"/>
                      </a:moveTo>
                      <a:cubicBezTo>
                        <a:pt x="1286" y="335"/>
                        <a:pt x="1248" y="311"/>
                        <a:pt x="1208" y="289"/>
                      </a:cubicBezTo>
                      <a:cubicBezTo>
                        <a:pt x="1204" y="287"/>
                        <a:pt x="1197" y="286"/>
                        <a:pt x="1192" y="288"/>
                      </a:cubicBezTo>
                      <a:cubicBezTo>
                        <a:pt x="1189" y="288"/>
                        <a:pt x="1184" y="291"/>
                        <a:pt x="1188" y="293"/>
                      </a:cubicBezTo>
                      <a:cubicBezTo>
                        <a:pt x="1228" y="315"/>
                        <a:pt x="1266" y="339"/>
                        <a:pt x="1301" y="365"/>
                      </a:cubicBezTo>
                      <a:cubicBezTo>
                        <a:pt x="1305" y="369"/>
                        <a:pt x="1328" y="366"/>
                        <a:pt x="1321" y="361"/>
                      </a:cubicBezTo>
                      <a:moveTo>
                        <a:pt x="1910" y="441"/>
                      </a:moveTo>
                      <a:cubicBezTo>
                        <a:pt x="1910" y="445"/>
                        <a:pt x="1902" y="445"/>
                        <a:pt x="1898" y="445"/>
                      </a:cubicBezTo>
                      <a:cubicBezTo>
                        <a:pt x="1851" y="446"/>
                        <a:pt x="1806" y="461"/>
                        <a:pt x="1766" y="476"/>
                      </a:cubicBezTo>
                      <a:cubicBezTo>
                        <a:pt x="1726" y="490"/>
                        <a:pt x="1690" y="507"/>
                        <a:pt x="1660" y="529"/>
                      </a:cubicBezTo>
                      <a:cubicBezTo>
                        <a:pt x="1655" y="533"/>
                        <a:pt x="1632" y="531"/>
                        <a:pt x="1640" y="525"/>
                      </a:cubicBezTo>
                      <a:cubicBezTo>
                        <a:pt x="1672" y="501"/>
                        <a:pt x="1712" y="483"/>
                        <a:pt x="1754" y="468"/>
                      </a:cubicBezTo>
                      <a:cubicBezTo>
                        <a:pt x="1799" y="452"/>
                        <a:pt x="1847" y="438"/>
                        <a:pt x="1898" y="437"/>
                      </a:cubicBezTo>
                      <a:cubicBezTo>
                        <a:pt x="1901" y="437"/>
                        <a:pt x="1910" y="438"/>
                        <a:pt x="1910" y="441"/>
                      </a:cubicBezTo>
                      <a:moveTo>
                        <a:pt x="1812" y="385"/>
                      </a:moveTo>
                      <a:cubicBezTo>
                        <a:pt x="1811" y="388"/>
                        <a:pt x="1802" y="388"/>
                        <a:pt x="1798" y="388"/>
                      </a:cubicBezTo>
                      <a:cubicBezTo>
                        <a:pt x="1679" y="374"/>
                        <a:pt x="1562" y="351"/>
                        <a:pt x="1449" y="320"/>
                      </a:cubicBezTo>
                      <a:cubicBezTo>
                        <a:pt x="1445" y="319"/>
                        <a:pt x="1446" y="316"/>
                        <a:pt x="1449" y="315"/>
                      </a:cubicBezTo>
                      <a:cubicBezTo>
                        <a:pt x="1454" y="313"/>
                        <a:pt x="1461" y="313"/>
                        <a:pt x="1466" y="315"/>
                      </a:cubicBezTo>
                      <a:cubicBezTo>
                        <a:pt x="1575" y="345"/>
                        <a:pt x="1688" y="367"/>
                        <a:pt x="1804" y="380"/>
                      </a:cubicBezTo>
                      <a:cubicBezTo>
                        <a:pt x="1808" y="381"/>
                        <a:pt x="1814" y="382"/>
                        <a:pt x="1812" y="385"/>
                      </a:cubicBezTo>
                      <a:moveTo>
                        <a:pt x="1226" y="39"/>
                      </a:moveTo>
                      <a:cubicBezTo>
                        <a:pt x="1218" y="41"/>
                        <a:pt x="1212" y="42"/>
                        <a:pt x="1204" y="45"/>
                      </a:cubicBezTo>
                      <a:cubicBezTo>
                        <a:pt x="1198" y="48"/>
                        <a:pt x="1191" y="51"/>
                        <a:pt x="1186" y="55"/>
                      </a:cubicBezTo>
                      <a:cubicBezTo>
                        <a:pt x="1175" y="63"/>
                        <a:pt x="1167" y="74"/>
                        <a:pt x="1164" y="84"/>
                      </a:cubicBezTo>
                      <a:cubicBezTo>
                        <a:pt x="1163" y="88"/>
                        <a:pt x="1157" y="88"/>
                        <a:pt x="1153" y="88"/>
                      </a:cubicBezTo>
                      <a:cubicBezTo>
                        <a:pt x="1150" y="88"/>
                        <a:pt x="1147" y="88"/>
                        <a:pt x="1144" y="87"/>
                      </a:cubicBezTo>
                      <a:cubicBezTo>
                        <a:pt x="1143" y="87"/>
                        <a:pt x="1141" y="86"/>
                        <a:pt x="1141" y="84"/>
                      </a:cubicBezTo>
                      <a:cubicBezTo>
                        <a:pt x="1147" y="59"/>
                        <a:pt x="1178" y="38"/>
                        <a:pt x="1215" y="32"/>
                      </a:cubicBezTo>
                      <a:cubicBezTo>
                        <a:pt x="1220" y="32"/>
                        <a:pt x="1226" y="31"/>
                        <a:pt x="1230" y="34"/>
                      </a:cubicBezTo>
                      <a:cubicBezTo>
                        <a:pt x="1234" y="36"/>
                        <a:pt x="1230" y="39"/>
                        <a:pt x="1226" y="39"/>
                      </a:cubicBezTo>
                      <a:moveTo>
                        <a:pt x="233" y="783"/>
                      </a:moveTo>
                      <a:cubicBezTo>
                        <a:pt x="214" y="760"/>
                        <a:pt x="192" y="735"/>
                        <a:pt x="157" y="722"/>
                      </a:cubicBezTo>
                      <a:cubicBezTo>
                        <a:pt x="136" y="714"/>
                        <a:pt x="113" y="713"/>
                        <a:pt x="90" y="715"/>
                      </a:cubicBezTo>
                      <a:cubicBezTo>
                        <a:pt x="65" y="717"/>
                        <a:pt x="40" y="720"/>
                        <a:pt x="16" y="723"/>
                      </a:cubicBezTo>
                      <a:cubicBezTo>
                        <a:pt x="12" y="724"/>
                        <a:pt x="3" y="724"/>
                        <a:pt x="2" y="721"/>
                      </a:cubicBezTo>
                      <a:cubicBezTo>
                        <a:pt x="0" y="717"/>
                        <a:pt x="6" y="716"/>
                        <a:pt x="10" y="716"/>
                      </a:cubicBezTo>
                      <a:cubicBezTo>
                        <a:pt x="61" y="710"/>
                        <a:pt x="119" y="698"/>
                        <a:pt x="169" y="714"/>
                      </a:cubicBezTo>
                      <a:cubicBezTo>
                        <a:pt x="210" y="728"/>
                        <a:pt x="234" y="755"/>
                        <a:pt x="256" y="781"/>
                      </a:cubicBezTo>
                      <a:cubicBezTo>
                        <a:pt x="260" y="786"/>
                        <a:pt x="238" y="788"/>
                        <a:pt x="233" y="783"/>
                      </a:cubicBezTo>
                      <a:moveTo>
                        <a:pt x="728" y="203"/>
                      </a:moveTo>
                      <a:cubicBezTo>
                        <a:pt x="725" y="205"/>
                        <a:pt x="720" y="206"/>
                        <a:pt x="716" y="205"/>
                      </a:cubicBezTo>
                      <a:cubicBezTo>
                        <a:pt x="714" y="205"/>
                        <a:pt x="706" y="203"/>
                        <a:pt x="709" y="201"/>
                      </a:cubicBezTo>
                      <a:cubicBezTo>
                        <a:pt x="774" y="146"/>
                        <a:pt x="806" y="75"/>
                        <a:pt x="794" y="5"/>
                      </a:cubicBezTo>
                      <a:cubicBezTo>
                        <a:pt x="794" y="1"/>
                        <a:pt x="813" y="0"/>
                        <a:pt x="814" y="5"/>
                      </a:cubicBezTo>
                      <a:cubicBezTo>
                        <a:pt x="825" y="75"/>
                        <a:pt x="794" y="148"/>
                        <a:pt x="728" y="203"/>
                      </a:cubicBezTo>
                      <a:moveTo>
                        <a:pt x="407" y="184"/>
                      </a:moveTo>
                      <a:cubicBezTo>
                        <a:pt x="407" y="187"/>
                        <a:pt x="401" y="187"/>
                        <a:pt x="398" y="187"/>
                      </a:cubicBezTo>
                      <a:cubicBezTo>
                        <a:pt x="363" y="188"/>
                        <a:pt x="329" y="190"/>
                        <a:pt x="296" y="194"/>
                      </a:cubicBezTo>
                      <a:cubicBezTo>
                        <a:pt x="293" y="194"/>
                        <a:pt x="283" y="194"/>
                        <a:pt x="283" y="191"/>
                      </a:cubicBezTo>
                      <a:cubicBezTo>
                        <a:pt x="283" y="169"/>
                        <a:pt x="283" y="147"/>
                        <a:pt x="283" y="126"/>
                      </a:cubicBezTo>
                      <a:cubicBezTo>
                        <a:pt x="283" y="121"/>
                        <a:pt x="303" y="121"/>
                        <a:pt x="303" y="126"/>
                      </a:cubicBezTo>
                      <a:cubicBezTo>
                        <a:pt x="303" y="146"/>
                        <a:pt x="303" y="166"/>
                        <a:pt x="303" y="186"/>
                      </a:cubicBezTo>
                      <a:cubicBezTo>
                        <a:pt x="334" y="183"/>
                        <a:pt x="366" y="181"/>
                        <a:pt x="398" y="180"/>
                      </a:cubicBezTo>
                      <a:cubicBezTo>
                        <a:pt x="400" y="180"/>
                        <a:pt x="407" y="181"/>
                        <a:pt x="407" y="184"/>
                      </a:cubicBezTo>
                      <a:moveTo>
                        <a:pt x="302" y="560"/>
                      </a:moveTo>
                      <a:cubicBezTo>
                        <a:pt x="253" y="516"/>
                        <a:pt x="203" y="473"/>
                        <a:pt x="150" y="431"/>
                      </a:cubicBezTo>
                      <a:cubicBezTo>
                        <a:pt x="144" y="426"/>
                        <a:pt x="163" y="424"/>
                        <a:pt x="167" y="427"/>
                      </a:cubicBezTo>
                      <a:cubicBezTo>
                        <a:pt x="220" y="470"/>
                        <a:pt x="272" y="513"/>
                        <a:pt x="321" y="558"/>
                      </a:cubicBezTo>
                      <a:cubicBezTo>
                        <a:pt x="325" y="562"/>
                        <a:pt x="306" y="563"/>
                        <a:pt x="302" y="560"/>
                      </a:cubicBezTo>
                      <a:moveTo>
                        <a:pt x="234" y="527"/>
                      </a:moveTo>
                      <a:cubicBezTo>
                        <a:pt x="230" y="529"/>
                        <a:pt x="224" y="529"/>
                        <a:pt x="220" y="527"/>
                      </a:cubicBezTo>
                      <a:cubicBezTo>
                        <a:pt x="189" y="514"/>
                        <a:pt x="156" y="504"/>
                        <a:pt x="121" y="498"/>
                      </a:cubicBezTo>
                      <a:cubicBezTo>
                        <a:pt x="118" y="498"/>
                        <a:pt x="114" y="496"/>
                        <a:pt x="117" y="493"/>
                      </a:cubicBezTo>
                      <a:cubicBezTo>
                        <a:pt x="121" y="491"/>
                        <a:pt x="127" y="492"/>
                        <a:pt x="131" y="492"/>
                      </a:cubicBezTo>
                      <a:cubicBezTo>
                        <a:pt x="168" y="498"/>
                        <a:pt x="203" y="509"/>
                        <a:pt x="234" y="523"/>
                      </a:cubicBezTo>
                      <a:cubicBezTo>
                        <a:pt x="238" y="524"/>
                        <a:pt x="238" y="526"/>
                        <a:pt x="234" y="527"/>
                      </a:cubicBezTo>
                      <a:moveTo>
                        <a:pt x="300" y="617"/>
                      </a:moveTo>
                      <a:cubicBezTo>
                        <a:pt x="231" y="625"/>
                        <a:pt x="164" y="642"/>
                        <a:pt x="102" y="666"/>
                      </a:cubicBezTo>
                      <a:cubicBezTo>
                        <a:pt x="97" y="668"/>
                        <a:pt x="79" y="665"/>
                        <a:pt x="88" y="661"/>
                      </a:cubicBezTo>
                      <a:cubicBezTo>
                        <a:pt x="152" y="636"/>
                        <a:pt x="222" y="619"/>
                        <a:pt x="295" y="611"/>
                      </a:cubicBezTo>
                      <a:cubicBezTo>
                        <a:pt x="298" y="610"/>
                        <a:pt x="306" y="611"/>
                        <a:pt x="307" y="613"/>
                      </a:cubicBezTo>
                      <a:cubicBezTo>
                        <a:pt x="309" y="616"/>
                        <a:pt x="303" y="617"/>
                        <a:pt x="300" y="617"/>
                      </a:cubicBezTo>
                      <a:moveTo>
                        <a:pt x="831" y="331"/>
                      </a:moveTo>
                      <a:cubicBezTo>
                        <a:pt x="831" y="333"/>
                        <a:pt x="831" y="335"/>
                        <a:pt x="829" y="336"/>
                      </a:cubicBezTo>
                      <a:cubicBezTo>
                        <a:pt x="826" y="339"/>
                        <a:pt x="820" y="340"/>
                        <a:pt x="815" y="340"/>
                      </a:cubicBezTo>
                      <a:cubicBezTo>
                        <a:pt x="812" y="340"/>
                        <a:pt x="808" y="339"/>
                        <a:pt x="806" y="338"/>
                      </a:cubicBezTo>
                      <a:cubicBezTo>
                        <a:pt x="804" y="337"/>
                        <a:pt x="803" y="336"/>
                        <a:pt x="802" y="335"/>
                      </a:cubicBezTo>
                      <a:cubicBezTo>
                        <a:pt x="800" y="333"/>
                        <a:pt x="799" y="332"/>
                        <a:pt x="798" y="329"/>
                      </a:cubicBezTo>
                      <a:cubicBezTo>
                        <a:pt x="797" y="327"/>
                        <a:pt x="796" y="325"/>
                        <a:pt x="796" y="323"/>
                      </a:cubicBezTo>
                      <a:cubicBezTo>
                        <a:pt x="796" y="321"/>
                        <a:pt x="796" y="318"/>
                        <a:pt x="797" y="316"/>
                      </a:cubicBezTo>
                      <a:cubicBezTo>
                        <a:pt x="797" y="316"/>
                        <a:pt x="798" y="316"/>
                        <a:pt x="798" y="315"/>
                      </a:cubicBezTo>
                      <a:lnTo>
                        <a:pt x="798" y="314"/>
                      </a:lnTo>
                      <a:cubicBezTo>
                        <a:pt x="800" y="312"/>
                        <a:pt x="803" y="311"/>
                        <a:pt x="805" y="311"/>
                      </a:cubicBezTo>
                      <a:cubicBezTo>
                        <a:pt x="811" y="309"/>
                        <a:pt x="819" y="310"/>
                        <a:pt x="824" y="313"/>
                      </a:cubicBezTo>
                      <a:cubicBezTo>
                        <a:pt x="827" y="314"/>
                        <a:pt x="828" y="316"/>
                        <a:pt x="829" y="318"/>
                      </a:cubicBezTo>
                      <a:cubicBezTo>
                        <a:pt x="832" y="323"/>
                        <a:pt x="832" y="327"/>
                        <a:pt x="831" y="331"/>
                      </a:cubicBezTo>
                      <a:moveTo>
                        <a:pt x="943" y="488"/>
                      </a:moveTo>
                      <a:cubicBezTo>
                        <a:pt x="943" y="490"/>
                        <a:pt x="943" y="492"/>
                        <a:pt x="941" y="494"/>
                      </a:cubicBezTo>
                      <a:cubicBezTo>
                        <a:pt x="938" y="497"/>
                        <a:pt x="932" y="498"/>
                        <a:pt x="927" y="497"/>
                      </a:cubicBezTo>
                      <a:cubicBezTo>
                        <a:pt x="924" y="497"/>
                        <a:pt x="920" y="497"/>
                        <a:pt x="918" y="495"/>
                      </a:cubicBezTo>
                      <a:cubicBezTo>
                        <a:pt x="917" y="494"/>
                        <a:pt x="916" y="493"/>
                        <a:pt x="915" y="492"/>
                      </a:cubicBezTo>
                      <a:cubicBezTo>
                        <a:pt x="913" y="491"/>
                        <a:pt x="911" y="489"/>
                        <a:pt x="910" y="487"/>
                      </a:cubicBezTo>
                      <a:cubicBezTo>
                        <a:pt x="909" y="485"/>
                        <a:pt x="908" y="483"/>
                        <a:pt x="908" y="480"/>
                      </a:cubicBezTo>
                      <a:cubicBezTo>
                        <a:pt x="908" y="478"/>
                        <a:pt x="908" y="476"/>
                        <a:pt x="909" y="474"/>
                      </a:cubicBezTo>
                      <a:cubicBezTo>
                        <a:pt x="910" y="473"/>
                        <a:pt x="910" y="473"/>
                        <a:pt x="910" y="473"/>
                      </a:cubicBezTo>
                      <a:lnTo>
                        <a:pt x="911" y="471"/>
                      </a:lnTo>
                      <a:cubicBezTo>
                        <a:pt x="912" y="470"/>
                        <a:pt x="915" y="469"/>
                        <a:pt x="917" y="468"/>
                      </a:cubicBezTo>
                      <a:cubicBezTo>
                        <a:pt x="924" y="467"/>
                        <a:pt x="931" y="467"/>
                        <a:pt x="936" y="470"/>
                      </a:cubicBezTo>
                      <a:cubicBezTo>
                        <a:pt x="939" y="471"/>
                        <a:pt x="941" y="474"/>
                        <a:pt x="942" y="476"/>
                      </a:cubicBezTo>
                      <a:cubicBezTo>
                        <a:pt x="944" y="480"/>
                        <a:pt x="944" y="484"/>
                        <a:pt x="943" y="488"/>
                      </a:cubicBezTo>
                      <a:moveTo>
                        <a:pt x="1076" y="628"/>
                      </a:moveTo>
                      <a:cubicBezTo>
                        <a:pt x="1075" y="629"/>
                        <a:pt x="1075" y="631"/>
                        <a:pt x="1074" y="633"/>
                      </a:cubicBezTo>
                      <a:cubicBezTo>
                        <a:pt x="1071" y="636"/>
                        <a:pt x="1065" y="637"/>
                        <a:pt x="1060" y="637"/>
                      </a:cubicBezTo>
                      <a:cubicBezTo>
                        <a:pt x="1056" y="637"/>
                        <a:pt x="1053" y="636"/>
                        <a:pt x="1050" y="634"/>
                      </a:cubicBezTo>
                      <a:cubicBezTo>
                        <a:pt x="1049" y="634"/>
                        <a:pt x="1048" y="633"/>
                        <a:pt x="1047" y="632"/>
                      </a:cubicBezTo>
                      <a:cubicBezTo>
                        <a:pt x="1045" y="630"/>
                        <a:pt x="1044" y="628"/>
                        <a:pt x="1043" y="626"/>
                      </a:cubicBezTo>
                      <a:cubicBezTo>
                        <a:pt x="1042" y="624"/>
                        <a:pt x="1041" y="622"/>
                        <a:pt x="1041" y="620"/>
                      </a:cubicBezTo>
                      <a:cubicBezTo>
                        <a:pt x="1040" y="618"/>
                        <a:pt x="1040" y="615"/>
                        <a:pt x="1042" y="613"/>
                      </a:cubicBezTo>
                      <a:cubicBezTo>
                        <a:pt x="1042" y="613"/>
                        <a:pt x="1042" y="612"/>
                        <a:pt x="1043" y="612"/>
                      </a:cubicBezTo>
                      <a:lnTo>
                        <a:pt x="1043" y="611"/>
                      </a:lnTo>
                      <a:cubicBezTo>
                        <a:pt x="1044" y="609"/>
                        <a:pt x="1047" y="608"/>
                        <a:pt x="1050" y="607"/>
                      </a:cubicBezTo>
                      <a:cubicBezTo>
                        <a:pt x="1056" y="606"/>
                        <a:pt x="1063" y="607"/>
                        <a:pt x="1068" y="609"/>
                      </a:cubicBezTo>
                      <a:cubicBezTo>
                        <a:pt x="1071" y="611"/>
                        <a:pt x="1073" y="613"/>
                        <a:pt x="1074" y="615"/>
                      </a:cubicBezTo>
                      <a:cubicBezTo>
                        <a:pt x="1076" y="619"/>
                        <a:pt x="1076" y="623"/>
                        <a:pt x="1076" y="628"/>
                      </a:cubicBezTo>
                      <a:moveTo>
                        <a:pt x="1188" y="798"/>
                      </a:moveTo>
                      <a:cubicBezTo>
                        <a:pt x="1188" y="800"/>
                        <a:pt x="1187" y="802"/>
                        <a:pt x="1186" y="804"/>
                      </a:cubicBezTo>
                      <a:cubicBezTo>
                        <a:pt x="1183" y="807"/>
                        <a:pt x="1177" y="808"/>
                        <a:pt x="1172" y="807"/>
                      </a:cubicBezTo>
                      <a:cubicBezTo>
                        <a:pt x="1168" y="807"/>
                        <a:pt x="1165" y="807"/>
                        <a:pt x="1163" y="805"/>
                      </a:cubicBezTo>
                      <a:cubicBezTo>
                        <a:pt x="1161" y="804"/>
                        <a:pt x="1160" y="803"/>
                        <a:pt x="1159" y="802"/>
                      </a:cubicBezTo>
                      <a:cubicBezTo>
                        <a:pt x="1157" y="801"/>
                        <a:pt x="1156" y="799"/>
                        <a:pt x="1155" y="797"/>
                      </a:cubicBezTo>
                      <a:cubicBezTo>
                        <a:pt x="1154" y="795"/>
                        <a:pt x="1153" y="793"/>
                        <a:pt x="1153" y="790"/>
                      </a:cubicBezTo>
                      <a:cubicBezTo>
                        <a:pt x="1153" y="788"/>
                        <a:pt x="1152" y="786"/>
                        <a:pt x="1154" y="784"/>
                      </a:cubicBezTo>
                      <a:cubicBezTo>
                        <a:pt x="1154" y="783"/>
                        <a:pt x="1155" y="783"/>
                        <a:pt x="1155" y="783"/>
                      </a:cubicBezTo>
                      <a:lnTo>
                        <a:pt x="1155" y="782"/>
                      </a:lnTo>
                      <a:cubicBezTo>
                        <a:pt x="1156" y="780"/>
                        <a:pt x="1159" y="779"/>
                        <a:pt x="1162" y="778"/>
                      </a:cubicBezTo>
                      <a:cubicBezTo>
                        <a:pt x="1168" y="777"/>
                        <a:pt x="1175" y="778"/>
                        <a:pt x="1181" y="780"/>
                      </a:cubicBezTo>
                      <a:cubicBezTo>
                        <a:pt x="1183" y="782"/>
                        <a:pt x="1185" y="784"/>
                        <a:pt x="1186" y="786"/>
                      </a:cubicBezTo>
                      <a:cubicBezTo>
                        <a:pt x="1188" y="790"/>
                        <a:pt x="1188" y="794"/>
                        <a:pt x="1188" y="798"/>
                      </a:cubicBezTo>
                      <a:moveTo>
                        <a:pt x="1378" y="802"/>
                      </a:moveTo>
                      <a:cubicBezTo>
                        <a:pt x="1376" y="805"/>
                        <a:pt x="1363" y="804"/>
                        <a:pt x="1365" y="801"/>
                      </a:cubicBezTo>
                      <a:cubicBezTo>
                        <a:pt x="1407" y="728"/>
                        <a:pt x="1410" y="646"/>
                        <a:pt x="1373" y="571"/>
                      </a:cubicBezTo>
                      <a:cubicBezTo>
                        <a:pt x="1371" y="568"/>
                        <a:pt x="1384" y="567"/>
                        <a:pt x="1386" y="570"/>
                      </a:cubicBezTo>
                      <a:cubicBezTo>
                        <a:pt x="1424" y="645"/>
                        <a:pt x="1421" y="728"/>
                        <a:pt x="1378" y="802"/>
                      </a:cubicBezTo>
                      <a:moveTo>
                        <a:pt x="536" y="592"/>
                      </a:moveTo>
                      <a:cubicBezTo>
                        <a:pt x="517" y="619"/>
                        <a:pt x="500" y="647"/>
                        <a:pt x="486" y="676"/>
                      </a:cubicBezTo>
                      <a:cubicBezTo>
                        <a:pt x="485" y="679"/>
                        <a:pt x="472" y="678"/>
                        <a:pt x="473" y="675"/>
                      </a:cubicBezTo>
                      <a:lnTo>
                        <a:pt x="474" y="674"/>
                      </a:lnTo>
                      <a:cubicBezTo>
                        <a:pt x="439" y="665"/>
                        <a:pt x="403" y="656"/>
                        <a:pt x="369" y="648"/>
                      </a:cubicBezTo>
                      <a:cubicBezTo>
                        <a:pt x="366" y="647"/>
                        <a:pt x="364" y="646"/>
                        <a:pt x="366" y="645"/>
                      </a:cubicBezTo>
                      <a:cubicBezTo>
                        <a:pt x="368" y="643"/>
                        <a:pt x="373" y="643"/>
                        <a:pt x="375" y="644"/>
                      </a:cubicBezTo>
                      <a:cubicBezTo>
                        <a:pt x="409" y="652"/>
                        <a:pt x="443" y="661"/>
                        <a:pt x="476" y="669"/>
                      </a:cubicBezTo>
                      <a:cubicBezTo>
                        <a:pt x="489" y="642"/>
                        <a:pt x="505" y="616"/>
                        <a:pt x="524" y="590"/>
                      </a:cubicBezTo>
                      <a:cubicBezTo>
                        <a:pt x="524" y="590"/>
                        <a:pt x="525" y="589"/>
                        <a:pt x="527" y="589"/>
                      </a:cubicBezTo>
                      <a:cubicBezTo>
                        <a:pt x="496" y="545"/>
                        <a:pt x="464" y="502"/>
                        <a:pt x="433" y="458"/>
                      </a:cubicBezTo>
                      <a:cubicBezTo>
                        <a:pt x="385" y="474"/>
                        <a:pt x="337" y="490"/>
                        <a:pt x="290" y="507"/>
                      </a:cubicBezTo>
                      <a:cubicBezTo>
                        <a:pt x="286" y="509"/>
                        <a:pt x="274" y="506"/>
                        <a:pt x="281" y="504"/>
                      </a:cubicBezTo>
                      <a:cubicBezTo>
                        <a:pt x="331" y="486"/>
                        <a:pt x="382" y="469"/>
                        <a:pt x="433" y="452"/>
                      </a:cubicBezTo>
                      <a:cubicBezTo>
                        <a:pt x="436" y="452"/>
                        <a:pt x="440" y="451"/>
                        <a:pt x="443" y="452"/>
                      </a:cubicBezTo>
                      <a:cubicBezTo>
                        <a:pt x="444" y="453"/>
                        <a:pt x="445" y="454"/>
                        <a:pt x="444" y="455"/>
                      </a:cubicBezTo>
                      <a:lnTo>
                        <a:pt x="445" y="455"/>
                      </a:lnTo>
                      <a:cubicBezTo>
                        <a:pt x="477" y="500"/>
                        <a:pt x="509" y="545"/>
                        <a:pt x="541" y="590"/>
                      </a:cubicBezTo>
                      <a:cubicBezTo>
                        <a:pt x="542" y="591"/>
                        <a:pt x="539" y="592"/>
                        <a:pt x="536" y="59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33"/>
                <p:cNvSpPr/>
                <p:nvPr/>
              </p:nvSpPr>
              <p:spPr>
                <a:xfrm rot="-662413" flipH="1">
                  <a:off x="7038555" y="1715636"/>
                  <a:ext cx="403326" cy="74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920" extrusionOk="0">
                      <a:moveTo>
                        <a:pt x="680" y="739"/>
                      </a:moveTo>
                      <a:cubicBezTo>
                        <a:pt x="670" y="711"/>
                        <a:pt x="656" y="683"/>
                        <a:pt x="639" y="656"/>
                      </a:cubicBezTo>
                      <a:cubicBezTo>
                        <a:pt x="568" y="542"/>
                        <a:pt x="442" y="447"/>
                        <a:pt x="364" y="334"/>
                      </a:cubicBezTo>
                      <a:cubicBezTo>
                        <a:pt x="345" y="306"/>
                        <a:pt x="329" y="277"/>
                        <a:pt x="316" y="247"/>
                      </a:cubicBezTo>
                      <a:cubicBezTo>
                        <a:pt x="305" y="221"/>
                        <a:pt x="291" y="197"/>
                        <a:pt x="287" y="170"/>
                      </a:cubicBezTo>
                      <a:cubicBezTo>
                        <a:pt x="285" y="152"/>
                        <a:pt x="284" y="134"/>
                        <a:pt x="285" y="116"/>
                      </a:cubicBezTo>
                      <a:cubicBezTo>
                        <a:pt x="279" y="108"/>
                        <a:pt x="274" y="101"/>
                        <a:pt x="267" y="94"/>
                      </a:cubicBezTo>
                      <a:cubicBezTo>
                        <a:pt x="246" y="104"/>
                        <a:pt x="220" y="109"/>
                        <a:pt x="194" y="110"/>
                      </a:cubicBezTo>
                      <a:cubicBezTo>
                        <a:pt x="164" y="111"/>
                        <a:pt x="134" y="106"/>
                        <a:pt x="108" y="96"/>
                      </a:cubicBezTo>
                      <a:cubicBezTo>
                        <a:pt x="87" y="89"/>
                        <a:pt x="68" y="78"/>
                        <a:pt x="51" y="66"/>
                      </a:cubicBezTo>
                      <a:cubicBezTo>
                        <a:pt x="40" y="58"/>
                        <a:pt x="29" y="50"/>
                        <a:pt x="22" y="40"/>
                      </a:cubicBezTo>
                      <a:cubicBezTo>
                        <a:pt x="12" y="27"/>
                        <a:pt x="12" y="13"/>
                        <a:pt x="12" y="0"/>
                      </a:cubicBezTo>
                      <a:cubicBezTo>
                        <a:pt x="0" y="54"/>
                        <a:pt x="3" y="109"/>
                        <a:pt x="12" y="163"/>
                      </a:cubicBezTo>
                      <a:cubicBezTo>
                        <a:pt x="16" y="187"/>
                        <a:pt x="21" y="212"/>
                        <a:pt x="22" y="237"/>
                      </a:cubicBezTo>
                      <a:cubicBezTo>
                        <a:pt x="22" y="259"/>
                        <a:pt x="36" y="283"/>
                        <a:pt x="45" y="305"/>
                      </a:cubicBezTo>
                      <a:cubicBezTo>
                        <a:pt x="62" y="348"/>
                        <a:pt x="82" y="390"/>
                        <a:pt x="107" y="431"/>
                      </a:cubicBezTo>
                      <a:cubicBezTo>
                        <a:pt x="131" y="472"/>
                        <a:pt x="162" y="510"/>
                        <a:pt x="184" y="552"/>
                      </a:cubicBezTo>
                      <a:cubicBezTo>
                        <a:pt x="211" y="602"/>
                        <a:pt x="214" y="648"/>
                        <a:pt x="188" y="700"/>
                      </a:cubicBezTo>
                      <a:cubicBezTo>
                        <a:pt x="185" y="705"/>
                        <a:pt x="182" y="711"/>
                        <a:pt x="179" y="716"/>
                      </a:cubicBezTo>
                      <a:cubicBezTo>
                        <a:pt x="192" y="748"/>
                        <a:pt x="199" y="781"/>
                        <a:pt x="193" y="816"/>
                      </a:cubicBezTo>
                      <a:cubicBezTo>
                        <a:pt x="192" y="825"/>
                        <a:pt x="190" y="834"/>
                        <a:pt x="195" y="842"/>
                      </a:cubicBezTo>
                      <a:cubicBezTo>
                        <a:pt x="200" y="851"/>
                        <a:pt x="212" y="856"/>
                        <a:pt x="224" y="861"/>
                      </a:cubicBezTo>
                      <a:cubicBezTo>
                        <a:pt x="366" y="916"/>
                        <a:pt x="543" y="919"/>
                        <a:pt x="698" y="885"/>
                      </a:cubicBezTo>
                      <a:cubicBezTo>
                        <a:pt x="693" y="861"/>
                        <a:pt x="690" y="836"/>
                        <a:pt x="689" y="813"/>
                      </a:cubicBezTo>
                      <a:cubicBezTo>
                        <a:pt x="687" y="787"/>
                        <a:pt x="689" y="766"/>
                        <a:pt x="680" y="739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33"/>
                <p:cNvSpPr/>
                <p:nvPr/>
              </p:nvSpPr>
              <p:spPr>
                <a:xfrm rot="-662413" flipH="1">
                  <a:off x="7156383" y="2196389"/>
                  <a:ext cx="189834" cy="190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" h="236" extrusionOk="0">
                      <a:moveTo>
                        <a:pt x="321" y="234"/>
                      </a:moveTo>
                      <a:cubicBezTo>
                        <a:pt x="317" y="235"/>
                        <a:pt x="311" y="235"/>
                        <a:pt x="307" y="233"/>
                      </a:cubicBezTo>
                      <a:cubicBezTo>
                        <a:pt x="280" y="219"/>
                        <a:pt x="255" y="205"/>
                        <a:pt x="230" y="189"/>
                      </a:cubicBezTo>
                      <a:cubicBezTo>
                        <a:pt x="142" y="136"/>
                        <a:pt x="66" y="75"/>
                        <a:pt x="4" y="8"/>
                      </a:cubicBezTo>
                      <a:cubicBezTo>
                        <a:pt x="0" y="4"/>
                        <a:pt x="19" y="2"/>
                        <a:pt x="23" y="6"/>
                      </a:cubicBezTo>
                      <a:cubicBezTo>
                        <a:pt x="40" y="25"/>
                        <a:pt x="59" y="44"/>
                        <a:pt x="79" y="61"/>
                      </a:cubicBezTo>
                      <a:cubicBezTo>
                        <a:pt x="148" y="125"/>
                        <a:pt x="232" y="181"/>
                        <a:pt x="324" y="229"/>
                      </a:cubicBezTo>
                      <a:cubicBezTo>
                        <a:pt x="328" y="231"/>
                        <a:pt x="323" y="233"/>
                        <a:pt x="321" y="234"/>
                      </a:cubicBezTo>
                      <a:moveTo>
                        <a:pt x="284" y="49"/>
                      </a:moveTo>
                      <a:cubicBezTo>
                        <a:pt x="247" y="34"/>
                        <a:pt x="211" y="19"/>
                        <a:pt x="176" y="2"/>
                      </a:cubicBezTo>
                      <a:cubicBezTo>
                        <a:pt x="172" y="1"/>
                        <a:pt x="166" y="0"/>
                        <a:pt x="162" y="1"/>
                      </a:cubicBezTo>
                      <a:cubicBezTo>
                        <a:pt x="159" y="2"/>
                        <a:pt x="155" y="4"/>
                        <a:pt x="158" y="6"/>
                      </a:cubicBezTo>
                      <a:cubicBezTo>
                        <a:pt x="195" y="23"/>
                        <a:pt x="232" y="39"/>
                        <a:pt x="270" y="54"/>
                      </a:cubicBezTo>
                      <a:cubicBezTo>
                        <a:pt x="273" y="55"/>
                        <a:pt x="280" y="55"/>
                        <a:pt x="284" y="54"/>
                      </a:cubicBezTo>
                      <a:cubicBezTo>
                        <a:pt x="287" y="52"/>
                        <a:pt x="287" y="50"/>
                        <a:pt x="284" y="49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33"/>
                <p:cNvSpPr/>
                <p:nvPr/>
              </p:nvSpPr>
              <p:spPr>
                <a:xfrm rot="-662413" flipH="1">
                  <a:off x="6782317" y="2538722"/>
                  <a:ext cx="909358" cy="1019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1262" extrusionOk="0">
                      <a:moveTo>
                        <a:pt x="619" y="195"/>
                      </a:moveTo>
                      <a:cubicBezTo>
                        <a:pt x="614" y="196"/>
                        <a:pt x="608" y="196"/>
                        <a:pt x="604" y="194"/>
                      </a:cubicBezTo>
                      <a:cubicBezTo>
                        <a:pt x="583" y="183"/>
                        <a:pt x="564" y="169"/>
                        <a:pt x="547" y="154"/>
                      </a:cubicBezTo>
                      <a:cubicBezTo>
                        <a:pt x="490" y="105"/>
                        <a:pt x="450" y="41"/>
                        <a:pt x="367" y="7"/>
                      </a:cubicBezTo>
                      <a:cubicBezTo>
                        <a:pt x="363" y="6"/>
                        <a:pt x="362" y="4"/>
                        <a:pt x="366" y="2"/>
                      </a:cubicBezTo>
                      <a:cubicBezTo>
                        <a:pt x="370" y="1"/>
                        <a:pt x="377" y="0"/>
                        <a:pt x="381" y="2"/>
                      </a:cubicBezTo>
                      <a:cubicBezTo>
                        <a:pt x="404" y="11"/>
                        <a:pt x="425" y="23"/>
                        <a:pt x="443" y="36"/>
                      </a:cubicBezTo>
                      <a:cubicBezTo>
                        <a:pt x="509" y="84"/>
                        <a:pt x="545" y="149"/>
                        <a:pt x="622" y="190"/>
                      </a:cubicBezTo>
                      <a:cubicBezTo>
                        <a:pt x="626" y="192"/>
                        <a:pt x="621" y="194"/>
                        <a:pt x="619" y="195"/>
                      </a:cubicBezTo>
                      <a:moveTo>
                        <a:pt x="439" y="78"/>
                      </a:moveTo>
                      <a:cubicBezTo>
                        <a:pt x="404" y="60"/>
                        <a:pt x="363" y="47"/>
                        <a:pt x="319" y="40"/>
                      </a:cubicBezTo>
                      <a:cubicBezTo>
                        <a:pt x="315" y="39"/>
                        <a:pt x="308" y="39"/>
                        <a:pt x="305" y="42"/>
                      </a:cubicBezTo>
                      <a:cubicBezTo>
                        <a:pt x="302" y="44"/>
                        <a:pt x="306" y="46"/>
                        <a:pt x="309" y="46"/>
                      </a:cubicBezTo>
                      <a:cubicBezTo>
                        <a:pt x="350" y="53"/>
                        <a:pt x="388" y="65"/>
                        <a:pt x="421" y="83"/>
                      </a:cubicBezTo>
                      <a:cubicBezTo>
                        <a:pt x="425" y="85"/>
                        <a:pt x="431" y="84"/>
                        <a:pt x="436" y="83"/>
                      </a:cubicBezTo>
                      <a:cubicBezTo>
                        <a:pt x="439" y="83"/>
                        <a:pt x="443" y="80"/>
                        <a:pt x="439" y="78"/>
                      </a:cubicBezTo>
                      <a:moveTo>
                        <a:pt x="864" y="13"/>
                      </a:moveTo>
                      <a:cubicBezTo>
                        <a:pt x="859" y="12"/>
                        <a:pt x="852" y="12"/>
                        <a:pt x="848" y="15"/>
                      </a:cubicBezTo>
                      <a:cubicBezTo>
                        <a:pt x="788" y="42"/>
                        <a:pt x="735" y="76"/>
                        <a:pt x="690" y="115"/>
                      </a:cubicBezTo>
                      <a:cubicBezTo>
                        <a:pt x="687" y="118"/>
                        <a:pt x="695" y="120"/>
                        <a:pt x="698" y="120"/>
                      </a:cubicBezTo>
                      <a:cubicBezTo>
                        <a:pt x="703" y="121"/>
                        <a:pt x="709" y="120"/>
                        <a:pt x="712" y="117"/>
                      </a:cubicBezTo>
                      <a:cubicBezTo>
                        <a:pt x="756" y="79"/>
                        <a:pt x="809" y="46"/>
                        <a:pt x="868" y="19"/>
                      </a:cubicBezTo>
                      <a:cubicBezTo>
                        <a:pt x="872" y="16"/>
                        <a:pt x="867" y="14"/>
                        <a:pt x="864" y="13"/>
                      </a:cubicBezTo>
                      <a:moveTo>
                        <a:pt x="944" y="622"/>
                      </a:moveTo>
                      <a:cubicBezTo>
                        <a:pt x="852" y="542"/>
                        <a:pt x="772" y="457"/>
                        <a:pt x="705" y="367"/>
                      </a:cubicBezTo>
                      <a:cubicBezTo>
                        <a:pt x="686" y="342"/>
                        <a:pt x="668" y="316"/>
                        <a:pt x="651" y="290"/>
                      </a:cubicBezTo>
                      <a:cubicBezTo>
                        <a:pt x="648" y="285"/>
                        <a:pt x="625" y="286"/>
                        <a:pt x="629" y="292"/>
                      </a:cubicBezTo>
                      <a:cubicBezTo>
                        <a:pt x="689" y="384"/>
                        <a:pt x="762" y="473"/>
                        <a:pt x="847" y="555"/>
                      </a:cubicBezTo>
                      <a:cubicBezTo>
                        <a:pt x="871" y="579"/>
                        <a:pt x="896" y="601"/>
                        <a:pt x="922" y="624"/>
                      </a:cubicBezTo>
                      <a:cubicBezTo>
                        <a:pt x="925" y="627"/>
                        <a:pt x="931" y="627"/>
                        <a:pt x="936" y="627"/>
                      </a:cubicBezTo>
                      <a:cubicBezTo>
                        <a:pt x="938" y="626"/>
                        <a:pt x="948" y="624"/>
                        <a:pt x="944" y="622"/>
                      </a:cubicBezTo>
                      <a:moveTo>
                        <a:pt x="1525" y="1254"/>
                      </a:moveTo>
                      <a:cubicBezTo>
                        <a:pt x="1380" y="1201"/>
                        <a:pt x="1246" y="1136"/>
                        <a:pt x="1126" y="1060"/>
                      </a:cubicBezTo>
                      <a:cubicBezTo>
                        <a:pt x="1092" y="1038"/>
                        <a:pt x="1059" y="1016"/>
                        <a:pt x="1028" y="993"/>
                      </a:cubicBezTo>
                      <a:cubicBezTo>
                        <a:pt x="1023" y="989"/>
                        <a:pt x="1000" y="991"/>
                        <a:pt x="1008" y="997"/>
                      </a:cubicBezTo>
                      <a:cubicBezTo>
                        <a:pt x="1120" y="1079"/>
                        <a:pt x="1248" y="1152"/>
                        <a:pt x="1387" y="1212"/>
                      </a:cubicBezTo>
                      <a:cubicBezTo>
                        <a:pt x="1427" y="1229"/>
                        <a:pt x="1467" y="1245"/>
                        <a:pt x="1509" y="1260"/>
                      </a:cubicBezTo>
                      <a:cubicBezTo>
                        <a:pt x="1513" y="1261"/>
                        <a:pt x="1521" y="1261"/>
                        <a:pt x="1525" y="1260"/>
                      </a:cubicBezTo>
                      <a:cubicBezTo>
                        <a:pt x="1529" y="1258"/>
                        <a:pt x="1529" y="1255"/>
                        <a:pt x="1525" y="1254"/>
                      </a:cubicBezTo>
                      <a:moveTo>
                        <a:pt x="1571" y="1206"/>
                      </a:moveTo>
                      <a:cubicBezTo>
                        <a:pt x="1554" y="1200"/>
                        <a:pt x="1536" y="1195"/>
                        <a:pt x="1519" y="1189"/>
                      </a:cubicBezTo>
                      <a:cubicBezTo>
                        <a:pt x="1514" y="1187"/>
                        <a:pt x="1507" y="1187"/>
                        <a:pt x="1503" y="1189"/>
                      </a:cubicBezTo>
                      <a:cubicBezTo>
                        <a:pt x="1501" y="1190"/>
                        <a:pt x="1499" y="1190"/>
                        <a:pt x="1499" y="1192"/>
                      </a:cubicBezTo>
                      <a:cubicBezTo>
                        <a:pt x="1499" y="1193"/>
                        <a:pt x="1501" y="1194"/>
                        <a:pt x="1503" y="1195"/>
                      </a:cubicBezTo>
                      <a:cubicBezTo>
                        <a:pt x="1520" y="1200"/>
                        <a:pt x="1537" y="1206"/>
                        <a:pt x="1555" y="1212"/>
                      </a:cubicBezTo>
                      <a:cubicBezTo>
                        <a:pt x="1560" y="1213"/>
                        <a:pt x="1566" y="1214"/>
                        <a:pt x="1571" y="1212"/>
                      </a:cubicBezTo>
                      <a:cubicBezTo>
                        <a:pt x="1573" y="1211"/>
                        <a:pt x="1574" y="1210"/>
                        <a:pt x="1574" y="1209"/>
                      </a:cubicBezTo>
                      <a:cubicBezTo>
                        <a:pt x="1575" y="1208"/>
                        <a:pt x="1573" y="1207"/>
                        <a:pt x="1571" y="1206"/>
                      </a:cubicBezTo>
                      <a:moveTo>
                        <a:pt x="158" y="532"/>
                      </a:moveTo>
                      <a:cubicBezTo>
                        <a:pt x="110" y="611"/>
                        <a:pt x="59" y="689"/>
                        <a:pt x="4" y="766"/>
                      </a:cubicBezTo>
                      <a:cubicBezTo>
                        <a:pt x="0" y="771"/>
                        <a:pt x="23" y="773"/>
                        <a:pt x="27" y="768"/>
                      </a:cubicBezTo>
                      <a:cubicBezTo>
                        <a:pt x="81" y="691"/>
                        <a:pt x="132" y="613"/>
                        <a:pt x="180" y="534"/>
                      </a:cubicBezTo>
                      <a:cubicBezTo>
                        <a:pt x="184" y="529"/>
                        <a:pt x="161" y="527"/>
                        <a:pt x="158" y="532"/>
                      </a:cubicBezTo>
                      <a:moveTo>
                        <a:pt x="139" y="644"/>
                      </a:moveTo>
                      <a:cubicBezTo>
                        <a:pt x="136" y="679"/>
                        <a:pt x="133" y="714"/>
                        <a:pt x="132" y="749"/>
                      </a:cubicBezTo>
                      <a:cubicBezTo>
                        <a:pt x="132" y="754"/>
                        <a:pt x="156" y="754"/>
                        <a:pt x="156" y="749"/>
                      </a:cubicBezTo>
                      <a:cubicBezTo>
                        <a:pt x="156" y="714"/>
                        <a:pt x="159" y="679"/>
                        <a:pt x="163" y="644"/>
                      </a:cubicBezTo>
                      <a:cubicBezTo>
                        <a:pt x="163" y="639"/>
                        <a:pt x="140" y="638"/>
                        <a:pt x="139" y="64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60" name="Google Shape;460;p33"/>
            <p:cNvSpPr/>
            <p:nvPr/>
          </p:nvSpPr>
          <p:spPr>
            <a:xfrm>
              <a:off x="8104262" y="135512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3"/>
            <p:cNvSpPr/>
            <p:nvPr/>
          </p:nvSpPr>
          <p:spPr>
            <a:xfrm rot="10800000">
              <a:off x="6208350" y="3634725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3" descr="C:\Users\Mithun...!\Desktop\smalllogo.png">
            <a:extLst>
              <a:ext uri="{FF2B5EF4-FFF2-40B4-BE49-F238E27FC236}">
                <a16:creationId xmlns:a16="http://schemas.microsoft.com/office/drawing/2014/main" id="{EB4599FC-CFAB-ADCE-1A42-A520FCC9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4196" y="104708"/>
            <a:ext cx="1047179" cy="1341280"/>
          </a:xfrm>
          <a:prstGeom prst="rect">
            <a:avLst/>
          </a:prstGeom>
          <a:solidFill>
            <a:schemeClr val="bg1">
              <a:lumMod val="10000"/>
            </a:schemeClr>
          </a:solidFill>
        </p:spPr>
      </p:pic>
      <p:sp>
        <p:nvSpPr>
          <p:cNvPr id="3" name="Google Shape;406;p33">
            <a:extLst>
              <a:ext uri="{FF2B5EF4-FFF2-40B4-BE49-F238E27FC236}">
                <a16:creationId xmlns:a16="http://schemas.microsoft.com/office/drawing/2014/main" id="{0AD68FA1-7E72-0912-0CB4-DFCD124ED445}"/>
              </a:ext>
            </a:extLst>
          </p:cNvPr>
          <p:cNvSpPr txBox="1">
            <a:spLocks/>
          </p:cNvSpPr>
          <p:nvPr/>
        </p:nvSpPr>
        <p:spPr>
          <a:xfrm>
            <a:off x="1891375" y="163122"/>
            <a:ext cx="8530550" cy="97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4000" b="0" i="0" u="none" strike="noStrike" cap="non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Kdam Thmor Pro"/>
              <a:buNone/>
              <a:defRPr sz="5200" b="1" i="0" u="none" strike="noStrike" cap="none">
                <a:solidFill>
                  <a:srgbClr val="191919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>
            <a:r>
              <a:rPr lang="en-US" dirty="0"/>
              <a:t>PSG  POLYTECHNIC COLLEGE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>
            <a:spLocks noGrp="1"/>
          </p:cNvSpPr>
          <p:nvPr>
            <p:ph type="title"/>
          </p:nvPr>
        </p:nvSpPr>
        <p:spPr>
          <a:xfrm>
            <a:off x="2474458" y="4220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82" name="Google Shape;482;p35"/>
          <p:cNvSpPr txBox="1">
            <a:spLocks noGrp="1"/>
          </p:cNvSpPr>
          <p:nvPr>
            <p:ph type="title" idx="7"/>
          </p:nvPr>
        </p:nvSpPr>
        <p:spPr>
          <a:xfrm>
            <a:off x="1087350" y="1221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3" name="Google Shape;483;p35"/>
          <p:cNvSpPr txBox="1">
            <a:spLocks noGrp="1"/>
          </p:cNvSpPr>
          <p:nvPr>
            <p:ph type="title" idx="8"/>
          </p:nvPr>
        </p:nvSpPr>
        <p:spPr>
          <a:xfrm>
            <a:off x="2600839" y="297995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4" name="Google Shape;484;p35"/>
          <p:cNvSpPr txBox="1">
            <a:spLocks noGrp="1"/>
          </p:cNvSpPr>
          <p:nvPr>
            <p:ph type="title" idx="9"/>
          </p:nvPr>
        </p:nvSpPr>
        <p:spPr>
          <a:xfrm>
            <a:off x="3899850" y="1221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5" name="Google Shape;485;p35"/>
          <p:cNvSpPr txBox="1">
            <a:spLocks noGrp="1"/>
          </p:cNvSpPr>
          <p:nvPr>
            <p:ph type="title" idx="13"/>
          </p:nvPr>
        </p:nvSpPr>
        <p:spPr>
          <a:xfrm>
            <a:off x="5383849" y="297995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6" name="Google Shape;486;p35"/>
          <p:cNvSpPr txBox="1">
            <a:spLocks noGrp="1"/>
          </p:cNvSpPr>
          <p:nvPr>
            <p:ph type="title" idx="14"/>
          </p:nvPr>
        </p:nvSpPr>
        <p:spPr>
          <a:xfrm>
            <a:off x="6118549" y="125139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subTitle" idx="16"/>
          </p:nvPr>
        </p:nvSpPr>
        <p:spPr>
          <a:xfrm>
            <a:off x="720000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BIGDATA</a:t>
            </a:r>
            <a:endParaRPr dirty="0"/>
          </a:p>
        </p:txBody>
      </p:sp>
      <p:sp>
        <p:nvSpPr>
          <p:cNvPr id="489" name="Google Shape;489;p35"/>
          <p:cNvSpPr txBox="1">
            <a:spLocks noGrp="1"/>
          </p:cNvSpPr>
          <p:nvPr>
            <p:ph type="subTitle" idx="17"/>
          </p:nvPr>
        </p:nvSpPr>
        <p:spPr>
          <a:xfrm>
            <a:off x="3899850" y="1782841"/>
            <a:ext cx="2773373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3V’S</a:t>
            </a:r>
            <a:endParaRPr lang="en-IN" dirty="0"/>
          </a:p>
        </p:txBody>
      </p:sp>
      <p:sp>
        <p:nvSpPr>
          <p:cNvPr id="490" name="Google Shape;490;p35"/>
          <p:cNvSpPr txBox="1">
            <a:spLocks noGrp="1"/>
          </p:cNvSpPr>
          <p:nvPr>
            <p:ph type="subTitle" idx="18"/>
          </p:nvPr>
        </p:nvSpPr>
        <p:spPr>
          <a:xfrm>
            <a:off x="6044160" y="2439907"/>
            <a:ext cx="2305500" cy="2636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MAPREDUCE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35"/>
          <p:cNvSpPr txBox="1">
            <a:spLocks noGrp="1"/>
          </p:cNvSpPr>
          <p:nvPr>
            <p:ph type="subTitle" idx="19"/>
          </p:nvPr>
        </p:nvSpPr>
        <p:spPr>
          <a:xfrm>
            <a:off x="1087350" y="3569576"/>
            <a:ext cx="354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MARKET OF BIG DATA</a:t>
            </a:r>
          </a:p>
        </p:txBody>
      </p:sp>
      <p:sp>
        <p:nvSpPr>
          <p:cNvPr id="492" name="Google Shape;492;p35"/>
          <p:cNvSpPr txBox="1">
            <a:spLocks noGrp="1"/>
          </p:cNvSpPr>
          <p:nvPr>
            <p:ph type="subTitle" idx="20"/>
          </p:nvPr>
        </p:nvSpPr>
        <p:spPr>
          <a:xfrm>
            <a:off x="5017549" y="3532924"/>
            <a:ext cx="2936699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SCOPE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1664-2834-FFAF-0594-47FFF8B8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88382-4B7B-72B9-8980-118DA31C6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025" y="1507625"/>
            <a:ext cx="4446732" cy="2719863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Big data is a term that describes the large volume of data.</a:t>
            </a:r>
          </a:p>
          <a:p>
            <a:pPr marL="139700" indent="0">
              <a:buNone/>
            </a:pPr>
            <a:r>
              <a:rPr lang="en-US" dirty="0"/>
              <a:t>It is a complex data, it should be freely accusable.</a:t>
            </a:r>
          </a:p>
          <a:p>
            <a:pPr marL="139700" indent="0">
              <a:buNone/>
            </a:pPr>
            <a:r>
              <a:rPr lang="en-US" dirty="0"/>
              <a:t>big data contains high volume, high velocity and high variety.</a:t>
            </a:r>
          </a:p>
          <a:p>
            <a:pPr marL="139700" indent="0">
              <a:buNone/>
            </a:pPr>
            <a:r>
              <a:rPr lang="en-US" dirty="0"/>
              <a:t>Example :</a:t>
            </a:r>
          </a:p>
          <a:p>
            <a:r>
              <a:rPr lang="en-US" dirty="0"/>
              <a:t>	Net banking </a:t>
            </a:r>
          </a:p>
          <a:p>
            <a:r>
              <a:rPr lang="en-US" dirty="0"/>
              <a:t>	Online shopping </a:t>
            </a:r>
          </a:p>
          <a:p>
            <a:r>
              <a:rPr lang="en-US" dirty="0"/>
              <a:t>	Social media </a:t>
            </a:r>
          </a:p>
          <a:p>
            <a:endParaRPr lang="en-IN" dirty="0"/>
          </a:p>
        </p:txBody>
      </p:sp>
      <p:grpSp>
        <p:nvGrpSpPr>
          <p:cNvPr id="4" name="Google Shape;644;p39">
            <a:extLst>
              <a:ext uri="{FF2B5EF4-FFF2-40B4-BE49-F238E27FC236}">
                <a16:creationId xmlns:a16="http://schemas.microsoft.com/office/drawing/2014/main" id="{20DDD20F-8C61-33A3-E10D-56DE5E974640}"/>
              </a:ext>
            </a:extLst>
          </p:cNvPr>
          <p:cNvGrpSpPr/>
          <p:nvPr/>
        </p:nvGrpSpPr>
        <p:grpSpPr>
          <a:xfrm>
            <a:off x="6066316" y="56471"/>
            <a:ext cx="4466950" cy="5088917"/>
            <a:chOff x="5739213" y="54584"/>
            <a:chExt cx="4466950" cy="5088917"/>
          </a:xfrm>
        </p:grpSpPr>
        <p:grpSp>
          <p:nvGrpSpPr>
            <p:cNvPr id="5" name="Google Shape;645;p39">
              <a:extLst>
                <a:ext uri="{FF2B5EF4-FFF2-40B4-BE49-F238E27FC236}">
                  <a16:creationId xmlns:a16="http://schemas.microsoft.com/office/drawing/2014/main" id="{D02A2425-E193-F10C-DBC3-587109D344EB}"/>
                </a:ext>
              </a:extLst>
            </p:cNvPr>
            <p:cNvGrpSpPr/>
            <p:nvPr/>
          </p:nvGrpSpPr>
          <p:grpSpPr>
            <a:xfrm>
              <a:off x="5739213" y="3533598"/>
              <a:ext cx="2376506" cy="1609903"/>
              <a:chOff x="324762" y="3106225"/>
              <a:chExt cx="3168253" cy="2146251"/>
            </a:xfrm>
          </p:grpSpPr>
          <p:sp>
            <p:nvSpPr>
              <p:cNvPr id="32" name="Google Shape;646;p39">
                <a:extLst>
                  <a:ext uri="{FF2B5EF4-FFF2-40B4-BE49-F238E27FC236}">
                    <a16:creationId xmlns:a16="http://schemas.microsoft.com/office/drawing/2014/main" id="{8DD3885A-7F8A-FB44-E633-15FBE6A51325}"/>
                  </a:ext>
                </a:extLst>
              </p:cNvPr>
              <p:cNvSpPr/>
              <p:nvPr/>
            </p:nvSpPr>
            <p:spPr>
              <a:xfrm>
                <a:off x="324762" y="3106225"/>
                <a:ext cx="3168253" cy="2146251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2203" extrusionOk="0">
                    <a:moveTo>
                      <a:pt x="290" y="2202"/>
                    </a:moveTo>
                    <a:cubicBezTo>
                      <a:pt x="177" y="2003"/>
                      <a:pt x="113" y="1776"/>
                      <a:pt x="113" y="1536"/>
                    </a:cubicBezTo>
                    <a:cubicBezTo>
                      <a:pt x="113" y="751"/>
                      <a:pt x="792" y="113"/>
                      <a:pt x="1626" y="113"/>
                    </a:cubicBezTo>
                    <a:cubicBezTo>
                      <a:pt x="2460" y="113"/>
                      <a:pt x="3138" y="751"/>
                      <a:pt x="3138" y="1536"/>
                    </a:cubicBezTo>
                    <a:cubicBezTo>
                      <a:pt x="3138" y="1776"/>
                      <a:pt x="3074" y="2003"/>
                      <a:pt x="2962" y="2202"/>
                    </a:cubicBezTo>
                    <a:lnTo>
                      <a:pt x="3090" y="2202"/>
                    </a:lnTo>
                    <a:cubicBezTo>
                      <a:pt x="3193" y="2001"/>
                      <a:pt x="3251" y="1774"/>
                      <a:pt x="3251" y="1536"/>
                    </a:cubicBezTo>
                    <a:cubicBezTo>
                      <a:pt x="3251" y="689"/>
                      <a:pt x="2522" y="0"/>
                      <a:pt x="1625" y="0"/>
                    </a:cubicBezTo>
                    <a:cubicBezTo>
                      <a:pt x="729" y="0"/>
                      <a:pt x="0" y="689"/>
                      <a:pt x="0" y="1536"/>
                    </a:cubicBezTo>
                    <a:cubicBezTo>
                      <a:pt x="0" y="1774"/>
                      <a:pt x="58" y="2000"/>
                      <a:pt x="161" y="2202"/>
                    </a:cubicBezTo>
                    <a:lnTo>
                      <a:pt x="290" y="22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647;p39">
                <a:extLst>
                  <a:ext uri="{FF2B5EF4-FFF2-40B4-BE49-F238E27FC236}">
                    <a16:creationId xmlns:a16="http://schemas.microsoft.com/office/drawing/2014/main" id="{DB2985A6-8F1E-3A88-4D45-5DADDAC906E4}"/>
                  </a:ext>
                </a:extLst>
              </p:cNvPr>
              <p:cNvSpPr/>
              <p:nvPr/>
            </p:nvSpPr>
            <p:spPr>
              <a:xfrm>
                <a:off x="434852" y="3210469"/>
                <a:ext cx="2949047" cy="2042007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96" extrusionOk="0">
                    <a:moveTo>
                      <a:pt x="306" y="2095"/>
                    </a:moveTo>
                    <a:cubicBezTo>
                      <a:pt x="183" y="1900"/>
                      <a:pt x="113" y="1672"/>
                      <a:pt x="113" y="1429"/>
                    </a:cubicBezTo>
                    <a:cubicBezTo>
                      <a:pt x="113" y="703"/>
                      <a:pt x="741" y="113"/>
                      <a:pt x="1513" y="113"/>
                    </a:cubicBezTo>
                    <a:cubicBezTo>
                      <a:pt x="2285" y="113"/>
                      <a:pt x="2913" y="703"/>
                      <a:pt x="2913" y="1429"/>
                    </a:cubicBezTo>
                    <a:cubicBezTo>
                      <a:pt x="2913" y="1672"/>
                      <a:pt x="2842" y="1900"/>
                      <a:pt x="2719" y="2095"/>
                    </a:cubicBezTo>
                    <a:lnTo>
                      <a:pt x="2851" y="2095"/>
                    </a:lnTo>
                    <a:cubicBezTo>
                      <a:pt x="2962" y="1896"/>
                      <a:pt x="3026" y="1669"/>
                      <a:pt x="3026" y="1429"/>
                    </a:cubicBezTo>
                    <a:cubicBezTo>
                      <a:pt x="3026" y="641"/>
                      <a:pt x="2347" y="0"/>
                      <a:pt x="1513" y="0"/>
                    </a:cubicBezTo>
                    <a:cubicBezTo>
                      <a:pt x="679" y="0"/>
                      <a:pt x="0" y="641"/>
                      <a:pt x="0" y="1429"/>
                    </a:cubicBezTo>
                    <a:cubicBezTo>
                      <a:pt x="0" y="1669"/>
                      <a:pt x="64" y="1896"/>
                      <a:pt x="175" y="2095"/>
                    </a:cubicBezTo>
                    <a:lnTo>
                      <a:pt x="306" y="2095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48;p39">
                <a:extLst>
                  <a:ext uri="{FF2B5EF4-FFF2-40B4-BE49-F238E27FC236}">
                    <a16:creationId xmlns:a16="http://schemas.microsoft.com/office/drawing/2014/main" id="{45DCB794-39D8-BC04-38DF-EE6182528E77}"/>
                  </a:ext>
                </a:extLst>
              </p:cNvPr>
              <p:cNvSpPr/>
              <p:nvPr/>
            </p:nvSpPr>
            <p:spPr>
              <a:xfrm>
                <a:off x="546891" y="3315687"/>
                <a:ext cx="2723996" cy="193678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1988" extrusionOk="0">
                    <a:moveTo>
                      <a:pt x="326" y="1987"/>
                    </a:moveTo>
                    <a:cubicBezTo>
                      <a:pt x="191" y="1796"/>
                      <a:pt x="113" y="1567"/>
                      <a:pt x="113" y="1321"/>
                    </a:cubicBezTo>
                    <a:cubicBezTo>
                      <a:pt x="113" y="655"/>
                      <a:pt x="689" y="113"/>
                      <a:pt x="1398" y="113"/>
                    </a:cubicBezTo>
                    <a:cubicBezTo>
                      <a:pt x="2106" y="113"/>
                      <a:pt x="2683" y="655"/>
                      <a:pt x="2683" y="1321"/>
                    </a:cubicBezTo>
                    <a:cubicBezTo>
                      <a:pt x="2683" y="1567"/>
                      <a:pt x="2604" y="1796"/>
                      <a:pt x="2469" y="1987"/>
                    </a:cubicBezTo>
                    <a:lnTo>
                      <a:pt x="2604" y="1987"/>
                    </a:lnTo>
                    <a:cubicBezTo>
                      <a:pt x="2726" y="1791"/>
                      <a:pt x="2795" y="1564"/>
                      <a:pt x="2795" y="1321"/>
                    </a:cubicBezTo>
                    <a:cubicBezTo>
                      <a:pt x="2795" y="592"/>
                      <a:pt x="2168" y="0"/>
                      <a:pt x="1398" y="0"/>
                    </a:cubicBezTo>
                    <a:cubicBezTo>
                      <a:pt x="627" y="0"/>
                      <a:pt x="0" y="592"/>
                      <a:pt x="0" y="1321"/>
                    </a:cubicBezTo>
                    <a:cubicBezTo>
                      <a:pt x="0" y="1564"/>
                      <a:pt x="69" y="1791"/>
                      <a:pt x="191" y="1987"/>
                    </a:cubicBezTo>
                    <a:lnTo>
                      <a:pt x="326" y="198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649;p39">
                <a:extLst>
                  <a:ext uri="{FF2B5EF4-FFF2-40B4-BE49-F238E27FC236}">
                    <a16:creationId xmlns:a16="http://schemas.microsoft.com/office/drawing/2014/main" id="{C8685346-AE9E-9B03-0413-D302C35AC19F}"/>
                  </a:ext>
                </a:extLst>
              </p:cNvPr>
              <p:cNvSpPr/>
              <p:nvPr/>
            </p:nvSpPr>
            <p:spPr>
              <a:xfrm>
                <a:off x="655032" y="3417982"/>
                <a:ext cx="2507713" cy="1834494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83" extrusionOk="0">
                    <a:moveTo>
                      <a:pt x="352" y="1882"/>
                    </a:moveTo>
                    <a:cubicBezTo>
                      <a:pt x="202" y="1697"/>
                      <a:pt x="113" y="1466"/>
                      <a:pt x="113" y="1216"/>
                    </a:cubicBezTo>
                    <a:cubicBezTo>
                      <a:pt x="113" y="607"/>
                      <a:pt x="639" y="112"/>
                      <a:pt x="1287" y="112"/>
                    </a:cubicBezTo>
                    <a:cubicBezTo>
                      <a:pt x="1934" y="112"/>
                      <a:pt x="2461" y="607"/>
                      <a:pt x="2461" y="1216"/>
                    </a:cubicBezTo>
                    <a:cubicBezTo>
                      <a:pt x="2461" y="1466"/>
                      <a:pt x="2371" y="1697"/>
                      <a:pt x="2221" y="1882"/>
                    </a:cubicBezTo>
                    <a:lnTo>
                      <a:pt x="2362" y="1882"/>
                    </a:lnTo>
                    <a:cubicBezTo>
                      <a:pt x="2496" y="1691"/>
                      <a:pt x="2573" y="1462"/>
                      <a:pt x="2573" y="1216"/>
                    </a:cubicBezTo>
                    <a:cubicBezTo>
                      <a:pt x="2573" y="545"/>
                      <a:pt x="1996" y="0"/>
                      <a:pt x="1286" y="0"/>
                    </a:cubicBezTo>
                    <a:cubicBezTo>
                      <a:pt x="577" y="0"/>
                      <a:pt x="0" y="545"/>
                      <a:pt x="0" y="1216"/>
                    </a:cubicBezTo>
                    <a:cubicBezTo>
                      <a:pt x="0" y="1461"/>
                      <a:pt x="77" y="1691"/>
                      <a:pt x="210" y="1882"/>
                    </a:cubicBezTo>
                    <a:lnTo>
                      <a:pt x="352" y="1882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650;p39">
              <a:extLst>
                <a:ext uri="{FF2B5EF4-FFF2-40B4-BE49-F238E27FC236}">
                  <a16:creationId xmlns:a16="http://schemas.microsoft.com/office/drawing/2014/main" id="{B4BC389E-C11A-57DE-7343-58834C02F1D4}"/>
                </a:ext>
              </a:extLst>
            </p:cNvPr>
            <p:cNvSpPr/>
            <p:nvPr/>
          </p:nvSpPr>
          <p:spPr>
            <a:xfrm rot="10800000">
              <a:off x="7932875" y="1058174"/>
              <a:ext cx="193650" cy="28557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651;p39">
              <a:extLst>
                <a:ext uri="{FF2B5EF4-FFF2-40B4-BE49-F238E27FC236}">
                  <a16:creationId xmlns:a16="http://schemas.microsoft.com/office/drawing/2014/main" id="{21077776-1C1E-7E12-38A6-AF2D1EDA5746}"/>
                </a:ext>
              </a:extLst>
            </p:cNvPr>
            <p:cNvGrpSpPr/>
            <p:nvPr/>
          </p:nvGrpSpPr>
          <p:grpSpPr>
            <a:xfrm rot="606064">
              <a:off x="5840177" y="1873560"/>
              <a:ext cx="1158709" cy="1253653"/>
              <a:chOff x="8384162" y="1304543"/>
              <a:chExt cx="1069017" cy="1156612"/>
            </a:xfrm>
          </p:grpSpPr>
          <p:sp>
            <p:nvSpPr>
              <p:cNvPr id="29" name="Google Shape;652;p39">
                <a:extLst>
                  <a:ext uri="{FF2B5EF4-FFF2-40B4-BE49-F238E27FC236}">
                    <a16:creationId xmlns:a16="http://schemas.microsoft.com/office/drawing/2014/main" id="{66A41499-DBE8-DE25-B1DE-DD6DB1EF0D0F}"/>
                  </a:ext>
                </a:extLst>
              </p:cNvPr>
              <p:cNvSpPr/>
              <p:nvPr/>
            </p:nvSpPr>
            <p:spPr>
              <a:xfrm rot="-1190507">
                <a:off x="8520416" y="1411754"/>
                <a:ext cx="796510" cy="942190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1714" extrusionOk="0">
                    <a:moveTo>
                      <a:pt x="1448" y="1617"/>
                    </a:moveTo>
                    <a:cubicBezTo>
                      <a:pt x="1236" y="1590"/>
                      <a:pt x="1022" y="1604"/>
                      <a:pt x="811" y="1627"/>
                    </a:cubicBezTo>
                    <a:cubicBezTo>
                      <a:pt x="701" y="1639"/>
                      <a:pt x="592" y="1660"/>
                      <a:pt x="482" y="1676"/>
                    </a:cubicBezTo>
                    <a:cubicBezTo>
                      <a:pt x="391" y="1688"/>
                      <a:pt x="322" y="1713"/>
                      <a:pt x="271" y="1621"/>
                    </a:cubicBezTo>
                    <a:cubicBezTo>
                      <a:pt x="168" y="1438"/>
                      <a:pt x="88" y="1235"/>
                      <a:pt x="52" y="1028"/>
                    </a:cubicBezTo>
                    <a:cubicBezTo>
                      <a:pt x="0" y="734"/>
                      <a:pt x="35" y="431"/>
                      <a:pt x="212" y="167"/>
                    </a:cubicBezTo>
                    <a:cubicBezTo>
                      <a:pt x="230" y="140"/>
                      <a:pt x="250" y="121"/>
                      <a:pt x="271" y="108"/>
                    </a:cubicBezTo>
                    <a:cubicBezTo>
                      <a:pt x="328" y="73"/>
                      <a:pt x="397" y="77"/>
                      <a:pt x="477" y="67"/>
                    </a:cubicBezTo>
                    <a:cubicBezTo>
                      <a:pt x="640" y="47"/>
                      <a:pt x="817" y="4"/>
                      <a:pt x="982" y="4"/>
                    </a:cubicBezTo>
                    <a:cubicBezTo>
                      <a:pt x="999" y="2"/>
                      <a:pt x="1018" y="0"/>
                      <a:pt x="1032" y="10"/>
                    </a:cubicBezTo>
                    <a:cubicBezTo>
                      <a:pt x="1047" y="20"/>
                      <a:pt x="1052" y="40"/>
                      <a:pt x="1055" y="57"/>
                    </a:cubicBezTo>
                    <a:cubicBezTo>
                      <a:pt x="1101" y="288"/>
                      <a:pt x="1148" y="518"/>
                      <a:pt x="1194" y="748"/>
                    </a:cubicBezTo>
                    <a:cubicBezTo>
                      <a:pt x="1237" y="959"/>
                      <a:pt x="1313" y="1157"/>
                      <a:pt x="1374" y="1364"/>
                    </a:cubicBezTo>
                    <a:cubicBezTo>
                      <a:pt x="1378" y="1377"/>
                      <a:pt x="1381" y="1389"/>
                      <a:pt x="1385" y="1402"/>
                    </a:cubicBezTo>
                    <a:cubicBezTo>
                      <a:pt x="1406" y="1474"/>
                      <a:pt x="1427" y="1546"/>
                      <a:pt x="1448" y="161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53;p39">
                <a:extLst>
                  <a:ext uri="{FF2B5EF4-FFF2-40B4-BE49-F238E27FC236}">
                    <a16:creationId xmlns:a16="http://schemas.microsoft.com/office/drawing/2014/main" id="{81B9E167-7551-238B-26F6-FBF178BEEF22}"/>
                  </a:ext>
                </a:extLst>
              </p:cNvPr>
              <p:cNvSpPr/>
              <p:nvPr/>
            </p:nvSpPr>
            <p:spPr>
              <a:xfrm rot="-1190507">
                <a:off x="8564441" y="1510893"/>
                <a:ext cx="649191" cy="74484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355" extrusionOk="0">
                    <a:moveTo>
                      <a:pt x="895" y="10"/>
                    </a:moveTo>
                    <a:cubicBezTo>
                      <a:pt x="895" y="18"/>
                      <a:pt x="882" y="20"/>
                      <a:pt x="876" y="20"/>
                    </a:cubicBezTo>
                    <a:cubicBezTo>
                      <a:pt x="821" y="20"/>
                      <a:pt x="767" y="26"/>
                      <a:pt x="713" y="33"/>
                    </a:cubicBezTo>
                    <a:cubicBezTo>
                      <a:pt x="522" y="61"/>
                      <a:pt x="335" y="118"/>
                      <a:pt x="141" y="121"/>
                    </a:cubicBezTo>
                    <a:cubicBezTo>
                      <a:pt x="136" y="121"/>
                      <a:pt x="121" y="119"/>
                      <a:pt x="122" y="111"/>
                    </a:cubicBezTo>
                    <a:cubicBezTo>
                      <a:pt x="122" y="103"/>
                      <a:pt x="135" y="101"/>
                      <a:pt x="141" y="101"/>
                    </a:cubicBezTo>
                    <a:cubicBezTo>
                      <a:pt x="195" y="101"/>
                      <a:pt x="250" y="95"/>
                      <a:pt x="304" y="87"/>
                    </a:cubicBezTo>
                    <a:cubicBezTo>
                      <a:pt x="495" y="60"/>
                      <a:pt x="681" y="2"/>
                      <a:pt x="876" y="0"/>
                    </a:cubicBezTo>
                    <a:cubicBezTo>
                      <a:pt x="881" y="0"/>
                      <a:pt x="895" y="2"/>
                      <a:pt x="895" y="10"/>
                    </a:cubicBezTo>
                    <a:moveTo>
                      <a:pt x="904" y="109"/>
                    </a:moveTo>
                    <a:cubicBezTo>
                      <a:pt x="898" y="103"/>
                      <a:pt x="885" y="104"/>
                      <a:pt x="878" y="106"/>
                    </a:cubicBezTo>
                    <a:cubicBezTo>
                      <a:pt x="781" y="133"/>
                      <a:pt x="682" y="149"/>
                      <a:pt x="583" y="161"/>
                    </a:cubicBezTo>
                    <a:cubicBezTo>
                      <a:pt x="480" y="174"/>
                      <a:pt x="378" y="186"/>
                      <a:pt x="276" y="198"/>
                    </a:cubicBezTo>
                    <a:cubicBezTo>
                      <a:pt x="217" y="204"/>
                      <a:pt x="158" y="211"/>
                      <a:pt x="99" y="218"/>
                    </a:cubicBezTo>
                    <a:cubicBezTo>
                      <a:pt x="93" y="219"/>
                      <a:pt x="82" y="223"/>
                      <a:pt x="86" y="230"/>
                    </a:cubicBezTo>
                    <a:cubicBezTo>
                      <a:pt x="89" y="238"/>
                      <a:pt x="103" y="238"/>
                      <a:pt x="109" y="237"/>
                    </a:cubicBezTo>
                    <a:lnTo>
                      <a:pt x="424" y="200"/>
                    </a:lnTo>
                    <a:cubicBezTo>
                      <a:pt x="525" y="189"/>
                      <a:pt x="628" y="178"/>
                      <a:pt x="729" y="160"/>
                    </a:cubicBezTo>
                    <a:cubicBezTo>
                      <a:pt x="786" y="150"/>
                      <a:pt x="842" y="138"/>
                      <a:pt x="897" y="122"/>
                    </a:cubicBezTo>
                    <a:cubicBezTo>
                      <a:pt x="903" y="121"/>
                      <a:pt x="910" y="115"/>
                      <a:pt x="904" y="109"/>
                    </a:cubicBezTo>
                    <a:moveTo>
                      <a:pt x="944" y="246"/>
                    </a:moveTo>
                    <a:cubicBezTo>
                      <a:pt x="941" y="239"/>
                      <a:pt x="927" y="238"/>
                      <a:pt x="920" y="239"/>
                    </a:cubicBezTo>
                    <a:cubicBezTo>
                      <a:pt x="806" y="253"/>
                      <a:pt x="692" y="267"/>
                      <a:pt x="577" y="281"/>
                    </a:cubicBezTo>
                    <a:cubicBezTo>
                      <a:pt x="466" y="294"/>
                      <a:pt x="355" y="308"/>
                      <a:pt x="245" y="329"/>
                    </a:cubicBezTo>
                    <a:cubicBezTo>
                      <a:pt x="183" y="340"/>
                      <a:pt x="121" y="354"/>
                      <a:pt x="59" y="371"/>
                    </a:cubicBezTo>
                    <a:cubicBezTo>
                      <a:pt x="53" y="372"/>
                      <a:pt x="46" y="378"/>
                      <a:pt x="52" y="384"/>
                    </a:cubicBezTo>
                    <a:cubicBezTo>
                      <a:pt x="58" y="390"/>
                      <a:pt x="71" y="390"/>
                      <a:pt x="78" y="388"/>
                    </a:cubicBezTo>
                    <a:cubicBezTo>
                      <a:pt x="294" y="330"/>
                      <a:pt x="518" y="308"/>
                      <a:pt x="739" y="281"/>
                    </a:cubicBezTo>
                    <a:lnTo>
                      <a:pt x="930" y="258"/>
                    </a:lnTo>
                    <a:cubicBezTo>
                      <a:pt x="937" y="258"/>
                      <a:pt x="947" y="254"/>
                      <a:pt x="944" y="246"/>
                    </a:cubicBezTo>
                    <a:moveTo>
                      <a:pt x="951" y="380"/>
                    </a:moveTo>
                    <a:cubicBezTo>
                      <a:pt x="945" y="373"/>
                      <a:pt x="932" y="374"/>
                      <a:pt x="925" y="376"/>
                    </a:cubicBezTo>
                    <a:cubicBezTo>
                      <a:pt x="701" y="437"/>
                      <a:pt x="469" y="462"/>
                      <a:pt x="240" y="490"/>
                    </a:cubicBezTo>
                    <a:cubicBezTo>
                      <a:pt x="173" y="498"/>
                      <a:pt x="107" y="506"/>
                      <a:pt x="41" y="514"/>
                    </a:cubicBezTo>
                    <a:cubicBezTo>
                      <a:pt x="36" y="515"/>
                      <a:pt x="25" y="519"/>
                      <a:pt x="28" y="526"/>
                    </a:cubicBezTo>
                    <a:cubicBezTo>
                      <a:pt x="31" y="534"/>
                      <a:pt x="45" y="534"/>
                      <a:pt x="52" y="533"/>
                    </a:cubicBezTo>
                    <a:cubicBezTo>
                      <a:pt x="170" y="519"/>
                      <a:pt x="289" y="504"/>
                      <a:pt x="407" y="490"/>
                    </a:cubicBezTo>
                    <a:cubicBezTo>
                      <a:pt x="522" y="475"/>
                      <a:pt x="637" y="459"/>
                      <a:pt x="751" y="438"/>
                    </a:cubicBezTo>
                    <a:cubicBezTo>
                      <a:pt x="816" y="425"/>
                      <a:pt x="880" y="410"/>
                      <a:pt x="944" y="393"/>
                    </a:cubicBezTo>
                    <a:cubicBezTo>
                      <a:pt x="951" y="391"/>
                      <a:pt x="957" y="386"/>
                      <a:pt x="951" y="380"/>
                    </a:cubicBezTo>
                    <a:moveTo>
                      <a:pt x="999" y="550"/>
                    </a:moveTo>
                    <a:cubicBezTo>
                      <a:pt x="996" y="543"/>
                      <a:pt x="981" y="542"/>
                      <a:pt x="975" y="543"/>
                    </a:cubicBezTo>
                    <a:cubicBezTo>
                      <a:pt x="724" y="587"/>
                      <a:pt x="472" y="624"/>
                      <a:pt x="219" y="655"/>
                    </a:cubicBezTo>
                    <a:cubicBezTo>
                      <a:pt x="150" y="664"/>
                      <a:pt x="80" y="669"/>
                      <a:pt x="12" y="686"/>
                    </a:cubicBezTo>
                    <a:cubicBezTo>
                      <a:pt x="6" y="688"/>
                      <a:pt x="0" y="694"/>
                      <a:pt x="5" y="700"/>
                    </a:cubicBezTo>
                    <a:cubicBezTo>
                      <a:pt x="11" y="706"/>
                      <a:pt x="24" y="705"/>
                      <a:pt x="32" y="703"/>
                    </a:cubicBezTo>
                    <a:cubicBezTo>
                      <a:pt x="91" y="688"/>
                      <a:pt x="153" y="684"/>
                      <a:pt x="214" y="676"/>
                    </a:cubicBezTo>
                    <a:cubicBezTo>
                      <a:pt x="276" y="669"/>
                      <a:pt x="338" y="661"/>
                      <a:pt x="400" y="652"/>
                    </a:cubicBezTo>
                    <a:cubicBezTo>
                      <a:pt x="525" y="636"/>
                      <a:pt x="650" y="617"/>
                      <a:pt x="774" y="597"/>
                    </a:cubicBezTo>
                    <a:cubicBezTo>
                      <a:pt x="845" y="586"/>
                      <a:pt x="915" y="574"/>
                      <a:pt x="985" y="562"/>
                    </a:cubicBezTo>
                    <a:cubicBezTo>
                      <a:pt x="991" y="561"/>
                      <a:pt x="1002" y="558"/>
                      <a:pt x="999" y="550"/>
                    </a:cubicBezTo>
                    <a:moveTo>
                      <a:pt x="1004" y="712"/>
                    </a:moveTo>
                    <a:cubicBezTo>
                      <a:pt x="1001" y="705"/>
                      <a:pt x="986" y="704"/>
                      <a:pt x="980" y="705"/>
                    </a:cubicBezTo>
                    <a:cubicBezTo>
                      <a:pt x="737" y="733"/>
                      <a:pt x="494" y="767"/>
                      <a:pt x="253" y="809"/>
                    </a:cubicBezTo>
                    <a:cubicBezTo>
                      <a:pt x="185" y="820"/>
                      <a:pt x="118" y="832"/>
                      <a:pt x="50" y="845"/>
                    </a:cubicBezTo>
                    <a:cubicBezTo>
                      <a:pt x="45" y="846"/>
                      <a:pt x="33" y="849"/>
                      <a:pt x="37" y="857"/>
                    </a:cubicBezTo>
                    <a:cubicBezTo>
                      <a:pt x="40" y="864"/>
                      <a:pt x="54" y="865"/>
                      <a:pt x="61" y="864"/>
                    </a:cubicBezTo>
                    <a:cubicBezTo>
                      <a:pt x="301" y="819"/>
                      <a:pt x="543" y="780"/>
                      <a:pt x="786" y="749"/>
                    </a:cubicBezTo>
                    <a:cubicBezTo>
                      <a:pt x="854" y="740"/>
                      <a:pt x="922" y="732"/>
                      <a:pt x="990" y="724"/>
                    </a:cubicBezTo>
                    <a:cubicBezTo>
                      <a:pt x="996" y="723"/>
                      <a:pt x="1007" y="720"/>
                      <a:pt x="1004" y="712"/>
                    </a:cubicBezTo>
                    <a:moveTo>
                      <a:pt x="1038" y="827"/>
                    </a:moveTo>
                    <a:cubicBezTo>
                      <a:pt x="1035" y="819"/>
                      <a:pt x="1020" y="819"/>
                      <a:pt x="1014" y="820"/>
                    </a:cubicBezTo>
                    <a:cubicBezTo>
                      <a:pt x="782" y="853"/>
                      <a:pt x="550" y="890"/>
                      <a:pt x="319" y="930"/>
                    </a:cubicBezTo>
                    <a:cubicBezTo>
                      <a:pt x="254" y="942"/>
                      <a:pt x="188" y="954"/>
                      <a:pt x="123" y="966"/>
                    </a:cubicBezTo>
                    <a:cubicBezTo>
                      <a:pt x="118" y="967"/>
                      <a:pt x="106" y="970"/>
                      <a:pt x="110" y="978"/>
                    </a:cubicBezTo>
                    <a:cubicBezTo>
                      <a:pt x="113" y="985"/>
                      <a:pt x="127" y="986"/>
                      <a:pt x="134" y="985"/>
                    </a:cubicBezTo>
                    <a:cubicBezTo>
                      <a:pt x="364" y="942"/>
                      <a:pt x="595" y="903"/>
                      <a:pt x="827" y="868"/>
                    </a:cubicBezTo>
                    <a:cubicBezTo>
                      <a:pt x="893" y="858"/>
                      <a:pt x="958" y="848"/>
                      <a:pt x="1024" y="839"/>
                    </a:cubicBezTo>
                    <a:cubicBezTo>
                      <a:pt x="1030" y="838"/>
                      <a:pt x="1041" y="835"/>
                      <a:pt x="1038" y="827"/>
                    </a:cubicBezTo>
                    <a:moveTo>
                      <a:pt x="1093" y="965"/>
                    </a:moveTo>
                    <a:cubicBezTo>
                      <a:pt x="1090" y="958"/>
                      <a:pt x="1076" y="958"/>
                      <a:pt x="1069" y="959"/>
                    </a:cubicBezTo>
                    <a:cubicBezTo>
                      <a:pt x="832" y="991"/>
                      <a:pt x="594" y="1026"/>
                      <a:pt x="358" y="1065"/>
                    </a:cubicBezTo>
                    <a:cubicBezTo>
                      <a:pt x="291" y="1075"/>
                      <a:pt x="224" y="1087"/>
                      <a:pt x="158" y="1098"/>
                    </a:cubicBezTo>
                    <a:cubicBezTo>
                      <a:pt x="152" y="1099"/>
                      <a:pt x="141" y="1102"/>
                      <a:pt x="144" y="1110"/>
                    </a:cubicBezTo>
                    <a:cubicBezTo>
                      <a:pt x="147" y="1117"/>
                      <a:pt x="162" y="1118"/>
                      <a:pt x="168" y="1117"/>
                    </a:cubicBezTo>
                    <a:cubicBezTo>
                      <a:pt x="404" y="1076"/>
                      <a:pt x="641" y="1039"/>
                      <a:pt x="879" y="1005"/>
                    </a:cubicBezTo>
                    <a:cubicBezTo>
                      <a:pt x="946" y="996"/>
                      <a:pt x="1013" y="987"/>
                      <a:pt x="1080" y="977"/>
                    </a:cubicBezTo>
                    <a:cubicBezTo>
                      <a:pt x="1086" y="976"/>
                      <a:pt x="1096" y="973"/>
                      <a:pt x="1093" y="965"/>
                    </a:cubicBezTo>
                    <a:moveTo>
                      <a:pt x="1149" y="1089"/>
                    </a:moveTo>
                    <a:cubicBezTo>
                      <a:pt x="1145" y="1081"/>
                      <a:pt x="1131" y="1081"/>
                      <a:pt x="1125" y="1082"/>
                    </a:cubicBezTo>
                    <a:cubicBezTo>
                      <a:pt x="902" y="1101"/>
                      <a:pt x="681" y="1130"/>
                      <a:pt x="461" y="1170"/>
                    </a:cubicBezTo>
                    <a:cubicBezTo>
                      <a:pt x="399" y="1182"/>
                      <a:pt x="337" y="1194"/>
                      <a:pt x="276" y="1207"/>
                    </a:cubicBezTo>
                    <a:cubicBezTo>
                      <a:pt x="270" y="1208"/>
                      <a:pt x="259" y="1211"/>
                      <a:pt x="262" y="1219"/>
                    </a:cubicBezTo>
                    <a:cubicBezTo>
                      <a:pt x="265" y="1226"/>
                      <a:pt x="280" y="1227"/>
                      <a:pt x="286" y="1226"/>
                    </a:cubicBezTo>
                    <a:cubicBezTo>
                      <a:pt x="504" y="1180"/>
                      <a:pt x="725" y="1144"/>
                      <a:pt x="947" y="1120"/>
                    </a:cubicBezTo>
                    <a:cubicBezTo>
                      <a:pt x="1010" y="1113"/>
                      <a:pt x="1072" y="1106"/>
                      <a:pt x="1135" y="1101"/>
                    </a:cubicBezTo>
                    <a:cubicBezTo>
                      <a:pt x="1141" y="1100"/>
                      <a:pt x="1152" y="1096"/>
                      <a:pt x="1149" y="1089"/>
                    </a:cubicBezTo>
                    <a:moveTo>
                      <a:pt x="1177" y="1227"/>
                    </a:moveTo>
                    <a:cubicBezTo>
                      <a:pt x="1174" y="1220"/>
                      <a:pt x="1159" y="1219"/>
                      <a:pt x="1153" y="1220"/>
                    </a:cubicBezTo>
                    <a:cubicBezTo>
                      <a:pt x="931" y="1263"/>
                      <a:pt x="708" y="1296"/>
                      <a:pt x="483" y="1318"/>
                    </a:cubicBezTo>
                    <a:cubicBezTo>
                      <a:pt x="420" y="1324"/>
                      <a:pt x="357" y="1329"/>
                      <a:pt x="294" y="1334"/>
                    </a:cubicBezTo>
                    <a:cubicBezTo>
                      <a:pt x="288" y="1334"/>
                      <a:pt x="277" y="1338"/>
                      <a:pt x="280" y="1346"/>
                    </a:cubicBezTo>
                    <a:cubicBezTo>
                      <a:pt x="284" y="1354"/>
                      <a:pt x="298" y="1353"/>
                      <a:pt x="304" y="1353"/>
                    </a:cubicBezTo>
                    <a:cubicBezTo>
                      <a:pt x="530" y="1337"/>
                      <a:pt x="754" y="1310"/>
                      <a:pt x="977" y="1272"/>
                    </a:cubicBezTo>
                    <a:cubicBezTo>
                      <a:pt x="1039" y="1262"/>
                      <a:pt x="1101" y="1251"/>
                      <a:pt x="1163" y="1239"/>
                    </a:cubicBezTo>
                    <a:cubicBezTo>
                      <a:pt x="1169" y="1238"/>
                      <a:pt x="1180" y="1235"/>
                      <a:pt x="1177" y="12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54;p39">
                <a:extLst>
                  <a:ext uri="{FF2B5EF4-FFF2-40B4-BE49-F238E27FC236}">
                    <a16:creationId xmlns:a16="http://schemas.microsoft.com/office/drawing/2014/main" id="{19114EA8-C11F-3D06-7947-C3652EC8E5B7}"/>
                  </a:ext>
                </a:extLst>
              </p:cNvPr>
              <p:cNvSpPr/>
              <p:nvPr/>
            </p:nvSpPr>
            <p:spPr>
              <a:xfrm rot="-1190507">
                <a:off x="8483113" y="1571867"/>
                <a:ext cx="257258" cy="50627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21" extrusionOk="0">
                    <a:moveTo>
                      <a:pt x="467" y="271"/>
                    </a:moveTo>
                    <a:cubicBezTo>
                      <a:pt x="354" y="383"/>
                      <a:pt x="257" y="510"/>
                      <a:pt x="177" y="647"/>
                    </a:cubicBezTo>
                    <a:cubicBezTo>
                      <a:pt x="136" y="717"/>
                      <a:pt x="100" y="789"/>
                      <a:pt x="69" y="863"/>
                    </a:cubicBezTo>
                    <a:cubicBezTo>
                      <a:pt x="64" y="877"/>
                      <a:pt x="58" y="898"/>
                      <a:pt x="51" y="920"/>
                    </a:cubicBezTo>
                    <a:cubicBezTo>
                      <a:pt x="0" y="625"/>
                      <a:pt x="35" y="323"/>
                      <a:pt x="211" y="59"/>
                    </a:cubicBezTo>
                    <a:cubicBezTo>
                      <a:pt x="229" y="32"/>
                      <a:pt x="249" y="13"/>
                      <a:pt x="270" y="0"/>
                    </a:cubicBezTo>
                    <a:cubicBezTo>
                      <a:pt x="330" y="96"/>
                      <a:pt x="379" y="201"/>
                      <a:pt x="467" y="2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655;p39">
              <a:extLst>
                <a:ext uri="{FF2B5EF4-FFF2-40B4-BE49-F238E27FC236}">
                  <a16:creationId xmlns:a16="http://schemas.microsoft.com/office/drawing/2014/main" id="{CCF8E190-AEB8-F0F7-B287-E9D1298A405B}"/>
                </a:ext>
              </a:extLst>
            </p:cNvPr>
            <p:cNvGrpSpPr/>
            <p:nvPr/>
          </p:nvGrpSpPr>
          <p:grpSpPr>
            <a:xfrm>
              <a:off x="6823851" y="1461282"/>
              <a:ext cx="1059384" cy="1057536"/>
              <a:chOff x="7061726" y="2194557"/>
              <a:chExt cx="1059384" cy="1057536"/>
            </a:xfrm>
          </p:grpSpPr>
          <p:sp>
            <p:nvSpPr>
              <p:cNvPr id="26" name="Google Shape;656;p39">
                <a:extLst>
                  <a:ext uri="{FF2B5EF4-FFF2-40B4-BE49-F238E27FC236}">
                    <a16:creationId xmlns:a16="http://schemas.microsoft.com/office/drawing/2014/main" id="{EB80304E-C7CE-2D36-79BC-8CA82F69B7B6}"/>
                  </a:ext>
                </a:extLst>
              </p:cNvPr>
              <p:cNvSpPr/>
              <p:nvPr/>
            </p:nvSpPr>
            <p:spPr>
              <a:xfrm rot="1930783">
                <a:off x="7206153" y="2341011"/>
                <a:ext cx="770531" cy="764628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1808" extrusionOk="0">
                    <a:moveTo>
                      <a:pt x="304" y="1807"/>
                    </a:moveTo>
                    <a:lnTo>
                      <a:pt x="2547" y="1807"/>
                    </a:lnTo>
                    <a:cubicBezTo>
                      <a:pt x="2549" y="1803"/>
                      <a:pt x="2550" y="1799"/>
                      <a:pt x="2548" y="1794"/>
                    </a:cubicBezTo>
                    <a:cubicBezTo>
                      <a:pt x="2366" y="1339"/>
                      <a:pt x="2276" y="865"/>
                      <a:pt x="2279" y="390"/>
                    </a:cubicBezTo>
                    <a:cubicBezTo>
                      <a:pt x="2280" y="260"/>
                      <a:pt x="2288" y="129"/>
                      <a:pt x="2302" y="0"/>
                    </a:cubicBezTo>
                    <a:lnTo>
                      <a:pt x="54" y="0"/>
                    </a:lnTo>
                    <a:cubicBezTo>
                      <a:pt x="0" y="472"/>
                      <a:pt x="39" y="951"/>
                      <a:pt x="170" y="1415"/>
                    </a:cubicBezTo>
                    <a:cubicBezTo>
                      <a:pt x="207" y="1547"/>
                      <a:pt x="252" y="1678"/>
                      <a:pt x="304" y="180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57;p39">
                <a:extLst>
                  <a:ext uri="{FF2B5EF4-FFF2-40B4-BE49-F238E27FC236}">
                    <a16:creationId xmlns:a16="http://schemas.microsoft.com/office/drawing/2014/main" id="{BB313504-7814-94F1-845A-B64E56018679}"/>
                  </a:ext>
                </a:extLst>
              </p:cNvPr>
              <p:cNvSpPr/>
              <p:nvPr/>
            </p:nvSpPr>
            <p:spPr>
              <a:xfrm rot="1930783">
                <a:off x="7689984" y="2300047"/>
                <a:ext cx="163409" cy="159016"/>
              </a:xfrm>
              <a:custGeom>
                <a:avLst/>
                <a:gdLst/>
                <a:ahLst/>
                <a:cxnLst/>
                <a:rect l="l" t="t" r="r" b="b"/>
                <a:pathLst>
                  <a:path w="541" h="376" extrusionOk="0">
                    <a:moveTo>
                      <a:pt x="35" y="361"/>
                    </a:moveTo>
                    <a:cubicBezTo>
                      <a:pt x="36" y="365"/>
                      <a:pt x="36" y="370"/>
                      <a:pt x="36" y="375"/>
                    </a:cubicBezTo>
                    <a:lnTo>
                      <a:pt x="540" y="375"/>
                    </a:lnTo>
                    <a:cubicBezTo>
                      <a:pt x="538" y="358"/>
                      <a:pt x="533" y="340"/>
                      <a:pt x="530" y="324"/>
                    </a:cubicBezTo>
                    <a:cubicBezTo>
                      <a:pt x="517" y="223"/>
                      <a:pt x="504" y="122"/>
                      <a:pt x="491" y="21"/>
                    </a:cubicBezTo>
                    <a:cubicBezTo>
                      <a:pt x="490" y="13"/>
                      <a:pt x="488" y="6"/>
                      <a:pt x="486" y="0"/>
                    </a:cubicBezTo>
                    <a:lnTo>
                      <a:pt x="0" y="0"/>
                    </a:lnTo>
                    <a:cubicBezTo>
                      <a:pt x="6" y="96"/>
                      <a:pt x="14" y="191"/>
                      <a:pt x="26" y="286"/>
                    </a:cubicBezTo>
                    <a:cubicBezTo>
                      <a:pt x="29" y="311"/>
                      <a:pt x="32" y="336"/>
                      <a:pt x="35" y="36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58;p39">
                <a:extLst>
                  <a:ext uri="{FF2B5EF4-FFF2-40B4-BE49-F238E27FC236}">
                    <a16:creationId xmlns:a16="http://schemas.microsoft.com/office/drawing/2014/main" id="{C2338DB7-7A83-90B1-5F80-EB20D3272109}"/>
                  </a:ext>
                </a:extLst>
              </p:cNvPr>
              <p:cNvSpPr/>
              <p:nvPr/>
            </p:nvSpPr>
            <p:spPr>
              <a:xfrm rot="1930798">
                <a:off x="7328543" y="2517434"/>
                <a:ext cx="525739" cy="411782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116" extrusionOk="0">
                    <a:moveTo>
                      <a:pt x="1935" y="52"/>
                    </a:moveTo>
                    <a:cubicBezTo>
                      <a:pt x="1797" y="62"/>
                      <a:pt x="1659" y="66"/>
                      <a:pt x="1520" y="67"/>
                    </a:cubicBezTo>
                    <a:cubicBezTo>
                      <a:pt x="1045" y="71"/>
                      <a:pt x="568" y="34"/>
                      <a:pt x="96" y="84"/>
                    </a:cubicBezTo>
                    <a:cubicBezTo>
                      <a:pt x="74" y="87"/>
                      <a:pt x="22" y="85"/>
                      <a:pt x="11" y="68"/>
                    </a:cubicBezTo>
                    <a:cubicBezTo>
                      <a:pt x="0" y="49"/>
                      <a:pt x="39" y="40"/>
                      <a:pt x="59" y="38"/>
                    </a:cubicBezTo>
                    <a:cubicBezTo>
                      <a:pt x="196" y="24"/>
                      <a:pt x="334" y="16"/>
                      <a:pt x="472" y="13"/>
                    </a:cubicBezTo>
                    <a:cubicBezTo>
                      <a:pt x="948" y="0"/>
                      <a:pt x="1425" y="40"/>
                      <a:pt x="1899" y="6"/>
                    </a:cubicBezTo>
                    <a:cubicBezTo>
                      <a:pt x="1921" y="4"/>
                      <a:pt x="1972" y="4"/>
                      <a:pt x="1983" y="22"/>
                    </a:cubicBezTo>
                    <a:cubicBezTo>
                      <a:pt x="1994" y="41"/>
                      <a:pt x="1956" y="50"/>
                      <a:pt x="1935" y="52"/>
                    </a:cubicBezTo>
                    <a:moveTo>
                      <a:pt x="1883" y="220"/>
                    </a:moveTo>
                    <a:cubicBezTo>
                      <a:pt x="1410" y="220"/>
                      <a:pt x="937" y="216"/>
                      <a:pt x="464" y="219"/>
                    </a:cubicBezTo>
                    <a:cubicBezTo>
                      <a:pt x="330" y="220"/>
                      <a:pt x="197" y="223"/>
                      <a:pt x="65" y="236"/>
                    </a:cubicBezTo>
                    <a:cubicBezTo>
                      <a:pt x="45" y="238"/>
                      <a:pt x="5" y="247"/>
                      <a:pt x="17" y="265"/>
                    </a:cubicBezTo>
                    <a:cubicBezTo>
                      <a:pt x="28" y="283"/>
                      <a:pt x="79" y="284"/>
                      <a:pt x="101" y="282"/>
                    </a:cubicBezTo>
                    <a:cubicBezTo>
                      <a:pt x="328" y="260"/>
                      <a:pt x="559" y="266"/>
                      <a:pt x="788" y="266"/>
                    </a:cubicBezTo>
                    <a:cubicBezTo>
                      <a:pt x="1019" y="267"/>
                      <a:pt x="1251" y="267"/>
                      <a:pt x="1482" y="267"/>
                    </a:cubicBezTo>
                    <a:cubicBezTo>
                      <a:pt x="1616" y="267"/>
                      <a:pt x="1750" y="268"/>
                      <a:pt x="1883" y="268"/>
                    </a:cubicBezTo>
                    <a:cubicBezTo>
                      <a:pt x="1904" y="268"/>
                      <a:pt x="1951" y="263"/>
                      <a:pt x="1952" y="244"/>
                    </a:cubicBezTo>
                    <a:cubicBezTo>
                      <a:pt x="1953" y="225"/>
                      <a:pt x="1902" y="220"/>
                      <a:pt x="1883" y="220"/>
                    </a:cubicBezTo>
                    <a:moveTo>
                      <a:pt x="1894" y="411"/>
                    </a:moveTo>
                    <a:cubicBezTo>
                      <a:pt x="1663" y="400"/>
                      <a:pt x="1430" y="410"/>
                      <a:pt x="1199" y="413"/>
                    </a:cubicBezTo>
                    <a:cubicBezTo>
                      <a:pt x="968" y="415"/>
                      <a:pt x="736" y="418"/>
                      <a:pt x="505" y="421"/>
                    </a:cubicBezTo>
                    <a:lnTo>
                      <a:pt x="111" y="426"/>
                    </a:lnTo>
                    <a:cubicBezTo>
                      <a:pt x="90" y="426"/>
                      <a:pt x="43" y="430"/>
                      <a:pt x="42" y="450"/>
                    </a:cubicBezTo>
                    <a:cubicBezTo>
                      <a:pt x="41" y="469"/>
                      <a:pt x="92" y="474"/>
                      <a:pt x="111" y="473"/>
                    </a:cubicBezTo>
                    <a:lnTo>
                      <a:pt x="1478" y="457"/>
                    </a:lnTo>
                    <a:cubicBezTo>
                      <a:pt x="1604" y="455"/>
                      <a:pt x="1731" y="451"/>
                      <a:pt x="1857" y="457"/>
                    </a:cubicBezTo>
                    <a:cubicBezTo>
                      <a:pt x="1882" y="458"/>
                      <a:pt x="1929" y="459"/>
                      <a:pt x="1941" y="440"/>
                    </a:cubicBezTo>
                    <a:cubicBezTo>
                      <a:pt x="1954" y="422"/>
                      <a:pt x="1913" y="412"/>
                      <a:pt x="1894" y="411"/>
                    </a:cubicBezTo>
                    <a:moveTo>
                      <a:pt x="1842" y="606"/>
                    </a:moveTo>
                    <a:cubicBezTo>
                      <a:pt x="1283" y="619"/>
                      <a:pt x="725" y="633"/>
                      <a:pt x="167" y="646"/>
                    </a:cubicBezTo>
                    <a:cubicBezTo>
                      <a:pt x="146" y="647"/>
                      <a:pt x="99" y="650"/>
                      <a:pt x="98" y="670"/>
                    </a:cubicBezTo>
                    <a:cubicBezTo>
                      <a:pt x="97" y="689"/>
                      <a:pt x="148" y="694"/>
                      <a:pt x="167" y="694"/>
                    </a:cubicBezTo>
                    <a:cubicBezTo>
                      <a:pt x="725" y="680"/>
                      <a:pt x="1283" y="667"/>
                      <a:pt x="1842" y="653"/>
                    </a:cubicBezTo>
                    <a:cubicBezTo>
                      <a:pt x="1863" y="653"/>
                      <a:pt x="1909" y="649"/>
                      <a:pt x="1910" y="629"/>
                    </a:cubicBezTo>
                    <a:cubicBezTo>
                      <a:pt x="1911" y="610"/>
                      <a:pt x="1860" y="605"/>
                      <a:pt x="1842" y="606"/>
                    </a:cubicBezTo>
                    <a:moveTo>
                      <a:pt x="1875" y="830"/>
                    </a:moveTo>
                    <a:cubicBezTo>
                      <a:pt x="1307" y="832"/>
                      <a:pt x="738" y="846"/>
                      <a:pt x="171" y="872"/>
                    </a:cubicBezTo>
                    <a:cubicBezTo>
                      <a:pt x="151" y="873"/>
                      <a:pt x="104" y="876"/>
                      <a:pt x="103" y="896"/>
                    </a:cubicBezTo>
                    <a:cubicBezTo>
                      <a:pt x="102" y="914"/>
                      <a:pt x="153" y="920"/>
                      <a:pt x="171" y="920"/>
                    </a:cubicBezTo>
                    <a:cubicBezTo>
                      <a:pt x="738" y="893"/>
                      <a:pt x="1307" y="879"/>
                      <a:pt x="1875" y="878"/>
                    </a:cubicBezTo>
                    <a:cubicBezTo>
                      <a:pt x="1896" y="878"/>
                      <a:pt x="1942" y="874"/>
                      <a:pt x="1943" y="854"/>
                    </a:cubicBezTo>
                    <a:cubicBezTo>
                      <a:pt x="1944" y="835"/>
                      <a:pt x="1893" y="830"/>
                      <a:pt x="1875" y="830"/>
                    </a:cubicBezTo>
                    <a:moveTo>
                      <a:pt x="1884" y="1039"/>
                    </a:moveTo>
                    <a:cubicBezTo>
                      <a:pt x="1337" y="1061"/>
                      <a:pt x="789" y="1067"/>
                      <a:pt x="241" y="1059"/>
                    </a:cubicBezTo>
                    <a:cubicBezTo>
                      <a:pt x="220" y="1059"/>
                      <a:pt x="174" y="1064"/>
                      <a:pt x="173" y="1083"/>
                    </a:cubicBezTo>
                    <a:cubicBezTo>
                      <a:pt x="172" y="1103"/>
                      <a:pt x="223" y="1107"/>
                      <a:pt x="241" y="1107"/>
                    </a:cubicBezTo>
                    <a:cubicBezTo>
                      <a:pt x="789" y="1115"/>
                      <a:pt x="1337" y="1108"/>
                      <a:pt x="1884" y="1087"/>
                    </a:cubicBezTo>
                    <a:cubicBezTo>
                      <a:pt x="1905" y="1086"/>
                      <a:pt x="1951" y="1083"/>
                      <a:pt x="1952" y="1063"/>
                    </a:cubicBezTo>
                    <a:cubicBezTo>
                      <a:pt x="1953" y="1044"/>
                      <a:pt x="1902" y="1038"/>
                      <a:pt x="1884" y="103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659;p39">
              <a:extLst>
                <a:ext uri="{FF2B5EF4-FFF2-40B4-BE49-F238E27FC236}">
                  <a16:creationId xmlns:a16="http://schemas.microsoft.com/office/drawing/2014/main" id="{F41ADC34-7F33-CFAC-CF99-750E60FE7EE8}"/>
                </a:ext>
              </a:extLst>
            </p:cNvPr>
            <p:cNvSpPr/>
            <p:nvPr/>
          </p:nvSpPr>
          <p:spPr>
            <a:xfrm rot="10800000">
              <a:off x="7128100" y="2711624"/>
              <a:ext cx="150750" cy="22232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0;p39">
              <a:extLst>
                <a:ext uri="{FF2B5EF4-FFF2-40B4-BE49-F238E27FC236}">
                  <a16:creationId xmlns:a16="http://schemas.microsoft.com/office/drawing/2014/main" id="{0DDBBE24-D347-62F9-EB06-60F689DF8062}"/>
                </a:ext>
              </a:extLst>
            </p:cNvPr>
            <p:cNvSpPr/>
            <p:nvPr/>
          </p:nvSpPr>
          <p:spPr>
            <a:xfrm rot="10800000">
              <a:off x="8573487" y="2933951"/>
              <a:ext cx="222761" cy="328500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661;p39">
              <a:extLst>
                <a:ext uri="{FF2B5EF4-FFF2-40B4-BE49-F238E27FC236}">
                  <a16:creationId xmlns:a16="http://schemas.microsoft.com/office/drawing/2014/main" id="{29FC95C6-C0FC-1AC8-F6E5-C8EBC7EBA6DF}"/>
                </a:ext>
              </a:extLst>
            </p:cNvPr>
            <p:cNvGrpSpPr/>
            <p:nvPr/>
          </p:nvGrpSpPr>
          <p:grpSpPr>
            <a:xfrm>
              <a:off x="6139472" y="2791172"/>
              <a:ext cx="1439569" cy="1860619"/>
              <a:chOff x="6449047" y="2743384"/>
              <a:chExt cx="1439569" cy="1860619"/>
            </a:xfrm>
          </p:grpSpPr>
          <p:sp>
            <p:nvSpPr>
              <p:cNvPr id="18" name="Google Shape;662;p39">
                <a:extLst>
                  <a:ext uri="{FF2B5EF4-FFF2-40B4-BE49-F238E27FC236}">
                    <a16:creationId xmlns:a16="http://schemas.microsoft.com/office/drawing/2014/main" id="{1EBEC48E-BFA4-C04A-7768-87C10B23EE94}"/>
                  </a:ext>
                </a:extLst>
              </p:cNvPr>
              <p:cNvSpPr/>
              <p:nvPr/>
            </p:nvSpPr>
            <p:spPr>
              <a:xfrm>
                <a:off x="6456888" y="3852117"/>
                <a:ext cx="1337380" cy="751887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863" extrusionOk="0">
                    <a:moveTo>
                      <a:pt x="1081" y="0"/>
                    </a:moveTo>
                    <a:lnTo>
                      <a:pt x="41" y="0"/>
                    </a:lnTo>
                    <a:lnTo>
                      <a:pt x="41" y="66"/>
                    </a:lnTo>
                    <a:lnTo>
                      <a:pt x="0" y="66"/>
                    </a:lnTo>
                    <a:lnTo>
                      <a:pt x="41" y="128"/>
                    </a:lnTo>
                    <a:lnTo>
                      <a:pt x="41" y="219"/>
                    </a:lnTo>
                    <a:lnTo>
                      <a:pt x="474" y="862"/>
                    </a:lnTo>
                    <a:lnTo>
                      <a:pt x="1534" y="829"/>
                    </a:lnTo>
                    <a:lnTo>
                      <a:pt x="1534" y="685"/>
                    </a:lnTo>
                    <a:lnTo>
                      <a:pt x="1081" y="0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9" name="Google Shape;663;p39">
                <a:extLst>
                  <a:ext uri="{FF2B5EF4-FFF2-40B4-BE49-F238E27FC236}">
                    <a16:creationId xmlns:a16="http://schemas.microsoft.com/office/drawing/2014/main" id="{C797F83D-414D-1031-8F0C-CF9B57D4ABC6}"/>
                  </a:ext>
                </a:extLst>
              </p:cNvPr>
              <p:cNvSpPr/>
              <p:nvPr/>
            </p:nvSpPr>
            <p:spPr>
              <a:xfrm>
                <a:off x="6449047" y="3849503"/>
                <a:ext cx="1345222" cy="725749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833" extrusionOk="0">
                    <a:moveTo>
                      <a:pt x="486" y="832"/>
                    </a:moveTo>
                    <a:lnTo>
                      <a:pt x="47" y="198"/>
                    </a:lnTo>
                    <a:lnTo>
                      <a:pt x="57" y="191"/>
                    </a:lnTo>
                    <a:lnTo>
                      <a:pt x="493" y="820"/>
                    </a:lnTo>
                    <a:lnTo>
                      <a:pt x="1543" y="787"/>
                    </a:lnTo>
                    <a:lnTo>
                      <a:pt x="1543" y="799"/>
                    </a:lnTo>
                    <a:lnTo>
                      <a:pt x="486" y="832"/>
                    </a:lnTo>
                    <a:moveTo>
                      <a:pt x="1500" y="737"/>
                    </a:moveTo>
                    <a:lnTo>
                      <a:pt x="1500" y="725"/>
                    </a:lnTo>
                    <a:lnTo>
                      <a:pt x="462" y="750"/>
                    </a:lnTo>
                    <a:lnTo>
                      <a:pt x="10" y="68"/>
                    </a:lnTo>
                    <a:lnTo>
                      <a:pt x="0" y="74"/>
                    </a:lnTo>
                    <a:lnTo>
                      <a:pt x="453" y="759"/>
                    </a:lnTo>
                    <a:lnTo>
                      <a:pt x="455" y="762"/>
                    </a:lnTo>
                    <a:lnTo>
                      <a:pt x="1500" y="737"/>
                    </a:lnTo>
                    <a:moveTo>
                      <a:pt x="1543" y="682"/>
                    </a:moveTo>
                    <a:lnTo>
                      <a:pt x="507" y="682"/>
                    </a:lnTo>
                    <a:lnTo>
                      <a:pt x="55" y="0"/>
                    </a:lnTo>
                    <a:lnTo>
                      <a:pt x="45" y="7"/>
                    </a:lnTo>
                    <a:lnTo>
                      <a:pt x="501" y="694"/>
                    </a:lnTo>
                    <a:lnTo>
                      <a:pt x="1543" y="694"/>
                    </a:lnTo>
                    <a:lnTo>
                      <a:pt x="1543" y="682"/>
                    </a:lnTo>
                    <a:moveTo>
                      <a:pt x="1296" y="556"/>
                    </a:moveTo>
                    <a:lnTo>
                      <a:pt x="607" y="556"/>
                    </a:lnTo>
                    <a:cubicBezTo>
                      <a:pt x="596" y="556"/>
                      <a:pt x="587" y="547"/>
                      <a:pt x="587" y="535"/>
                    </a:cubicBezTo>
                    <a:cubicBezTo>
                      <a:pt x="587" y="524"/>
                      <a:pt x="596" y="514"/>
                      <a:pt x="607" y="514"/>
                    </a:cubicBezTo>
                    <a:lnTo>
                      <a:pt x="1296" y="514"/>
                    </a:lnTo>
                    <a:cubicBezTo>
                      <a:pt x="1307" y="514"/>
                      <a:pt x="1317" y="524"/>
                      <a:pt x="1317" y="535"/>
                    </a:cubicBezTo>
                    <a:cubicBezTo>
                      <a:pt x="1317" y="547"/>
                      <a:pt x="1307" y="556"/>
                      <a:pt x="1296" y="556"/>
                    </a:cubicBezTo>
                    <a:moveTo>
                      <a:pt x="1135" y="224"/>
                    </a:moveTo>
                    <a:lnTo>
                      <a:pt x="302" y="224"/>
                    </a:lnTo>
                    <a:cubicBezTo>
                      <a:pt x="296" y="224"/>
                      <a:pt x="292" y="219"/>
                      <a:pt x="292" y="213"/>
                    </a:cubicBezTo>
                    <a:cubicBezTo>
                      <a:pt x="292" y="208"/>
                      <a:pt x="296" y="203"/>
                      <a:pt x="302" y="203"/>
                    </a:cubicBezTo>
                    <a:lnTo>
                      <a:pt x="1135" y="203"/>
                    </a:lnTo>
                    <a:cubicBezTo>
                      <a:pt x="1141" y="203"/>
                      <a:pt x="1145" y="208"/>
                      <a:pt x="1145" y="213"/>
                    </a:cubicBezTo>
                    <a:cubicBezTo>
                      <a:pt x="1145" y="219"/>
                      <a:pt x="1141" y="224"/>
                      <a:pt x="1135" y="224"/>
                    </a:cubicBezTo>
                    <a:moveTo>
                      <a:pt x="1163" y="267"/>
                    </a:moveTo>
                    <a:lnTo>
                      <a:pt x="331" y="267"/>
                    </a:lnTo>
                    <a:cubicBezTo>
                      <a:pt x="326" y="267"/>
                      <a:pt x="321" y="263"/>
                      <a:pt x="321" y="257"/>
                    </a:cubicBezTo>
                    <a:cubicBezTo>
                      <a:pt x="321" y="252"/>
                      <a:pt x="326" y="247"/>
                      <a:pt x="331" y="247"/>
                    </a:cubicBezTo>
                    <a:lnTo>
                      <a:pt x="1163" y="247"/>
                    </a:lnTo>
                    <a:cubicBezTo>
                      <a:pt x="1169" y="247"/>
                      <a:pt x="1174" y="252"/>
                      <a:pt x="1174" y="257"/>
                    </a:cubicBezTo>
                    <a:cubicBezTo>
                      <a:pt x="1174" y="263"/>
                      <a:pt x="1169" y="267"/>
                      <a:pt x="1163" y="267"/>
                    </a:cubicBezTo>
                    <a:moveTo>
                      <a:pt x="1192" y="311"/>
                    </a:moveTo>
                    <a:lnTo>
                      <a:pt x="361" y="311"/>
                    </a:lnTo>
                    <a:cubicBezTo>
                      <a:pt x="355" y="311"/>
                      <a:pt x="350" y="307"/>
                      <a:pt x="350" y="301"/>
                    </a:cubicBezTo>
                    <a:cubicBezTo>
                      <a:pt x="350" y="295"/>
                      <a:pt x="355" y="291"/>
                      <a:pt x="361" y="291"/>
                    </a:cubicBezTo>
                    <a:lnTo>
                      <a:pt x="1192" y="291"/>
                    </a:lnTo>
                    <a:cubicBezTo>
                      <a:pt x="1198" y="291"/>
                      <a:pt x="1202" y="295"/>
                      <a:pt x="1202" y="301"/>
                    </a:cubicBezTo>
                    <a:cubicBezTo>
                      <a:pt x="1202" y="307"/>
                      <a:pt x="1198" y="311"/>
                      <a:pt x="1192" y="311"/>
                    </a:cubicBezTo>
                    <a:moveTo>
                      <a:pt x="1220" y="357"/>
                    </a:moveTo>
                    <a:lnTo>
                      <a:pt x="390" y="354"/>
                    </a:lnTo>
                    <a:cubicBezTo>
                      <a:pt x="384" y="354"/>
                      <a:pt x="380" y="349"/>
                      <a:pt x="380" y="343"/>
                    </a:cubicBezTo>
                    <a:cubicBezTo>
                      <a:pt x="380" y="338"/>
                      <a:pt x="384" y="333"/>
                      <a:pt x="390" y="333"/>
                    </a:cubicBezTo>
                    <a:lnTo>
                      <a:pt x="1220" y="336"/>
                    </a:lnTo>
                    <a:cubicBezTo>
                      <a:pt x="1226" y="336"/>
                      <a:pt x="1230" y="341"/>
                      <a:pt x="1230" y="346"/>
                    </a:cubicBezTo>
                    <a:cubicBezTo>
                      <a:pt x="1230" y="352"/>
                      <a:pt x="1226" y="357"/>
                      <a:pt x="1220" y="357"/>
                    </a:cubicBezTo>
                    <a:moveTo>
                      <a:pt x="1248" y="399"/>
                    </a:moveTo>
                    <a:lnTo>
                      <a:pt x="419" y="399"/>
                    </a:lnTo>
                    <a:cubicBezTo>
                      <a:pt x="414" y="399"/>
                      <a:pt x="409" y="394"/>
                      <a:pt x="409" y="389"/>
                    </a:cubicBezTo>
                    <a:cubicBezTo>
                      <a:pt x="409" y="383"/>
                      <a:pt x="414" y="379"/>
                      <a:pt x="419" y="379"/>
                    </a:cubicBezTo>
                    <a:lnTo>
                      <a:pt x="1248" y="379"/>
                    </a:lnTo>
                    <a:cubicBezTo>
                      <a:pt x="1254" y="379"/>
                      <a:pt x="1259" y="383"/>
                      <a:pt x="1259" y="389"/>
                    </a:cubicBezTo>
                    <a:cubicBezTo>
                      <a:pt x="1259" y="394"/>
                      <a:pt x="1254" y="399"/>
                      <a:pt x="1248" y="39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" name="Google Shape;664;p39">
                <a:extLst>
                  <a:ext uri="{FF2B5EF4-FFF2-40B4-BE49-F238E27FC236}">
                    <a16:creationId xmlns:a16="http://schemas.microsoft.com/office/drawing/2014/main" id="{EC8B26B4-3660-9DE1-87BE-818D15946518}"/>
                  </a:ext>
                </a:extLst>
              </p:cNvPr>
              <p:cNvGrpSpPr/>
              <p:nvPr/>
            </p:nvGrpSpPr>
            <p:grpSpPr>
              <a:xfrm flipH="1">
                <a:off x="6703140" y="2743384"/>
                <a:ext cx="1185476" cy="1434429"/>
                <a:chOff x="3270827" y="3833059"/>
                <a:chExt cx="1185476" cy="1434429"/>
              </a:xfrm>
            </p:grpSpPr>
            <p:sp>
              <p:nvSpPr>
                <p:cNvPr id="21" name="Google Shape;665;p39">
                  <a:extLst>
                    <a:ext uri="{FF2B5EF4-FFF2-40B4-BE49-F238E27FC236}">
                      <a16:creationId xmlns:a16="http://schemas.microsoft.com/office/drawing/2014/main" id="{9B2C89C4-8555-B21D-9777-52F6D640804D}"/>
                    </a:ext>
                  </a:extLst>
                </p:cNvPr>
                <p:cNvSpPr/>
                <p:nvPr/>
              </p:nvSpPr>
              <p:spPr>
                <a:xfrm>
                  <a:off x="3270827" y="3944543"/>
                  <a:ext cx="813110" cy="1322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" h="1780" extrusionOk="0">
                      <a:moveTo>
                        <a:pt x="1093" y="96"/>
                      </a:moveTo>
                      <a:lnTo>
                        <a:pt x="200" y="1779"/>
                      </a:lnTo>
                      <a:lnTo>
                        <a:pt x="164" y="1762"/>
                      </a:lnTo>
                      <a:lnTo>
                        <a:pt x="146" y="1753"/>
                      </a:lnTo>
                      <a:lnTo>
                        <a:pt x="112" y="1737"/>
                      </a:lnTo>
                      <a:lnTo>
                        <a:pt x="93" y="1728"/>
                      </a:lnTo>
                      <a:lnTo>
                        <a:pt x="53" y="1709"/>
                      </a:lnTo>
                      <a:lnTo>
                        <a:pt x="35" y="1700"/>
                      </a:lnTo>
                      <a:lnTo>
                        <a:pt x="0" y="1683"/>
                      </a:lnTo>
                      <a:lnTo>
                        <a:pt x="893" y="0"/>
                      </a:lnTo>
                      <a:lnTo>
                        <a:pt x="930" y="18"/>
                      </a:lnTo>
                      <a:lnTo>
                        <a:pt x="948" y="27"/>
                      </a:lnTo>
                      <a:lnTo>
                        <a:pt x="988" y="46"/>
                      </a:lnTo>
                      <a:lnTo>
                        <a:pt x="1007" y="55"/>
                      </a:lnTo>
                      <a:lnTo>
                        <a:pt x="1041" y="71"/>
                      </a:lnTo>
                      <a:lnTo>
                        <a:pt x="1059" y="80"/>
                      </a:lnTo>
                      <a:lnTo>
                        <a:pt x="1093" y="96"/>
                      </a:ln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2" name="Google Shape;666;p39">
                  <a:extLst>
                    <a:ext uri="{FF2B5EF4-FFF2-40B4-BE49-F238E27FC236}">
                      <a16:creationId xmlns:a16="http://schemas.microsoft.com/office/drawing/2014/main" id="{0678265C-5221-F756-0719-323A41549670}"/>
                    </a:ext>
                  </a:extLst>
                </p:cNvPr>
                <p:cNvSpPr/>
                <p:nvPr/>
              </p:nvSpPr>
              <p:spPr>
                <a:xfrm>
                  <a:off x="3419476" y="3985421"/>
                  <a:ext cx="1036827" cy="128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1725" extrusionOk="0">
                      <a:moveTo>
                        <a:pt x="0" y="1724"/>
                      </a:moveTo>
                      <a:lnTo>
                        <a:pt x="563" y="1683"/>
                      </a:lnTo>
                      <a:lnTo>
                        <a:pt x="1394" y="0"/>
                      </a:lnTo>
                      <a:lnTo>
                        <a:pt x="893" y="41"/>
                      </a:lnTo>
                      <a:lnTo>
                        <a:pt x="0" y="1724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3" name="Google Shape;667;p39">
                  <a:extLst>
                    <a:ext uri="{FF2B5EF4-FFF2-40B4-BE49-F238E27FC236}">
                      <a16:creationId xmlns:a16="http://schemas.microsoft.com/office/drawing/2014/main" id="{96EA7702-A851-485A-CDFB-4F18AE480B00}"/>
                    </a:ext>
                  </a:extLst>
                </p:cNvPr>
                <p:cNvSpPr/>
                <p:nvPr/>
              </p:nvSpPr>
              <p:spPr>
                <a:xfrm>
                  <a:off x="3887721" y="3833059"/>
                  <a:ext cx="558177" cy="2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" h="314" extrusionOk="0">
                      <a:moveTo>
                        <a:pt x="749" y="161"/>
                      </a:moveTo>
                      <a:cubicBezTo>
                        <a:pt x="738" y="85"/>
                        <a:pt x="677" y="24"/>
                        <a:pt x="601" y="14"/>
                      </a:cubicBezTo>
                      <a:cubicBezTo>
                        <a:pt x="576" y="11"/>
                        <a:pt x="551" y="13"/>
                        <a:pt x="529" y="20"/>
                      </a:cubicBezTo>
                      <a:cubicBezTo>
                        <a:pt x="520" y="17"/>
                        <a:pt x="511" y="15"/>
                        <a:pt x="501" y="14"/>
                      </a:cubicBezTo>
                      <a:cubicBezTo>
                        <a:pt x="476" y="11"/>
                        <a:pt x="452" y="14"/>
                        <a:pt x="429" y="20"/>
                      </a:cubicBezTo>
                      <a:cubicBezTo>
                        <a:pt x="420" y="17"/>
                        <a:pt x="411" y="15"/>
                        <a:pt x="402" y="14"/>
                      </a:cubicBezTo>
                      <a:cubicBezTo>
                        <a:pt x="376" y="11"/>
                        <a:pt x="352" y="13"/>
                        <a:pt x="330" y="20"/>
                      </a:cubicBezTo>
                      <a:cubicBezTo>
                        <a:pt x="321" y="18"/>
                        <a:pt x="312" y="15"/>
                        <a:pt x="302" y="14"/>
                      </a:cubicBezTo>
                      <a:cubicBezTo>
                        <a:pt x="277" y="11"/>
                        <a:pt x="252" y="13"/>
                        <a:pt x="230" y="20"/>
                      </a:cubicBezTo>
                      <a:cubicBezTo>
                        <a:pt x="221" y="17"/>
                        <a:pt x="212" y="15"/>
                        <a:pt x="202" y="14"/>
                      </a:cubicBezTo>
                      <a:cubicBezTo>
                        <a:pt x="93" y="0"/>
                        <a:pt x="0" y="90"/>
                        <a:pt x="9" y="199"/>
                      </a:cubicBezTo>
                      <a:cubicBezTo>
                        <a:pt x="10" y="212"/>
                        <a:pt x="13" y="225"/>
                        <a:pt x="17" y="238"/>
                      </a:cubicBezTo>
                      <a:lnTo>
                        <a:pt x="43" y="189"/>
                      </a:lnTo>
                      <a:cubicBezTo>
                        <a:pt x="40" y="112"/>
                        <a:pt x="101" y="49"/>
                        <a:pt x="177" y="47"/>
                      </a:cubicBezTo>
                      <a:cubicBezTo>
                        <a:pt x="144" y="72"/>
                        <a:pt x="120" y="107"/>
                        <a:pt x="112" y="148"/>
                      </a:cubicBezTo>
                      <a:lnTo>
                        <a:pt x="147" y="147"/>
                      </a:lnTo>
                      <a:cubicBezTo>
                        <a:pt x="159" y="106"/>
                        <a:pt x="190" y="72"/>
                        <a:pt x="230" y="57"/>
                      </a:cubicBezTo>
                      <a:cubicBezTo>
                        <a:pt x="238" y="60"/>
                        <a:pt x="245" y="64"/>
                        <a:pt x="253" y="68"/>
                      </a:cubicBezTo>
                      <a:cubicBezTo>
                        <a:pt x="233" y="90"/>
                        <a:pt x="219" y="116"/>
                        <a:pt x="212" y="145"/>
                      </a:cubicBezTo>
                      <a:lnTo>
                        <a:pt x="248" y="143"/>
                      </a:lnTo>
                      <a:cubicBezTo>
                        <a:pt x="254" y="123"/>
                        <a:pt x="265" y="105"/>
                        <a:pt x="279" y="90"/>
                      </a:cubicBezTo>
                      <a:cubicBezTo>
                        <a:pt x="299" y="111"/>
                        <a:pt x="313" y="138"/>
                        <a:pt x="316" y="168"/>
                      </a:cubicBezTo>
                      <a:cubicBezTo>
                        <a:pt x="321" y="212"/>
                        <a:pt x="305" y="253"/>
                        <a:pt x="277" y="281"/>
                      </a:cubicBezTo>
                      <a:cubicBezTo>
                        <a:pt x="271" y="287"/>
                        <a:pt x="270" y="296"/>
                        <a:pt x="275" y="303"/>
                      </a:cubicBezTo>
                      <a:cubicBezTo>
                        <a:pt x="281" y="312"/>
                        <a:pt x="294" y="313"/>
                        <a:pt x="301" y="306"/>
                      </a:cubicBezTo>
                      <a:cubicBezTo>
                        <a:pt x="337" y="270"/>
                        <a:pt x="357" y="218"/>
                        <a:pt x="350" y="161"/>
                      </a:cubicBezTo>
                      <a:cubicBezTo>
                        <a:pt x="349" y="154"/>
                        <a:pt x="348" y="147"/>
                        <a:pt x="346" y="139"/>
                      </a:cubicBezTo>
                      <a:lnTo>
                        <a:pt x="349" y="139"/>
                      </a:lnTo>
                      <a:cubicBezTo>
                        <a:pt x="355" y="121"/>
                        <a:pt x="366" y="104"/>
                        <a:pt x="379" y="90"/>
                      </a:cubicBezTo>
                      <a:cubicBezTo>
                        <a:pt x="392" y="104"/>
                        <a:pt x="402" y="120"/>
                        <a:pt x="408" y="137"/>
                      </a:cubicBezTo>
                      <a:cubicBezTo>
                        <a:pt x="409" y="140"/>
                        <a:pt x="410" y="142"/>
                        <a:pt x="411" y="145"/>
                      </a:cubicBezTo>
                      <a:cubicBezTo>
                        <a:pt x="413" y="153"/>
                        <a:pt x="415" y="160"/>
                        <a:pt x="416" y="168"/>
                      </a:cubicBezTo>
                      <a:cubicBezTo>
                        <a:pt x="418" y="188"/>
                        <a:pt x="416" y="207"/>
                        <a:pt x="411" y="224"/>
                      </a:cubicBezTo>
                      <a:cubicBezTo>
                        <a:pt x="410" y="227"/>
                        <a:pt x="409" y="231"/>
                        <a:pt x="407" y="234"/>
                      </a:cubicBezTo>
                      <a:cubicBezTo>
                        <a:pt x="400" y="252"/>
                        <a:pt x="390" y="268"/>
                        <a:pt x="377" y="281"/>
                      </a:cubicBezTo>
                      <a:cubicBezTo>
                        <a:pt x="371" y="287"/>
                        <a:pt x="370" y="296"/>
                        <a:pt x="374" y="303"/>
                      </a:cubicBezTo>
                      <a:lnTo>
                        <a:pt x="375" y="303"/>
                      </a:lnTo>
                      <a:cubicBezTo>
                        <a:pt x="381" y="312"/>
                        <a:pt x="393" y="313"/>
                        <a:pt x="401" y="306"/>
                      </a:cubicBezTo>
                      <a:cubicBezTo>
                        <a:pt x="421" y="285"/>
                        <a:pt x="436" y="260"/>
                        <a:pt x="445" y="231"/>
                      </a:cubicBezTo>
                      <a:cubicBezTo>
                        <a:pt x="451" y="209"/>
                        <a:pt x="453" y="186"/>
                        <a:pt x="450" y="161"/>
                      </a:cubicBezTo>
                      <a:cubicBezTo>
                        <a:pt x="449" y="156"/>
                        <a:pt x="448" y="150"/>
                        <a:pt x="447" y="145"/>
                      </a:cubicBezTo>
                      <a:cubicBezTo>
                        <a:pt x="446" y="142"/>
                        <a:pt x="445" y="139"/>
                        <a:pt x="444" y="135"/>
                      </a:cubicBezTo>
                      <a:lnTo>
                        <a:pt x="450" y="135"/>
                      </a:lnTo>
                      <a:cubicBezTo>
                        <a:pt x="456" y="118"/>
                        <a:pt x="466" y="103"/>
                        <a:pt x="479" y="90"/>
                      </a:cubicBezTo>
                      <a:cubicBezTo>
                        <a:pt x="490" y="102"/>
                        <a:pt x="500" y="117"/>
                        <a:pt x="506" y="133"/>
                      </a:cubicBezTo>
                      <a:cubicBezTo>
                        <a:pt x="511" y="144"/>
                        <a:pt x="514" y="156"/>
                        <a:pt x="515" y="168"/>
                      </a:cubicBezTo>
                      <a:cubicBezTo>
                        <a:pt x="518" y="188"/>
                        <a:pt x="516" y="208"/>
                        <a:pt x="510" y="226"/>
                      </a:cubicBezTo>
                      <a:cubicBezTo>
                        <a:pt x="503" y="247"/>
                        <a:pt x="492" y="266"/>
                        <a:pt x="476" y="281"/>
                      </a:cubicBezTo>
                      <a:cubicBezTo>
                        <a:pt x="471" y="287"/>
                        <a:pt x="470" y="296"/>
                        <a:pt x="474" y="303"/>
                      </a:cubicBezTo>
                      <a:cubicBezTo>
                        <a:pt x="480" y="312"/>
                        <a:pt x="493" y="313"/>
                        <a:pt x="500" y="306"/>
                      </a:cubicBezTo>
                      <a:cubicBezTo>
                        <a:pt x="523" y="283"/>
                        <a:pt x="539" y="255"/>
                        <a:pt x="546" y="223"/>
                      </a:cubicBezTo>
                      <a:cubicBezTo>
                        <a:pt x="551" y="203"/>
                        <a:pt x="552" y="183"/>
                        <a:pt x="549" y="161"/>
                      </a:cubicBezTo>
                      <a:cubicBezTo>
                        <a:pt x="548" y="151"/>
                        <a:pt x="546" y="141"/>
                        <a:pt x="543" y="132"/>
                      </a:cubicBezTo>
                      <a:cubicBezTo>
                        <a:pt x="535" y="108"/>
                        <a:pt x="522" y="86"/>
                        <a:pt x="505" y="68"/>
                      </a:cubicBezTo>
                      <a:cubicBezTo>
                        <a:pt x="513" y="64"/>
                        <a:pt x="520" y="60"/>
                        <a:pt x="529" y="56"/>
                      </a:cubicBezTo>
                      <a:cubicBezTo>
                        <a:pt x="562" y="70"/>
                        <a:pt x="590" y="96"/>
                        <a:pt x="604" y="130"/>
                      </a:cubicBezTo>
                      <a:cubicBezTo>
                        <a:pt x="610" y="142"/>
                        <a:pt x="613" y="155"/>
                        <a:pt x="615" y="168"/>
                      </a:cubicBezTo>
                      <a:cubicBezTo>
                        <a:pt x="617" y="185"/>
                        <a:pt x="616" y="202"/>
                        <a:pt x="612" y="218"/>
                      </a:cubicBezTo>
                      <a:cubicBezTo>
                        <a:pt x="606" y="242"/>
                        <a:pt x="593" y="264"/>
                        <a:pt x="576" y="281"/>
                      </a:cubicBezTo>
                      <a:cubicBezTo>
                        <a:pt x="570" y="287"/>
                        <a:pt x="569" y="296"/>
                        <a:pt x="574" y="303"/>
                      </a:cubicBezTo>
                      <a:cubicBezTo>
                        <a:pt x="580" y="312"/>
                        <a:pt x="592" y="313"/>
                        <a:pt x="600" y="306"/>
                      </a:cubicBezTo>
                      <a:cubicBezTo>
                        <a:pt x="624" y="281"/>
                        <a:pt x="641" y="250"/>
                        <a:pt x="647" y="215"/>
                      </a:cubicBezTo>
                      <a:cubicBezTo>
                        <a:pt x="651" y="198"/>
                        <a:pt x="651" y="180"/>
                        <a:pt x="649" y="161"/>
                      </a:cubicBezTo>
                      <a:cubicBezTo>
                        <a:pt x="648" y="157"/>
                        <a:pt x="647" y="153"/>
                        <a:pt x="647" y="149"/>
                      </a:cubicBezTo>
                      <a:cubicBezTo>
                        <a:pt x="638" y="108"/>
                        <a:pt x="614" y="72"/>
                        <a:pt x="582" y="47"/>
                      </a:cubicBezTo>
                      <a:cubicBezTo>
                        <a:pt x="585" y="47"/>
                        <a:pt x="589" y="48"/>
                        <a:pt x="592" y="48"/>
                      </a:cubicBezTo>
                      <a:cubicBezTo>
                        <a:pt x="656" y="54"/>
                        <a:pt x="707" y="105"/>
                        <a:pt x="715" y="168"/>
                      </a:cubicBezTo>
                      <a:cubicBezTo>
                        <a:pt x="715" y="173"/>
                        <a:pt x="715" y="178"/>
                        <a:pt x="715" y="182"/>
                      </a:cubicBezTo>
                      <a:cubicBezTo>
                        <a:pt x="715" y="192"/>
                        <a:pt x="715" y="201"/>
                        <a:pt x="713" y="209"/>
                      </a:cubicBezTo>
                      <a:cubicBezTo>
                        <a:pt x="708" y="237"/>
                        <a:pt x="695" y="262"/>
                        <a:pt x="676" y="281"/>
                      </a:cubicBezTo>
                      <a:cubicBezTo>
                        <a:pt x="670" y="287"/>
                        <a:pt x="669" y="296"/>
                        <a:pt x="673" y="303"/>
                      </a:cubicBezTo>
                      <a:cubicBezTo>
                        <a:pt x="679" y="312"/>
                        <a:pt x="692" y="313"/>
                        <a:pt x="700" y="306"/>
                      </a:cubicBezTo>
                      <a:cubicBezTo>
                        <a:pt x="726" y="280"/>
                        <a:pt x="743" y="245"/>
                        <a:pt x="748" y="207"/>
                      </a:cubicBezTo>
                      <a:cubicBezTo>
                        <a:pt x="749" y="204"/>
                        <a:pt x="749" y="201"/>
                        <a:pt x="749" y="198"/>
                      </a:cubicBezTo>
                      <a:cubicBezTo>
                        <a:pt x="750" y="186"/>
                        <a:pt x="750" y="174"/>
                        <a:pt x="749" y="161"/>
                      </a:cubicBezTo>
                      <a:moveTo>
                        <a:pt x="330" y="100"/>
                      </a:moveTo>
                      <a:cubicBezTo>
                        <a:pt x="323" y="89"/>
                        <a:pt x="315" y="78"/>
                        <a:pt x="306" y="68"/>
                      </a:cubicBezTo>
                      <a:cubicBezTo>
                        <a:pt x="314" y="64"/>
                        <a:pt x="321" y="60"/>
                        <a:pt x="330" y="57"/>
                      </a:cubicBezTo>
                      <a:cubicBezTo>
                        <a:pt x="338" y="60"/>
                        <a:pt x="345" y="64"/>
                        <a:pt x="353" y="68"/>
                      </a:cubicBezTo>
                      <a:cubicBezTo>
                        <a:pt x="344" y="78"/>
                        <a:pt x="336" y="88"/>
                        <a:pt x="330" y="100"/>
                      </a:cubicBezTo>
                      <a:moveTo>
                        <a:pt x="429" y="100"/>
                      </a:moveTo>
                      <a:cubicBezTo>
                        <a:pt x="423" y="89"/>
                        <a:pt x="415" y="78"/>
                        <a:pt x="406" y="68"/>
                      </a:cubicBezTo>
                      <a:cubicBezTo>
                        <a:pt x="413" y="64"/>
                        <a:pt x="421" y="60"/>
                        <a:pt x="429" y="56"/>
                      </a:cubicBezTo>
                      <a:cubicBezTo>
                        <a:pt x="437" y="60"/>
                        <a:pt x="445" y="64"/>
                        <a:pt x="452" y="68"/>
                      </a:cubicBezTo>
                      <a:cubicBezTo>
                        <a:pt x="443" y="78"/>
                        <a:pt x="436" y="89"/>
                        <a:pt x="429" y="10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668;p39">
                  <a:extLst>
                    <a:ext uri="{FF2B5EF4-FFF2-40B4-BE49-F238E27FC236}">
                      <a16:creationId xmlns:a16="http://schemas.microsoft.com/office/drawing/2014/main" id="{E1919ADE-2073-97F4-626E-15BCE414E7AF}"/>
                    </a:ext>
                  </a:extLst>
                </p:cNvPr>
                <p:cNvSpPr/>
                <p:nvPr/>
              </p:nvSpPr>
              <p:spPr>
                <a:xfrm>
                  <a:off x="3339949" y="3978732"/>
                  <a:ext cx="680069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9" y="1691"/>
                      </a:lnTo>
                      <a:lnTo>
                        <a:pt x="914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25" name="Google Shape;669;p39">
                  <a:extLst>
                    <a:ext uri="{FF2B5EF4-FFF2-40B4-BE49-F238E27FC236}">
                      <a16:creationId xmlns:a16="http://schemas.microsoft.com/office/drawing/2014/main" id="{628CCF99-9684-8C67-D291-4A51EC836F16}"/>
                    </a:ext>
                  </a:extLst>
                </p:cNvPr>
                <p:cNvSpPr/>
                <p:nvPr/>
              </p:nvSpPr>
              <p:spPr>
                <a:xfrm>
                  <a:off x="3296841" y="3957921"/>
                  <a:ext cx="679326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8" y="1691"/>
                      </a:lnTo>
                      <a:lnTo>
                        <a:pt x="913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</p:grpSp>
        </p:grpSp>
        <p:grpSp>
          <p:nvGrpSpPr>
            <p:cNvPr id="12" name="Google Shape;670;p39">
              <a:extLst>
                <a:ext uri="{FF2B5EF4-FFF2-40B4-BE49-F238E27FC236}">
                  <a16:creationId xmlns:a16="http://schemas.microsoft.com/office/drawing/2014/main" id="{29C4E992-1DB5-2610-6BF5-C12C69421007}"/>
                </a:ext>
              </a:extLst>
            </p:cNvPr>
            <p:cNvGrpSpPr/>
            <p:nvPr/>
          </p:nvGrpSpPr>
          <p:grpSpPr>
            <a:xfrm rot="-8945566">
              <a:off x="8194785" y="87468"/>
              <a:ext cx="1146570" cy="3684282"/>
              <a:chOff x="5762590" y="3480685"/>
              <a:chExt cx="766943" cy="2464422"/>
            </a:xfrm>
          </p:grpSpPr>
          <p:sp>
            <p:nvSpPr>
              <p:cNvPr id="13" name="Google Shape;671;p39">
                <a:extLst>
                  <a:ext uri="{FF2B5EF4-FFF2-40B4-BE49-F238E27FC236}">
                    <a16:creationId xmlns:a16="http://schemas.microsoft.com/office/drawing/2014/main" id="{927ABF83-55E6-2A90-8BDB-892F0D023436}"/>
                  </a:ext>
                </a:extLst>
              </p:cNvPr>
              <p:cNvSpPr/>
              <p:nvPr/>
            </p:nvSpPr>
            <p:spPr>
              <a:xfrm rot="-4499997">
                <a:off x="5105689" y="4815298"/>
                <a:ext cx="2055956" cy="217440"/>
              </a:xfrm>
              <a:custGeom>
                <a:avLst/>
                <a:gdLst/>
                <a:ahLst/>
                <a:cxnLst/>
                <a:rect l="l" t="t" r="r" b="b"/>
                <a:pathLst>
                  <a:path w="5711" h="604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10" y="349"/>
                    </a:lnTo>
                    <a:lnTo>
                      <a:pt x="16" y="603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Google Shape;672;p39">
                <a:extLst>
                  <a:ext uri="{FF2B5EF4-FFF2-40B4-BE49-F238E27FC236}">
                    <a16:creationId xmlns:a16="http://schemas.microsoft.com/office/drawing/2014/main" id="{5476F3C4-32B1-94D1-32AD-DD1E7C27258A}"/>
                  </a:ext>
                </a:extLst>
              </p:cNvPr>
              <p:cNvSpPr/>
              <p:nvPr/>
            </p:nvSpPr>
            <p:spPr>
              <a:xfrm rot="-4499997">
                <a:off x="5107489" y="4854538"/>
                <a:ext cx="2052356" cy="138960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386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00" y="131"/>
                    </a:lnTo>
                    <a:lnTo>
                      <a:pt x="6" y="385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Google Shape;673;p39">
                <a:extLst>
                  <a:ext uri="{FF2B5EF4-FFF2-40B4-BE49-F238E27FC236}">
                    <a16:creationId xmlns:a16="http://schemas.microsoft.com/office/drawing/2014/main" id="{8D0EB0DA-D66E-EC5C-7703-E6CA524F98D7}"/>
                  </a:ext>
                </a:extLst>
              </p:cNvPr>
              <p:cNvSpPr/>
              <p:nvPr/>
            </p:nvSpPr>
            <p:spPr>
              <a:xfrm rot="-4499997">
                <a:off x="6363449" y="3940457"/>
                <a:ext cx="583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07" extrusionOk="0">
                    <a:moveTo>
                      <a:pt x="2" y="77"/>
                    </a:moveTo>
                    <a:cubicBezTo>
                      <a:pt x="2" y="87"/>
                      <a:pt x="9" y="97"/>
                      <a:pt x="21" y="106"/>
                    </a:cubicBezTo>
                    <a:lnTo>
                      <a:pt x="161" y="99"/>
                    </a:lnTo>
                    <a:lnTo>
                      <a:pt x="156" y="0"/>
                    </a:lnTo>
                    <a:cubicBezTo>
                      <a:pt x="66" y="13"/>
                      <a:pt x="0" y="44"/>
                      <a:pt x="2" y="7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74;p39">
                <a:extLst>
                  <a:ext uri="{FF2B5EF4-FFF2-40B4-BE49-F238E27FC236}">
                    <a16:creationId xmlns:a16="http://schemas.microsoft.com/office/drawing/2014/main" id="{BE7E7836-477E-CDBE-D89C-43774E7515DA}"/>
                  </a:ext>
                </a:extLst>
              </p:cNvPr>
              <p:cNvSpPr/>
              <p:nvPr/>
            </p:nvSpPr>
            <p:spPr>
              <a:xfrm rot="-4499997">
                <a:off x="5953247" y="3829229"/>
                <a:ext cx="818638" cy="12636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351" extrusionOk="0">
                    <a:moveTo>
                      <a:pt x="2222" y="78"/>
                    </a:moveTo>
                    <a:lnTo>
                      <a:pt x="1903" y="56"/>
                    </a:lnTo>
                    <a:lnTo>
                      <a:pt x="1064" y="0"/>
                    </a:lnTo>
                    <a:lnTo>
                      <a:pt x="994" y="3"/>
                    </a:lnTo>
                    <a:lnTo>
                      <a:pt x="902" y="7"/>
                    </a:lnTo>
                    <a:lnTo>
                      <a:pt x="0" y="47"/>
                    </a:lnTo>
                    <a:lnTo>
                      <a:pt x="902" y="7"/>
                    </a:lnTo>
                    <a:cubicBezTo>
                      <a:pt x="891" y="16"/>
                      <a:pt x="885" y="26"/>
                      <a:pt x="886" y="37"/>
                    </a:cubicBezTo>
                    <a:cubicBezTo>
                      <a:pt x="887" y="70"/>
                      <a:pt x="955" y="95"/>
                      <a:pt x="1047" y="100"/>
                    </a:cubicBezTo>
                    <a:lnTo>
                      <a:pt x="1047" y="105"/>
                    </a:lnTo>
                    <a:cubicBezTo>
                      <a:pt x="956" y="118"/>
                      <a:pt x="891" y="149"/>
                      <a:pt x="892" y="183"/>
                    </a:cubicBezTo>
                    <a:cubicBezTo>
                      <a:pt x="894" y="216"/>
                      <a:pt x="962" y="241"/>
                      <a:pt x="1053" y="246"/>
                    </a:cubicBezTo>
                    <a:lnTo>
                      <a:pt x="1058" y="350"/>
                    </a:lnTo>
                    <a:lnTo>
                      <a:pt x="1080" y="349"/>
                    </a:lnTo>
                    <a:lnTo>
                      <a:pt x="1910" y="218"/>
                    </a:lnTo>
                    <a:lnTo>
                      <a:pt x="2226" y="168"/>
                    </a:lnTo>
                    <a:cubicBezTo>
                      <a:pt x="2273" y="161"/>
                      <a:pt x="2270" y="81"/>
                      <a:pt x="2222" y="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75;p39">
                <a:extLst>
                  <a:ext uri="{FF2B5EF4-FFF2-40B4-BE49-F238E27FC236}">
                    <a16:creationId xmlns:a16="http://schemas.microsoft.com/office/drawing/2014/main" id="{D8485DF3-288E-5FA8-53F9-DDE92EF3374D}"/>
                  </a:ext>
                </a:extLst>
              </p:cNvPr>
              <p:cNvSpPr/>
              <p:nvPr/>
            </p:nvSpPr>
            <p:spPr>
              <a:xfrm rot="-4499997">
                <a:off x="6371228" y="3528659"/>
                <a:ext cx="1335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63" extrusionOk="0">
                    <a:moveTo>
                      <a:pt x="323" y="112"/>
                    </a:moveTo>
                    <a:lnTo>
                      <a:pt x="7" y="162"/>
                    </a:lnTo>
                    <a:lnTo>
                      <a:pt x="0" y="0"/>
                    </a:lnTo>
                    <a:lnTo>
                      <a:pt x="319" y="22"/>
                    </a:lnTo>
                    <a:cubicBezTo>
                      <a:pt x="367" y="25"/>
                      <a:pt x="370" y="105"/>
                      <a:pt x="323" y="112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382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16;p51">
            <a:extLst>
              <a:ext uri="{FF2B5EF4-FFF2-40B4-BE49-F238E27FC236}">
                <a16:creationId xmlns:a16="http://schemas.microsoft.com/office/drawing/2014/main" id="{B89EA213-8969-30EA-2D1F-58FF762E88E8}"/>
              </a:ext>
            </a:extLst>
          </p:cNvPr>
          <p:cNvSpPr/>
          <p:nvPr/>
        </p:nvSpPr>
        <p:spPr>
          <a:xfrm>
            <a:off x="4210267" y="4388143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017;p51">
            <a:extLst>
              <a:ext uri="{FF2B5EF4-FFF2-40B4-BE49-F238E27FC236}">
                <a16:creationId xmlns:a16="http://schemas.microsoft.com/office/drawing/2014/main" id="{A1E31F46-B2AA-4A83-2EC2-C95F4D304A47}"/>
              </a:ext>
            </a:extLst>
          </p:cNvPr>
          <p:cNvSpPr/>
          <p:nvPr/>
        </p:nvSpPr>
        <p:spPr>
          <a:xfrm>
            <a:off x="2239105" y="1306573"/>
            <a:ext cx="490670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018;p51">
            <a:extLst>
              <a:ext uri="{FF2B5EF4-FFF2-40B4-BE49-F238E27FC236}">
                <a16:creationId xmlns:a16="http://schemas.microsoft.com/office/drawing/2014/main" id="{BDBAD23C-C969-B723-4479-BA5D9D2E57B3}"/>
              </a:ext>
            </a:extLst>
          </p:cNvPr>
          <p:cNvSpPr/>
          <p:nvPr/>
        </p:nvSpPr>
        <p:spPr>
          <a:xfrm>
            <a:off x="4105945" y="4903362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F1E19DB-6325-3938-3C5E-8B40357C8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585" y="1416495"/>
            <a:ext cx="3913744" cy="2806284"/>
          </a:xfrm>
          <a:prstGeom prst="rect">
            <a:avLst/>
          </a:prstGeom>
        </p:spPr>
      </p:pic>
      <p:sp>
        <p:nvSpPr>
          <p:cNvPr id="56" name="Title 1">
            <a:extLst>
              <a:ext uri="{FF2B5EF4-FFF2-40B4-BE49-F238E27FC236}">
                <a16:creationId xmlns:a16="http://schemas.microsoft.com/office/drawing/2014/main" id="{D40AAAED-C84A-3F77-A9ED-466DDF93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7" y="448543"/>
            <a:ext cx="7814400" cy="572700"/>
          </a:xfrm>
        </p:spPr>
        <p:txBody>
          <a:bodyPr/>
          <a:lstStyle/>
          <a:p>
            <a:r>
              <a:rPr lang="en-US" sz="4000" dirty="0"/>
              <a:t>A SINGLE VIEW TO THE CUSTOMER</a:t>
            </a:r>
            <a:endParaRPr lang="en-IN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5"/>
          <p:cNvSpPr/>
          <p:nvPr/>
        </p:nvSpPr>
        <p:spPr>
          <a:xfrm>
            <a:off x="1272950" y="142140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45"/>
          <p:cNvGrpSpPr/>
          <p:nvPr/>
        </p:nvGrpSpPr>
        <p:grpSpPr>
          <a:xfrm>
            <a:off x="-304878" y="2133375"/>
            <a:ext cx="3662487" cy="2905744"/>
            <a:chOff x="-267146" y="1838336"/>
            <a:chExt cx="4034465" cy="3200863"/>
          </a:xfrm>
        </p:grpSpPr>
        <p:grpSp>
          <p:nvGrpSpPr>
            <p:cNvPr id="810" name="Google Shape;810;p45"/>
            <p:cNvGrpSpPr/>
            <p:nvPr/>
          </p:nvGrpSpPr>
          <p:grpSpPr>
            <a:xfrm>
              <a:off x="-267146" y="1838336"/>
              <a:ext cx="1863302" cy="2716116"/>
              <a:chOff x="-320921" y="588692"/>
              <a:chExt cx="1863302" cy="2716116"/>
            </a:xfrm>
          </p:grpSpPr>
          <p:sp>
            <p:nvSpPr>
              <p:cNvPr id="811" name="Google Shape;811;p45"/>
              <p:cNvSpPr/>
              <p:nvPr/>
            </p:nvSpPr>
            <p:spPr>
              <a:xfrm rot="5344918">
                <a:off x="-732925" y="1036511"/>
                <a:ext cx="2687310" cy="1820479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2203" extrusionOk="0">
                    <a:moveTo>
                      <a:pt x="290" y="2202"/>
                    </a:moveTo>
                    <a:cubicBezTo>
                      <a:pt x="177" y="2003"/>
                      <a:pt x="113" y="1776"/>
                      <a:pt x="113" y="1536"/>
                    </a:cubicBezTo>
                    <a:cubicBezTo>
                      <a:pt x="113" y="751"/>
                      <a:pt x="792" y="113"/>
                      <a:pt x="1626" y="113"/>
                    </a:cubicBezTo>
                    <a:cubicBezTo>
                      <a:pt x="2460" y="113"/>
                      <a:pt x="3138" y="751"/>
                      <a:pt x="3138" y="1536"/>
                    </a:cubicBezTo>
                    <a:cubicBezTo>
                      <a:pt x="3138" y="1776"/>
                      <a:pt x="3074" y="2003"/>
                      <a:pt x="2962" y="2202"/>
                    </a:cubicBezTo>
                    <a:lnTo>
                      <a:pt x="3090" y="2202"/>
                    </a:lnTo>
                    <a:cubicBezTo>
                      <a:pt x="3193" y="2001"/>
                      <a:pt x="3251" y="1774"/>
                      <a:pt x="3251" y="1536"/>
                    </a:cubicBezTo>
                    <a:cubicBezTo>
                      <a:pt x="3251" y="689"/>
                      <a:pt x="2522" y="0"/>
                      <a:pt x="1625" y="0"/>
                    </a:cubicBezTo>
                    <a:cubicBezTo>
                      <a:pt x="729" y="0"/>
                      <a:pt x="0" y="689"/>
                      <a:pt x="0" y="1536"/>
                    </a:cubicBezTo>
                    <a:cubicBezTo>
                      <a:pt x="0" y="1774"/>
                      <a:pt x="58" y="2000"/>
                      <a:pt x="161" y="2202"/>
                    </a:cubicBezTo>
                    <a:lnTo>
                      <a:pt x="290" y="2202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5"/>
              <p:cNvSpPr/>
              <p:nvPr/>
            </p:nvSpPr>
            <p:spPr>
              <a:xfrm rot="5344918">
                <a:off x="-684159" y="1081844"/>
                <a:ext cx="2501380" cy="1732058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96" extrusionOk="0">
                    <a:moveTo>
                      <a:pt x="306" y="2095"/>
                    </a:moveTo>
                    <a:cubicBezTo>
                      <a:pt x="183" y="1900"/>
                      <a:pt x="113" y="1672"/>
                      <a:pt x="113" y="1429"/>
                    </a:cubicBezTo>
                    <a:cubicBezTo>
                      <a:pt x="113" y="703"/>
                      <a:pt x="741" y="113"/>
                      <a:pt x="1513" y="113"/>
                    </a:cubicBezTo>
                    <a:cubicBezTo>
                      <a:pt x="2285" y="113"/>
                      <a:pt x="2913" y="703"/>
                      <a:pt x="2913" y="1429"/>
                    </a:cubicBezTo>
                    <a:cubicBezTo>
                      <a:pt x="2913" y="1672"/>
                      <a:pt x="2842" y="1900"/>
                      <a:pt x="2719" y="2095"/>
                    </a:cubicBezTo>
                    <a:lnTo>
                      <a:pt x="2851" y="2095"/>
                    </a:lnTo>
                    <a:cubicBezTo>
                      <a:pt x="2962" y="1896"/>
                      <a:pt x="3026" y="1669"/>
                      <a:pt x="3026" y="1429"/>
                    </a:cubicBezTo>
                    <a:cubicBezTo>
                      <a:pt x="3026" y="641"/>
                      <a:pt x="2347" y="0"/>
                      <a:pt x="1513" y="0"/>
                    </a:cubicBezTo>
                    <a:cubicBezTo>
                      <a:pt x="679" y="0"/>
                      <a:pt x="0" y="641"/>
                      <a:pt x="0" y="1429"/>
                    </a:cubicBezTo>
                    <a:cubicBezTo>
                      <a:pt x="0" y="1669"/>
                      <a:pt x="64" y="1896"/>
                      <a:pt x="175" y="2095"/>
                    </a:cubicBezTo>
                    <a:lnTo>
                      <a:pt x="306" y="209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5"/>
              <p:cNvSpPr/>
              <p:nvPr/>
            </p:nvSpPr>
            <p:spPr>
              <a:xfrm rot="5344918">
                <a:off x="-633339" y="1126770"/>
                <a:ext cx="2310492" cy="1642811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1988" extrusionOk="0">
                    <a:moveTo>
                      <a:pt x="326" y="1987"/>
                    </a:moveTo>
                    <a:cubicBezTo>
                      <a:pt x="191" y="1796"/>
                      <a:pt x="113" y="1567"/>
                      <a:pt x="113" y="1321"/>
                    </a:cubicBezTo>
                    <a:cubicBezTo>
                      <a:pt x="113" y="655"/>
                      <a:pt x="689" y="113"/>
                      <a:pt x="1398" y="113"/>
                    </a:cubicBezTo>
                    <a:cubicBezTo>
                      <a:pt x="2106" y="113"/>
                      <a:pt x="2683" y="655"/>
                      <a:pt x="2683" y="1321"/>
                    </a:cubicBezTo>
                    <a:cubicBezTo>
                      <a:pt x="2683" y="1567"/>
                      <a:pt x="2604" y="1796"/>
                      <a:pt x="2469" y="1987"/>
                    </a:cubicBezTo>
                    <a:lnTo>
                      <a:pt x="2604" y="1987"/>
                    </a:lnTo>
                    <a:cubicBezTo>
                      <a:pt x="2726" y="1791"/>
                      <a:pt x="2795" y="1564"/>
                      <a:pt x="2795" y="1321"/>
                    </a:cubicBezTo>
                    <a:cubicBezTo>
                      <a:pt x="2795" y="592"/>
                      <a:pt x="2168" y="0"/>
                      <a:pt x="1398" y="0"/>
                    </a:cubicBezTo>
                    <a:cubicBezTo>
                      <a:pt x="627" y="0"/>
                      <a:pt x="0" y="592"/>
                      <a:pt x="0" y="1321"/>
                    </a:cubicBezTo>
                    <a:cubicBezTo>
                      <a:pt x="0" y="1564"/>
                      <a:pt x="69" y="1791"/>
                      <a:pt x="191" y="1987"/>
                    </a:cubicBezTo>
                    <a:lnTo>
                      <a:pt x="326" y="198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5"/>
              <p:cNvSpPr/>
              <p:nvPr/>
            </p:nvSpPr>
            <p:spPr>
              <a:xfrm rot="5344918">
                <a:off x="-584992" y="1170850"/>
                <a:ext cx="2127041" cy="1556042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83" extrusionOk="0">
                    <a:moveTo>
                      <a:pt x="352" y="1882"/>
                    </a:moveTo>
                    <a:cubicBezTo>
                      <a:pt x="202" y="1697"/>
                      <a:pt x="113" y="1466"/>
                      <a:pt x="113" y="1216"/>
                    </a:cubicBezTo>
                    <a:cubicBezTo>
                      <a:pt x="113" y="607"/>
                      <a:pt x="639" y="112"/>
                      <a:pt x="1287" y="112"/>
                    </a:cubicBezTo>
                    <a:cubicBezTo>
                      <a:pt x="1934" y="112"/>
                      <a:pt x="2461" y="607"/>
                      <a:pt x="2461" y="1216"/>
                    </a:cubicBezTo>
                    <a:cubicBezTo>
                      <a:pt x="2461" y="1466"/>
                      <a:pt x="2371" y="1697"/>
                      <a:pt x="2221" y="1882"/>
                    </a:cubicBezTo>
                    <a:lnTo>
                      <a:pt x="2362" y="1882"/>
                    </a:lnTo>
                    <a:cubicBezTo>
                      <a:pt x="2496" y="1691"/>
                      <a:pt x="2573" y="1462"/>
                      <a:pt x="2573" y="1216"/>
                    </a:cubicBezTo>
                    <a:cubicBezTo>
                      <a:pt x="2573" y="545"/>
                      <a:pt x="1996" y="0"/>
                      <a:pt x="1286" y="0"/>
                    </a:cubicBezTo>
                    <a:cubicBezTo>
                      <a:pt x="577" y="0"/>
                      <a:pt x="0" y="545"/>
                      <a:pt x="0" y="1216"/>
                    </a:cubicBezTo>
                    <a:cubicBezTo>
                      <a:pt x="0" y="1461"/>
                      <a:pt x="77" y="1691"/>
                      <a:pt x="210" y="1882"/>
                    </a:cubicBezTo>
                    <a:lnTo>
                      <a:pt x="352" y="1882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5" name="Google Shape;815;p45"/>
            <p:cNvSpPr/>
            <p:nvPr/>
          </p:nvSpPr>
          <p:spPr>
            <a:xfrm>
              <a:off x="3124802" y="3060833"/>
              <a:ext cx="377755" cy="280206"/>
            </a:xfrm>
            <a:custGeom>
              <a:avLst/>
              <a:gdLst/>
              <a:ahLst/>
              <a:cxnLst/>
              <a:rect l="l" t="t" r="r" b="b"/>
              <a:pathLst>
                <a:path w="1913" h="1419" extrusionOk="0">
                  <a:moveTo>
                    <a:pt x="377" y="1418"/>
                  </a:moveTo>
                  <a:lnTo>
                    <a:pt x="1535" y="1418"/>
                  </a:lnTo>
                  <a:cubicBezTo>
                    <a:pt x="1764" y="1243"/>
                    <a:pt x="1912" y="968"/>
                    <a:pt x="1912" y="657"/>
                  </a:cubicBezTo>
                  <a:cubicBezTo>
                    <a:pt x="1912" y="403"/>
                    <a:pt x="1812" y="171"/>
                    <a:pt x="1650" y="0"/>
                  </a:cubicBezTo>
                  <a:lnTo>
                    <a:pt x="262" y="0"/>
                  </a:lnTo>
                  <a:cubicBezTo>
                    <a:pt x="100" y="171"/>
                    <a:pt x="0" y="403"/>
                    <a:pt x="0" y="657"/>
                  </a:cubicBezTo>
                  <a:cubicBezTo>
                    <a:pt x="0" y="968"/>
                    <a:pt x="148" y="1243"/>
                    <a:pt x="377" y="141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3046964" y="2594414"/>
              <a:ext cx="522894" cy="569694"/>
            </a:xfrm>
            <a:custGeom>
              <a:avLst/>
              <a:gdLst/>
              <a:ahLst/>
              <a:cxnLst/>
              <a:rect l="l" t="t" r="r" b="b"/>
              <a:pathLst>
                <a:path w="2648" h="2885" extrusionOk="0">
                  <a:moveTo>
                    <a:pt x="2576" y="1649"/>
                  </a:moveTo>
                  <a:cubicBezTo>
                    <a:pt x="2573" y="1686"/>
                    <a:pt x="2566" y="1733"/>
                    <a:pt x="2598" y="1759"/>
                  </a:cubicBezTo>
                  <a:cubicBezTo>
                    <a:pt x="2619" y="1776"/>
                    <a:pt x="2568" y="1782"/>
                    <a:pt x="2558" y="1779"/>
                  </a:cubicBezTo>
                  <a:cubicBezTo>
                    <a:pt x="2463" y="1746"/>
                    <a:pt x="2367" y="1712"/>
                    <a:pt x="2272" y="1678"/>
                  </a:cubicBezTo>
                  <a:cubicBezTo>
                    <a:pt x="2235" y="1665"/>
                    <a:pt x="2198" y="1653"/>
                    <a:pt x="2162" y="1639"/>
                  </a:cubicBezTo>
                  <a:cubicBezTo>
                    <a:pt x="2072" y="1617"/>
                    <a:pt x="1980" y="1598"/>
                    <a:pt x="1894" y="1564"/>
                  </a:cubicBezTo>
                  <a:cubicBezTo>
                    <a:pt x="1822" y="1536"/>
                    <a:pt x="1760" y="1491"/>
                    <a:pt x="1706" y="1437"/>
                  </a:cubicBezTo>
                  <a:cubicBezTo>
                    <a:pt x="1603" y="1332"/>
                    <a:pt x="1530" y="1202"/>
                    <a:pt x="1420" y="1104"/>
                  </a:cubicBezTo>
                  <a:cubicBezTo>
                    <a:pt x="1362" y="1052"/>
                    <a:pt x="1294" y="1022"/>
                    <a:pt x="1225" y="988"/>
                  </a:cubicBezTo>
                  <a:cubicBezTo>
                    <a:pt x="1161" y="955"/>
                    <a:pt x="1098" y="910"/>
                    <a:pt x="1079" y="837"/>
                  </a:cubicBezTo>
                  <a:cubicBezTo>
                    <a:pt x="1059" y="763"/>
                    <a:pt x="1086" y="682"/>
                    <a:pt x="1138" y="628"/>
                  </a:cubicBezTo>
                  <a:cubicBezTo>
                    <a:pt x="1195" y="568"/>
                    <a:pt x="1278" y="537"/>
                    <a:pt x="1359" y="528"/>
                  </a:cubicBezTo>
                  <a:cubicBezTo>
                    <a:pt x="1408" y="522"/>
                    <a:pt x="1457" y="524"/>
                    <a:pt x="1506" y="529"/>
                  </a:cubicBezTo>
                  <a:cubicBezTo>
                    <a:pt x="1517" y="530"/>
                    <a:pt x="1617" y="545"/>
                    <a:pt x="1647" y="552"/>
                  </a:cubicBezTo>
                  <a:cubicBezTo>
                    <a:pt x="1648" y="550"/>
                    <a:pt x="1649" y="548"/>
                    <a:pt x="1649" y="546"/>
                  </a:cubicBezTo>
                  <a:cubicBezTo>
                    <a:pt x="1649" y="541"/>
                    <a:pt x="1649" y="535"/>
                    <a:pt x="1649" y="529"/>
                  </a:cubicBezTo>
                  <a:cubicBezTo>
                    <a:pt x="1649" y="519"/>
                    <a:pt x="1649" y="508"/>
                    <a:pt x="1649" y="497"/>
                  </a:cubicBezTo>
                  <a:cubicBezTo>
                    <a:pt x="1649" y="472"/>
                    <a:pt x="1647" y="448"/>
                    <a:pt x="1645" y="424"/>
                  </a:cubicBezTo>
                  <a:cubicBezTo>
                    <a:pt x="1639" y="375"/>
                    <a:pt x="1628" y="328"/>
                    <a:pt x="1616" y="280"/>
                  </a:cubicBezTo>
                  <a:cubicBezTo>
                    <a:pt x="1597" y="202"/>
                    <a:pt x="1587" y="113"/>
                    <a:pt x="1658" y="57"/>
                  </a:cubicBezTo>
                  <a:cubicBezTo>
                    <a:pt x="1719" y="9"/>
                    <a:pt x="1804" y="0"/>
                    <a:pt x="1878" y="4"/>
                  </a:cubicBezTo>
                  <a:cubicBezTo>
                    <a:pt x="2035" y="14"/>
                    <a:pt x="2187" y="99"/>
                    <a:pt x="2269" y="235"/>
                  </a:cubicBezTo>
                  <a:cubicBezTo>
                    <a:pt x="2360" y="386"/>
                    <a:pt x="2357" y="574"/>
                    <a:pt x="2455" y="722"/>
                  </a:cubicBezTo>
                  <a:cubicBezTo>
                    <a:pt x="2500" y="791"/>
                    <a:pt x="2560" y="850"/>
                    <a:pt x="2599" y="923"/>
                  </a:cubicBezTo>
                  <a:cubicBezTo>
                    <a:pt x="2645" y="1007"/>
                    <a:pt x="2647" y="1100"/>
                    <a:pt x="2635" y="1192"/>
                  </a:cubicBezTo>
                  <a:cubicBezTo>
                    <a:pt x="2622" y="1293"/>
                    <a:pt x="2604" y="1392"/>
                    <a:pt x="2592" y="1493"/>
                  </a:cubicBezTo>
                  <a:cubicBezTo>
                    <a:pt x="2586" y="1545"/>
                    <a:pt x="2581" y="1597"/>
                    <a:pt x="2576" y="1649"/>
                  </a:cubicBezTo>
                  <a:moveTo>
                    <a:pt x="1406" y="1381"/>
                  </a:moveTo>
                  <a:cubicBezTo>
                    <a:pt x="1366" y="1351"/>
                    <a:pt x="1317" y="1331"/>
                    <a:pt x="1270" y="1314"/>
                  </a:cubicBezTo>
                  <a:cubicBezTo>
                    <a:pt x="1184" y="1283"/>
                    <a:pt x="1094" y="1258"/>
                    <a:pt x="1002" y="1258"/>
                  </a:cubicBezTo>
                  <a:cubicBezTo>
                    <a:pt x="910" y="1259"/>
                    <a:pt x="816" y="1288"/>
                    <a:pt x="751" y="1353"/>
                  </a:cubicBezTo>
                  <a:cubicBezTo>
                    <a:pt x="742" y="1237"/>
                    <a:pt x="669" y="1048"/>
                    <a:pt x="537" y="1034"/>
                  </a:cubicBezTo>
                  <a:cubicBezTo>
                    <a:pt x="375" y="1016"/>
                    <a:pt x="239" y="1148"/>
                    <a:pt x="146" y="1265"/>
                  </a:cubicBezTo>
                  <a:cubicBezTo>
                    <a:pt x="59" y="1373"/>
                    <a:pt x="25" y="1465"/>
                    <a:pt x="17" y="1603"/>
                  </a:cubicBezTo>
                  <a:cubicBezTo>
                    <a:pt x="8" y="1754"/>
                    <a:pt x="0" y="1908"/>
                    <a:pt x="34" y="2055"/>
                  </a:cubicBezTo>
                  <a:cubicBezTo>
                    <a:pt x="48" y="2117"/>
                    <a:pt x="70" y="2178"/>
                    <a:pt x="75" y="2241"/>
                  </a:cubicBezTo>
                  <a:cubicBezTo>
                    <a:pt x="85" y="2352"/>
                    <a:pt x="45" y="2461"/>
                    <a:pt x="24" y="2570"/>
                  </a:cubicBezTo>
                  <a:cubicBezTo>
                    <a:pt x="3" y="2679"/>
                    <a:pt x="8" y="2806"/>
                    <a:pt x="88" y="2884"/>
                  </a:cubicBezTo>
                  <a:cubicBezTo>
                    <a:pt x="128" y="2807"/>
                    <a:pt x="189" y="2741"/>
                    <a:pt x="263" y="2695"/>
                  </a:cubicBezTo>
                  <a:cubicBezTo>
                    <a:pt x="313" y="2664"/>
                    <a:pt x="370" y="2642"/>
                    <a:pt x="416" y="2605"/>
                  </a:cubicBezTo>
                  <a:cubicBezTo>
                    <a:pt x="459" y="2572"/>
                    <a:pt x="491" y="2530"/>
                    <a:pt x="532" y="2496"/>
                  </a:cubicBezTo>
                  <a:cubicBezTo>
                    <a:pt x="676" y="2377"/>
                    <a:pt x="892" y="2386"/>
                    <a:pt x="1040" y="2273"/>
                  </a:cubicBezTo>
                  <a:cubicBezTo>
                    <a:pt x="1088" y="2236"/>
                    <a:pt x="1126" y="2188"/>
                    <a:pt x="1164" y="2140"/>
                  </a:cubicBezTo>
                  <a:cubicBezTo>
                    <a:pt x="1259" y="2021"/>
                    <a:pt x="1354" y="1900"/>
                    <a:pt x="1427" y="1767"/>
                  </a:cubicBezTo>
                  <a:cubicBezTo>
                    <a:pt x="1481" y="1669"/>
                    <a:pt x="1522" y="1547"/>
                    <a:pt x="1468" y="1450"/>
                  </a:cubicBezTo>
                  <a:cubicBezTo>
                    <a:pt x="1452" y="1422"/>
                    <a:pt x="1431" y="1400"/>
                    <a:pt x="1406" y="138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3080929" y="2869684"/>
              <a:ext cx="231827" cy="245255"/>
            </a:xfrm>
            <a:custGeom>
              <a:avLst/>
              <a:gdLst/>
              <a:ahLst/>
              <a:cxnLst/>
              <a:rect l="l" t="t" r="r" b="b"/>
              <a:pathLst>
                <a:path w="1174" h="1242" extrusionOk="0">
                  <a:moveTo>
                    <a:pt x="974" y="488"/>
                  </a:moveTo>
                  <a:cubicBezTo>
                    <a:pt x="973" y="468"/>
                    <a:pt x="970" y="447"/>
                    <a:pt x="975" y="427"/>
                  </a:cubicBezTo>
                  <a:cubicBezTo>
                    <a:pt x="991" y="366"/>
                    <a:pt x="1075" y="340"/>
                    <a:pt x="1111" y="291"/>
                  </a:cubicBezTo>
                  <a:cubicBezTo>
                    <a:pt x="1149" y="239"/>
                    <a:pt x="1173" y="163"/>
                    <a:pt x="1141" y="102"/>
                  </a:cubicBezTo>
                  <a:cubicBezTo>
                    <a:pt x="1110" y="43"/>
                    <a:pt x="1035" y="12"/>
                    <a:pt x="971" y="31"/>
                  </a:cubicBezTo>
                  <a:cubicBezTo>
                    <a:pt x="950" y="37"/>
                    <a:pt x="929" y="49"/>
                    <a:pt x="906" y="51"/>
                  </a:cubicBezTo>
                  <a:cubicBezTo>
                    <a:pt x="866" y="56"/>
                    <a:pt x="829" y="30"/>
                    <a:pt x="790" y="20"/>
                  </a:cubicBezTo>
                  <a:cubicBezTo>
                    <a:pt x="716" y="0"/>
                    <a:pt x="640" y="33"/>
                    <a:pt x="571" y="66"/>
                  </a:cubicBezTo>
                  <a:cubicBezTo>
                    <a:pt x="560" y="71"/>
                    <a:pt x="550" y="76"/>
                    <a:pt x="540" y="82"/>
                  </a:cubicBezTo>
                  <a:cubicBezTo>
                    <a:pt x="501" y="135"/>
                    <a:pt x="467" y="193"/>
                    <a:pt x="437" y="251"/>
                  </a:cubicBezTo>
                  <a:cubicBezTo>
                    <a:pt x="341" y="432"/>
                    <a:pt x="257" y="620"/>
                    <a:pt x="176" y="807"/>
                  </a:cubicBezTo>
                  <a:cubicBezTo>
                    <a:pt x="114" y="950"/>
                    <a:pt x="55" y="1095"/>
                    <a:pt x="0" y="1241"/>
                  </a:cubicBezTo>
                  <a:cubicBezTo>
                    <a:pt x="131" y="1117"/>
                    <a:pt x="252" y="1001"/>
                    <a:pt x="438" y="962"/>
                  </a:cubicBezTo>
                  <a:cubicBezTo>
                    <a:pt x="467" y="956"/>
                    <a:pt x="497" y="952"/>
                    <a:pt x="520" y="935"/>
                  </a:cubicBezTo>
                  <a:cubicBezTo>
                    <a:pt x="588" y="886"/>
                    <a:pt x="565" y="767"/>
                    <a:pt x="631" y="716"/>
                  </a:cubicBezTo>
                  <a:cubicBezTo>
                    <a:pt x="678" y="681"/>
                    <a:pt x="744" y="697"/>
                    <a:pt x="802" y="689"/>
                  </a:cubicBezTo>
                  <a:cubicBezTo>
                    <a:pt x="897" y="676"/>
                    <a:pt x="975" y="584"/>
                    <a:pt x="974" y="48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5"/>
            <p:cNvSpPr/>
            <p:nvPr/>
          </p:nvSpPr>
          <p:spPr>
            <a:xfrm>
              <a:off x="3256873" y="3019562"/>
              <a:ext cx="29225" cy="42061"/>
            </a:xfrm>
            <a:custGeom>
              <a:avLst/>
              <a:gdLst/>
              <a:ahLst/>
              <a:cxnLst/>
              <a:rect l="l" t="t" r="r" b="b"/>
              <a:pathLst>
                <a:path w="148" h="213" extrusionOk="0">
                  <a:moveTo>
                    <a:pt x="115" y="58"/>
                  </a:moveTo>
                  <a:cubicBezTo>
                    <a:pt x="108" y="38"/>
                    <a:pt x="100" y="19"/>
                    <a:pt x="91" y="0"/>
                  </a:cubicBezTo>
                  <a:cubicBezTo>
                    <a:pt x="63" y="35"/>
                    <a:pt x="34" y="71"/>
                    <a:pt x="0" y="101"/>
                  </a:cubicBezTo>
                  <a:cubicBezTo>
                    <a:pt x="0" y="102"/>
                    <a:pt x="1" y="103"/>
                    <a:pt x="1" y="104"/>
                  </a:cubicBezTo>
                  <a:cubicBezTo>
                    <a:pt x="7" y="140"/>
                    <a:pt x="9" y="176"/>
                    <a:pt x="11" y="212"/>
                  </a:cubicBezTo>
                  <a:lnTo>
                    <a:pt x="147" y="212"/>
                  </a:lnTo>
                  <a:cubicBezTo>
                    <a:pt x="141" y="160"/>
                    <a:pt x="131" y="109"/>
                    <a:pt x="115" y="5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5"/>
            <p:cNvSpPr/>
            <p:nvPr/>
          </p:nvSpPr>
          <p:spPr>
            <a:xfrm>
              <a:off x="3060392" y="2809582"/>
              <a:ext cx="114136" cy="304890"/>
            </a:xfrm>
            <a:custGeom>
              <a:avLst/>
              <a:gdLst/>
              <a:ahLst/>
              <a:cxnLst/>
              <a:rect l="l" t="t" r="r" b="b"/>
              <a:pathLst>
                <a:path w="578" h="1544" extrusionOk="0">
                  <a:moveTo>
                    <a:pt x="370" y="735"/>
                  </a:moveTo>
                  <a:cubicBezTo>
                    <a:pt x="432" y="603"/>
                    <a:pt x="493" y="467"/>
                    <a:pt x="577" y="346"/>
                  </a:cubicBezTo>
                  <a:cubicBezTo>
                    <a:pt x="562" y="305"/>
                    <a:pt x="556" y="261"/>
                    <a:pt x="547" y="218"/>
                  </a:cubicBezTo>
                  <a:cubicBezTo>
                    <a:pt x="538" y="173"/>
                    <a:pt x="526" y="126"/>
                    <a:pt x="501" y="87"/>
                  </a:cubicBezTo>
                  <a:cubicBezTo>
                    <a:pt x="495" y="77"/>
                    <a:pt x="488" y="68"/>
                    <a:pt x="479" y="59"/>
                  </a:cubicBezTo>
                  <a:cubicBezTo>
                    <a:pt x="425" y="2"/>
                    <a:pt x="365" y="0"/>
                    <a:pt x="309" y="48"/>
                  </a:cubicBezTo>
                  <a:cubicBezTo>
                    <a:pt x="241" y="108"/>
                    <a:pt x="265" y="216"/>
                    <a:pt x="198" y="268"/>
                  </a:cubicBezTo>
                  <a:cubicBezTo>
                    <a:pt x="179" y="282"/>
                    <a:pt x="155" y="287"/>
                    <a:pt x="133" y="298"/>
                  </a:cubicBezTo>
                  <a:cubicBezTo>
                    <a:pt x="72" y="330"/>
                    <a:pt x="45" y="415"/>
                    <a:pt x="78" y="476"/>
                  </a:cubicBezTo>
                  <a:cubicBezTo>
                    <a:pt x="103" y="522"/>
                    <a:pt x="158" y="561"/>
                    <a:pt x="149" y="613"/>
                  </a:cubicBezTo>
                  <a:cubicBezTo>
                    <a:pt x="140" y="667"/>
                    <a:pt x="68" y="691"/>
                    <a:pt x="55" y="744"/>
                  </a:cubicBezTo>
                  <a:cubicBezTo>
                    <a:pt x="37" y="814"/>
                    <a:pt x="131" y="866"/>
                    <a:pt x="137" y="938"/>
                  </a:cubicBezTo>
                  <a:cubicBezTo>
                    <a:pt x="143" y="1012"/>
                    <a:pt x="57" y="1062"/>
                    <a:pt x="44" y="1135"/>
                  </a:cubicBezTo>
                  <a:cubicBezTo>
                    <a:pt x="36" y="1184"/>
                    <a:pt x="63" y="1233"/>
                    <a:pt x="63" y="1283"/>
                  </a:cubicBezTo>
                  <a:cubicBezTo>
                    <a:pt x="65" y="1363"/>
                    <a:pt x="0" y="1436"/>
                    <a:pt x="14" y="1515"/>
                  </a:cubicBezTo>
                  <a:cubicBezTo>
                    <a:pt x="16" y="1525"/>
                    <a:pt x="20" y="1537"/>
                    <a:pt x="28" y="1543"/>
                  </a:cubicBezTo>
                  <a:cubicBezTo>
                    <a:pt x="58" y="1464"/>
                    <a:pt x="88" y="1385"/>
                    <a:pt x="120" y="1306"/>
                  </a:cubicBezTo>
                  <a:cubicBezTo>
                    <a:pt x="198" y="1113"/>
                    <a:pt x="281" y="923"/>
                    <a:pt x="370" y="7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5"/>
            <p:cNvSpPr/>
            <p:nvPr/>
          </p:nvSpPr>
          <p:spPr>
            <a:xfrm>
              <a:off x="3304857" y="2862181"/>
              <a:ext cx="83331" cy="199640"/>
            </a:xfrm>
            <a:custGeom>
              <a:avLst/>
              <a:gdLst/>
              <a:ahLst/>
              <a:cxnLst/>
              <a:rect l="l" t="t" r="r" b="b"/>
              <a:pathLst>
                <a:path w="422" h="1011" extrusionOk="0">
                  <a:moveTo>
                    <a:pt x="400" y="81"/>
                  </a:moveTo>
                  <a:cubicBezTo>
                    <a:pt x="375" y="55"/>
                    <a:pt x="351" y="28"/>
                    <a:pt x="329" y="0"/>
                  </a:cubicBezTo>
                  <a:cubicBezTo>
                    <a:pt x="329" y="47"/>
                    <a:pt x="330" y="94"/>
                    <a:pt x="329" y="141"/>
                  </a:cubicBezTo>
                  <a:cubicBezTo>
                    <a:pt x="326" y="273"/>
                    <a:pt x="305" y="402"/>
                    <a:pt x="215" y="503"/>
                  </a:cubicBezTo>
                  <a:cubicBezTo>
                    <a:pt x="173" y="550"/>
                    <a:pt x="125" y="593"/>
                    <a:pt x="92" y="647"/>
                  </a:cubicBezTo>
                  <a:cubicBezTo>
                    <a:pt x="59" y="702"/>
                    <a:pt x="42" y="765"/>
                    <a:pt x="30" y="827"/>
                  </a:cubicBezTo>
                  <a:cubicBezTo>
                    <a:pt x="18" y="888"/>
                    <a:pt x="8" y="948"/>
                    <a:pt x="0" y="1010"/>
                  </a:cubicBezTo>
                  <a:lnTo>
                    <a:pt x="99" y="1010"/>
                  </a:lnTo>
                  <a:cubicBezTo>
                    <a:pt x="108" y="967"/>
                    <a:pt x="118" y="924"/>
                    <a:pt x="127" y="882"/>
                  </a:cubicBezTo>
                  <a:cubicBezTo>
                    <a:pt x="141" y="815"/>
                    <a:pt x="155" y="747"/>
                    <a:pt x="183" y="685"/>
                  </a:cubicBezTo>
                  <a:cubicBezTo>
                    <a:pt x="209" y="628"/>
                    <a:pt x="250" y="582"/>
                    <a:pt x="290" y="535"/>
                  </a:cubicBezTo>
                  <a:cubicBezTo>
                    <a:pt x="328" y="491"/>
                    <a:pt x="366" y="445"/>
                    <a:pt x="389" y="391"/>
                  </a:cubicBezTo>
                  <a:cubicBezTo>
                    <a:pt x="414" y="331"/>
                    <a:pt x="421" y="266"/>
                    <a:pt x="420" y="202"/>
                  </a:cubicBezTo>
                  <a:cubicBezTo>
                    <a:pt x="420" y="167"/>
                    <a:pt x="419" y="133"/>
                    <a:pt x="418" y="98"/>
                  </a:cubicBezTo>
                  <a:cubicBezTo>
                    <a:pt x="412" y="93"/>
                    <a:pt x="406" y="87"/>
                    <a:pt x="400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5"/>
            <p:cNvSpPr/>
            <p:nvPr/>
          </p:nvSpPr>
          <p:spPr>
            <a:xfrm>
              <a:off x="3273855" y="2709341"/>
              <a:ext cx="266186" cy="210895"/>
            </a:xfrm>
            <a:custGeom>
              <a:avLst/>
              <a:gdLst/>
              <a:ahLst/>
              <a:cxnLst/>
              <a:rect l="l" t="t" r="r" b="b"/>
              <a:pathLst>
                <a:path w="1348" h="1068" extrusionOk="0">
                  <a:moveTo>
                    <a:pt x="1069" y="649"/>
                  </a:moveTo>
                  <a:cubicBezTo>
                    <a:pt x="1011" y="572"/>
                    <a:pt x="961" y="489"/>
                    <a:pt x="906" y="410"/>
                  </a:cubicBezTo>
                  <a:cubicBezTo>
                    <a:pt x="800" y="256"/>
                    <a:pt x="671" y="123"/>
                    <a:pt x="516" y="18"/>
                  </a:cubicBezTo>
                  <a:cubicBezTo>
                    <a:pt x="515" y="17"/>
                    <a:pt x="514" y="16"/>
                    <a:pt x="513" y="15"/>
                  </a:cubicBezTo>
                  <a:cubicBezTo>
                    <a:pt x="454" y="0"/>
                    <a:pt x="388" y="33"/>
                    <a:pt x="326" y="27"/>
                  </a:cubicBezTo>
                  <a:cubicBezTo>
                    <a:pt x="301" y="25"/>
                    <a:pt x="276" y="24"/>
                    <a:pt x="251" y="26"/>
                  </a:cubicBezTo>
                  <a:cubicBezTo>
                    <a:pt x="182" y="32"/>
                    <a:pt x="0" y="97"/>
                    <a:pt x="1" y="181"/>
                  </a:cubicBezTo>
                  <a:cubicBezTo>
                    <a:pt x="2" y="228"/>
                    <a:pt x="40" y="269"/>
                    <a:pt x="84" y="285"/>
                  </a:cubicBezTo>
                  <a:cubicBezTo>
                    <a:pt x="128" y="301"/>
                    <a:pt x="177" y="298"/>
                    <a:pt x="223" y="289"/>
                  </a:cubicBezTo>
                  <a:cubicBezTo>
                    <a:pt x="250" y="283"/>
                    <a:pt x="280" y="277"/>
                    <a:pt x="306" y="288"/>
                  </a:cubicBezTo>
                  <a:cubicBezTo>
                    <a:pt x="338" y="302"/>
                    <a:pt x="354" y="339"/>
                    <a:pt x="384" y="357"/>
                  </a:cubicBezTo>
                  <a:cubicBezTo>
                    <a:pt x="423" y="379"/>
                    <a:pt x="472" y="361"/>
                    <a:pt x="511" y="338"/>
                  </a:cubicBezTo>
                  <a:cubicBezTo>
                    <a:pt x="549" y="315"/>
                    <a:pt x="588" y="286"/>
                    <a:pt x="632" y="285"/>
                  </a:cubicBezTo>
                  <a:cubicBezTo>
                    <a:pt x="677" y="284"/>
                    <a:pt x="725" y="330"/>
                    <a:pt x="704" y="370"/>
                  </a:cubicBezTo>
                  <a:cubicBezTo>
                    <a:pt x="699" y="380"/>
                    <a:pt x="691" y="387"/>
                    <a:pt x="682" y="394"/>
                  </a:cubicBezTo>
                  <a:cubicBezTo>
                    <a:pt x="646" y="421"/>
                    <a:pt x="600" y="430"/>
                    <a:pt x="559" y="447"/>
                  </a:cubicBezTo>
                  <a:cubicBezTo>
                    <a:pt x="517" y="465"/>
                    <a:pt x="476" y="496"/>
                    <a:pt x="470" y="541"/>
                  </a:cubicBezTo>
                  <a:cubicBezTo>
                    <a:pt x="462" y="607"/>
                    <a:pt x="533" y="653"/>
                    <a:pt x="596" y="672"/>
                  </a:cubicBezTo>
                  <a:cubicBezTo>
                    <a:pt x="659" y="690"/>
                    <a:pt x="733" y="703"/>
                    <a:pt x="768" y="758"/>
                  </a:cubicBezTo>
                  <a:cubicBezTo>
                    <a:pt x="780" y="777"/>
                    <a:pt x="786" y="799"/>
                    <a:pt x="800" y="817"/>
                  </a:cubicBezTo>
                  <a:cubicBezTo>
                    <a:pt x="859" y="891"/>
                    <a:pt x="984" y="822"/>
                    <a:pt x="1069" y="862"/>
                  </a:cubicBezTo>
                  <a:cubicBezTo>
                    <a:pt x="1097" y="875"/>
                    <a:pt x="1118" y="898"/>
                    <a:pt x="1140" y="920"/>
                  </a:cubicBezTo>
                  <a:cubicBezTo>
                    <a:pt x="1200" y="980"/>
                    <a:pt x="1270" y="1030"/>
                    <a:pt x="1347" y="1067"/>
                  </a:cubicBezTo>
                  <a:cubicBezTo>
                    <a:pt x="1326" y="986"/>
                    <a:pt x="1280" y="915"/>
                    <a:pt x="1230" y="850"/>
                  </a:cubicBezTo>
                  <a:cubicBezTo>
                    <a:pt x="1178" y="782"/>
                    <a:pt x="1120" y="718"/>
                    <a:pt x="1069" y="64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5"/>
            <p:cNvSpPr/>
            <p:nvPr/>
          </p:nvSpPr>
          <p:spPr>
            <a:xfrm>
              <a:off x="3383845" y="2608435"/>
              <a:ext cx="169032" cy="277837"/>
            </a:xfrm>
            <a:custGeom>
              <a:avLst/>
              <a:gdLst/>
              <a:ahLst/>
              <a:cxnLst/>
              <a:rect l="l" t="t" r="r" b="b"/>
              <a:pathLst>
                <a:path w="856" h="1407" extrusionOk="0">
                  <a:moveTo>
                    <a:pt x="854" y="1046"/>
                  </a:moveTo>
                  <a:cubicBezTo>
                    <a:pt x="852" y="1007"/>
                    <a:pt x="836" y="965"/>
                    <a:pt x="801" y="946"/>
                  </a:cubicBezTo>
                  <a:cubicBezTo>
                    <a:pt x="785" y="937"/>
                    <a:pt x="765" y="934"/>
                    <a:pt x="750" y="924"/>
                  </a:cubicBezTo>
                  <a:cubicBezTo>
                    <a:pt x="724" y="907"/>
                    <a:pt x="712" y="876"/>
                    <a:pt x="695" y="851"/>
                  </a:cubicBezTo>
                  <a:cubicBezTo>
                    <a:pt x="659" y="800"/>
                    <a:pt x="598" y="776"/>
                    <a:pt x="545" y="745"/>
                  </a:cubicBezTo>
                  <a:cubicBezTo>
                    <a:pt x="492" y="714"/>
                    <a:pt x="440" y="662"/>
                    <a:pt x="446" y="601"/>
                  </a:cubicBezTo>
                  <a:cubicBezTo>
                    <a:pt x="452" y="535"/>
                    <a:pt x="523" y="490"/>
                    <a:pt x="531" y="424"/>
                  </a:cubicBezTo>
                  <a:cubicBezTo>
                    <a:pt x="537" y="369"/>
                    <a:pt x="488" y="314"/>
                    <a:pt x="433" y="314"/>
                  </a:cubicBezTo>
                  <a:cubicBezTo>
                    <a:pt x="407" y="314"/>
                    <a:pt x="381" y="324"/>
                    <a:pt x="357" y="316"/>
                  </a:cubicBezTo>
                  <a:cubicBezTo>
                    <a:pt x="324" y="306"/>
                    <a:pt x="308" y="267"/>
                    <a:pt x="307" y="233"/>
                  </a:cubicBezTo>
                  <a:cubicBezTo>
                    <a:pt x="306" y="198"/>
                    <a:pt x="314" y="163"/>
                    <a:pt x="309" y="129"/>
                  </a:cubicBezTo>
                  <a:cubicBezTo>
                    <a:pt x="302" y="74"/>
                    <a:pt x="259" y="27"/>
                    <a:pt x="205" y="14"/>
                  </a:cubicBezTo>
                  <a:cubicBezTo>
                    <a:pt x="152" y="0"/>
                    <a:pt x="92" y="23"/>
                    <a:pt x="60" y="68"/>
                  </a:cubicBezTo>
                  <a:cubicBezTo>
                    <a:pt x="0" y="153"/>
                    <a:pt x="50" y="259"/>
                    <a:pt x="59" y="351"/>
                  </a:cubicBezTo>
                  <a:cubicBezTo>
                    <a:pt x="65" y="410"/>
                    <a:pt x="55" y="473"/>
                    <a:pt x="30" y="528"/>
                  </a:cubicBezTo>
                  <a:cubicBezTo>
                    <a:pt x="110" y="584"/>
                    <a:pt x="185" y="649"/>
                    <a:pt x="253" y="720"/>
                  </a:cubicBezTo>
                  <a:cubicBezTo>
                    <a:pt x="385" y="862"/>
                    <a:pt x="474" y="1033"/>
                    <a:pt x="592" y="1185"/>
                  </a:cubicBezTo>
                  <a:cubicBezTo>
                    <a:pt x="649" y="1258"/>
                    <a:pt x="715" y="1328"/>
                    <a:pt x="768" y="1406"/>
                  </a:cubicBezTo>
                  <a:cubicBezTo>
                    <a:pt x="765" y="1361"/>
                    <a:pt x="771" y="1315"/>
                    <a:pt x="793" y="1260"/>
                  </a:cubicBezTo>
                  <a:cubicBezTo>
                    <a:pt x="811" y="1216"/>
                    <a:pt x="832" y="1172"/>
                    <a:pt x="844" y="1126"/>
                  </a:cubicBezTo>
                  <a:cubicBezTo>
                    <a:pt x="851" y="1100"/>
                    <a:pt x="855" y="1073"/>
                    <a:pt x="854" y="10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5"/>
            <p:cNvSpPr/>
            <p:nvPr/>
          </p:nvSpPr>
          <p:spPr>
            <a:xfrm>
              <a:off x="1695844" y="2603874"/>
              <a:ext cx="950071" cy="746642"/>
            </a:xfrm>
            <a:custGeom>
              <a:avLst/>
              <a:gdLst/>
              <a:ahLst/>
              <a:cxnLst/>
              <a:rect l="l" t="t" r="r" b="b"/>
              <a:pathLst>
                <a:path w="1658" h="1303" extrusionOk="0">
                  <a:moveTo>
                    <a:pt x="1655" y="1201"/>
                  </a:moveTo>
                  <a:cubicBezTo>
                    <a:pt x="1648" y="1165"/>
                    <a:pt x="1639" y="1127"/>
                    <a:pt x="1614" y="1101"/>
                  </a:cubicBezTo>
                  <a:cubicBezTo>
                    <a:pt x="1599" y="1085"/>
                    <a:pt x="1579" y="1075"/>
                    <a:pt x="1559" y="1068"/>
                  </a:cubicBezTo>
                  <a:cubicBezTo>
                    <a:pt x="1490" y="1044"/>
                    <a:pt x="1434" y="1061"/>
                    <a:pt x="1367" y="1080"/>
                  </a:cubicBezTo>
                  <a:cubicBezTo>
                    <a:pt x="1309" y="1096"/>
                    <a:pt x="1255" y="1092"/>
                    <a:pt x="1196" y="1085"/>
                  </a:cubicBezTo>
                  <a:cubicBezTo>
                    <a:pt x="1069" y="1072"/>
                    <a:pt x="943" y="1045"/>
                    <a:pt x="821" y="1005"/>
                  </a:cubicBezTo>
                  <a:cubicBezTo>
                    <a:pt x="814" y="1003"/>
                    <a:pt x="807" y="1000"/>
                    <a:pt x="800" y="998"/>
                  </a:cubicBezTo>
                  <a:cubicBezTo>
                    <a:pt x="764" y="986"/>
                    <a:pt x="727" y="972"/>
                    <a:pt x="690" y="967"/>
                  </a:cubicBezTo>
                  <a:lnTo>
                    <a:pt x="528" y="581"/>
                  </a:lnTo>
                  <a:cubicBezTo>
                    <a:pt x="497" y="507"/>
                    <a:pt x="465" y="433"/>
                    <a:pt x="434" y="359"/>
                  </a:cubicBezTo>
                  <a:cubicBezTo>
                    <a:pt x="409" y="298"/>
                    <a:pt x="390" y="220"/>
                    <a:pt x="342" y="172"/>
                  </a:cubicBezTo>
                  <a:cubicBezTo>
                    <a:pt x="292" y="122"/>
                    <a:pt x="255" y="22"/>
                    <a:pt x="177" y="11"/>
                  </a:cubicBezTo>
                  <a:cubicBezTo>
                    <a:pt x="95" y="0"/>
                    <a:pt x="26" y="51"/>
                    <a:pt x="10" y="133"/>
                  </a:cubicBezTo>
                  <a:cubicBezTo>
                    <a:pt x="0" y="184"/>
                    <a:pt x="10" y="237"/>
                    <a:pt x="21" y="288"/>
                  </a:cubicBezTo>
                  <a:cubicBezTo>
                    <a:pt x="64" y="493"/>
                    <a:pt x="128" y="684"/>
                    <a:pt x="204" y="877"/>
                  </a:cubicBezTo>
                  <a:cubicBezTo>
                    <a:pt x="234" y="952"/>
                    <a:pt x="264" y="1028"/>
                    <a:pt x="307" y="1097"/>
                  </a:cubicBezTo>
                  <a:cubicBezTo>
                    <a:pt x="339" y="1149"/>
                    <a:pt x="380" y="1198"/>
                    <a:pt x="430" y="1234"/>
                  </a:cubicBezTo>
                  <a:cubicBezTo>
                    <a:pt x="459" y="1255"/>
                    <a:pt x="490" y="1264"/>
                    <a:pt x="521" y="1264"/>
                  </a:cubicBezTo>
                  <a:cubicBezTo>
                    <a:pt x="602" y="1283"/>
                    <a:pt x="685" y="1299"/>
                    <a:pt x="768" y="1301"/>
                  </a:cubicBezTo>
                  <a:cubicBezTo>
                    <a:pt x="823" y="1302"/>
                    <a:pt x="879" y="1296"/>
                    <a:pt x="934" y="1291"/>
                  </a:cubicBezTo>
                  <a:cubicBezTo>
                    <a:pt x="1024" y="1282"/>
                    <a:pt x="1113" y="1272"/>
                    <a:pt x="1203" y="1263"/>
                  </a:cubicBezTo>
                  <a:cubicBezTo>
                    <a:pt x="1244" y="1259"/>
                    <a:pt x="1276" y="1276"/>
                    <a:pt x="1317" y="1281"/>
                  </a:cubicBezTo>
                  <a:cubicBezTo>
                    <a:pt x="1358" y="1286"/>
                    <a:pt x="1399" y="1285"/>
                    <a:pt x="1440" y="1280"/>
                  </a:cubicBezTo>
                  <a:cubicBezTo>
                    <a:pt x="1497" y="1273"/>
                    <a:pt x="1562" y="1262"/>
                    <a:pt x="1615" y="1242"/>
                  </a:cubicBezTo>
                  <a:cubicBezTo>
                    <a:pt x="1634" y="1234"/>
                    <a:pt x="1630" y="1225"/>
                    <a:pt x="1648" y="1222"/>
                  </a:cubicBezTo>
                  <a:cubicBezTo>
                    <a:pt x="1657" y="1221"/>
                    <a:pt x="1657" y="1209"/>
                    <a:pt x="1655" y="1201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5"/>
            <p:cNvSpPr/>
            <p:nvPr/>
          </p:nvSpPr>
          <p:spPr>
            <a:xfrm>
              <a:off x="1717619" y="3956196"/>
              <a:ext cx="218895" cy="138097"/>
            </a:xfrm>
            <a:custGeom>
              <a:avLst/>
              <a:gdLst/>
              <a:ahLst/>
              <a:cxnLst/>
              <a:rect l="l" t="t" r="r" b="b"/>
              <a:pathLst>
                <a:path w="382" h="241" extrusionOk="0">
                  <a:moveTo>
                    <a:pt x="0" y="240"/>
                  </a:moveTo>
                  <a:lnTo>
                    <a:pt x="381" y="240"/>
                  </a:lnTo>
                  <a:cubicBezTo>
                    <a:pt x="372" y="190"/>
                    <a:pt x="363" y="139"/>
                    <a:pt x="354" y="89"/>
                  </a:cubicBezTo>
                  <a:cubicBezTo>
                    <a:pt x="287" y="86"/>
                    <a:pt x="220" y="77"/>
                    <a:pt x="153" y="68"/>
                  </a:cubicBezTo>
                  <a:cubicBezTo>
                    <a:pt x="148" y="69"/>
                    <a:pt x="143" y="70"/>
                    <a:pt x="138" y="71"/>
                  </a:cubicBezTo>
                  <a:lnTo>
                    <a:pt x="124" y="0"/>
                  </a:lnTo>
                  <a:lnTo>
                    <a:pt x="40" y="0"/>
                  </a:lnTo>
                  <a:lnTo>
                    <a:pt x="68" y="132"/>
                  </a:lnTo>
                  <a:cubicBezTo>
                    <a:pt x="80" y="186"/>
                    <a:pt x="46" y="240"/>
                    <a:pt x="0" y="240"/>
                  </a:cubicBezTo>
                </a:path>
              </a:pathLst>
            </a:custGeom>
            <a:solidFill>
              <a:srgbClr val="0097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5"/>
            <p:cNvSpPr/>
            <p:nvPr/>
          </p:nvSpPr>
          <p:spPr>
            <a:xfrm>
              <a:off x="942321" y="3510961"/>
              <a:ext cx="1130573" cy="583332"/>
            </a:xfrm>
            <a:custGeom>
              <a:avLst/>
              <a:gdLst/>
              <a:ahLst/>
              <a:cxnLst/>
              <a:rect l="l" t="t" r="r" b="b"/>
              <a:pathLst>
                <a:path w="1973" h="1018" extrusionOk="0">
                  <a:moveTo>
                    <a:pt x="0" y="0"/>
                  </a:moveTo>
                  <a:lnTo>
                    <a:pt x="8" y="37"/>
                  </a:lnTo>
                  <a:lnTo>
                    <a:pt x="312" y="911"/>
                  </a:lnTo>
                  <a:cubicBezTo>
                    <a:pt x="325" y="974"/>
                    <a:pt x="349" y="1017"/>
                    <a:pt x="401" y="1017"/>
                  </a:cubicBezTo>
                  <a:lnTo>
                    <a:pt x="1913" y="1017"/>
                  </a:lnTo>
                  <a:cubicBezTo>
                    <a:pt x="1947" y="1017"/>
                    <a:pt x="1972" y="976"/>
                    <a:pt x="1963" y="935"/>
                  </a:cubicBezTo>
                  <a:lnTo>
                    <a:pt x="1782" y="50"/>
                  </a:lnTo>
                  <a:cubicBezTo>
                    <a:pt x="1777" y="21"/>
                    <a:pt x="1756" y="0"/>
                    <a:pt x="1732" y="0"/>
                  </a:cubicBez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5"/>
            <p:cNvSpPr/>
            <p:nvPr/>
          </p:nvSpPr>
          <p:spPr>
            <a:xfrm>
              <a:off x="946905" y="3531590"/>
              <a:ext cx="1077282" cy="562703"/>
            </a:xfrm>
            <a:custGeom>
              <a:avLst/>
              <a:gdLst/>
              <a:ahLst/>
              <a:cxnLst/>
              <a:rect l="l" t="t" r="r" b="b"/>
              <a:pathLst>
                <a:path w="1880" h="982" extrusionOk="0">
                  <a:moveTo>
                    <a:pt x="326" y="981"/>
                  </a:moveTo>
                  <a:lnTo>
                    <a:pt x="1799" y="981"/>
                  </a:lnTo>
                  <a:cubicBezTo>
                    <a:pt x="1845" y="981"/>
                    <a:pt x="1879" y="927"/>
                    <a:pt x="1868" y="873"/>
                  </a:cubicBezTo>
                  <a:lnTo>
                    <a:pt x="1697" y="65"/>
                  </a:lnTo>
                  <a:cubicBezTo>
                    <a:pt x="1689" y="27"/>
                    <a:pt x="1660" y="0"/>
                    <a:pt x="1628" y="0"/>
                  </a:cubicBezTo>
                  <a:lnTo>
                    <a:pt x="0" y="0"/>
                  </a:lnTo>
                  <a:lnTo>
                    <a:pt x="178" y="840"/>
                  </a:lnTo>
                  <a:cubicBezTo>
                    <a:pt x="196" y="923"/>
                    <a:pt x="257" y="981"/>
                    <a:pt x="326" y="9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485050" y="2836519"/>
              <a:ext cx="1211370" cy="1257773"/>
            </a:xfrm>
            <a:custGeom>
              <a:avLst/>
              <a:gdLst/>
              <a:ahLst/>
              <a:cxnLst/>
              <a:rect l="l" t="t" r="r" b="b"/>
              <a:pathLst>
                <a:path w="2114" h="2195" extrusionOk="0">
                  <a:moveTo>
                    <a:pt x="988" y="614"/>
                  </a:moveTo>
                  <a:cubicBezTo>
                    <a:pt x="1022" y="427"/>
                    <a:pt x="1009" y="225"/>
                    <a:pt x="1027" y="34"/>
                  </a:cubicBezTo>
                  <a:cubicBezTo>
                    <a:pt x="1029" y="23"/>
                    <a:pt x="1029" y="11"/>
                    <a:pt x="1031" y="0"/>
                  </a:cubicBezTo>
                  <a:lnTo>
                    <a:pt x="871" y="0"/>
                  </a:lnTo>
                  <a:lnTo>
                    <a:pt x="858" y="0"/>
                  </a:lnTo>
                  <a:lnTo>
                    <a:pt x="824" y="0"/>
                  </a:lnTo>
                  <a:lnTo>
                    <a:pt x="688" y="0"/>
                  </a:lnTo>
                  <a:lnTo>
                    <a:pt x="675" y="0"/>
                  </a:lnTo>
                  <a:lnTo>
                    <a:pt x="641" y="0"/>
                  </a:lnTo>
                  <a:lnTo>
                    <a:pt x="627" y="0"/>
                  </a:lnTo>
                  <a:lnTo>
                    <a:pt x="505" y="0"/>
                  </a:lnTo>
                  <a:lnTo>
                    <a:pt x="492" y="0"/>
                  </a:lnTo>
                  <a:lnTo>
                    <a:pt x="458" y="0"/>
                  </a:lnTo>
                  <a:lnTo>
                    <a:pt x="444" y="0"/>
                  </a:lnTo>
                  <a:lnTo>
                    <a:pt x="309" y="0"/>
                  </a:lnTo>
                  <a:lnTo>
                    <a:pt x="275" y="0"/>
                  </a:lnTo>
                  <a:lnTo>
                    <a:pt x="261" y="0"/>
                  </a:lnTo>
                  <a:lnTo>
                    <a:pt x="78" y="0"/>
                  </a:lnTo>
                  <a:cubicBezTo>
                    <a:pt x="33" y="0"/>
                    <a:pt x="0" y="42"/>
                    <a:pt x="12" y="86"/>
                  </a:cubicBezTo>
                  <a:lnTo>
                    <a:pt x="344" y="1364"/>
                  </a:lnTo>
                  <a:lnTo>
                    <a:pt x="538" y="2107"/>
                  </a:lnTo>
                  <a:cubicBezTo>
                    <a:pt x="551" y="2158"/>
                    <a:pt x="597" y="2194"/>
                    <a:pt x="649" y="2194"/>
                  </a:cubicBezTo>
                  <a:lnTo>
                    <a:pt x="832" y="2194"/>
                  </a:lnTo>
                  <a:lnTo>
                    <a:pt x="846" y="2194"/>
                  </a:lnTo>
                  <a:lnTo>
                    <a:pt x="1016" y="2194"/>
                  </a:lnTo>
                  <a:lnTo>
                    <a:pt x="1029" y="2194"/>
                  </a:lnTo>
                  <a:lnTo>
                    <a:pt x="1198" y="2194"/>
                  </a:lnTo>
                  <a:lnTo>
                    <a:pt x="1212" y="2194"/>
                  </a:lnTo>
                  <a:lnTo>
                    <a:pt x="1368" y="2194"/>
                  </a:lnTo>
                  <a:lnTo>
                    <a:pt x="1395" y="2194"/>
                  </a:lnTo>
                  <a:lnTo>
                    <a:pt x="1551" y="2194"/>
                  </a:lnTo>
                  <a:lnTo>
                    <a:pt x="1564" y="2194"/>
                  </a:lnTo>
                  <a:lnTo>
                    <a:pt x="1734" y="2194"/>
                  </a:lnTo>
                  <a:lnTo>
                    <a:pt x="1747" y="2194"/>
                  </a:lnTo>
                  <a:lnTo>
                    <a:pt x="1917" y="2194"/>
                  </a:lnTo>
                  <a:lnTo>
                    <a:pt x="1930" y="2194"/>
                  </a:lnTo>
                  <a:lnTo>
                    <a:pt x="2113" y="2194"/>
                  </a:lnTo>
                  <a:lnTo>
                    <a:pt x="1729" y="1364"/>
                  </a:lnTo>
                  <a:lnTo>
                    <a:pt x="1660" y="1213"/>
                  </a:lnTo>
                  <a:lnTo>
                    <a:pt x="893" y="1213"/>
                  </a:lnTo>
                  <a:cubicBezTo>
                    <a:pt x="920" y="1013"/>
                    <a:pt x="952" y="813"/>
                    <a:pt x="988" y="61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5"/>
            <p:cNvSpPr/>
            <p:nvPr/>
          </p:nvSpPr>
          <p:spPr>
            <a:xfrm>
              <a:off x="996758" y="2442856"/>
              <a:ext cx="1027429" cy="1166091"/>
            </a:xfrm>
            <a:custGeom>
              <a:avLst/>
              <a:gdLst/>
              <a:ahLst/>
              <a:cxnLst/>
              <a:rect l="l" t="t" r="r" b="b"/>
              <a:pathLst>
                <a:path w="1793" h="2035" extrusionOk="0">
                  <a:moveTo>
                    <a:pt x="1253" y="1823"/>
                  </a:moveTo>
                  <a:cubicBezTo>
                    <a:pt x="1269" y="1722"/>
                    <a:pt x="1290" y="1622"/>
                    <a:pt x="1323" y="1526"/>
                  </a:cubicBezTo>
                  <a:cubicBezTo>
                    <a:pt x="1367" y="1400"/>
                    <a:pt x="1431" y="1281"/>
                    <a:pt x="1500" y="1166"/>
                  </a:cubicBezTo>
                  <a:cubicBezTo>
                    <a:pt x="1605" y="1108"/>
                    <a:pt x="1707" y="1043"/>
                    <a:pt x="1792" y="958"/>
                  </a:cubicBezTo>
                  <a:cubicBezTo>
                    <a:pt x="1779" y="926"/>
                    <a:pt x="1765" y="894"/>
                    <a:pt x="1752" y="863"/>
                  </a:cubicBezTo>
                  <a:cubicBezTo>
                    <a:pt x="1720" y="789"/>
                    <a:pt x="1689" y="715"/>
                    <a:pt x="1657" y="640"/>
                  </a:cubicBezTo>
                  <a:cubicBezTo>
                    <a:pt x="1656" y="636"/>
                    <a:pt x="1654" y="632"/>
                    <a:pt x="1652" y="627"/>
                  </a:cubicBezTo>
                  <a:cubicBezTo>
                    <a:pt x="1642" y="586"/>
                    <a:pt x="1626" y="548"/>
                    <a:pt x="1606" y="512"/>
                  </a:cubicBezTo>
                  <a:cubicBezTo>
                    <a:pt x="1596" y="493"/>
                    <a:pt x="1585" y="476"/>
                    <a:pt x="1572" y="461"/>
                  </a:cubicBezTo>
                  <a:cubicBezTo>
                    <a:pt x="1557" y="441"/>
                    <a:pt x="1542" y="422"/>
                    <a:pt x="1525" y="404"/>
                  </a:cubicBezTo>
                  <a:cubicBezTo>
                    <a:pt x="1496" y="363"/>
                    <a:pt x="1467" y="318"/>
                    <a:pt x="1424" y="300"/>
                  </a:cubicBezTo>
                  <a:cubicBezTo>
                    <a:pt x="1416" y="292"/>
                    <a:pt x="1408" y="285"/>
                    <a:pt x="1399" y="278"/>
                  </a:cubicBezTo>
                  <a:cubicBezTo>
                    <a:pt x="1341" y="229"/>
                    <a:pt x="1271" y="199"/>
                    <a:pt x="1205" y="163"/>
                  </a:cubicBezTo>
                  <a:cubicBezTo>
                    <a:pt x="1135" y="125"/>
                    <a:pt x="1059" y="99"/>
                    <a:pt x="986" y="68"/>
                  </a:cubicBezTo>
                  <a:cubicBezTo>
                    <a:pt x="891" y="28"/>
                    <a:pt x="794" y="0"/>
                    <a:pt x="692" y="24"/>
                  </a:cubicBezTo>
                  <a:cubicBezTo>
                    <a:pt x="591" y="48"/>
                    <a:pt x="497" y="98"/>
                    <a:pt x="406" y="146"/>
                  </a:cubicBezTo>
                  <a:cubicBezTo>
                    <a:pt x="296" y="204"/>
                    <a:pt x="239" y="277"/>
                    <a:pt x="197" y="394"/>
                  </a:cubicBezTo>
                  <a:cubicBezTo>
                    <a:pt x="159" y="499"/>
                    <a:pt x="145" y="611"/>
                    <a:pt x="135" y="721"/>
                  </a:cubicBezTo>
                  <a:cubicBezTo>
                    <a:pt x="116" y="912"/>
                    <a:pt x="129" y="1114"/>
                    <a:pt x="95" y="1301"/>
                  </a:cubicBezTo>
                  <a:cubicBezTo>
                    <a:pt x="59" y="1500"/>
                    <a:pt x="28" y="1700"/>
                    <a:pt x="0" y="1900"/>
                  </a:cubicBezTo>
                  <a:lnTo>
                    <a:pt x="1087" y="1900"/>
                  </a:lnTo>
                  <a:cubicBezTo>
                    <a:pt x="1119" y="1900"/>
                    <a:pt x="1147" y="1927"/>
                    <a:pt x="1155" y="1965"/>
                  </a:cubicBezTo>
                  <a:lnTo>
                    <a:pt x="1170" y="2034"/>
                  </a:lnTo>
                  <a:cubicBezTo>
                    <a:pt x="1245" y="1980"/>
                    <a:pt x="1238" y="1920"/>
                    <a:pt x="1253" y="182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5"/>
            <p:cNvSpPr/>
            <p:nvPr/>
          </p:nvSpPr>
          <p:spPr>
            <a:xfrm>
              <a:off x="2110138" y="4799679"/>
              <a:ext cx="286511" cy="157007"/>
            </a:xfrm>
            <a:custGeom>
              <a:avLst/>
              <a:gdLst/>
              <a:ahLst/>
              <a:cxnLst/>
              <a:rect l="l" t="t" r="r" b="b"/>
              <a:pathLst>
                <a:path w="500" h="274" extrusionOk="0">
                  <a:moveTo>
                    <a:pt x="51" y="242"/>
                  </a:moveTo>
                  <a:cubicBezTo>
                    <a:pt x="59" y="247"/>
                    <a:pt x="70" y="248"/>
                    <a:pt x="80" y="249"/>
                  </a:cubicBezTo>
                  <a:cubicBezTo>
                    <a:pt x="180" y="259"/>
                    <a:pt x="278" y="270"/>
                    <a:pt x="379" y="272"/>
                  </a:cubicBezTo>
                  <a:cubicBezTo>
                    <a:pt x="403" y="273"/>
                    <a:pt x="426" y="273"/>
                    <a:pt x="449" y="271"/>
                  </a:cubicBezTo>
                  <a:cubicBezTo>
                    <a:pt x="470" y="270"/>
                    <a:pt x="496" y="261"/>
                    <a:pt x="498" y="242"/>
                  </a:cubicBezTo>
                  <a:cubicBezTo>
                    <a:pt x="499" y="230"/>
                    <a:pt x="490" y="219"/>
                    <a:pt x="481" y="211"/>
                  </a:cubicBezTo>
                  <a:cubicBezTo>
                    <a:pt x="437" y="168"/>
                    <a:pt x="407" y="137"/>
                    <a:pt x="387" y="98"/>
                  </a:cubicBezTo>
                  <a:cubicBezTo>
                    <a:pt x="375" y="72"/>
                    <a:pt x="367" y="41"/>
                    <a:pt x="364" y="0"/>
                  </a:cubicBezTo>
                  <a:cubicBezTo>
                    <a:pt x="277" y="6"/>
                    <a:pt x="163" y="10"/>
                    <a:pt x="72" y="14"/>
                  </a:cubicBezTo>
                  <a:cubicBezTo>
                    <a:pt x="57" y="79"/>
                    <a:pt x="0" y="213"/>
                    <a:pt x="51" y="242"/>
                  </a:cubicBezTo>
                </a:path>
              </a:pathLst>
            </a:custGeom>
            <a:solidFill>
              <a:srgbClr val="FFA8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5"/>
            <p:cNvSpPr/>
            <p:nvPr/>
          </p:nvSpPr>
          <p:spPr>
            <a:xfrm>
              <a:off x="2487759" y="4733209"/>
              <a:ext cx="298545" cy="223477"/>
            </a:xfrm>
            <a:custGeom>
              <a:avLst/>
              <a:gdLst/>
              <a:ahLst/>
              <a:cxnLst/>
              <a:rect l="l" t="t" r="r" b="b"/>
              <a:pathLst>
                <a:path w="521" h="390" extrusionOk="0">
                  <a:moveTo>
                    <a:pt x="504" y="325"/>
                  </a:moveTo>
                  <a:cubicBezTo>
                    <a:pt x="488" y="306"/>
                    <a:pt x="463" y="289"/>
                    <a:pt x="451" y="278"/>
                  </a:cubicBezTo>
                  <a:cubicBezTo>
                    <a:pt x="422" y="253"/>
                    <a:pt x="391" y="230"/>
                    <a:pt x="367" y="199"/>
                  </a:cubicBezTo>
                  <a:cubicBezTo>
                    <a:pt x="331" y="151"/>
                    <a:pt x="323" y="97"/>
                    <a:pt x="308" y="41"/>
                  </a:cubicBezTo>
                  <a:cubicBezTo>
                    <a:pt x="305" y="27"/>
                    <a:pt x="302" y="14"/>
                    <a:pt x="299" y="0"/>
                  </a:cubicBezTo>
                  <a:cubicBezTo>
                    <a:pt x="199" y="23"/>
                    <a:pt x="100" y="47"/>
                    <a:pt x="0" y="70"/>
                  </a:cubicBezTo>
                  <a:cubicBezTo>
                    <a:pt x="6" y="95"/>
                    <a:pt x="12" y="119"/>
                    <a:pt x="19" y="143"/>
                  </a:cubicBezTo>
                  <a:cubicBezTo>
                    <a:pt x="31" y="188"/>
                    <a:pt x="50" y="234"/>
                    <a:pt x="57" y="280"/>
                  </a:cubicBezTo>
                  <a:cubicBezTo>
                    <a:pt x="61" y="305"/>
                    <a:pt x="43" y="342"/>
                    <a:pt x="72" y="358"/>
                  </a:cubicBezTo>
                  <a:cubicBezTo>
                    <a:pt x="80" y="363"/>
                    <a:pt x="91" y="364"/>
                    <a:pt x="101" y="365"/>
                  </a:cubicBezTo>
                  <a:cubicBezTo>
                    <a:pt x="201" y="375"/>
                    <a:pt x="299" y="386"/>
                    <a:pt x="400" y="388"/>
                  </a:cubicBezTo>
                  <a:cubicBezTo>
                    <a:pt x="423" y="389"/>
                    <a:pt x="447" y="389"/>
                    <a:pt x="469" y="387"/>
                  </a:cubicBezTo>
                  <a:cubicBezTo>
                    <a:pt x="491" y="386"/>
                    <a:pt x="517" y="377"/>
                    <a:pt x="518" y="358"/>
                  </a:cubicBezTo>
                  <a:cubicBezTo>
                    <a:pt x="520" y="347"/>
                    <a:pt x="513" y="336"/>
                    <a:pt x="504" y="325"/>
                  </a:cubicBezTo>
                </a:path>
              </a:pathLst>
            </a:custGeom>
            <a:solidFill>
              <a:srgbClr val="FFA8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5"/>
            <p:cNvSpPr/>
            <p:nvPr/>
          </p:nvSpPr>
          <p:spPr>
            <a:xfrm>
              <a:off x="1405895" y="1974700"/>
              <a:ext cx="473317" cy="433201"/>
            </a:xfrm>
            <a:custGeom>
              <a:avLst/>
              <a:gdLst/>
              <a:ahLst/>
              <a:cxnLst/>
              <a:rect l="l" t="t" r="r" b="b"/>
              <a:pathLst>
                <a:path w="826" h="756" extrusionOk="0">
                  <a:moveTo>
                    <a:pt x="292" y="564"/>
                  </a:moveTo>
                  <a:cubicBezTo>
                    <a:pt x="305" y="549"/>
                    <a:pt x="319" y="535"/>
                    <a:pt x="338" y="526"/>
                  </a:cubicBezTo>
                  <a:cubicBezTo>
                    <a:pt x="368" y="512"/>
                    <a:pt x="403" y="499"/>
                    <a:pt x="423" y="471"/>
                  </a:cubicBezTo>
                  <a:cubicBezTo>
                    <a:pt x="436" y="453"/>
                    <a:pt x="441" y="431"/>
                    <a:pt x="445" y="410"/>
                  </a:cubicBezTo>
                  <a:cubicBezTo>
                    <a:pt x="453" y="379"/>
                    <a:pt x="459" y="344"/>
                    <a:pt x="470" y="315"/>
                  </a:cubicBezTo>
                  <a:cubicBezTo>
                    <a:pt x="483" y="282"/>
                    <a:pt x="530" y="272"/>
                    <a:pt x="561" y="272"/>
                  </a:cubicBezTo>
                  <a:cubicBezTo>
                    <a:pt x="597" y="272"/>
                    <a:pt x="632" y="283"/>
                    <a:pt x="667" y="292"/>
                  </a:cubicBezTo>
                  <a:cubicBezTo>
                    <a:pt x="683" y="296"/>
                    <a:pt x="699" y="299"/>
                    <a:pt x="715" y="298"/>
                  </a:cubicBezTo>
                  <a:cubicBezTo>
                    <a:pt x="743" y="296"/>
                    <a:pt x="768" y="278"/>
                    <a:pt x="787" y="257"/>
                  </a:cubicBezTo>
                  <a:cubicBezTo>
                    <a:pt x="809" y="233"/>
                    <a:pt x="825" y="195"/>
                    <a:pt x="806" y="168"/>
                  </a:cubicBezTo>
                  <a:cubicBezTo>
                    <a:pt x="796" y="154"/>
                    <a:pt x="779" y="147"/>
                    <a:pt x="762" y="145"/>
                  </a:cubicBezTo>
                  <a:cubicBezTo>
                    <a:pt x="756" y="144"/>
                    <a:pt x="750" y="144"/>
                    <a:pt x="746" y="140"/>
                  </a:cubicBezTo>
                  <a:cubicBezTo>
                    <a:pt x="741" y="137"/>
                    <a:pt x="738" y="132"/>
                    <a:pt x="735" y="127"/>
                  </a:cubicBezTo>
                  <a:cubicBezTo>
                    <a:pt x="723" y="102"/>
                    <a:pt x="706" y="81"/>
                    <a:pt x="683" y="66"/>
                  </a:cubicBezTo>
                  <a:cubicBezTo>
                    <a:pt x="660" y="52"/>
                    <a:pt x="631" y="46"/>
                    <a:pt x="605" y="53"/>
                  </a:cubicBezTo>
                  <a:cubicBezTo>
                    <a:pt x="591" y="57"/>
                    <a:pt x="576" y="65"/>
                    <a:pt x="562" y="62"/>
                  </a:cubicBezTo>
                  <a:cubicBezTo>
                    <a:pt x="546" y="58"/>
                    <a:pt x="537" y="43"/>
                    <a:pt x="526" y="32"/>
                  </a:cubicBezTo>
                  <a:cubicBezTo>
                    <a:pt x="505" y="10"/>
                    <a:pt x="474" y="0"/>
                    <a:pt x="444" y="5"/>
                  </a:cubicBezTo>
                  <a:cubicBezTo>
                    <a:pt x="433" y="7"/>
                    <a:pt x="423" y="11"/>
                    <a:pt x="412" y="13"/>
                  </a:cubicBezTo>
                  <a:cubicBezTo>
                    <a:pt x="357" y="25"/>
                    <a:pt x="301" y="10"/>
                    <a:pt x="245" y="21"/>
                  </a:cubicBezTo>
                  <a:cubicBezTo>
                    <a:pt x="192" y="31"/>
                    <a:pt x="142" y="55"/>
                    <a:pt x="102" y="92"/>
                  </a:cubicBezTo>
                  <a:cubicBezTo>
                    <a:pt x="27" y="160"/>
                    <a:pt x="0" y="257"/>
                    <a:pt x="1" y="356"/>
                  </a:cubicBezTo>
                  <a:cubicBezTo>
                    <a:pt x="1" y="441"/>
                    <a:pt x="19" y="526"/>
                    <a:pt x="23" y="611"/>
                  </a:cubicBezTo>
                  <a:cubicBezTo>
                    <a:pt x="25" y="638"/>
                    <a:pt x="25" y="665"/>
                    <a:pt x="28" y="692"/>
                  </a:cubicBezTo>
                  <a:cubicBezTo>
                    <a:pt x="30" y="709"/>
                    <a:pt x="23" y="742"/>
                    <a:pt x="42" y="751"/>
                  </a:cubicBezTo>
                  <a:cubicBezTo>
                    <a:pt x="52" y="755"/>
                    <a:pt x="64" y="753"/>
                    <a:pt x="75" y="750"/>
                  </a:cubicBezTo>
                  <a:cubicBezTo>
                    <a:pt x="107" y="742"/>
                    <a:pt x="137" y="728"/>
                    <a:pt x="163" y="708"/>
                  </a:cubicBezTo>
                  <a:cubicBezTo>
                    <a:pt x="210" y="673"/>
                    <a:pt x="243" y="624"/>
                    <a:pt x="279" y="579"/>
                  </a:cubicBezTo>
                  <a:cubicBezTo>
                    <a:pt x="284" y="574"/>
                    <a:pt x="288" y="569"/>
                    <a:pt x="292" y="564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5"/>
            <p:cNvSpPr/>
            <p:nvPr/>
          </p:nvSpPr>
          <p:spPr>
            <a:xfrm>
              <a:off x="2687744" y="3380313"/>
              <a:ext cx="1079574" cy="1593562"/>
            </a:xfrm>
            <a:custGeom>
              <a:avLst/>
              <a:gdLst/>
              <a:ahLst/>
              <a:cxnLst/>
              <a:rect l="l" t="t" r="r" b="b"/>
              <a:pathLst>
                <a:path w="1884" h="2781" extrusionOk="0">
                  <a:moveTo>
                    <a:pt x="1828" y="2780"/>
                  </a:moveTo>
                  <a:lnTo>
                    <a:pt x="1403" y="9"/>
                  </a:lnTo>
                  <a:lnTo>
                    <a:pt x="1457" y="0"/>
                  </a:lnTo>
                  <a:lnTo>
                    <a:pt x="1883" y="2780"/>
                  </a:lnTo>
                  <a:lnTo>
                    <a:pt x="1828" y="2780"/>
                  </a:lnTo>
                  <a:moveTo>
                    <a:pt x="55" y="2780"/>
                  </a:moveTo>
                  <a:lnTo>
                    <a:pt x="480" y="9"/>
                  </a:lnTo>
                  <a:lnTo>
                    <a:pt x="426" y="0"/>
                  </a:lnTo>
                  <a:lnTo>
                    <a:pt x="0" y="2780"/>
                  </a:lnTo>
                  <a:lnTo>
                    <a:pt x="55" y="278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833" name="Google Shape;833;p45"/>
            <p:cNvSpPr/>
            <p:nvPr/>
          </p:nvSpPr>
          <p:spPr>
            <a:xfrm>
              <a:off x="2107846" y="4855834"/>
              <a:ext cx="842916" cy="144973"/>
            </a:xfrm>
            <a:custGeom>
              <a:avLst/>
              <a:gdLst/>
              <a:ahLst/>
              <a:cxnLst/>
              <a:rect l="l" t="t" r="r" b="b"/>
              <a:pathLst>
                <a:path w="1471" h="253" extrusionOk="0">
                  <a:moveTo>
                    <a:pt x="1465" y="218"/>
                  </a:moveTo>
                  <a:cubicBezTo>
                    <a:pt x="1460" y="207"/>
                    <a:pt x="1451" y="198"/>
                    <a:pt x="1439" y="191"/>
                  </a:cubicBezTo>
                  <a:cubicBezTo>
                    <a:pt x="1371" y="156"/>
                    <a:pt x="1292" y="143"/>
                    <a:pt x="1225" y="108"/>
                  </a:cubicBezTo>
                  <a:cubicBezTo>
                    <a:pt x="1173" y="81"/>
                    <a:pt x="1129" y="43"/>
                    <a:pt x="1080" y="13"/>
                  </a:cubicBezTo>
                  <a:cubicBezTo>
                    <a:pt x="1060" y="2"/>
                    <a:pt x="1039" y="0"/>
                    <a:pt x="1025" y="9"/>
                  </a:cubicBezTo>
                  <a:cubicBezTo>
                    <a:pt x="1013" y="16"/>
                    <a:pt x="1005" y="30"/>
                    <a:pt x="1005" y="49"/>
                  </a:cubicBezTo>
                  <a:cubicBezTo>
                    <a:pt x="1004" y="74"/>
                    <a:pt x="1018" y="97"/>
                    <a:pt x="1034" y="117"/>
                  </a:cubicBezTo>
                  <a:cubicBezTo>
                    <a:pt x="940" y="95"/>
                    <a:pt x="847" y="73"/>
                    <a:pt x="753" y="51"/>
                  </a:cubicBezTo>
                  <a:cubicBezTo>
                    <a:pt x="744" y="49"/>
                    <a:pt x="736" y="51"/>
                    <a:pt x="728" y="54"/>
                  </a:cubicBezTo>
                  <a:cubicBezTo>
                    <a:pt x="697" y="70"/>
                    <a:pt x="683" y="132"/>
                    <a:pt x="681" y="159"/>
                  </a:cubicBezTo>
                  <a:cubicBezTo>
                    <a:pt x="635" y="143"/>
                    <a:pt x="587" y="130"/>
                    <a:pt x="545" y="108"/>
                  </a:cubicBezTo>
                  <a:cubicBezTo>
                    <a:pt x="493" y="81"/>
                    <a:pt x="449" y="43"/>
                    <a:pt x="400" y="13"/>
                  </a:cubicBezTo>
                  <a:cubicBezTo>
                    <a:pt x="380" y="2"/>
                    <a:pt x="359" y="0"/>
                    <a:pt x="345" y="9"/>
                  </a:cubicBezTo>
                  <a:cubicBezTo>
                    <a:pt x="333" y="17"/>
                    <a:pt x="325" y="30"/>
                    <a:pt x="325" y="50"/>
                  </a:cubicBezTo>
                  <a:cubicBezTo>
                    <a:pt x="324" y="75"/>
                    <a:pt x="338" y="97"/>
                    <a:pt x="354" y="117"/>
                  </a:cubicBezTo>
                  <a:cubicBezTo>
                    <a:pt x="261" y="95"/>
                    <a:pt x="167" y="73"/>
                    <a:pt x="73" y="52"/>
                  </a:cubicBezTo>
                  <a:cubicBezTo>
                    <a:pt x="64" y="49"/>
                    <a:pt x="56" y="51"/>
                    <a:pt x="49" y="54"/>
                  </a:cubicBezTo>
                  <a:cubicBezTo>
                    <a:pt x="17" y="70"/>
                    <a:pt x="3" y="132"/>
                    <a:pt x="1" y="159"/>
                  </a:cubicBezTo>
                  <a:cubicBezTo>
                    <a:pt x="0" y="165"/>
                    <a:pt x="0" y="172"/>
                    <a:pt x="1" y="179"/>
                  </a:cubicBezTo>
                  <a:cubicBezTo>
                    <a:pt x="3" y="186"/>
                    <a:pt x="6" y="192"/>
                    <a:pt x="8" y="198"/>
                  </a:cubicBezTo>
                  <a:cubicBezTo>
                    <a:pt x="10" y="203"/>
                    <a:pt x="11" y="210"/>
                    <a:pt x="11" y="216"/>
                  </a:cubicBezTo>
                  <a:cubicBezTo>
                    <a:pt x="11" y="228"/>
                    <a:pt x="10" y="241"/>
                    <a:pt x="14" y="250"/>
                  </a:cubicBezTo>
                  <a:lnTo>
                    <a:pt x="153" y="250"/>
                  </a:lnTo>
                  <a:cubicBezTo>
                    <a:pt x="155" y="248"/>
                    <a:pt x="158" y="245"/>
                    <a:pt x="161" y="242"/>
                  </a:cubicBezTo>
                  <a:cubicBezTo>
                    <a:pt x="174" y="233"/>
                    <a:pt x="192" y="234"/>
                    <a:pt x="208" y="236"/>
                  </a:cubicBezTo>
                  <a:cubicBezTo>
                    <a:pt x="246" y="241"/>
                    <a:pt x="284" y="246"/>
                    <a:pt x="321" y="251"/>
                  </a:cubicBezTo>
                  <a:lnTo>
                    <a:pt x="784" y="252"/>
                  </a:lnTo>
                  <a:cubicBezTo>
                    <a:pt x="784" y="251"/>
                    <a:pt x="785" y="251"/>
                    <a:pt x="785" y="250"/>
                  </a:cubicBezTo>
                  <a:lnTo>
                    <a:pt x="833" y="250"/>
                  </a:lnTo>
                  <a:cubicBezTo>
                    <a:pt x="835" y="248"/>
                    <a:pt x="838" y="245"/>
                    <a:pt x="841" y="242"/>
                  </a:cubicBezTo>
                  <a:cubicBezTo>
                    <a:pt x="854" y="233"/>
                    <a:pt x="872" y="234"/>
                    <a:pt x="887" y="236"/>
                  </a:cubicBezTo>
                  <a:cubicBezTo>
                    <a:pt x="926" y="241"/>
                    <a:pt x="963" y="246"/>
                    <a:pt x="1001" y="251"/>
                  </a:cubicBezTo>
                  <a:lnTo>
                    <a:pt x="1463" y="252"/>
                  </a:lnTo>
                  <a:cubicBezTo>
                    <a:pt x="1470" y="240"/>
                    <a:pt x="1470" y="229"/>
                    <a:pt x="1465" y="218"/>
                  </a:cubicBezTo>
                </a:path>
              </a:pathLst>
            </a:custGeom>
            <a:solidFill>
              <a:srgbClr val="BA49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5"/>
            <p:cNvSpPr/>
            <p:nvPr/>
          </p:nvSpPr>
          <p:spPr>
            <a:xfrm>
              <a:off x="2341066" y="4898238"/>
              <a:ext cx="85380" cy="62459"/>
            </a:xfrm>
            <a:custGeom>
              <a:avLst/>
              <a:gdLst/>
              <a:ahLst/>
              <a:cxnLst/>
              <a:rect l="l" t="t" r="r" b="b"/>
              <a:pathLst>
                <a:path w="149" h="109" extrusionOk="0">
                  <a:moveTo>
                    <a:pt x="26" y="106"/>
                  </a:moveTo>
                  <a:cubicBezTo>
                    <a:pt x="37" y="108"/>
                    <a:pt x="53" y="106"/>
                    <a:pt x="60" y="97"/>
                  </a:cubicBezTo>
                  <a:cubicBezTo>
                    <a:pt x="81" y="68"/>
                    <a:pt x="108" y="44"/>
                    <a:pt x="138" y="22"/>
                  </a:cubicBezTo>
                  <a:cubicBezTo>
                    <a:pt x="148" y="15"/>
                    <a:pt x="136" y="6"/>
                    <a:pt x="128" y="4"/>
                  </a:cubicBezTo>
                  <a:cubicBezTo>
                    <a:pt x="116" y="0"/>
                    <a:pt x="100" y="1"/>
                    <a:pt x="90" y="9"/>
                  </a:cubicBezTo>
                  <a:cubicBezTo>
                    <a:pt x="58" y="32"/>
                    <a:pt x="30" y="59"/>
                    <a:pt x="7" y="90"/>
                  </a:cubicBezTo>
                  <a:cubicBezTo>
                    <a:pt x="0" y="99"/>
                    <a:pt x="19" y="105"/>
                    <a:pt x="26" y="106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2113577" y="4928608"/>
              <a:ext cx="836613" cy="75065"/>
            </a:xfrm>
            <a:custGeom>
              <a:avLst/>
              <a:gdLst/>
              <a:ahLst/>
              <a:cxnLst/>
              <a:rect l="l" t="t" r="r" b="b"/>
              <a:pathLst>
                <a:path w="1460" h="131" extrusionOk="0">
                  <a:moveTo>
                    <a:pt x="1458" y="102"/>
                  </a:moveTo>
                  <a:cubicBezTo>
                    <a:pt x="1458" y="100"/>
                    <a:pt x="1458" y="98"/>
                    <a:pt x="1457" y="96"/>
                  </a:cubicBezTo>
                  <a:cubicBezTo>
                    <a:pt x="1456" y="94"/>
                    <a:pt x="1456" y="92"/>
                    <a:pt x="1454" y="92"/>
                  </a:cubicBezTo>
                  <a:lnTo>
                    <a:pt x="1454" y="91"/>
                  </a:lnTo>
                  <a:lnTo>
                    <a:pt x="1452" y="91"/>
                  </a:lnTo>
                  <a:lnTo>
                    <a:pt x="1450" y="91"/>
                  </a:lnTo>
                  <a:lnTo>
                    <a:pt x="1447" y="91"/>
                  </a:lnTo>
                  <a:lnTo>
                    <a:pt x="1444" y="91"/>
                  </a:lnTo>
                  <a:lnTo>
                    <a:pt x="1440" y="91"/>
                  </a:lnTo>
                  <a:lnTo>
                    <a:pt x="1436" y="91"/>
                  </a:lnTo>
                  <a:lnTo>
                    <a:pt x="1431" y="91"/>
                  </a:lnTo>
                  <a:lnTo>
                    <a:pt x="1426" y="91"/>
                  </a:lnTo>
                  <a:lnTo>
                    <a:pt x="1421" y="91"/>
                  </a:lnTo>
                  <a:lnTo>
                    <a:pt x="1414" y="91"/>
                  </a:lnTo>
                  <a:lnTo>
                    <a:pt x="1408" y="91"/>
                  </a:lnTo>
                  <a:lnTo>
                    <a:pt x="1401" y="91"/>
                  </a:lnTo>
                  <a:lnTo>
                    <a:pt x="1394" y="91"/>
                  </a:lnTo>
                  <a:lnTo>
                    <a:pt x="1386" y="91"/>
                  </a:lnTo>
                  <a:lnTo>
                    <a:pt x="1377" y="91"/>
                  </a:lnTo>
                  <a:lnTo>
                    <a:pt x="1369" y="91"/>
                  </a:lnTo>
                  <a:lnTo>
                    <a:pt x="1360" y="91"/>
                  </a:lnTo>
                  <a:lnTo>
                    <a:pt x="1351" y="91"/>
                  </a:lnTo>
                  <a:lnTo>
                    <a:pt x="1341" y="91"/>
                  </a:lnTo>
                  <a:lnTo>
                    <a:pt x="1331" y="91"/>
                  </a:lnTo>
                  <a:lnTo>
                    <a:pt x="1321" y="91"/>
                  </a:lnTo>
                  <a:lnTo>
                    <a:pt x="1310" y="91"/>
                  </a:lnTo>
                  <a:lnTo>
                    <a:pt x="1300" y="91"/>
                  </a:lnTo>
                  <a:lnTo>
                    <a:pt x="1288" y="91"/>
                  </a:lnTo>
                  <a:lnTo>
                    <a:pt x="1277" y="91"/>
                  </a:lnTo>
                  <a:lnTo>
                    <a:pt x="1265" y="91"/>
                  </a:lnTo>
                  <a:lnTo>
                    <a:pt x="1254" y="91"/>
                  </a:lnTo>
                  <a:lnTo>
                    <a:pt x="1242" y="91"/>
                  </a:lnTo>
                  <a:lnTo>
                    <a:pt x="1229" y="91"/>
                  </a:lnTo>
                  <a:lnTo>
                    <a:pt x="1217" y="91"/>
                  </a:lnTo>
                  <a:lnTo>
                    <a:pt x="1204" y="91"/>
                  </a:lnTo>
                  <a:lnTo>
                    <a:pt x="1192" y="91"/>
                  </a:lnTo>
                  <a:lnTo>
                    <a:pt x="1179" y="91"/>
                  </a:lnTo>
                  <a:lnTo>
                    <a:pt x="1166" y="91"/>
                  </a:lnTo>
                  <a:lnTo>
                    <a:pt x="1153" y="91"/>
                  </a:lnTo>
                  <a:lnTo>
                    <a:pt x="1140" y="91"/>
                  </a:lnTo>
                  <a:lnTo>
                    <a:pt x="1126" y="91"/>
                  </a:lnTo>
                  <a:lnTo>
                    <a:pt x="1113" y="91"/>
                  </a:lnTo>
                  <a:lnTo>
                    <a:pt x="1100" y="91"/>
                  </a:lnTo>
                  <a:lnTo>
                    <a:pt x="1087" y="91"/>
                  </a:lnTo>
                  <a:lnTo>
                    <a:pt x="1073" y="91"/>
                  </a:lnTo>
                  <a:lnTo>
                    <a:pt x="1060" y="91"/>
                  </a:lnTo>
                  <a:lnTo>
                    <a:pt x="1046" y="91"/>
                  </a:lnTo>
                  <a:lnTo>
                    <a:pt x="1033" y="91"/>
                  </a:lnTo>
                  <a:lnTo>
                    <a:pt x="1020" y="91"/>
                  </a:lnTo>
                  <a:lnTo>
                    <a:pt x="1007" y="91"/>
                  </a:lnTo>
                  <a:lnTo>
                    <a:pt x="993" y="91"/>
                  </a:lnTo>
                  <a:lnTo>
                    <a:pt x="980" y="91"/>
                  </a:lnTo>
                  <a:lnTo>
                    <a:pt x="967" y="91"/>
                  </a:lnTo>
                  <a:lnTo>
                    <a:pt x="954" y="91"/>
                  </a:lnTo>
                  <a:lnTo>
                    <a:pt x="941" y="91"/>
                  </a:lnTo>
                  <a:lnTo>
                    <a:pt x="929" y="91"/>
                  </a:lnTo>
                  <a:lnTo>
                    <a:pt x="916" y="91"/>
                  </a:lnTo>
                  <a:lnTo>
                    <a:pt x="904" y="91"/>
                  </a:lnTo>
                  <a:lnTo>
                    <a:pt x="892" y="91"/>
                  </a:lnTo>
                  <a:lnTo>
                    <a:pt x="879" y="91"/>
                  </a:lnTo>
                  <a:lnTo>
                    <a:pt x="868" y="91"/>
                  </a:lnTo>
                  <a:lnTo>
                    <a:pt x="866" y="91"/>
                  </a:lnTo>
                  <a:cubicBezTo>
                    <a:pt x="851" y="69"/>
                    <a:pt x="823" y="59"/>
                    <a:pt x="799" y="49"/>
                  </a:cubicBezTo>
                  <a:cubicBezTo>
                    <a:pt x="764" y="35"/>
                    <a:pt x="730" y="19"/>
                    <a:pt x="697" y="1"/>
                  </a:cubicBezTo>
                  <a:cubicBezTo>
                    <a:pt x="691" y="0"/>
                    <a:pt x="683" y="0"/>
                    <a:pt x="678" y="1"/>
                  </a:cubicBezTo>
                  <a:cubicBezTo>
                    <a:pt x="674" y="4"/>
                    <a:pt x="673" y="8"/>
                    <a:pt x="678" y="11"/>
                  </a:cubicBezTo>
                  <a:cubicBezTo>
                    <a:pt x="710" y="27"/>
                    <a:pt x="742" y="43"/>
                    <a:pt x="775" y="56"/>
                  </a:cubicBezTo>
                  <a:cubicBezTo>
                    <a:pt x="797" y="65"/>
                    <a:pt x="823" y="72"/>
                    <a:pt x="838" y="91"/>
                  </a:cubicBezTo>
                  <a:lnTo>
                    <a:pt x="834" y="91"/>
                  </a:lnTo>
                  <a:lnTo>
                    <a:pt x="823" y="91"/>
                  </a:lnTo>
                  <a:lnTo>
                    <a:pt x="812" y="91"/>
                  </a:lnTo>
                  <a:lnTo>
                    <a:pt x="802" y="91"/>
                  </a:lnTo>
                  <a:lnTo>
                    <a:pt x="792" y="91"/>
                  </a:lnTo>
                  <a:lnTo>
                    <a:pt x="783" y="91"/>
                  </a:lnTo>
                  <a:lnTo>
                    <a:pt x="773" y="91"/>
                  </a:lnTo>
                  <a:lnTo>
                    <a:pt x="764" y="91"/>
                  </a:lnTo>
                  <a:lnTo>
                    <a:pt x="756" y="91"/>
                  </a:lnTo>
                  <a:lnTo>
                    <a:pt x="748" y="91"/>
                  </a:lnTo>
                  <a:lnTo>
                    <a:pt x="740" y="91"/>
                  </a:lnTo>
                  <a:lnTo>
                    <a:pt x="733" y="91"/>
                  </a:lnTo>
                  <a:lnTo>
                    <a:pt x="726" y="91"/>
                  </a:lnTo>
                  <a:lnTo>
                    <a:pt x="719" y="91"/>
                  </a:lnTo>
                  <a:lnTo>
                    <a:pt x="713" y="91"/>
                  </a:lnTo>
                  <a:lnTo>
                    <a:pt x="707" y="91"/>
                  </a:lnTo>
                  <a:lnTo>
                    <a:pt x="702" y="91"/>
                  </a:lnTo>
                  <a:lnTo>
                    <a:pt x="698" y="91"/>
                  </a:lnTo>
                  <a:lnTo>
                    <a:pt x="694" y="91"/>
                  </a:lnTo>
                  <a:lnTo>
                    <a:pt x="690" y="91"/>
                  </a:lnTo>
                  <a:lnTo>
                    <a:pt x="687" y="91"/>
                  </a:lnTo>
                  <a:lnTo>
                    <a:pt x="685" y="91"/>
                  </a:lnTo>
                  <a:lnTo>
                    <a:pt x="683" y="91"/>
                  </a:lnTo>
                  <a:lnTo>
                    <a:pt x="681" y="91"/>
                  </a:lnTo>
                  <a:lnTo>
                    <a:pt x="680" y="91"/>
                  </a:lnTo>
                  <a:lnTo>
                    <a:pt x="680" y="94"/>
                  </a:lnTo>
                  <a:lnTo>
                    <a:pt x="671" y="94"/>
                  </a:lnTo>
                  <a:lnTo>
                    <a:pt x="661" y="94"/>
                  </a:lnTo>
                  <a:lnTo>
                    <a:pt x="651" y="94"/>
                  </a:lnTo>
                  <a:lnTo>
                    <a:pt x="641" y="94"/>
                  </a:lnTo>
                  <a:lnTo>
                    <a:pt x="630" y="94"/>
                  </a:lnTo>
                  <a:lnTo>
                    <a:pt x="619" y="94"/>
                  </a:lnTo>
                  <a:lnTo>
                    <a:pt x="608" y="94"/>
                  </a:lnTo>
                  <a:lnTo>
                    <a:pt x="597" y="94"/>
                  </a:lnTo>
                  <a:lnTo>
                    <a:pt x="585" y="94"/>
                  </a:lnTo>
                  <a:lnTo>
                    <a:pt x="574" y="94"/>
                  </a:lnTo>
                  <a:lnTo>
                    <a:pt x="561" y="94"/>
                  </a:lnTo>
                  <a:lnTo>
                    <a:pt x="549" y="94"/>
                  </a:lnTo>
                  <a:lnTo>
                    <a:pt x="537" y="94"/>
                  </a:lnTo>
                  <a:lnTo>
                    <a:pt x="524" y="94"/>
                  </a:lnTo>
                  <a:lnTo>
                    <a:pt x="512" y="94"/>
                  </a:lnTo>
                  <a:lnTo>
                    <a:pt x="499" y="94"/>
                  </a:lnTo>
                  <a:lnTo>
                    <a:pt x="486" y="94"/>
                  </a:lnTo>
                  <a:lnTo>
                    <a:pt x="473" y="94"/>
                  </a:lnTo>
                  <a:lnTo>
                    <a:pt x="460" y="94"/>
                  </a:lnTo>
                  <a:lnTo>
                    <a:pt x="446" y="94"/>
                  </a:lnTo>
                  <a:lnTo>
                    <a:pt x="433" y="94"/>
                  </a:lnTo>
                  <a:lnTo>
                    <a:pt x="420" y="94"/>
                  </a:lnTo>
                  <a:lnTo>
                    <a:pt x="407" y="94"/>
                  </a:lnTo>
                  <a:lnTo>
                    <a:pt x="393" y="94"/>
                  </a:lnTo>
                  <a:lnTo>
                    <a:pt x="380" y="94"/>
                  </a:lnTo>
                  <a:lnTo>
                    <a:pt x="366" y="94"/>
                  </a:lnTo>
                  <a:lnTo>
                    <a:pt x="353" y="94"/>
                  </a:lnTo>
                  <a:lnTo>
                    <a:pt x="340" y="94"/>
                  </a:lnTo>
                  <a:lnTo>
                    <a:pt x="326" y="94"/>
                  </a:lnTo>
                  <a:lnTo>
                    <a:pt x="313" y="94"/>
                  </a:lnTo>
                  <a:lnTo>
                    <a:pt x="300" y="94"/>
                  </a:lnTo>
                  <a:lnTo>
                    <a:pt x="287" y="94"/>
                  </a:lnTo>
                  <a:lnTo>
                    <a:pt x="274" y="94"/>
                  </a:lnTo>
                  <a:lnTo>
                    <a:pt x="261" y="94"/>
                  </a:lnTo>
                  <a:lnTo>
                    <a:pt x="248" y="94"/>
                  </a:lnTo>
                  <a:lnTo>
                    <a:pt x="236" y="94"/>
                  </a:lnTo>
                  <a:lnTo>
                    <a:pt x="224" y="94"/>
                  </a:lnTo>
                  <a:lnTo>
                    <a:pt x="211" y="94"/>
                  </a:lnTo>
                  <a:lnTo>
                    <a:pt x="199" y="94"/>
                  </a:lnTo>
                  <a:lnTo>
                    <a:pt x="188" y="94"/>
                  </a:lnTo>
                  <a:lnTo>
                    <a:pt x="176" y="94"/>
                  </a:lnTo>
                  <a:lnTo>
                    <a:pt x="165" y="94"/>
                  </a:lnTo>
                  <a:lnTo>
                    <a:pt x="154" y="94"/>
                  </a:lnTo>
                  <a:lnTo>
                    <a:pt x="143" y="94"/>
                  </a:lnTo>
                  <a:lnTo>
                    <a:pt x="132" y="94"/>
                  </a:lnTo>
                  <a:lnTo>
                    <a:pt x="122" y="94"/>
                  </a:lnTo>
                  <a:lnTo>
                    <a:pt x="112" y="94"/>
                  </a:lnTo>
                  <a:lnTo>
                    <a:pt x="102" y="94"/>
                  </a:lnTo>
                  <a:lnTo>
                    <a:pt x="93" y="94"/>
                  </a:lnTo>
                  <a:lnTo>
                    <a:pt x="84" y="94"/>
                  </a:lnTo>
                  <a:lnTo>
                    <a:pt x="76" y="94"/>
                  </a:lnTo>
                  <a:lnTo>
                    <a:pt x="68" y="94"/>
                  </a:lnTo>
                  <a:lnTo>
                    <a:pt x="60" y="94"/>
                  </a:lnTo>
                  <a:lnTo>
                    <a:pt x="53" y="94"/>
                  </a:lnTo>
                  <a:lnTo>
                    <a:pt x="45" y="94"/>
                  </a:lnTo>
                  <a:lnTo>
                    <a:pt x="39" y="94"/>
                  </a:lnTo>
                  <a:lnTo>
                    <a:pt x="33" y="94"/>
                  </a:lnTo>
                  <a:lnTo>
                    <a:pt x="27" y="94"/>
                  </a:lnTo>
                  <a:lnTo>
                    <a:pt x="22" y="94"/>
                  </a:lnTo>
                  <a:lnTo>
                    <a:pt x="18" y="94"/>
                  </a:lnTo>
                  <a:lnTo>
                    <a:pt x="14" y="94"/>
                  </a:lnTo>
                  <a:lnTo>
                    <a:pt x="10" y="94"/>
                  </a:lnTo>
                  <a:lnTo>
                    <a:pt x="7" y="94"/>
                  </a:lnTo>
                  <a:lnTo>
                    <a:pt x="5" y="94"/>
                  </a:lnTo>
                  <a:lnTo>
                    <a:pt x="3" y="94"/>
                  </a:lnTo>
                  <a:lnTo>
                    <a:pt x="1" y="94"/>
                  </a:lnTo>
                  <a:lnTo>
                    <a:pt x="0" y="94"/>
                  </a:lnTo>
                  <a:cubicBezTo>
                    <a:pt x="1" y="105"/>
                    <a:pt x="0" y="118"/>
                    <a:pt x="4" y="127"/>
                  </a:cubicBezTo>
                  <a:lnTo>
                    <a:pt x="142" y="128"/>
                  </a:lnTo>
                  <a:cubicBezTo>
                    <a:pt x="145" y="125"/>
                    <a:pt x="148" y="123"/>
                    <a:pt x="151" y="120"/>
                  </a:cubicBezTo>
                  <a:cubicBezTo>
                    <a:pt x="163" y="110"/>
                    <a:pt x="181" y="112"/>
                    <a:pt x="197" y="114"/>
                  </a:cubicBezTo>
                  <a:cubicBezTo>
                    <a:pt x="235" y="118"/>
                    <a:pt x="273" y="124"/>
                    <a:pt x="311" y="128"/>
                  </a:cubicBezTo>
                  <a:lnTo>
                    <a:pt x="773" y="130"/>
                  </a:lnTo>
                  <a:cubicBezTo>
                    <a:pt x="774" y="130"/>
                    <a:pt x="774" y="128"/>
                    <a:pt x="774" y="127"/>
                  </a:cubicBezTo>
                  <a:lnTo>
                    <a:pt x="822" y="128"/>
                  </a:lnTo>
                  <a:cubicBezTo>
                    <a:pt x="825" y="125"/>
                    <a:pt x="827" y="123"/>
                    <a:pt x="831" y="120"/>
                  </a:cubicBezTo>
                  <a:cubicBezTo>
                    <a:pt x="843" y="110"/>
                    <a:pt x="861" y="112"/>
                    <a:pt x="877" y="114"/>
                  </a:cubicBezTo>
                  <a:cubicBezTo>
                    <a:pt x="915" y="118"/>
                    <a:pt x="953" y="124"/>
                    <a:pt x="990" y="128"/>
                  </a:cubicBezTo>
                  <a:lnTo>
                    <a:pt x="1453" y="130"/>
                  </a:lnTo>
                  <a:lnTo>
                    <a:pt x="1454" y="127"/>
                  </a:lnTo>
                  <a:cubicBezTo>
                    <a:pt x="1455" y="126"/>
                    <a:pt x="1455" y="125"/>
                    <a:pt x="1455" y="124"/>
                  </a:cubicBezTo>
                  <a:cubicBezTo>
                    <a:pt x="1456" y="122"/>
                    <a:pt x="1456" y="120"/>
                    <a:pt x="1457" y="118"/>
                  </a:cubicBezTo>
                  <a:cubicBezTo>
                    <a:pt x="1459" y="110"/>
                    <a:pt x="1459" y="106"/>
                    <a:pt x="1458" y="102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5"/>
            <p:cNvSpPr/>
            <p:nvPr/>
          </p:nvSpPr>
          <p:spPr>
            <a:xfrm>
              <a:off x="2730720" y="4898238"/>
              <a:ext cx="85380" cy="62459"/>
            </a:xfrm>
            <a:custGeom>
              <a:avLst/>
              <a:gdLst/>
              <a:ahLst/>
              <a:cxnLst/>
              <a:rect l="l" t="t" r="r" b="b"/>
              <a:pathLst>
                <a:path w="149" h="109" extrusionOk="0">
                  <a:moveTo>
                    <a:pt x="26" y="106"/>
                  </a:moveTo>
                  <a:cubicBezTo>
                    <a:pt x="37" y="108"/>
                    <a:pt x="52" y="106"/>
                    <a:pt x="59" y="97"/>
                  </a:cubicBezTo>
                  <a:cubicBezTo>
                    <a:pt x="81" y="68"/>
                    <a:pt x="107" y="44"/>
                    <a:pt x="137" y="22"/>
                  </a:cubicBezTo>
                  <a:cubicBezTo>
                    <a:pt x="148" y="15"/>
                    <a:pt x="136" y="6"/>
                    <a:pt x="128" y="4"/>
                  </a:cubicBezTo>
                  <a:cubicBezTo>
                    <a:pt x="116" y="0"/>
                    <a:pt x="100" y="1"/>
                    <a:pt x="90" y="9"/>
                  </a:cubicBezTo>
                  <a:cubicBezTo>
                    <a:pt x="58" y="32"/>
                    <a:pt x="30" y="59"/>
                    <a:pt x="7" y="90"/>
                  </a:cubicBezTo>
                  <a:cubicBezTo>
                    <a:pt x="0" y="99"/>
                    <a:pt x="19" y="105"/>
                    <a:pt x="26" y="106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5"/>
            <p:cNvSpPr/>
            <p:nvPr/>
          </p:nvSpPr>
          <p:spPr>
            <a:xfrm>
              <a:off x="1409333" y="2007362"/>
              <a:ext cx="441227" cy="208005"/>
            </a:xfrm>
            <a:custGeom>
              <a:avLst/>
              <a:gdLst/>
              <a:ahLst/>
              <a:cxnLst/>
              <a:rect l="l" t="t" r="r" b="b"/>
              <a:pathLst>
                <a:path w="770" h="363" extrusionOk="0">
                  <a:moveTo>
                    <a:pt x="23" y="299"/>
                  </a:moveTo>
                  <a:cubicBezTo>
                    <a:pt x="0" y="206"/>
                    <a:pt x="59" y="123"/>
                    <a:pt x="111" y="54"/>
                  </a:cubicBezTo>
                  <a:cubicBezTo>
                    <a:pt x="115" y="48"/>
                    <a:pt x="135" y="57"/>
                    <a:pt x="130" y="64"/>
                  </a:cubicBezTo>
                  <a:cubicBezTo>
                    <a:pt x="79" y="133"/>
                    <a:pt x="21" y="214"/>
                    <a:pt x="44" y="304"/>
                  </a:cubicBezTo>
                  <a:cubicBezTo>
                    <a:pt x="46" y="311"/>
                    <a:pt x="25" y="306"/>
                    <a:pt x="23" y="299"/>
                  </a:cubicBezTo>
                  <a:moveTo>
                    <a:pt x="102" y="356"/>
                  </a:moveTo>
                  <a:cubicBezTo>
                    <a:pt x="87" y="320"/>
                    <a:pt x="87" y="278"/>
                    <a:pt x="103" y="243"/>
                  </a:cubicBezTo>
                  <a:cubicBezTo>
                    <a:pt x="106" y="235"/>
                    <a:pt x="86" y="227"/>
                    <a:pt x="82" y="234"/>
                  </a:cubicBezTo>
                  <a:cubicBezTo>
                    <a:pt x="66" y="272"/>
                    <a:pt x="66" y="316"/>
                    <a:pt x="82" y="354"/>
                  </a:cubicBezTo>
                  <a:cubicBezTo>
                    <a:pt x="84" y="358"/>
                    <a:pt x="91" y="361"/>
                    <a:pt x="96" y="361"/>
                  </a:cubicBezTo>
                  <a:cubicBezTo>
                    <a:pt x="99" y="362"/>
                    <a:pt x="104" y="360"/>
                    <a:pt x="102" y="356"/>
                  </a:cubicBezTo>
                  <a:moveTo>
                    <a:pt x="769" y="119"/>
                  </a:moveTo>
                  <a:cubicBezTo>
                    <a:pt x="769" y="112"/>
                    <a:pt x="748" y="105"/>
                    <a:pt x="748" y="114"/>
                  </a:cubicBezTo>
                  <a:cubicBezTo>
                    <a:pt x="747" y="141"/>
                    <a:pt x="733" y="166"/>
                    <a:pt x="711" y="182"/>
                  </a:cubicBezTo>
                  <a:cubicBezTo>
                    <a:pt x="689" y="197"/>
                    <a:pt x="662" y="202"/>
                    <a:pt x="637" y="198"/>
                  </a:cubicBezTo>
                  <a:cubicBezTo>
                    <a:pt x="633" y="197"/>
                    <a:pt x="628" y="199"/>
                    <a:pt x="630" y="203"/>
                  </a:cubicBezTo>
                  <a:cubicBezTo>
                    <a:pt x="632" y="208"/>
                    <a:pt x="639" y="210"/>
                    <a:pt x="643" y="211"/>
                  </a:cubicBezTo>
                  <a:cubicBezTo>
                    <a:pt x="672" y="215"/>
                    <a:pt x="703" y="210"/>
                    <a:pt x="728" y="194"/>
                  </a:cubicBezTo>
                  <a:cubicBezTo>
                    <a:pt x="753" y="177"/>
                    <a:pt x="768" y="149"/>
                    <a:pt x="769" y="119"/>
                  </a:cubicBezTo>
                  <a:moveTo>
                    <a:pt x="653" y="139"/>
                  </a:moveTo>
                  <a:cubicBezTo>
                    <a:pt x="650" y="136"/>
                    <a:pt x="643" y="133"/>
                    <a:pt x="638" y="135"/>
                  </a:cubicBezTo>
                  <a:cubicBezTo>
                    <a:pt x="608" y="148"/>
                    <a:pt x="574" y="149"/>
                    <a:pt x="544" y="136"/>
                  </a:cubicBezTo>
                  <a:cubicBezTo>
                    <a:pt x="541" y="134"/>
                    <a:pt x="533" y="133"/>
                    <a:pt x="531" y="137"/>
                  </a:cubicBezTo>
                  <a:cubicBezTo>
                    <a:pt x="530" y="141"/>
                    <a:pt x="537" y="145"/>
                    <a:pt x="540" y="146"/>
                  </a:cubicBezTo>
                  <a:cubicBezTo>
                    <a:pt x="576" y="162"/>
                    <a:pt x="617" y="163"/>
                    <a:pt x="654" y="147"/>
                  </a:cubicBezTo>
                  <a:cubicBezTo>
                    <a:pt x="658" y="146"/>
                    <a:pt x="656" y="141"/>
                    <a:pt x="653" y="139"/>
                  </a:cubicBezTo>
                  <a:moveTo>
                    <a:pt x="527" y="13"/>
                  </a:moveTo>
                  <a:cubicBezTo>
                    <a:pt x="528" y="9"/>
                    <a:pt x="522" y="5"/>
                    <a:pt x="519" y="4"/>
                  </a:cubicBezTo>
                  <a:cubicBezTo>
                    <a:pt x="516" y="3"/>
                    <a:pt x="508" y="0"/>
                    <a:pt x="506" y="5"/>
                  </a:cubicBezTo>
                  <a:cubicBezTo>
                    <a:pt x="501" y="21"/>
                    <a:pt x="489" y="33"/>
                    <a:pt x="474" y="41"/>
                  </a:cubicBezTo>
                  <a:cubicBezTo>
                    <a:pt x="459" y="48"/>
                    <a:pt x="443" y="51"/>
                    <a:pt x="426" y="51"/>
                  </a:cubicBezTo>
                  <a:cubicBezTo>
                    <a:pt x="421" y="51"/>
                    <a:pt x="420" y="55"/>
                    <a:pt x="423" y="58"/>
                  </a:cubicBezTo>
                  <a:cubicBezTo>
                    <a:pt x="426" y="63"/>
                    <a:pt x="433" y="64"/>
                    <a:pt x="438" y="64"/>
                  </a:cubicBezTo>
                  <a:cubicBezTo>
                    <a:pt x="473" y="64"/>
                    <a:pt x="514" y="50"/>
                    <a:pt x="527" y="1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5"/>
            <p:cNvSpPr/>
            <p:nvPr/>
          </p:nvSpPr>
          <p:spPr>
            <a:xfrm>
              <a:off x="1566341" y="2678366"/>
              <a:ext cx="473890" cy="701946"/>
            </a:xfrm>
            <a:custGeom>
              <a:avLst/>
              <a:gdLst/>
              <a:ahLst/>
              <a:cxnLst/>
              <a:rect l="l" t="t" r="r" b="b"/>
              <a:pathLst>
                <a:path w="827" h="1225" extrusionOk="0">
                  <a:moveTo>
                    <a:pt x="689" y="6"/>
                  </a:moveTo>
                  <a:cubicBezTo>
                    <a:pt x="564" y="12"/>
                    <a:pt x="439" y="14"/>
                    <a:pt x="313" y="18"/>
                  </a:cubicBezTo>
                  <a:cubicBezTo>
                    <a:pt x="214" y="22"/>
                    <a:pt x="116" y="27"/>
                    <a:pt x="17" y="34"/>
                  </a:cubicBezTo>
                  <a:cubicBezTo>
                    <a:pt x="16" y="35"/>
                    <a:pt x="16" y="36"/>
                    <a:pt x="16" y="38"/>
                  </a:cubicBezTo>
                  <a:cubicBezTo>
                    <a:pt x="7" y="227"/>
                    <a:pt x="0" y="416"/>
                    <a:pt x="0" y="606"/>
                  </a:cubicBezTo>
                  <a:cubicBezTo>
                    <a:pt x="0" y="701"/>
                    <a:pt x="3" y="796"/>
                    <a:pt x="7" y="891"/>
                  </a:cubicBezTo>
                  <a:cubicBezTo>
                    <a:pt x="11" y="974"/>
                    <a:pt x="8" y="1055"/>
                    <a:pt x="16" y="1137"/>
                  </a:cubicBezTo>
                  <a:cubicBezTo>
                    <a:pt x="17" y="1156"/>
                    <a:pt x="19" y="1175"/>
                    <a:pt x="21" y="1193"/>
                  </a:cubicBezTo>
                  <a:cubicBezTo>
                    <a:pt x="22" y="1200"/>
                    <a:pt x="27" y="1204"/>
                    <a:pt x="34" y="1208"/>
                  </a:cubicBezTo>
                  <a:cubicBezTo>
                    <a:pt x="40" y="1217"/>
                    <a:pt x="58" y="1218"/>
                    <a:pt x="66" y="1219"/>
                  </a:cubicBezTo>
                  <a:cubicBezTo>
                    <a:pt x="159" y="1224"/>
                    <a:pt x="249" y="1202"/>
                    <a:pt x="337" y="1181"/>
                  </a:cubicBezTo>
                  <a:cubicBezTo>
                    <a:pt x="384" y="1170"/>
                    <a:pt x="430" y="1158"/>
                    <a:pt x="476" y="1151"/>
                  </a:cubicBezTo>
                  <a:cubicBezTo>
                    <a:pt x="499" y="1147"/>
                    <a:pt x="586" y="1153"/>
                    <a:pt x="592" y="1129"/>
                  </a:cubicBezTo>
                  <a:cubicBezTo>
                    <a:pt x="689" y="782"/>
                    <a:pt x="729" y="422"/>
                    <a:pt x="808" y="70"/>
                  </a:cubicBezTo>
                  <a:cubicBezTo>
                    <a:pt x="811" y="56"/>
                    <a:pt x="825" y="22"/>
                    <a:pt x="826" y="0"/>
                  </a:cubicBezTo>
                  <a:cubicBezTo>
                    <a:pt x="780" y="1"/>
                    <a:pt x="734" y="3"/>
                    <a:pt x="689" y="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5"/>
            <p:cNvSpPr/>
            <p:nvPr/>
          </p:nvSpPr>
          <p:spPr>
            <a:xfrm>
              <a:off x="1596138" y="2715612"/>
              <a:ext cx="408565" cy="593073"/>
            </a:xfrm>
            <a:custGeom>
              <a:avLst/>
              <a:gdLst/>
              <a:ahLst/>
              <a:cxnLst/>
              <a:rect l="l" t="t" r="r" b="b"/>
              <a:pathLst>
                <a:path w="713" h="1035" extrusionOk="0">
                  <a:moveTo>
                    <a:pt x="701" y="12"/>
                  </a:moveTo>
                  <a:cubicBezTo>
                    <a:pt x="652" y="19"/>
                    <a:pt x="603" y="25"/>
                    <a:pt x="553" y="30"/>
                  </a:cubicBezTo>
                  <a:cubicBezTo>
                    <a:pt x="509" y="34"/>
                    <a:pt x="465" y="37"/>
                    <a:pt x="421" y="37"/>
                  </a:cubicBezTo>
                  <a:cubicBezTo>
                    <a:pt x="378" y="38"/>
                    <a:pt x="334" y="37"/>
                    <a:pt x="291" y="39"/>
                  </a:cubicBezTo>
                  <a:cubicBezTo>
                    <a:pt x="203" y="43"/>
                    <a:pt x="115" y="54"/>
                    <a:pt x="27" y="65"/>
                  </a:cubicBezTo>
                  <a:cubicBezTo>
                    <a:pt x="24" y="66"/>
                    <a:pt x="15" y="66"/>
                    <a:pt x="13" y="61"/>
                  </a:cubicBezTo>
                  <a:cubicBezTo>
                    <a:pt x="11" y="57"/>
                    <a:pt x="18" y="54"/>
                    <a:pt x="21" y="54"/>
                  </a:cubicBezTo>
                  <a:cubicBezTo>
                    <a:pt x="70" y="47"/>
                    <a:pt x="120" y="41"/>
                    <a:pt x="169" y="36"/>
                  </a:cubicBezTo>
                  <a:cubicBezTo>
                    <a:pt x="213" y="31"/>
                    <a:pt x="257" y="28"/>
                    <a:pt x="301" y="26"/>
                  </a:cubicBezTo>
                  <a:cubicBezTo>
                    <a:pt x="344" y="25"/>
                    <a:pt x="387" y="26"/>
                    <a:pt x="431" y="25"/>
                  </a:cubicBezTo>
                  <a:cubicBezTo>
                    <a:pt x="519" y="23"/>
                    <a:pt x="607" y="12"/>
                    <a:pt x="695" y="1"/>
                  </a:cubicBezTo>
                  <a:cubicBezTo>
                    <a:pt x="698" y="0"/>
                    <a:pt x="707" y="0"/>
                    <a:pt x="709" y="5"/>
                  </a:cubicBezTo>
                  <a:cubicBezTo>
                    <a:pt x="712" y="10"/>
                    <a:pt x="705" y="12"/>
                    <a:pt x="701" y="12"/>
                  </a:cubicBezTo>
                  <a:moveTo>
                    <a:pt x="680" y="110"/>
                  </a:moveTo>
                  <a:cubicBezTo>
                    <a:pt x="678" y="105"/>
                    <a:pt x="669" y="105"/>
                    <a:pt x="665" y="106"/>
                  </a:cubicBezTo>
                  <a:cubicBezTo>
                    <a:pt x="502" y="130"/>
                    <a:pt x="338" y="146"/>
                    <a:pt x="173" y="153"/>
                  </a:cubicBezTo>
                  <a:cubicBezTo>
                    <a:pt x="127" y="155"/>
                    <a:pt x="80" y="156"/>
                    <a:pt x="33" y="157"/>
                  </a:cubicBezTo>
                  <a:cubicBezTo>
                    <a:pt x="30" y="157"/>
                    <a:pt x="21" y="158"/>
                    <a:pt x="21" y="163"/>
                  </a:cubicBezTo>
                  <a:cubicBezTo>
                    <a:pt x="21" y="168"/>
                    <a:pt x="30" y="169"/>
                    <a:pt x="33" y="169"/>
                  </a:cubicBezTo>
                  <a:cubicBezTo>
                    <a:pt x="200" y="167"/>
                    <a:pt x="367" y="156"/>
                    <a:pt x="533" y="136"/>
                  </a:cubicBezTo>
                  <a:cubicBezTo>
                    <a:pt x="579" y="130"/>
                    <a:pt x="625" y="124"/>
                    <a:pt x="672" y="117"/>
                  </a:cubicBezTo>
                  <a:cubicBezTo>
                    <a:pt x="675" y="117"/>
                    <a:pt x="682" y="115"/>
                    <a:pt x="680" y="110"/>
                  </a:cubicBezTo>
                  <a:moveTo>
                    <a:pt x="636" y="218"/>
                  </a:moveTo>
                  <a:cubicBezTo>
                    <a:pt x="634" y="214"/>
                    <a:pt x="625" y="214"/>
                    <a:pt x="621" y="214"/>
                  </a:cubicBezTo>
                  <a:cubicBezTo>
                    <a:pt x="464" y="232"/>
                    <a:pt x="306" y="249"/>
                    <a:pt x="148" y="264"/>
                  </a:cubicBezTo>
                  <a:cubicBezTo>
                    <a:pt x="103" y="268"/>
                    <a:pt x="59" y="272"/>
                    <a:pt x="14" y="276"/>
                  </a:cubicBezTo>
                  <a:cubicBezTo>
                    <a:pt x="10" y="276"/>
                    <a:pt x="4" y="279"/>
                    <a:pt x="6" y="283"/>
                  </a:cubicBezTo>
                  <a:cubicBezTo>
                    <a:pt x="7" y="288"/>
                    <a:pt x="16" y="288"/>
                    <a:pt x="20" y="288"/>
                  </a:cubicBezTo>
                  <a:cubicBezTo>
                    <a:pt x="178" y="274"/>
                    <a:pt x="336" y="258"/>
                    <a:pt x="493" y="241"/>
                  </a:cubicBezTo>
                  <a:cubicBezTo>
                    <a:pt x="538" y="236"/>
                    <a:pt x="583" y="231"/>
                    <a:pt x="627" y="226"/>
                  </a:cubicBezTo>
                  <a:cubicBezTo>
                    <a:pt x="631" y="225"/>
                    <a:pt x="638" y="223"/>
                    <a:pt x="636" y="218"/>
                  </a:cubicBezTo>
                  <a:moveTo>
                    <a:pt x="608" y="314"/>
                  </a:moveTo>
                  <a:cubicBezTo>
                    <a:pt x="452" y="324"/>
                    <a:pt x="299" y="364"/>
                    <a:pt x="144" y="384"/>
                  </a:cubicBezTo>
                  <a:cubicBezTo>
                    <a:pt x="100" y="389"/>
                    <a:pt x="56" y="393"/>
                    <a:pt x="12" y="394"/>
                  </a:cubicBezTo>
                  <a:cubicBezTo>
                    <a:pt x="9" y="394"/>
                    <a:pt x="0" y="395"/>
                    <a:pt x="0" y="400"/>
                  </a:cubicBezTo>
                  <a:cubicBezTo>
                    <a:pt x="0" y="404"/>
                    <a:pt x="9" y="406"/>
                    <a:pt x="12" y="406"/>
                  </a:cubicBezTo>
                  <a:cubicBezTo>
                    <a:pt x="170" y="403"/>
                    <a:pt x="322" y="364"/>
                    <a:pt x="477" y="341"/>
                  </a:cubicBezTo>
                  <a:cubicBezTo>
                    <a:pt x="521" y="334"/>
                    <a:pt x="564" y="329"/>
                    <a:pt x="608" y="326"/>
                  </a:cubicBezTo>
                  <a:cubicBezTo>
                    <a:pt x="612" y="326"/>
                    <a:pt x="620" y="325"/>
                    <a:pt x="620" y="320"/>
                  </a:cubicBezTo>
                  <a:cubicBezTo>
                    <a:pt x="620" y="316"/>
                    <a:pt x="612" y="314"/>
                    <a:pt x="608" y="314"/>
                  </a:cubicBezTo>
                  <a:moveTo>
                    <a:pt x="585" y="470"/>
                  </a:moveTo>
                  <a:cubicBezTo>
                    <a:pt x="437" y="477"/>
                    <a:pt x="290" y="487"/>
                    <a:pt x="143" y="500"/>
                  </a:cubicBezTo>
                  <a:cubicBezTo>
                    <a:pt x="101" y="504"/>
                    <a:pt x="60" y="508"/>
                    <a:pt x="19" y="512"/>
                  </a:cubicBezTo>
                  <a:cubicBezTo>
                    <a:pt x="15" y="512"/>
                    <a:pt x="9" y="515"/>
                    <a:pt x="10" y="519"/>
                  </a:cubicBezTo>
                  <a:cubicBezTo>
                    <a:pt x="12" y="524"/>
                    <a:pt x="21" y="524"/>
                    <a:pt x="25" y="523"/>
                  </a:cubicBezTo>
                  <a:cubicBezTo>
                    <a:pt x="170" y="509"/>
                    <a:pt x="316" y="498"/>
                    <a:pt x="461" y="489"/>
                  </a:cubicBezTo>
                  <a:cubicBezTo>
                    <a:pt x="502" y="486"/>
                    <a:pt x="544" y="484"/>
                    <a:pt x="585" y="481"/>
                  </a:cubicBezTo>
                  <a:cubicBezTo>
                    <a:pt x="589" y="481"/>
                    <a:pt x="597" y="480"/>
                    <a:pt x="597" y="475"/>
                  </a:cubicBezTo>
                  <a:cubicBezTo>
                    <a:pt x="597" y="471"/>
                    <a:pt x="588" y="470"/>
                    <a:pt x="585" y="470"/>
                  </a:cubicBezTo>
                  <a:moveTo>
                    <a:pt x="576" y="578"/>
                  </a:moveTo>
                  <a:cubicBezTo>
                    <a:pt x="574" y="573"/>
                    <a:pt x="565" y="574"/>
                    <a:pt x="561" y="574"/>
                  </a:cubicBezTo>
                  <a:cubicBezTo>
                    <a:pt x="419" y="587"/>
                    <a:pt x="278" y="602"/>
                    <a:pt x="137" y="619"/>
                  </a:cubicBezTo>
                  <a:cubicBezTo>
                    <a:pt x="96" y="624"/>
                    <a:pt x="56" y="629"/>
                    <a:pt x="16" y="634"/>
                  </a:cubicBezTo>
                  <a:cubicBezTo>
                    <a:pt x="13" y="634"/>
                    <a:pt x="6" y="636"/>
                    <a:pt x="8" y="641"/>
                  </a:cubicBezTo>
                  <a:cubicBezTo>
                    <a:pt x="10" y="646"/>
                    <a:pt x="19" y="646"/>
                    <a:pt x="23" y="645"/>
                  </a:cubicBezTo>
                  <a:cubicBezTo>
                    <a:pt x="164" y="627"/>
                    <a:pt x="305" y="611"/>
                    <a:pt x="447" y="597"/>
                  </a:cubicBezTo>
                  <a:cubicBezTo>
                    <a:pt x="487" y="593"/>
                    <a:pt x="527" y="589"/>
                    <a:pt x="567" y="586"/>
                  </a:cubicBezTo>
                  <a:cubicBezTo>
                    <a:pt x="571" y="585"/>
                    <a:pt x="577" y="583"/>
                    <a:pt x="576" y="578"/>
                  </a:cubicBezTo>
                  <a:moveTo>
                    <a:pt x="573" y="693"/>
                  </a:moveTo>
                  <a:cubicBezTo>
                    <a:pt x="571" y="688"/>
                    <a:pt x="562" y="688"/>
                    <a:pt x="558" y="688"/>
                  </a:cubicBezTo>
                  <a:cubicBezTo>
                    <a:pt x="417" y="706"/>
                    <a:pt x="275" y="721"/>
                    <a:pt x="133" y="734"/>
                  </a:cubicBezTo>
                  <a:cubicBezTo>
                    <a:pt x="93" y="737"/>
                    <a:pt x="52" y="740"/>
                    <a:pt x="12" y="744"/>
                  </a:cubicBezTo>
                  <a:cubicBezTo>
                    <a:pt x="8" y="744"/>
                    <a:pt x="2" y="746"/>
                    <a:pt x="4" y="751"/>
                  </a:cubicBezTo>
                  <a:cubicBezTo>
                    <a:pt x="6" y="756"/>
                    <a:pt x="14" y="756"/>
                    <a:pt x="18" y="755"/>
                  </a:cubicBezTo>
                  <a:cubicBezTo>
                    <a:pt x="160" y="744"/>
                    <a:pt x="302" y="731"/>
                    <a:pt x="444" y="714"/>
                  </a:cubicBezTo>
                  <a:cubicBezTo>
                    <a:pt x="484" y="710"/>
                    <a:pt x="525" y="705"/>
                    <a:pt x="565" y="700"/>
                  </a:cubicBezTo>
                  <a:cubicBezTo>
                    <a:pt x="568" y="700"/>
                    <a:pt x="575" y="697"/>
                    <a:pt x="573" y="693"/>
                  </a:cubicBezTo>
                  <a:moveTo>
                    <a:pt x="551" y="797"/>
                  </a:moveTo>
                  <a:cubicBezTo>
                    <a:pt x="412" y="804"/>
                    <a:pt x="273" y="816"/>
                    <a:pt x="135" y="832"/>
                  </a:cubicBezTo>
                  <a:cubicBezTo>
                    <a:pt x="95" y="836"/>
                    <a:pt x="56" y="841"/>
                    <a:pt x="17" y="846"/>
                  </a:cubicBezTo>
                  <a:cubicBezTo>
                    <a:pt x="13" y="847"/>
                    <a:pt x="6" y="849"/>
                    <a:pt x="8" y="854"/>
                  </a:cubicBezTo>
                  <a:cubicBezTo>
                    <a:pt x="10" y="858"/>
                    <a:pt x="19" y="858"/>
                    <a:pt x="23" y="858"/>
                  </a:cubicBezTo>
                  <a:cubicBezTo>
                    <a:pt x="159" y="840"/>
                    <a:pt x="296" y="826"/>
                    <a:pt x="433" y="816"/>
                  </a:cubicBezTo>
                  <a:cubicBezTo>
                    <a:pt x="472" y="814"/>
                    <a:pt x="511" y="811"/>
                    <a:pt x="551" y="809"/>
                  </a:cubicBezTo>
                  <a:cubicBezTo>
                    <a:pt x="554" y="809"/>
                    <a:pt x="562" y="808"/>
                    <a:pt x="562" y="803"/>
                  </a:cubicBezTo>
                  <a:cubicBezTo>
                    <a:pt x="562" y="798"/>
                    <a:pt x="554" y="797"/>
                    <a:pt x="551" y="797"/>
                  </a:cubicBezTo>
                  <a:moveTo>
                    <a:pt x="506" y="890"/>
                  </a:moveTo>
                  <a:cubicBezTo>
                    <a:pt x="504" y="885"/>
                    <a:pt x="496" y="886"/>
                    <a:pt x="492" y="886"/>
                  </a:cubicBezTo>
                  <a:cubicBezTo>
                    <a:pt x="374" y="897"/>
                    <a:pt x="256" y="908"/>
                    <a:pt x="138" y="919"/>
                  </a:cubicBezTo>
                  <a:cubicBezTo>
                    <a:pt x="104" y="922"/>
                    <a:pt x="71" y="926"/>
                    <a:pt x="37" y="929"/>
                  </a:cubicBezTo>
                  <a:cubicBezTo>
                    <a:pt x="33" y="929"/>
                    <a:pt x="27" y="932"/>
                    <a:pt x="29" y="936"/>
                  </a:cubicBezTo>
                  <a:cubicBezTo>
                    <a:pt x="31" y="941"/>
                    <a:pt x="40" y="941"/>
                    <a:pt x="43" y="941"/>
                  </a:cubicBezTo>
                  <a:cubicBezTo>
                    <a:pt x="161" y="929"/>
                    <a:pt x="279" y="918"/>
                    <a:pt x="397" y="907"/>
                  </a:cubicBezTo>
                  <a:cubicBezTo>
                    <a:pt x="431" y="904"/>
                    <a:pt x="464" y="901"/>
                    <a:pt x="498" y="898"/>
                  </a:cubicBezTo>
                  <a:cubicBezTo>
                    <a:pt x="502" y="897"/>
                    <a:pt x="508" y="895"/>
                    <a:pt x="506" y="890"/>
                  </a:cubicBezTo>
                  <a:moveTo>
                    <a:pt x="482" y="975"/>
                  </a:moveTo>
                  <a:cubicBezTo>
                    <a:pt x="480" y="971"/>
                    <a:pt x="471" y="970"/>
                    <a:pt x="467" y="971"/>
                  </a:cubicBezTo>
                  <a:cubicBezTo>
                    <a:pt x="331" y="1000"/>
                    <a:pt x="193" y="1017"/>
                    <a:pt x="54" y="1022"/>
                  </a:cubicBezTo>
                  <a:cubicBezTo>
                    <a:pt x="51" y="1022"/>
                    <a:pt x="42" y="1023"/>
                    <a:pt x="42" y="1028"/>
                  </a:cubicBezTo>
                  <a:cubicBezTo>
                    <a:pt x="42" y="1033"/>
                    <a:pt x="51" y="1034"/>
                    <a:pt x="54" y="1034"/>
                  </a:cubicBezTo>
                  <a:cubicBezTo>
                    <a:pt x="195" y="1029"/>
                    <a:pt x="335" y="1012"/>
                    <a:pt x="473" y="983"/>
                  </a:cubicBezTo>
                  <a:cubicBezTo>
                    <a:pt x="477" y="982"/>
                    <a:pt x="483" y="980"/>
                    <a:pt x="482" y="97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5"/>
            <p:cNvSpPr/>
            <p:nvPr/>
          </p:nvSpPr>
          <p:spPr>
            <a:xfrm>
              <a:off x="1345728" y="2476091"/>
              <a:ext cx="328915" cy="621151"/>
            </a:xfrm>
            <a:custGeom>
              <a:avLst/>
              <a:gdLst/>
              <a:ahLst/>
              <a:cxnLst/>
              <a:rect l="l" t="t" r="r" b="b"/>
              <a:pathLst>
                <a:path w="574" h="1084" extrusionOk="0">
                  <a:moveTo>
                    <a:pt x="30" y="680"/>
                  </a:moveTo>
                  <a:cubicBezTo>
                    <a:pt x="30" y="812"/>
                    <a:pt x="28" y="943"/>
                    <a:pt x="25" y="1075"/>
                  </a:cubicBezTo>
                  <a:cubicBezTo>
                    <a:pt x="25" y="1083"/>
                    <a:pt x="1" y="1083"/>
                    <a:pt x="1" y="1075"/>
                  </a:cubicBezTo>
                  <a:cubicBezTo>
                    <a:pt x="2" y="1038"/>
                    <a:pt x="3" y="1000"/>
                    <a:pt x="3" y="963"/>
                  </a:cubicBezTo>
                  <a:cubicBezTo>
                    <a:pt x="6" y="832"/>
                    <a:pt x="7" y="701"/>
                    <a:pt x="5" y="569"/>
                  </a:cubicBezTo>
                  <a:cubicBezTo>
                    <a:pt x="5" y="561"/>
                    <a:pt x="29" y="561"/>
                    <a:pt x="29" y="569"/>
                  </a:cubicBezTo>
                  <a:cubicBezTo>
                    <a:pt x="29" y="606"/>
                    <a:pt x="29" y="643"/>
                    <a:pt x="30" y="680"/>
                  </a:cubicBezTo>
                  <a:moveTo>
                    <a:pt x="567" y="163"/>
                  </a:moveTo>
                  <a:cubicBezTo>
                    <a:pt x="565" y="154"/>
                    <a:pt x="542" y="155"/>
                    <a:pt x="544" y="163"/>
                  </a:cubicBezTo>
                  <a:cubicBezTo>
                    <a:pt x="553" y="205"/>
                    <a:pt x="529" y="244"/>
                    <a:pt x="488" y="257"/>
                  </a:cubicBezTo>
                  <a:cubicBezTo>
                    <a:pt x="449" y="270"/>
                    <a:pt x="403" y="264"/>
                    <a:pt x="363" y="255"/>
                  </a:cubicBezTo>
                  <a:cubicBezTo>
                    <a:pt x="274" y="234"/>
                    <a:pt x="196" y="183"/>
                    <a:pt x="131" y="121"/>
                  </a:cubicBezTo>
                  <a:cubicBezTo>
                    <a:pt x="93" y="85"/>
                    <a:pt x="59" y="45"/>
                    <a:pt x="27" y="5"/>
                  </a:cubicBezTo>
                  <a:cubicBezTo>
                    <a:pt x="23" y="1"/>
                    <a:pt x="17" y="0"/>
                    <a:pt x="12" y="1"/>
                  </a:cubicBezTo>
                  <a:cubicBezTo>
                    <a:pt x="10" y="1"/>
                    <a:pt x="0" y="4"/>
                    <a:pt x="3" y="8"/>
                  </a:cubicBezTo>
                  <a:cubicBezTo>
                    <a:pt x="65" y="86"/>
                    <a:pt x="134" y="160"/>
                    <a:pt x="220" y="211"/>
                  </a:cubicBezTo>
                  <a:cubicBezTo>
                    <a:pt x="262" y="236"/>
                    <a:pt x="307" y="256"/>
                    <a:pt x="355" y="267"/>
                  </a:cubicBezTo>
                  <a:cubicBezTo>
                    <a:pt x="400" y="276"/>
                    <a:pt x="449" y="281"/>
                    <a:pt x="494" y="269"/>
                  </a:cubicBezTo>
                  <a:cubicBezTo>
                    <a:pt x="516" y="263"/>
                    <a:pt x="538" y="252"/>
                    <a:pt x="552" y="233"/>
                  </a:cubicBezTo>
                  <a:cubicBezTo>
                    <a:pt x="567" y="213"/>
                    <a:pt x="573" y="187"/>
                    <a:pt x="567" y="1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5"/>
            <p:cNvSpPr/>
            <p:nvPr/>
          </p:nvSpPr>
          <p:spPr>
            <a:xfrm>
              <a:off x="955500" y="4051317"/>
              <a:ext cx="789625" cy="949490"/>
            </a:xfrm>
            <a:custGeom>
              <a:avLst/>
              <a:gdLst/>
              <a:ahLst/>
              <a:cxnLst/>
              <a:rect l="l" t="t" r="r" b="b"/>
              <a:pathLst>
                <a:path w="1378" h="1657" extrusionOk="0">
                  <a:moveTo>
                    <a:pt x="1374" y="1507"/>
                  </a:moveTo>
                  <a:lnTo>
                    <a:pt x="767" y="1507"/>
                  </a:lnTo>
                  <a:lnTo>
                    <a:pt x="767" y="149"/>
                  </a:lnTo>
                  <a:lnTo>
                    <a:pt x="1207" y="149"/>
                  </a:lnTo>
                  <a:lnTo>
                    <a:pt x="1207" y="0"/>
                  </a:lnTo>
                  <a:lnTo>
                    <a:pt x="163" y="0"/>
                  </a:lnTo>
                  <a:lnTo>
                    <a:pt x="163" y="149"/>
                  </a:lnTo>
                  <a:lnTo>
                    <a:pt x="604" y="149"/>
                  </a:lnTo>
                  <a:lnTo>
                    <a:pt x="604" y="1507"/>
                  </a:lnTo>
                  <a:lnTo>
                    <a:pt x="3" y="1507"/>
                  </a:lnTo>
                  <a:cubicBezTo>
                    <a:pt x="2" y="1507"/>
                    <a:pt x="0" y="1508"/>
                    <a:pt x="0" y="1510"/>
                  </a:cubicBezTo>
                  <a:lnTo>
                    <a:pt x="0" y="1656"/>
                  </a:lnTo>
                  <a:lnTo>
                    <a:pt x="1377" y="1656"/>
                  </a:lnTo>
                  <a:lnTo>
                    <a:pt x="1377" y="1510"/>
                  </a:lnTo>
                  <a:cubicBezTo>
                    <a:pt x="1377" y="1508"/>
                    <a:pt x="1376" y="1507"/>
                    <a:pt x="1374" y="150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5"/>
            <p:cNvSpPr/>
            <p:nvPr/>
          </p:nvSpPr>
          <p:spPr>
            <a:xfrm>
              <a:off x="1981782" y="3336191"/>
              <a:ext cx="1710472" cy="97986"/>
            </a:xfrm>
            <a:custGeom>
              <a:avLst/>
              <a:gdLst/>
              <a:ahLst/>
              <a:cxnLst/>
              <a:rect l="l" t="t" r="r" b="b"/>
              <a:pathLst>
                <a:path w="2985" h="171" extrusionOk="0">
                  <a:moveTo>
                    <a:pt x="0" y="0"/>
                  </a:moveTo>
                  <a:lnTo>
                    <a:pt x="2984" y="0"/>
                  </a:lnTo>
                  <a:lnTo>
                    <a:pt x="2984" y="170"/>
                  </a:lnTo>
                  <a:lnTo>
                    <a:pt x="0" y="170"/>
                  </a:lnTo>
                  <a:lnTo>
                    <a:pt x="0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843" name="Google Shape;843;p45"/>
            <p:cNvSpPr/>
            <p:nvPr/>
          </p:nvSpPr>
          <p:spPr>
            <a:xfrm>
              <a:off x="1927345" y="3380313"/>
              <a:ext cx="1107652" cy="1658886"/>
            </a:xfrm>
            <a:custGeom>
              <a:avLst/>
              <a:gdLst/>
              <a:ahLst/>
              <a:cxnLst/>
              <a:rect l="l" t="t" r="r" b="b"/>
              <a:pathLst>
                <a:path w="1933" h="2895" extrusionOk="0">
                  <a:moveTo>
                    <a:pt x="1877" y="2894"/>
                  </a:moveTo>
                  <a:lnTo>
                    <a:pt x="1435" y="9"/>
                  </a:lnTo>
                  <a:lnTo>
                    <a:pt x="1488" y="0"/>
                  </a:lnTo>
                  <a:lnTo>
                    <a:pt x="1932" y="2894"/>
                  </a:lnTo>
                  <a:lnTo>
                    <a:pt x="1877" y="2894"/>
                  </a:lnTo>
                  <a:moveTo>
                    <a:pt x="55" y="2894"/>
                  </a:moveTo>
                  <a:lnTo>
                    <a:pt x="498" y="9"/>
                  </a:lnTo>
                  <a:lnTo>
                    <a:pt x="444" y="0"/>
                  </a:lnTo>
                  <a:lnTo>
                    <a:pt x="0" y="2894"/>
                  </a:lnTo>
                  <a:lnTo>
                    <a:pt x="55" y="289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44" name="Google Shape;844;p45"/>
            <p:cNvSpPr/>
            <p:nvPr/>
          </p:nvSpPr>
          <p:spPr>
            <a:xfrm>
              <a:off x="1981782" y="3336191"/>
              <a:ext cx="999351" cy="97986"/>
            </a:xfrm>
            <a:custGeom>
              <a:avLst/>
              <a:gdLst/>
              <a:ahLst/>
              <a:cxnLst/>
              <a:rect l="l" t="t" r="r" b="b"/>
              <a:pathLst>
                <a:path w="1744" h="171" extrusionOk="0">
                  <a:moveTo>
                    <a:pt x="0" y="0"/>
                  </a:moveTo>
                  <a:lnTo>
                    <a:pt x="1743" y="0"/>
                  </a:lnTo>
                  <a:lnTo>
                    <a:pt x="1743" y="170"/>
                  </a:lnTo>
                  <a:lnTo>
                    <a:pt x="0" y="17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45" name="Google Shape;845;p45"/>
            <p:cNvSpPr/>
            <p:nvPr/>
          </p:nvSpPr>
          <p:spPr>
            <a:xfrm>
              <a:off x="1374952" y="2130561"/>
              <a:ext cx="468159" cy="476751"/>
            </a:xfrm>
            <a:custGeom>
              <a:avLst/>
              <a:gdLst/>
              <a:ahLst/>
              <a:cxnLst/>
              <a:rect l="l" t="t" r="r" b="b"/>
              <a:pathLst>
                <a:path w="817" h="832" extrusionOk="0">
                  <a:moveTo>
                    <a:pt x="806" y="404"/>
                  </a:moveTo>
                  <a:cubicBezTo>
                    <a:pt x="788" y="370"/>
                    <a:pt x="770" y="337"/>
                    <a:pt x="752" y="303"/>
                  </a:cubicBezTo>
                  <a:cubicBezTo>
                    <a:pt x="746" y="291"/>
                    <a:pt x="739" y="279"/>
                    <a:pt x="743" y="266"/>
                  </a:cubicBezTo>
                  <a:cubicBezTo>
                    <a:pt x="746" y="254"/>
                    <a:pt x="753" y="242"/>
                    <a:pt x="757" y="230"/>
                  </a:cubicBezTo>
                  <a:cubicBezTo>
                    <a:pt x="773" y="192"/>
                    <a:pt x="782" y="151"/>
                    <a:pt x="780" y="110"/>
                  </a:cubicBezTo>
                  <a:cubicBezTo>
                    <a:pt x="780" y="100"/>
                    <a:pt x="779" y="89"/>
                    <a:pt x="778" y="79"/>
                  </a:cubicBezTo>
                  <a:cubicBezTo>
                    <a:pt x="775" y="61"/>
                    <a:pt x="770" y="43"/>
                    <a:pt x="764" y="26"/>
                  </a:cubicBezTo>
                  <a:cubicBezTo>
                    <a:pt x="749" y="27"/>
                    <a:pt x="735" y="23"/>
                    <a:pt x="721" y="20"/>
                  </a:cubicBezTo>
                  <a:cubicBezTo>
                    <a:pt x="686" y="11"/>
                    <a:pt x="651" y="0"/>
                    <a:pt x="615" y="0"/>
                  </a:cubicBezTo>
                  <a:cubicBezTo>
                    <a:pt x="584" y="0"/>
                    <a:pt x="537" y="10"/>
                    <a:pt x="524" y="43"/>
                  </a:cubicBezTo>
                  <a:cubicBezTo>
                    <a:pt x="513" y="72"/>
                    <a:pt x="507" y="107"/>
                    <a:pt x="500" y="138"/>
                  </a:cubicBezTo>
                  <a:cubicBezTo>
                    <a:pt x="495" y="159"/>
                    <a:pt x="490" y="181"/>
                    <a:pt x="477" y="199"/>
                  </a:cubicBezTo>
                  <a:cubicBezTo>
                    <a:pt x="471" y="207"/>
                    <a:pt x="464" y="214"/>
                    <a:pt x="456" y="220"/>
                  </a:cubicBezTo>
                  <a:cubicBezTo>
                    <a:pt x="454" y="216"/>
                    <a:pt x="452" y="212"/>
                    <a:pt x="449" y="209"/>
                  </a:cubicBezTo>
                  <a:cubicBezTo>
                    <a:pt x="435" y="191"/>
                    <a:pt x="405" y="181"/>
                    <a:pt x="383" y="184"/>
                  </a:cubicBezTo>
                  <a:cubicBezTo>
                    <a:pt x="354" y="188"/>
                    <a:pt x="329" y="209"/>
                    <a:pt x="317" y="236"/>
                  </a:cubicBezTo>
                  <a:cubicBezTo>
                    <a:pt x="303" y="266"/>
                    <a:pt x="304" y="302"/>
                    <a:pt x="312" y="334"/>
                  </a:cubicBezTo>
                  <a:cubicBezTo>
                    <a:pt x="303" y="346"/>
                    <a:pt x="293" y="359"/>
                    <a:pt x="283" y="371"/>
                  </a:cubicBezTo>
                  <a:cubicBezTo>
                    <a:pt x="264" y="395"/>
                    <a:pt x="243" y="417"/>
                    <a:pt x="218" y="436"/>
                  </a:cubicBezTo>
                  <a:cubicBezTo>
                    <a:pt x="192" y="456"/>
                    <a:pt x="161" y="470"/>
                    <a:pt x="129" y="478"/>
                  </a:cubicBezTo>
                  <a:cubicBezTo>
                    <a:pt x="121" y="481"/>
                    <a:pt x="112" y="482"/>
                    <a:pt x="104" y="481"/>
                  </a:cubicBezTo>
                  <a:cubicBezTo>
                    <a:pt x="86" y="502"/>
                    <a:pt x="66" y="523"/>
                    <a:pt x="44" y="541"/>
                  </a:cubicBezTo>
                  <a:cubicBezTo>
                    <a:pt x="31" y="551"/>
                    <a:pt x="18" y="561"/>
                    <a:pt x="12" y="575"/>
                  </a:cubicBezTo>
                  <a:cubicBezTo>
                    <a:pt x="0" y="600"/>
                    <a:pt x="25" y="622"/>
                    <a:pt x="39" y="639"/>
                  </a:cubicBezTo>
                  <a:cubicBezTo>
                    <a:pt x="99" y="707"/>
                    <a:pt x="170" y="768"/>
                    <a:pt x="258" y="796"/>
                  </a:cubicBezTo>
                  <a:cubicBezTo>
                    <a:pt x="293" y="807"/>
                    <a:pt x="330" y="813"/>
                    <a:pt x="367" y="819"/>
                  </a:cubicBezTo>
                  <a:cubicBezTo>
                    <a:pt x="395" y="823"/>
                    <a:pt x="439" y="831"/>
                    <a:pt x="454" y="799"/>
                  </a:cubicBezTo>
                  <a:cubicBezTo>
                    <a:pt x="459" y="789"/>
                    <a:pt x="461" y="776"/>
                    <a:pt x="464" y="765"/>
                  </a:cubicBezTo>
                  <a:lnTo>
                    <a:pt x="465" y="765"/>
                  </a:lnTo>
                  <a:cubicBezTo>
                    <a:pt x="473" y="738"/>
                    <a:pt x="492" y="717"/>
                    <a:pt x="509" y="696"/>
                  </a:cubicBezTo>
                  <a:cubicBezTo>
                    <a:pt x="519" y="700"/>
                    <a:pt x="530" y="704"/>
                    <a:pt x="540" y="707"/>
                  </a:cubicBezTo>
                  <a:cubicBezTo>
                    <a:pt x="584" y="719"/>
                    <a:pt x="636" y="719"/>
                    <a:pt x="663" y="677"/>
                  </a:cubicBezTo>
                  <a:cubicBezTo>
                    <a:pt x="677" y="655"/>
                    <a:pt x="686" y="636"/>
                    <a:pt x="693" y="611"/>
                  </a:cubicBezTo>
                  <a:cubicBezTo>
                    <a:pt x="701" y="585"/>
                    <a:pt x="706" y="559"/>
                    <a:pt x="714" y="534"/>
                  </a:cubicBezTo>
                  <a:cubicBezTo>
                    <a:pt x="719" y="521"/>
                    <a:pt x="725" y="508"/>
                    <a:pt x="736" y="499"/>
                  </a:cubicBezTo>
                  <a:cubicBezTo>
                    <a:pt x="743" y="493"/>
                    <a:pt x="752" y="490"/>
                    <a:pt x="761" y="487"/>
                  </a:cubicBezTo>
                  <a:cubicBezTo>
                    <a:pt x="775" y="480"/>
                    <a:pt x="790" y="473"/>
                    <a:pt x="800" y="461"/>
                  </a:cubicBezTo>
                  <a:cubicBezTo>
                    <a:pt x="813" y="445"/>
                    <a:pt x="816" y="423"/>
                    <a:pt x="806" y="404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5"/>
            <p:cNvSpPr/>
            <p:nvPr/>
          </p:nvSpPr>
          <p:spPr>
            <a:xfrm>
              <a:off x="1710170" y="2217660"/>
              <a:ext cx="96268" cy="34954"/>
            </a:xfrm>
            <a:custGeom>
              <a:avLst/>
              <a:gdLst/>
              <a:ahLst/>
              <a:cxnLst/>
              <a:rect l="l" t="t" r="r" b="b"/>
              <a:pathLst>
                <a:path w="168" h="61" extrusionOk="0">
                  <a:moveTo>
                    <a:pt x="166" y="37"/>
                  </a:moveTo>
                  <a:cubicBezTo>
                    <a:pt x="167" y="30"/>
                    <a:pt x="162" y="23"/>
                    <a:pt x="150" y="18"/>
                  </a:cubicBezTo>
                  <a:cubicBezTo>
                    <a:pt x="105" y="0"/>
                    <a:pt x="35" y="12"/>
                    <a:pt x="2" y="49"/>
                  </a:cubicBezTo>
                  <a:cubicBezTo>
                    <a:pt x="1" y="50"/>
                    <a:pt x="0" y="51"/>
                    <a:pt x="0" y="53"/>
                  </a:cubicBezTo>
                  <a:cubicBezTo>
                    <a:pt x="1" y="54"/>
                    <a:pt x="2" y="55"/>
                    <a:pt x="3" y="55"/>
                  </a:cubicBezTo>
                  <a:cubicBezTo>
                    <a:pt x="9" y="60"/>
                    <a:pt x="18" y="58"/>
                    <a:pt x="26" y="56"/>
                  </a:cubicBezTo>
                  <a:cubicBezTo>
                    <a:pt x="33" y="53"/>
                    <a:pt x="40" y="48"/>
                    <a:pt x="47" y="45"/>
                  </a:cubicBezTo>
                  <a:cubicBezTo>
                    <a:pt x="62" y="40"/>
                    <a:pt x="78" y="42"/>
                    <a:pt x="92" y="46"/>
                  </a:cubicBezTo>
                  <a:cubicBezTo>
                    <a:pt x="107" y="49"/>
                    <a:pt x="122" y="54"/>
                    <a:pt x="137" y="55"/>
                  </a:cubicBezTo>
                  <a:cubicBezTo>
                    <a:pt x="153" y="55"/>
                    <a:pt x="165" y="46"/>
                    <a:pt x="166" y="3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5"/>
            <p:cNvSpPr/>
            <p:nvPr/>
          </p:nvSpPr>
          <p:spPr>
            <a:xfrm>
              <a:off x="1743978" y="2275535"/>
              <a:ext cx="26359" cy="44695"/>
            </a:xfrm>
            <a:custGeom>
              <a:avLst/>
              <a:gdLst/>
              <a:ahLst/>
              <a:cxnLst/>
              <a:rect l="l" t="t" r="r" b="b"/>
              <a:pathLst>
                <a:path w="46" h="78" extrusionOk="0">
                  <a:moveTo>
                    <a:pt x="3" y="33"/>
                  </a:moveTo>
                  <a:cubicBezTo>
                    <a:pt x="7" y="19"/>
                    <a:pt x="22" y="0"/>
                    <a:pt x="37" y="14"/>
                  </a:cubicBezTo>
                  <a:cubicBezTo>
                    <a:pt x="41" y="17"/>
                    <a:pt x="42" y="21"/>
                    <a:pt x="43" y="26"/>
                  </a:cubicBezTo>
                  <a:cubicBezTo>
                    <a:pt x="45" y="32"/>
                    <a:pt x="44" y="39"/>
                    <a:pt x="43" y="45"/>
                  </a:cubicBezTo>
                  <a:cubicBezTo>
                    <a:pt x="41" y="56"/>
                    <a:pt x="36" y="65"/>
                    <a:pt x="27" y="72"/>
                  </a:cubicBezTo>
                  <a:cubicBezTo>
                    <a:pt x="26" y="73"/>
                    <a:pt x="24" y="74"/>
                    <a:pt x="22" y="75"/>
                  </a:cubicBezTo>
                  <a:cubicBezTo>
                    <a:pt x="17" y="77"/>
                    <a:pt x="11" y="75"/>
                    <a:pt x="7" y="72"/>
                  </a:cubicBezTo>
                  <a:cubicBezTo>
                    <a:pt x="3" y="68"/>
                    <a:pt x="1" y="61"/>
                    <a:pt x="1" y="55"/>
                  </a:cubicBezTo>
                  <a:cubicBezTo>
                    <a:pt x="0" y="49"/>
                    <a:pt x="1" y="41"/>
                    <a:pt x="3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5"/>
            <p:cNvSpPr/>
            <p:nvPr/>
          </p:nvSpPr>
          <p:spPr>
            <a:xfrm>
              <a:off x="1703293" y="2404464"/>
              <a:ext cx="67044" cy="60740"/>
            </a:xfrm>
            <a:custGeom>
              <a:avLst/>
              <a:gdLst/>
              <a:ahLst/>
              <a:cxnLst/>
              <a:rect l="l" t="t" r="r" b="b"/>
              <a:pathLst>
                <a:path w="117" h="106" extrusionOk="0">
                  <a:moveTo>
                    <a:pt x="56" y="101"/>
                  </a:moveTo>
                  <a:cubicBezTo>
                    <a:pt x="61" y="103"/>
                    <a:pt x="67" y="105"/>
                    <a:pt x="73" y="105"/>
                  </a:cubicBezTo>
                  <a:cubicBezTo>
                    <a:pt x="84" y="104"/>
                    <a:pt x="90" y="91"/>
                    <a:pt x="95" y="82"/>
                  </a:cubicBezTo>
                  <a:cubicBezTo>
                    <a:pt x="102" y="71"/>
                    <a:pt x="109" y="58"/>
                    <a:pt x="114" y="46"/>
                  </a:cubicBezTo>
                  <a:cubicBezTo>
                    <a:pt x="115" y="43"/>
                    <a:pt x="116" y="40"/>
                    <a:pt x="116" y="37"/>
                  </a:cubicBezTo>
                  <a:cubicBezTo>
                    <a:pt x="114" y="31"/>
                    <a:pt x="107" y="30"/>
                    <a:pt x="101" y="29"/>
                  </a:cubicBezTo>
                  <a:cubicBezTo>
                    <a:pt x="81" y="27"/>
                    <a:pt x="62" y="22"/>
                    <a:pt x="44" y="14"/>
                  </a:cubicBezTo>
                  <a:cubicBezTo>
                    <a:pt x="34" y="10"/>
                    <a:pt x="24" y="4"/>
                    <a:pt x="13" y="2"/>
                  </a:cubicBezTo>
                  <a:cubicBezTo>
                    <a:pt x="0" y="0"/>
                    <a:pt x="1" y="6"/>
                    <a:pt x="1" y="17"/>
                  </a:cubicBezTo>
                  <a:cubicBezTo>
                    <a:pt x="2" y="32"/>
                    <a:pt x="5" y="47"/>
                    <a:pt x="12" y="60"/>
                  </a:cubicBezTo>
                  <a:cubicBezTo>
                    <a:pt x="22" y="78"/>
                    <a:pt x="37" y="92"/>
                    <a:pt x="55" y="100"/>
                  </a:cubicBezTo>
                  <a:cubicBezTo>
                    <a:pt x="55" y="101"/>
                    <a:pt x="56" y="101"/>
                    <a:pt x="56" y="10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5"/>
            <p:cNvSpPr/>
            <p:nvPr/>
          </p:nvSpPr>
          <p:spPr>
            <a:xfrm>
              <a:off x="1590408" y="2470361"/>
              <a:ext cx="76212" cy="99132"/>
            </a:xfrm>
            <a:custGeom>
              <a:avLst/>
              <a:gdLst/>
              <a:ahLst/>
              <a:cxnLst/>
              <a:rect l="l" t="t" r="r" b="b"/>
              <a:pathLst>
                <a:path w="133" h="173" extrusionOk="0">
                  <a:moveTo>
                    <a:pt x="0" y="0"/>
                  </a:moveTo>
                  <a:cubicBezTo>
                    <a:pt x="0" y="23"/>
                    <a:pt x="6" y="46"/>
                    <a:pt x="15" y="68"/>
                  </a:cubicBezTo>
                  <a:cubicBezTo>
                    <a:pt x="29" y="102"/>
                    <a:pt x="52" y="151"/>
                    <a:pt x="88" y="172"/>
                  </a:cubicBezTo>
                  <a:cubicBezTo>
                    <a:pt x="97" y="145"/>
                    <a:pt x="115" y="124"/>
                    <a:pt x="132" y="103"/>
                  </a:cubicBezTo>
                  <a:cubicBezTo>
                    <a:pt x="79" y="81"/>
                    <a:pt x="34" y="45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5"/>
            <p:cNvSpPr/>
            <p:nvPr/>
          </p:nvSpPr>
          <p:spPr>
            <a:xfrm>
              <a:off x="1708450" y="3565398"/>
              <a:ext cx="1001643" cy="1246313"/>
            </a:xfrm>
            <a:custGeom>
              <a:avLst/>
              <a:gdLst/>
              <a:ahLst/>
              <a:cxnLst/>
              <a:rect l="l" t="t" r="r" b="b"/>
              <a:pathLst>
                <a:path w="1748" h="2175" extrusionOk="0">
                  <a:moveTo>
                    <a:pt x="1695" y="1842"/>
                  </a:moveTo>
                  <a:cubicBezTo>
                    <a:pt x="1678" y="1763"/>
                    <a:pt x="1660" y="1685"/>
                    <a:pt x="1641" y="1606"/>
                  </a:cubicBezTo>
                  <a:cubicBezTo>
                    <a:pt x="1603" y="1450"/>
                    <a:pt x="1564" y="1293"/>
                    <a:pt x="1522" y="1138"/>
                  </a:cubicBezTo>
                  <a:cubicBezTo>
                    <a:pt x="1514" y="1111"/>
                    <a:pt x="1507" y="1084"/>
                    <a:pt x="1499" y="1057"/>
                  </a:cubicBezTo>
                  <a:cubicBezTo>
                    <a:pt x="1433" y="833"/>
                    <a:pt x="1351" y="621"/>
                    <a:pt x="1264" y="402"/>
                  </a:cubicBezTo>
                  <a:cubicBezTo>
                    <a:pt x="1238" y="335"/>
                    <a:pt x="1212" y="268"/>
                    <a:pt x="1172" y="209"/>
                  </a:cubicBezTo>
                  <a:cubicBezTo>
                    <a:pt x="1118" y="128"/>
                    <a:pt x="1031" y="64"/>
                    <a:pt x="935" y="44"/>
                  </a:cubicBezTo>
                  <a:cubicBezTo>
                    <a:pt x="922" y="41"/>
                    <a:pt x="909" y="39"/>
                    <a:pt x="895" y="37"/>
                  </a:cubicBezTo>
                  <a:lnTo>
                    <a:pt x="695" y="37"/>
                  </a:lnTo>
                  <a:cubicBezTo>
                    <a:pt x="647" y="27"/>
                    <a:pt x="597" y="23"/>
                    <a:pt x="546" y="21"/>
                  </a:cubicBezTo>
                  <a:cubicBezTo>
                    <a:pt x="364" y="14"/>
                    <a:pt x="182" y="7"/>
                    <a:pt x="0" y="0"/>
                  </a:cubicBezTo>
                  <a:lnTo>
                    <a:pt x="154" y="753"/>
                  </a:lnTo>
                  <a:cubicBezTo>
                    <a:pt x="159" y="752"/>
                    <a:pt x="164" y="751"/>
                    <a:pt x="169" y="750"/>
                  </a:cubicBezTo>
                  <a:cubicBezTo>
                    <a:pt x="236" y="759"/>
                    <a:pt x="303" y="768"/>
                    <a:pt x="370" y="771"/>
                  </a:cubicBezTo>
                  <a:cubicBezTo>
                    <a:pt x="455" y="1238"/>
                    <a:pt x="537" y="1706"/>
                    <a:pt x="617" y="2174"/>
                  </a:cubicBezTo>
                  <a:cubicBezTo>
                    <a:pt x="616" y="2172"/>
                    <a:pt x="1149" y="2158"/>
                    <a:pt x="1192" y="2141"/>
                  </a:cubicBezTo>
                  <a:cubicBezTo>
                    <a:pt x="1183" y="2067"/>
                    <a:pt x="1175" y="1993"/>
                    <a:pt x="1166" y="1918"/>
                  </a:cubicBezTo>
                  <a:cubicBezTo>
                    <a:pt x="1188" y="1992"/>
                    <a:pt x="1208" y="2065"/>
                    <a:pt x="1225" y="2140"/>
                  </a:cubicBezTo>
                  <a:cubicBezTo>
                    <a:pt x="1370" y="2106"/>
                    <a:pt x="1516" y="2072"/>
                    <a:pt x="1662" y="2037"/>
                  </a:cubicBezTo>
                  <a:cubicBezTo>
                    <a:pt x="1682" y="2032"/>
                    <a:pt x="1705" y="2027"/>
                    <a:pt x="1719" y="2011"/>
                  </a:cubicBezTo>
                  <a:cubicBezTo>
                    <a:pt x="1747" y="1980"/>
                    <a:pt x="1703" y="1877"/>
                    <a:pt x="1695" y="184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5"/>
            <p:cNvSpPr/>
            <p:nvPr/>
          </p:nvSpPr>
          <p:spPr>
            <a:xfrm>
              <a:off x="2158845" y="3596914"/>
              <a:ext cx="234939" cy="1111654"/>
            </a:xfrm>
            <a:custGeom>
              <a:avLst/>
              <a:gdLst/>
              <a:ahLst/>
              <a:cxnLst/>
              <a:rect l="l" t="t" r="r" b="b"/>
              <a:pathLst>
                <a:path w="410" h="1940" extrusionOk="0">
                  <a:moveTo>
                    <a:pt x="408" y="1930"/>
                  </a:moveTo>
                  <a:cubicBezTo>
                    <a:pt x="381" y="1796"/>
                    <a:pt x="360" y="1661"/>
                    <a:pt x="342" y="1525"/>
                  </a:cubicBezTo>
                  <a:cubicBezTo>
                    <a:pt x="324" y="1390"/>
                    <a:pt x="309" y="1254"/>
                    <a:pt x="294" y="1118"/>
                  </a:cubicBezTo>
                  <a:cubicBezTo>
                    <a:pt x="279" y="981"/>
                    <a:pt x="264" y="845"/>
                    <a:pt x="245" y="710"/>
                  </a:cubicBezTo>
                  <a:cubicBezTo>
                    <a:pt x="227" y="574"/>
                    <a:pt x="205" y="440"/>
                    <a:pt x="177" y="306"/>
                  </a:cubicBezTo>
                  <a:cubicBezTo>
                    <a:pt x="156" y="207"/>
                    <a:pt x="136" y="89"/>
                    <a:pt x="53" y="22"/>
                  </a:cubicBezTo>
                  <a:cubicBezTo>
                    <a:pt x="43" y="14"/>
                    <a:pt x="32" y="7"/>
                    <a:pt x="21" y="1"/>
                  </a:cubicBezTo>
                  <a:cubicBezTo>
                    <a:pt x="17" y="0"/>
                    <a:pt x="9" y="0"/>
                    <a:pt x="4" y="1"/>
                  </a:cubicBezTo>
                  <a:cubicBezTo>
                    <a:pt x="0" y="4"/>
                    <a:pt x="0" y="8"/>
                    <a:pt x="4" y="10"/>
                  </a:cubicBezTo>
                  <a:cubicBezTo>
                    <a:pt x="99" y="60"/>
                    <a:pt x="126" y="179"/>
                    <a:pt x="147" y="275"/>
                  </a:cubicBezTo>
                  <a:cubicBezTo>
                    <a:pt x="175" y="406"/>
                    <a:pt x="198" y="540"/>
                    <a:pt x="217" y="673"/>
                  </a:cubicBezTo>
                  <a:cubicBezTo>
                    <a:pt x="235" y="807"/>
                    <a:pt x="251" y="942"/>
                    <a:pt x="266" y="1077"/>
                  </a:cubicBezTo>
                  <a:cubicBezTo>
                    <a:pt x="280" y="1211"/>
                    <a:pt x="295" y="1345"/>
                    <a:pt x="312" y="1479"/>
                  </a:cubicBezTo>
                  <a:cubicBezTo>
                    <a:pt x="329" y="1614"/>
                    <a:pt x="349" y="1748"/>
                    <a:pt x="374" y="1881"/>
                  </a:cubicBezTo>
                  <a:cubicBezTo>
                    <a:pt x="378" y="1898"/>
                    <a:pt x="381" y="1914"/>
                    <a:pt x="384" y="1930"/>
                  </a:cubicBezTo>
                  <a:cubicBezTo>
                    <a:pt x="386" y="1939"/>
                    <a:pt x="409" y="1938"/>
                    <a:pt x="408" y="19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5"/>
            <p:cNvSpPr/>
            <p:nvPr/>
          </p:nvSpPr>
          <p:spPr>
            <a:xfrm>
              <a:off x="1073543" y="3069164"/>
              <a:ext cx="637201" cy="404550"/>
            </a:xfrm>
            <a:custGeom>
              <a:avLst/>
              <a:gdLst/>
              <a:ahLst/>
              <a:cxnLst/>
              <a:rect l="l" t="t" r="r" b="b"/>
              <a:pathLst>
                <a:path w="1112" h="706" extrusionOk="0">
                  <a:moveTo>
                    <a:pt x="1101" y="340"/>
                  </a:moveTo>
                  <a:cubicBezTo>
                    <a:pt x="1092" y="327"/>
                    <a:pt x="1083" y="313"/>
                    <a:pt x="1069" y="307"/>
                  </a:cubicBezTo>
                  <a:cubicBezTo>
                    <a:pt x="1061" y="304"/>
                    <a:pt x="1052" y="303"/>
                    <a:pt x="1043" y="303"/>
                  </a:cubicBezTo>
                  <a:cubicBezTo>
                    <a:pt x="1014" y="303"/>
                    <a:pt x="985" y="306"/>
                    <a:pt x="957" y="311"/>
                  </a:cubicBezTo>
                  <a:cubicBezTo>
                    <a:pt x="935" y="316"/>
                    <a:pt x="911" y="322"/>
                    <a:pt x="889" y="316"/>
                  </a:cubicBezTo>
                  <a:cubicBezTo>
                    <a:pt x="912" y="297"/>
                    <a:pt x="943" y="289"/>
                    <a:pt x="973" y="287"/>
                  </a:cubicBezTo>
                  <a:cubicBezTo>
                    <a:pt x="1003" y="284"/>
                    <a:pt x="1034" y="288"/>
                    <a:pt x="1064" y="289"/>
                  </a:cubicBezTo>
                  <a:cubicBezTo>
                    <a:pt x="1070" y="290"/>
                    <a:pt x="1076" y="290"/>
                    <a:pt x="1080" y="285"/>
                  </a:cubicBezTo>
                  <a:cubicBezTo>
                    <a:pt x="1084" y="281"/>
                    <a:pt x="1083" y="274"/>
                    <a:pt x="1081" y="268"/>
                  </a:cubicBezTo>
                  <a:cubicBezTo>
                    <a:pt x="1064" y="216"/>
                    <a:pt x="1010" y="179"/>
                    <a:pt x="956" y="181"/>
                  </a:cubicBezTo>
                  <a:cubicBezTo>
                    <a:pt x="926" y="182"/>
                    <a:pt x="894" y="194"/>
                    <a:pt x="867" y="181"/>
                  </a:cubicBezTo>
                  <a:cubicBezTo>
                    <a:pt x="894" y="143"/>
                    <a:pt x="946" y="135"/>
                    <a:pt x="993" y="136"/>
                  </a:cubicBezTo>
                  <a:cubicBezTo>
                    <a:pt x="1013" y="136"/>
                    <a:pt x="1035" y="137"/>
                    <a:pt x="1053" y="127"/>
                  </a:cubicBezTo>
                  <a:cubicBezTo>
                    <a:pt x="1070" y="118"/>
                    <a:pt x="1081" y="92"/>
                    <a:pt x="1068" y="77"/>
                  </a:cubicBezTo>
                  <a:cubicBezTo>
                    <a:pt x="1059" y="66"/>
                    <a:pt x="1044" y="65"/>
                    <a:pt x="1030" y="64"/>
                  </a:cubicBezTo>
                  <a:cubicBezTo>
                    <a:pt x="971" y="63"/>
                    <a:pt x="913" y="66"/>
                    <a:pt x="855" y="74"/>
                  </a:cubicBezTo>
                  <a:cubicBezTo>
                    <a:pt x="843" y="76"/>
                    <a:pt x="831" y="78"/>
                    <a:pt x="821" y="84"/>
                  </a:cubicBezTo>
                  <a:cubicBezTo>
                    <a:pt x="811" y="90"/>
                    <a:pt x="804" y="99"/>
                    <a:pt x="798" y="108"/>
                  </a:cubicBezTo>
                  <a:cubicBezTo>
                    <a:pt x="767" y="155"/>
                    <a:pt x="748" y="210"/>
                    <a:pt x="742" y="266"/>
                  </a:cubicBezTo>
                  <a:cubicBezTo>
                    <a:pt x="739" y="306"/>
                    <a:pt x="744" y="344"/>
                    <a:pt x="753" y="381"/>
                  </a:cubicBezTo>
                  <a:cubicBezTo>
                    <a:pt x="664" y="355"/>
                    <a:pt x="576" y="325"/>
                    <a:pt x="489" y="293"/>
                  </a:cubicBezTo>
                  <a:cubicBezTo>
                    <a:pt x="480" y="289"/>
                    <a:pt x="472" y="286"/>
                    <a:pt x="463" y="283"/>
                  </a:cubicBezTo>
                  <a:cubicBezTo>
                    <a:pt x="463" y="205"/>
                    <a:pt x="465" y="127"/>
                    <a:pt x="467" y="49"/>
                  </a:cubicBezTo>
                  <a:cubicBezTo>
                    <a:pt x="467" y="40"/>
                    <a:pt x="467" y="40"/>
                    <a:pt x="467" y="49"/>
                  </a:cubicBezTo>
                  <a:cubicBezTo>
                    <a:pt x="340" y="23"/>
                    <a:pt x="208" y="19"/>
                    <a:pt x="80" y="38"/>
                  </a:cubicBezTo>
                  <a:cubicBezTo>
                    <a:pt x="54" y="41"/>
                    <a:pt x="28" y="50"/>
                    <a:pt x="3" y="55"/>
                  </a:cubicBezTo>
                  <a:cubicBezTo>
                    <a:pt x="0" y="0"/>
                    <a:pt x="0" y="0"/>
                    <a:pt x="3" y="55"/>
                  </a:cubicBezTo>
                  <a:cubicBezTo>
                    <a:pt x="3" y="66"/>
                    <a:pt x="4" y="77"/>
                    <a:pt x="4" y="88"/>
                  </a:cubicBezTo>
                  <a:cubicBezTo>
                    <a:pt x="11" y="222"/>
                    <a:pt x="5" y="353"/>
                    <a:pt x="34" y="486"/>
                  </a:cubicBezTo>
                  <a:cubicBezTo>
                    <a:pt x="46" y="543"/>
                    <a:pt x="63" y="602"/>
                    <a:pt x="102" y="647"/>
                  </a:cubicBezTo>
                  <a:cubicBezTo>
                    <a:pt x="139" y="690"/>
                    <a:pt x="216" y="702"/>
                    <a:pt x="270" y="704"/>
                  </a:cubicBezTo>
                  <a:cubicBezTo>
                    <a:pt x="291" y="705"/>
                    <a:pt x="312" y="705"/>
                    <a:pt x="332" y="700"/>
                  </a:cubicBezTo>
                  <a:cubicBezTo>
                    <a:pt x="338" y="700"/>
                    <a:pt x="344" y="700"/>
                    <a:pt x="350" y="700"/>
                  </a:cubicBezTo>
                  <a:cubicBezTo>
                    <a:pt x="418" y="696"/>
                    <a:pt x="484" y="686"/>
                    <a:pt x="551" y="672"/>
                  </a:cubicBezTo>
                  <a:cubicBezTo>
                    <a:pt x="638" y="654"/>
                    <a:pt x="725" y="629"/>
                    <a:pt x="810" y="602"/>
                  </a:cubicBezTo>
                  <a:cubicBezTo>
                    <a:pt x="829" y="596"/>
                    <a:pt x="849" y="589"/>
                    <a:pt x="867" y="579"/>
                  </a:cubicBezTo>
                  <a:cubicBezTo>
                    <a:pt x="877" y="581"/>
                    <a:pt x="886" y="579"/>
                    <a:pt x="900" y="575"/>
                  </a:cubicBezTo>
                  <a:cubicBezTo>
                    <a:pt x="921" y="569"/>
                    <a:pt x="944" y="568"/>
                    <a:pt x="966" y="561"/>
                  </a:cubicBezTo>
                  <a:cubicBezTo>
                    <a:pt x="987" y="555"/>
                    <a:pt x="1008" y="540"/>
                    <a:pt x="1013" y="518"/>
                  </a:cubicBezTo>
                  <a:cubicBezTo>
                    <a:pt x="1014" y="512"/>
                    <a:pt x="1014" y="506"/>
                    <a:pt x="1016" y="499"/>
                  </a:cubicBezTo>
                  <a:cubicBezTo>
                    <a:pt x="1020" y="485"/>
                    <a:pt x="1033" y="474"/>
                    <a:pt x="1045" y="465"/>
                  </a:cubicBezTo>
                  <a:cubicBezTo>
                    <a:pt x="1058" y="456"/>
                    <a:pt x="1071" y="446"/>
                    <a:pt x="1076" y="432"/>
                  </a:cubicBezTo>
                  <a:cubicBezTo>
                    <a:pt x="1081" y="417"/>
                    <a:pt x="1072" y="397"/>
                    <a:pt x="1057" y="398"/>
                  </a:cubicBezTo>
                  <a:cubicBezTo>
                    <a:pt x="1069" y="397"/>
                    <a:pt x="1081" y="396"/>
                    <a:pt x="1092" y="390"/>
                  </a:cubicBezTo>
                  <a:cubicBezTo>
                    <a:pt x="1102" y="385"/>
                    <a:pt x="1111" y="374"/>
                    <a:pt x="1111" y="363"/>
                  </a:cubicBezTo>
                  <a:cubicBezTo>
                    <a:pt x="1110" y="354"/>
                    <a:pt x="1105" y="347"/>
                    <a:pt x="1101" y="340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5"/>
            <p:cNvSpPr/>
            <p:nvPr/>
          </p:nvSpPr>
          <p:spPr>
            <a:xfrm>
              <a:off x="686753" y="3532163"/>
              <a:ext cx="1249762" cy="562130"/>
            </a:xfrm>
            <a:custGeom>
              <a:avLst/>
              <a:gdLst/>
              <a:ahLst/>
              <a:cxnLst/>
              <a:rect l="l" t="t" r="r" b="b"/>
              <a:pathLst>
                <a:path w="2181" h="981" extrusionOk="0">
                  <a:moveTo>
                    <a:pt x="2180" y="980"/>
                  </a:moveTo>
                  <a:cubicBezTo>
                    <a:pt x="2171" y="930"/>
                    <a:pt x="2162" y="879"/>
                    <a:pt x="2153" y="829"/>
                  </a:cubicBezTo>
                  <a:cubicBezTo>
                    <a:pt x="2086" y="826"/>
                    <a:pt x="2019" y="817"/>
                    <a:pt x="1952" y="808"/>
                  </a:cubicBezTo>
                  <a:cubicBezTo>
                    <a:pt x="1947" y="809"/>
                    <a:pt x="1942" y="810"/>
                    <a:pt x="1937" y="811"/>
                  </a:cubicBezTo>
                  <a:lnTo>
                    <a:pt x="1923" y="740"/>
                  </a:lnTo>
                  <a:lnTo>
                    <a:pt x="1839" y="740"/>
                  </a:lnTo>
                  <a:lnTo>
                    <a:pt x="1696" y="64"/>
                  </a:lnTo>
                  <a:cubicBezTo>
                    <a:pt x="1688" y="26"/>
                    <a:pt x="1660" y="0"/>
                    <a:pt x="1628" y="0"/>
                  </a:cubicBezTo>
                  <a:lnTo>
                    <a:pt x="0" y="0"/>
                  </a:lnTo>
                  <a:lnTo>
                    <a:pt x="178" y="840"/>
                  </a:lnTo>
                  <a:cubicBezTo>
                    <a:pt x="196" y="922"/>
                    <a:pt x="256" y="980"/>
                    <a:pt x="326" y="980"/>
                  </a:cubicBezTo>
                  <a:lnTo>
                    <a:pt x="1799" y="980"/>
                  </a:lnTo>
                  <a:lnTo>
                    <a:pt x="2180" y="98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546936" y="2836519"/>
              <a:ext cx="1265234" cy="1257773"/>
            </a:xfrm>
            <a:custGeom>
              <a:avLst/>
              <a:gdLst/>
              <a:ahLst/>
              <a:cxnLst/>
              <a:rect l="l" t="t" r="r" b="b"/>
              <a:pathLst>
                <a:path w="2208" h="2195" extrusionOk="0">
                  <a:moveTo>
                    <a:pt x="2199" y="2111"/>
                  </a:moveTo>
                  <a:lnTo>
                    <a:pt x="2018" y="1226"/>
                  </a:lnTo>
                  <a:cubicBezTo>
                    <a:pt x="2012" y="1198"/>
                    <a:pt x="1992" y="1177"/>
                    <a:pt x="1968" y="1177"/>
                  </a:cubicBezTo>
                  <a:lnTo>
                    <a:pt x="354" y="1177"/>
                  </a:lnTo>
                  <a:lnTo>
                    <a:pt x="34" y="123"/>
                  </a:lnTo>
                  <a:cubicBezTo>
                    <a:pt x="22" y="85"/>
                    <a:pt x="29" y="41"/>
                    <a:pt x="45" y="0"/>
                  </a:cubicBezTo>
                  <a:lnTo>
                    <a:pt x="21" y="0"/>
                  </a:lnTo>
                  <a:cubicBezTo>
                    <a:pt x="6" y="43"/>
                    <a:pt x="0" y="90"/>
                    <a:pt x="12" y="129"/>
                  </a:cubicBezTo>
                  <a:lnTo>
                    <a:pt x="331" y="1177"/>
                  </a:lnTo>
                  <a:lnTo>
                    <a:pt x="236" y="1177"/>
                  </a:lnTo>
                  <a:lnTo>
                    <a:pt x="244" y="1213"/>
                  </a:lnTo>
                  <a:lnTo>
                    <a:pt x="1872" y="1213"/>
                  </a:lnTo>
                  <a:cubicBezTo>
                    <a:pt x="1904" y="1213"/>
                    <a:pt x="1932" y="1240"/>
                    <a:pt x="1940" y="1278"/>
                  </a:cubicBezTo>
                  <a:lnTo>
                    <a:pt x="2111" y="2086"/>
                  </a:lnTo>
                  <a:cubicBezTo>
                    <a:pt x="2123" y="2140"/>
                    <a:pt x="2089" y="2194"/>
                    <a:pt x="2043" y="2194"/>
                  </a:cubicBezTo>
                  <a:lnTo>
                    <a:pt x="2149" y="2194"/>
                  </a:lnTo>
                  <a:cubicBezTo>
                    <a:pt x="2182" y="2194"/>
                    <a:pt x="2207" y="2153"/>
                    <a:pt x="2199" y="211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5"/>
            <p:cNvSpPr/>
            <p:nvPr/>
          </p:nvSpPr>
          <p:spPr>
            <a:xfrm>
              <a:off x="1180125" y="3160847"/>
              <a:ext cx="1423961" cy="223477"/>
            </a:xfrm>
            <a:custGeom>
              <a:avLst/>
              <a:gdLst/>
              <a:ahLst/>
              <a:cxnLst/>
              <a:rect l="l" t="t" r="r" b="b"/>
              <a:pathLst>
                <a:path w="2485" h="390" extrusionOk="0">
                  <a:moveTo>
                    <a:pt x="1582" y="10"/>
                  </a:moveTo>
                  <a:cubicBezTo>
                    <a:pt x="1581" y="16"/>
                    <a:pt x="1569" y="17"/>
                    <a:pt x="1562" y="15"/>
                  </a:cubicBezTo>
                  <a:cubicBezTo>
                    <a:pt x="1561" y="15"/>
                    <a:pt x="1560" y="15"/>
                    <a:pt x="1559" y="15"/>
                  </a:cubicBezTo>
                  <a:cubicBezTo>
                    <a:pt x="1556" y="16"/>
                    <a:pt x="1553" y="17"/>
                    <a:pt x="1550" y="18"/>
                  </a:cubicBezTo>
                  <a:cubicBezTo>
                    <a:pt x="1544" y="20"/>
                    <a:pt x="1537" y="22"/>
                    <a:pt x="1531" y="25"/>
                  </a:cubicBezTo>
                  <a:cubicBezTo>
                    <a:pt x="1519" y="30"/>
                    <a:pt x="1508" y="37"/>
                    <a:pt x="1498" y="45"/>
                  </a:cubicBezTo>
                  <a:cubicBezTo>
                    <a:pt x="1476" y="63"/>
                    <a:pt x="1459" y="84"/>
                    <a:pt x="1449" y="110"/>
                  </a:cubicBezTo>
                  <a:cubicBezTo>
                    <a:pt x="1445" y="117"/>
                    <a:pt x="1422" y="114"/>
                    <a:pt x="1426" y="106"/>
                  </a:cubicBezTo>
                  <a:cubicBezTo>
                    <a:pt x="1439" y="75"/>
                    <a:pt x="1461" y="49"/>
                    <a:pt x="1489" y="30"/>
                  </a:cubicBezTo>
                  <a:cubicBezTo>
                    <a:pt x="1503" y="21"/>
                    <a:pt x="1519" y="13"/>
                    <a:pt x="1535" y="8"/>
                  </a:cubicBezTo>
                  <a:cubicBezTo>
                    <a:pt x="1543" y="5"/>
                    <a:pt x="1551" y="3"/>
                    <a:pt x="1560" y="2"/>
                  </a:cubicBezTo>
                  <a:cubicBezTo>
                    <a:pt x="1565" y="1"/>
                    <a:pt x="1583" y="0"/>
                    <a:pt x="1582" y="10"/>
                  </a:cubicBezTo>
                  <a:moveTo>
                    <a:pt x="2208" y="141"/>
                  </a:moveTo>
                  <a:cubicBezTo>
                    <a:pt x="2203" y="139"/>
                    <a:pt x="2195" y="138"/>
                    <a:pt x="2191" y="141"/>
                  </a:cubicBezTo>
                  <a:cubicBezTo>
                    <a:pt x="2156" y="160"/>
                    <a:pt x="2129" y="192"/>
                    <a:pt x="2116" y="230"/>
                  </a:cubicBezTo>
                  <a:cubicBezTo>
                    <a:pt x="2115" y="235"/>
                    <a:pt x="2120" y="237"/>
                    <a:pt x="2124" y="238"/>
                  </a:cubicBezTo>
                  <a:cubicBezTo>
                    <a:pt x="2128" y="239"/>
                    <a:pt x="2137" y="239"/>
                    <a:pt x="2139" y="234"/>
                  </a:cubicBezTo>
                  <a:cubicBezTo>
                    <a:pt x="2150" y="199"/>
                    <a:pt x="2175" y="168"/>
                    <a:pt x="2207" y="150"/>
                  </a:cubicBezTo>
                  <a:cubicBezTo>
                    <a:pt x="2211" y="147"/>
                    <a:pt x="2212" y="144"/>
                    <a:pt x="2208" y="141"/>
                  </a:cubicBezTo>
                  <a:moveTo>
                    <a:pt x="2400" y="242"/>
                  </a:moveTo>
                  <a:cubicBezTo>
                    <a:pt x="2391" y="226"/>
                    <a:pt x="2381" y="209"/>
                    <a:pt x="2366" y="198"/>
                  </a:cubicBezTo>
                  <a:cubicBezTo>
                    <a:pt x="2351" y="184"/>
                    <a:pt x="2330" y="177"/>
                    <a:pt x="2309" y="179"/>
                  </a:cubicBezTo>
                  <a:cubicBezTo>
                    <a:pt x="2306" y="179"/>
                    <a:pt x="2299" y="181"/>
                    <a:pt x="2301" y="186"/>
                  </a:cubicBezTo>
                  <a:cubicBezTo>
                    <a:pt x="2303" y="191"/>
                    <a:pt x="2311" y="191"/>
                    <a:pt x="2315" y="191"/>
                  </a:cubicBezTo>
                  <a:cubicBezTo>
                    <a:pt x="2316" y="191"/>
                    <a:pt x="2317" y="191"/>
                    <a:pt x="2318" y="191"/>
                  </a:cubicBezTo>
                  <a:lnTo>
                    <a:pt x="2319" y="191"/>
                  </a:lnTo>
                  <a:cubicBezTo>
                    <a:pt x="2320" y="191"/>
                    <a:pt x="2321" y="191"/>
                    <a:pt x="2321" y="191"/>
                  </a:cubicBezTo>
                  <a:lnTo>
                    <a:pt x="2323" y="191"/>
                  </a:lnTo>
                  <a:cubicBezTo>
                    <a:pt x="2325" y="191"/>
                    <a:pt x="2329" y="193"/>
                    <a:pt x="2332" y="194"/>
                  </a:cubicBezTo>
                  <a:cubicBezTo>
                    <a:pt x="2338" y="197"/>
                    <a:pt x="2344" y="201"/>
                    <a:pt x="2350" y="206"/>
                  </a:cubicBezTo>
                  <a:cubicBezTo>
                    <a:pt x="2361" y="217"/>
                    <a:pt x="2369" y="231"/>
                    <a:pt x="2377" y="244"/>
                  </a:cubicBezTo>
                  <a:cubicBezTo>
                    <a:pt x="2380" y="249"/>
                    <a:pt x="2387" y="249"/>
                    <a:pt x="2392" y="249"/>
                  </a:cubicBezTo>
                  <a:cubicBezTo>
                    <a:pt x="2394" y="249"/>
                    <a:pt x="2403" y="246"/>
                    <a:pt x="2400" y="242"/>
                  </a:cubicBezTo>
                  <a:moveTo>
                    <a:pt x="2483" y="232"/>
                  </a:moveTo>
                  <a:cubicBezTo>
                    <a:pt x="2475" y="198"/>
                    <a:pt x="2452" y="169"/>
                    <a:pt x="2421" y="153"/>
                  </a:cubicBezTo>
                  <a:cubicBezTo>
                    <a:pt x="2416" y="151"/>
                    <a:pt x="2409" y="150"/>
                    <a:pt x="2404" y="153"/>
                  </a:cubicBezTo>
                  <a:cubicBezTo>
                    <a:pt x="2400" y="155"/>
                    <a:pt x="2399" y="159"/>
                    <a:pt x="2404" y="161"/>
                  </a:cubicBezTo>
                  <a:cubicBezTo>
                    <a:pt x="2432" y="176"/>
                    <a:pt x="2453" y="203"/>
                    <a:pt x="2460" y="234"/>
                  </a:cubicBezTo>
                  <a:cubicBezTo>
                    <a:pt x="2461" y="236"/>
                    <a:pt x="2464" y="238"/>
                    <a:pt x="2465" y="238"/>
                  </a:cubicBezTo>
                  <a:cubicBezTo>
                    <a:pt x="2468" y="239"/>
                    <a:pt x="2472" y="239"/>
                    <a:pt x="2475" y="239"/>
                  </a:cubicBezTo>
                  <a:cubicBezTo>
                    <a:pt x="2479" y="239"/>
                    <a:pt x="2484" y="237"/>
                    <a:pt x="2483" y="232"/>
                  </a:cubicBezTo>
                  <a:moveTo>
                    <a:pt x="254" y="122"/>
                  </a:moveTo>
                  <a:cubicBezTo>
                    <a:pt x="252" y="126"/>
                    <a:pt x="243" y="127"/>
                    <a:pt x="239" y="126"/>
                  </a:cubicBezTo>
                  <a:cubicBezTo>
                    <a:pt x="160" y="110"/>
                    <a:pt x="76" y="143"/>
                    <a:pt x="26" y="206"/>
                  </a:cubicBezTo>
                  <a:cubicBezTo>
                    <a:pt x="23" y="211"/>
                    <a:pt x="17" y="211"/>
                    <a:pt x="12" y="211"/>
                  </a:cubicBezTo>
                  <a:cubicBezTo>
                    <a:pt x="9" y="210"/>
                    <a:pt x="0" y="207"/>
                    <a:pt x="4" y="203"/>
                  </a:cubicBezTo>
                  <a:cubicBezTo>
                    <a:pt x="60" y="131"/>
                    <a:pt x="156" y="97"/>
                    <a:pt x="245" y="114"/>
                  </a:cubicBezTo>
                  <a:cubicBezTo>
                    <a:pt x="249" y="115"/>
                    <a:pt x="256" y="117"/>
                    <a:pt x="254" y="122"/>
                  </a:cubicBezTo>
                  <a:moveTo>
                    <a:pt x="665" y="379"/>
                  </a:moveTo>
                  <a:cubicBezTo>
                    <a:pt x="641" y="366"/>
                    <a:pt x="621" y="346"/>
                    <a:pt x="609" y="321"/>
                  </a:cubicBezTo>
                  <a:cubicBezTo>
                    <a:pt x="603" y="307"/>
                    <a:pt x="599" y="291"/>
                    <a:pt x="595" y="276"/>
                  </a:cubicBezTo>
                  <a:cubicBezTo>
                    <a:pt x="592" y="259"/>
                    <a:pt x="588" y="242"/>
                    <a:pt x="584" y="225"/>
                  </a:cubicBezTo>
                  <a:cubicBezTo>
                    <a:pt x="582" y="217"/>
                    <a:pt x="561" y="218"/>
                    <a:pt x="562" y="225"/>
                  </a:cubicBezTo>
                  <a:cubicBezTo>
                    <a:pt x="566" y="243"/>
                    <a:pt x="570" y="261"/>
                    <a:pt x="574" y="279"/>
                  </a:cubicBezTo>
                  <a:cubicBezTo>
                    <a:pt x="578" y="295"/>
                    <a:pt x="582" y="311"/>
                    <a:pt x="590" y="326"/>
                  </a:cubicBezTo>
                  <a:cubicBezTo>
                    <a:pt x="603" y="352"/>
                    <a:pt x="624" y="373"/>
                    <a:pt x="650" y="387"/>
                  </a:cubicBezTo>
                  <a:cubicBezTo>
                    <a:pt x="654" y="389"/>
                    <a:pt x="661" y="389"/>
                    <a:pt x="665" y="387"/>
                  </a:cubicBezTo>
                  <a:cubicBezTo>
                    <a:pt x="669" y="385"/>
                    <a:pt x="669" y="381"/>
                    <a:pt x="665" y="379"/>
                  </a:cubicBezTo>
                  <a:moveTo>
                    <a:pt x="878" y="243"/>
                  </a:moveTo>
                  <a:cubicBezTo>
                    <a:pt x="878" y="245"/>
                    <a:pt x="877" y="246"/>
                    <a:pt x="876" y="247"/>
                  </a:cubicBezTo>
                  <a:cubicBezTo>
                    <a:pt x="871" y="251"/>
                    <a:pt x="864" y="251"/>
                    <a:pt x="859" y="248"/>
                  </a:cubicBezTo>
                  <a:lnTo>
                    <a:pt x="858" y="248"/>
                  </a:lnTo>
                  <a:cubicBezTo>
                    <a:pt x="850" y="249"/>
                    <a:pt x="842" y="251"/>
                    <a:pt x="835" y="252"/>
                  </a:cubicBezTo>
                  <a:cubicBezTo>
                    <a:pt x="824" y="254"/>
                    <a:pt x="813" y="256"/>
                    <a:pt x="802" y="258"/>
                  </a:cubicBezTo>
                  <a:cubicBezTo>
                    <a:pt x="781" y="264"/>
                    <a:pt x="760" y="270"/>
                    <a:pt x="739" y="277"/>
                  </a:cubicBezTo>
                  <a:cubicBezTo>
                    <a:pt x="735" y="279"/>
                    <a:pt x="728" y="279"/>
                    <a:pt x="725" y="275"/>
                  </a:cubicBezTo>
                  <a:cubicBezTo>
                    <a:pt x="721" y="272"/>
                    <a:pt x="725" y="269"/>
                    <a:pt x="728" y="268"/>
                  </a:cubicBezTo>
                  <a:cubicBezTo>
                    <a:pt x="752" y="259"/>
                    <a:pt x="777" y="252"/>
                    <a:pt x="801" y="247"/>
                  </a:cubicBezTo>
                  <a:cubicBezTo>
                    <a:pt x="814" y="244"/>
                    <a:pt x="826" y="242"/>
                    <a:pt x="839" y="240"/>
                  </a:cubicBezTo>
                  <a:cubicBezTo>
                    <a:pt x="845" y="239"/>
                    <a:pt x="851" y="238"/>
                    <a:pt x="856" y="238"/>
                  </a:cubicBezTo>
                  <a:cubicBezTo>
                    <a:pt x="863" y="237"/>
                    <a:pt x="869" y="236"/>
                    <a:pt x="875" y="239"/>
                  </a:cubicBezTo>
                  <a:cubicBezTo>
                    <a:pt x="876" y="240"/>
                    <a:pt x="878" y="241"/>
                    <a:pt x="878" y="243"/>
                  </a:cubicBezTo>
                  <a:moveTo>
                    <a:pt x="798" y="347"/>
                  </a:moveTo>
                  <a:cubicBezTo>
                    <a:pt x="798" y="347"/>
                    <a:pt x="796" y="347"/>
                    <a:pt x="798" y="347"/>
                  </a:cubicBezTo>
                  <a:moveTo>
                    <a:pt x="830" y="345"/>
                  </a:moveTo>
                  <a:cubicBezTo>
                    <a:pt x="819" y="353"/>
                    <a:pt x="806" y="358"/>
                    <a:pt x="792" y="361"/>
                  </a:cubicBezTo>
                  <a:cubicBezTo>
                    <a:pt x="788" y="362"/>
                    <a:pt x="781" y="361"/>
                    <a:pt x="779" y="357"/>
                  </a:cubicBezTo>
                  <a:cubicBezTo>
                    <a:pt x="778" y="356"/>
                    <a:pt x="779" y="354"/>
                    <a:pt x="780" y="353"/>
                  </a:cubicBezTo>
                  <a:cubicBezTo>
                    <a:pt x="782" y="351"/>
                    <a:pt x="784" y="351"/>
                    <a:pt x="787" y="350"/>
                  </a:cubicBezTo>
                  <a:lnTo>
                    <a:pt x="789" y="350"/>
                  </a:lnTo>
                  <a:cubicBezTo>
                    <a:pt x="790" y="349"/>
                    <a:pt x="791" y="349"/>
                    <a:pt x="793" y="349"/>
                  </a:cubicBezTo>
                  <a:cubicBezTo>
                    <a:pt x="794" y="348"/>
                    <a:pt x="795" y="348"/>
                    <a:pt x="796" y="347"/>
                  </a:cubicBezTo>
                  <a:cubicBezTo>
                    <a:pt x="797" y="347"/>
                    <a:pt x="798" y="347"/>
                    <a:pt x="798" y="347"/>
                  </a:cubicBezTo>
                  <a:lnTo>
                    <a:pt x="799" y="347"/>
                  </a:lnTo>
                  <a:cubicBezTo>
                    <a:pt x="801" y="346"/>
                    <a:pt x="803" y="344"/>
                    <a:pt x="806" y="343"/>
                  </a:cubicBezTo>
                  <a:lnTo>
                    <a:pt x="809" y="341"/>
                  </a:lnTo>
                  <a:cubicBezTo>
                    <a:pt x="810" y="341"/>
                    <a:pt x="811" y="340"/>
                    <a:pt x="811" y="340"/>
                  </a:cubicBezTo>
                  <a:lnTo>
                    <a:pt x="812" y="340"/>
                  </a:lnTo>
                  <a:lnTo>
                    <a:pt x="812" y="339"/>
                  </a:lnTo>
                  <a:lnTo>
                    <a:pt x="812" y="340"/>
                  </a:lnTo>
                  <a:cubicBezTo>
                    <a:pt x="816" y="337"/>
                    <a:pt x="822" y="336"/>
                    <a:pt x="826" y="338"/>
                  </a:cubicBezTo>
                  <a:cubicBezTo>
                    <a:pt x="828" y="338"/>
                    <a:pt x="831" y="339"/>
                    <a:pt x="832" y="341"/>
                  </a:cubicBezTo>
                  <a:cubicBezTo>
                    <a:pt x="832" y="342"/>
                    <a:pt x="832" y="344"/>
                    <a:pt x="830" y="345"/>
                  </a:cubicBezTo>
                  <a:moveTo>
                    <a:pt x="697" y="37"/>
                  </a:moveTo>
                  <a:cubicBezTo>
                    <a:pt x="696" y="39"/>
                    <a:pt x="693" y="40"/>
                    <a:pt x="692" y="40"/>
                  </a:cubicBezTo>
                  <a:cubicBezTo>
                    <a:pt x="690" y="41"/>
                    <a:pt x="689" y="41"/>
                    <a:pt x="687" y="42"/>
                  </a:cubicBezTo>
                  <a:lnTo>
                    <a:pt x="686" y="42"/>
                  </a:lnTo>
                  <a:cubicBezTo>
                    <a:pt x="685" y="42"/>
                    <a:pt x="685" y="42"/>
                    <a:pt x="685" y="42"/>
                  </a:cubicBezTo>
                  <a:cubicBezTo>
                    <a:pt x="682" y="43"/>
                    <a:pt x="680" y="45"/>
                    <a:pt x="678" y="46"/>
                  </a:cubicBezTo>
                  <a:cubicBezTo>
                    <a:pt x="672" y="48"/>
                    <a:pt x="667" y="51"/>
                    <a:pt x="662" y="53"/>
                  </a:cubicBezTo>
                  <a:cubicBezTo>
                    <a:pt x="658" y="56"/>
                    <a:pt x="651" y="55"/>
                    <a:pt x="647" y="53"/>
                  </a:cubicBezTo>
                  <a:cubicBezTo>
                    <a:pt x="645" y="53"/>
                    <a:pt x="644" y="51"/>
                    <a:pt x="644" y="49"/>
                  </a:cubicBezTo>
                  <a:cubicBezTo>
                    <a:pt x="644" y="48"/>
                    <a:pt x="646" y="46"/>
                    <a:pt x="647" y="45"/>
                  </a:cubicBezTo>
                  <a:cubicBezTo>
                    <a:pt x="658" y="39"/>
                    <a:pt x="669" y="35"/>
                    <a:pt x="681" y="30"/>
                  </a:cubicBezTo>
                  <a:cubicBezTo>
                    <a:pt x="683" y="29"/>
                    <a:pt x="686" y="30"/>
                    <a:pt x="689" y="30"/>
                  </a:cubicBezTo>
                  <a:cubicBezTo>
                    <a:pt x="691" y="30"/>
                    <a:pt x="694" y="31"/>
                    <a:pt x="696" y="33"/>
                  </a:cubicBezTo>
                  <a:cubicBezTo>
                    <a:pt x="697" y="34"/>
                    <a:pt x="698" y="35"/>
                    <a:pt x="697" y="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6" name="Google Shape;856;p45"/>
            <p:cNvGrpSpPr/>
            <p:nvPr/>
          </p:nvGrpSpPr>
          <p:grpSpPr>
            <a:xfrm flipH="1">
              <a:off x="2454826" y="3144382"/>
              <a:ext cx="802914" cy="193869"/>
              <a:chOff x="3359120" y="898574"/>
              <a:chExt cx="2002779" cy="483705"/>
            </a:xfrm>
          </p:grpSpPr>
          <p:sp>
            <p:nvSpPr>
              <p:cNvPr id="857" name="Google Shape;857;p45"/>
              <p:cNvSpPr/>
              <p:nvPr/>
            </p:nvSpPr>
            <p:spPr>
              <a:xfrm>
                <a:off x="3359120" y="898574"/>
                <a:ext cx="1746572" cy="220964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439" extrusionOk="0">
                    <a:moveTo>
                      <a:pt x="3454" y="430"/>
                    </a:moveTo>
                    <a:cubicBezTo>
                      <a:pt x="3453" y="431"/>
                      <a:pt x="3451" y="432"/>
                      <a:pt x="3450" y="433"/>
                    </a:cubicBezTo>
                    <a:cubicBezTo>
                      <a:pt x="3446" y="435"/>
                      <a:pt x="3438" y="433"/>
                      <a:pt x="3433" y="433"/>
                    </a:cubicBezTo>
                    <a:lnTo>
                      <a:pt x="77" y="438"/>
                    </a:lnTo>
                    <a:cubicBezTo>
                      <a:pt x="35" y="438"/>
                      <a:pt x="1" y="401"/>
                      <a:pt x="1" y="355"/>
                    </a:cubicBezTo>
                    <a:lnTo>
                      <a:pt x="0" y="94"/>
                    </a:lnTo>
                    <a:cubicBezTo>
                      <a:pt x="0" y="47"/>
                      <a:pt x="34" y="10"/>
                      <a:pt x="76" y="10"/>
                    </a:cubicBezTo>
                    <a:lnTo>
                      <a:pt x="3408" y="4"/>
                    </a:lnTo>
                    <a:cubicBezTo>
                      <a:pt x="3418" y="4"/>
                      <a:pt x="3440" y="0"/>
                      <a:pt x="3449" y="4"/>
                    </a:cubicBezTo>
                    <a:cubicBezTo>
                      <a:pt x="3451" y="5"/>
                      <a:pt x="3453" y="4"/>
                      <a:pt x="3455" y="5"/>
                    </a:cubicBezTo>
                    <a:cubicBezTo>
                      <a:pt x="3462" y="26"/>
                      <a:pt x="3454" y="51"/>
                      <a:pt x="3442" y="76"/>
                    </a:cubicBezTo>
                    <a:cubicBezTo>
                      <a:pt x="3432" y="99"/>
                      <a:pt x="3419" y="123"/>
                      <a:pt x="3414" y="141"/>
                    </a:cubicBezTo>
                    <a:cubicBezTo>
                      <a:pt x="3397" y="197"/>
                      <a:pt x="3398" y="258"/>
                      <a:pt x="3415" y="313"/>
                    </a:cubicBezTo>
                    <a:cubicBezTo>
                      <a:pt x="3423" y="336"/>
                      <a:pt x="3430" y="360"/>
                      <a:pt x="3443" y="380"/>
                    </a:cubicBezTo>
                    <a:cubicBezTo>
                      <a:pt x="3443" y="382"/>
                      <a:pt x="3445" y="383"/>
                      <a:pt x="3446" y="385"/>
                    </a:cubicBezTo>
                    <a:cubicBezTo>
                      <a:pt x="3455" y="398"/>
                      <a:pt x="3469" y="417"/>
                      <a:pt x="3454" y="43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5"/>
              <p:cNvSpPr/>
              <p:nvPr/>
            </p:nvSpPr>
            <p:spPr>
              <a:xfrm>
                <a:off x="4239957" y="936827"/>
                <a:ext cx="818926" cy="157544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313" extrusionOk="0">
                    <a:moveTo>
                      <a:pt x="1626" y="310"/>
                    </a:moveTo>
                    <a:lnTo>
                      <a:pt x="96" y="312"/>
                    </a:lnTo>
                    <a:cubicBezTo>
                      <a:pt x="43" y="312"/>
                      <a:pt x="0" y="283"/>
                      <a:pt x="0" y="248"/>
                    </a:cubicBezTo>
                    <a:lnTo>
                      <a:pt x="0" y="67"/>
                    </a:lnTo>
                    <a:cubicBezTo>
                      <a:pt x="0" y="31"/>
                      <a:pt x="43" y="2"/>
                      <a:pt x="95" y="2"/>
                    </a:cubicBezTo>
                    <a:lnTo>
                      <a:pt x="1623" y="0"/>
                    </a:lnTo>
                    <a:cubicBezTo>
                      <a:pt x="1613" y="23"/>
                      <a:pt x="1600" y="47"/>
                      <a:pt x="1595" y="65"/>
                    </a:cubicBezTo>
                    <a:cubicBezTo>
                      <a:pt x="1579" y="121"/>
                      <a:pt x="1580" y="182"/>
                      <a:pt x="1597" y="237"/>
                    </a:cubicBezTo>
                    <a:cubicBezTo>
                      <a:pt x="1603" y="260"/>
                      <a:pt x="1611" y="285"/>
                      <a:pt x="1623" y="304"/>
                    </a:cubicBezTo>
                    <a:cubicBezTo>
                      <a:pt x="1623" y="306"/>
                      <a:pt x="1624" y="308"/>
                      <a:pt x="1626" y="31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5"/>
              <p:cNvSpPr/>
              <p:nvPr/>
            </p:nvSpPr>
            <p:spPr>
              <a:xfrm>
                <a:off x="3615326" y="1104941"/>
                <a:ext cx="1746572" cy="277338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551" extrusionOk="0">
                    <a:moveTo>
                      <a:pt x="3454" y="541"/>
                    </a:moveTo>
                    <a:cubicBezTo>
                      <a:pt x="3453" y="543"/>
                      <a:pt x="3451" y="544"/>
                      <a:pt x="3449" y="545"/>
                    </a:cubicBezTo>
                    <a:cubicBezTo>
                      <a:pt x="3445" y="547"/>
                      <a:pt x="3437" y="545"/>
                      <a:pt x="3433" y="545"/>
                    </a:cubicBezTo>
                    <a:lnTo>
                      <a:pt x="77" y="550"/>
                    </a:lnTo>
                    <a:cubicBezTo>
                      <a:pt x="35" y="550"/>
                      <a:pt x="0" y="503"/>
                      <a:pt x="0" y="445"/>
                    </a:cubicBezTo>
                    <a:lnTo>
                      <a:pt x="0" y="117"/>
                    </a:lnTo>
                    <a:cubicBezTo>
                      <a:pt x="0" y="59"/>
                      <a:pt x="34" y="12"/>
                      <a:pt x="76" y="12"/>
                    </a:cubicBezTo>
                    <a:lnTo>
                      <a:pt x="3407" y="6"/>
                    </a:lnTo>
                    <a:cubicBezTo>
                      <a:pt x="3418" y="6"/>
                      <a:pt x="3439" y="0"/>
                      <a:pt x="3449" y="6"/>
                    </a:cubicBezTo>
                    <a:cubicBezTo>
                      <a:pt x="3451" y="8"/>
                      <a:pt x="3453" y="6"/>
                      <a:pt x="3455" y="7"/>
                    </a:cubicBezTo>
                    <a:cubicBezTo>
                      <a:pt x="3461" y="33"/>
                      <a:pt x="3453" y="65"/>
                      <a:pt x="3442" y="96"/>
                    </a:cubicBezTo>
                    <a:cubicBezTo>
                      <a:pt x="3432" y="126"/>
                      <a:pt x="3419" y="155"/>
                      <a:pt x="3413" y="178"/>
                    </a:cubicBezTo>
                    <a:cubicBezTo>
                      <a:pt x="3396" y="248"/>
                      <a:pt x="3397" y="325"/>
                      <a:pt x="3415" y="395"/>
                    </a:cubicBezTo>
                    <a:cubicBezTo>
                      <a:pt x="3422" y="423"/>
                      <a:pt x="3430" y="454"/>
                      <a:pt x="3442" y="479"/>
                    </a:cubicBezTo>
                    <a:cubicBezTo>
                      <a:pt x="3443" y="481"/>
                      <a:pt x="3444" y="483"/>
                      <a:pt x="3445" y="485"/>
                    </a:cubicBezTo>
                    <a:cubicBezTo>
                      <a:pt x="3455" y="501"/>
                      <a:pt x="3469" y="525"/>
                      <a:pt x="3454" y="541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5"/>
              <p:cNvSpPr/>
              <p:nvPr/>
            </p:nvSpPr>
            <p:spPr>
              <a:xfrm>
                <a:off x="4495660" y="1153261"/>
                <a:ext cx="818926" cy="197811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393" extrusionOk="0">
                    <a:moveTo>
                      <a:pt x="1626" y="389"/>
                    </a:moveTo>
                    <a:lnTo>
                      <a:pt x="96" y="391"/>
                    </a:lnTo>
                    <a:cubicBezTo>
                      <a:pt x="44" y="392"/>
                      <a:pt x="1" y="355"/>
                      <a:pt x="1" y="311"/>
                    </a:cubicBezTo>
                    <a:lnTo>
                      <a:pt x="0" y="84"/>
                    </a:lnTo>
                    <a:cubicBezTo>
                      <a:pt x="0" y="39"/>
                      <a:pt x="43" y="3"/>
                      <a:pt x="96" y="3"/>
                    </a:cubicBezTo>
                    <a:lnTo>
                      <a:pt x="1623" y="0"/>
                    </a:lnTo>
                    <a:cubicBezTo>
                      <a:pt x="1613" y="30"/>
                      <a:pt x="1601" y="59"/>
                      <a:pt x="1596" y="82"/>
                    </a:cubicBezTo>
                    <a:cubicBezTo>
                      <a:pt x="1579" y="152"/>
                      <a:pt x="1580" y="229"/>
                      <a:pt x="1597" y="299"/>
                    </a:cubicBezTo>
                    <a:cubicBezTo>
                      <a:pt x="1604" y="327"/>
                      <a:pt x="1612" y="358"/>
                      <a:pt x="1623" y="383"/>
                    </a:cubicBezTo>
                    <a:cubicBezTo>
                      <a:pt x="1624" y="385"/>
                      <a:pt x="1625" y="387"/>
                      <a:pt x="1626" y="389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1" name="Google Shape;861;p45"/>
            <p:cNvSpPr/>
            <p:nvPr/>
          </p:nvSpPr>
          <p:spPr>
            <a:xfrm rot="10800000">
              <a:off x="2470336" y="2476079"/>
              <a:ext cx="146526" cy="216025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1016;p51">
            <a:extLst>
              <a:ext uri="{FF2B5EF4-FFF2-40B4-BE49-F238E27FC236}">
                <a16:creationId xmlns:a16="http://schemas.microsoft.com/office/drawing/2014/main" id="{64861C5D-303B-FCCF-C079-4F47A971BBEC}"/>
              </a:ext>
            </a:extLst>
          </p:cNvPr>
          <p:cNvSpPr/>
          <p:nvPr/>
        </p:nvSpPr>
        <p:spPr>
          <a:xfrm>
            <a:off x="5786394" y="3796438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17;p51">
            <a:extLst>
              <a:ext uri="{FF2B5EF4-FFF2-40B4-BE49-F238E27FC236}">
                <a16:creationId xmlns:a16="http://schemas.microsoft.com/office/drawing/2014/main" id="{50431EAE-4FC3-7AFE-C7F3-DAEE06B39EDD}"/>
              </a:ext>
            </a:extLst>
          </p:cNvPr>
          <p:cNvSpPr/>
          <p:nvPr/>
        </p:nvSpPr>
        <p:spPr>
          <a:xfrm>
            <a:off x="3735910" y="714607"/>
            <a:ext cx="490670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18;p51">
            <a:extLst>
              <a:ext uri="{FF2B5EF4-FFF2-40B4-BE49-F238E27FC236}">
                <a16:creationId xmlns:a16="http://schemas.microsoft.com/office/drawing/2014/main" id="{70B7F407-E0E4-0D53-F356-51D586A25E3C}"/>
              </a:ext>
            </a:extLst>
          </p:cNvPr>
          <p:cNvSpPr/>
          <p:nvPr/>
        </p:nvSpPr>
        <p:spPr>
          <a:xfrm>
            <a:off x="5682070" y="4256500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36197DF-B2EC-8726-CAC3-9CE2A60EE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05945" y="931115"/>
            <a:ext cx="4169486" cy="2521637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47"/>
          <p:cNvGrpSpPr/>
          <p:nvPr/>
        </p:nvGrpSpPr>
        <p:grpSpPr>
          <a:xfrm rot="-2978330">
            <a:off x="557995" y="122132"/>
            <a:ext cx="635424" cy="834726"/>
            <a:chOff x="4836419" y="2703028"/>
            <a:chExt cx="1091230" cy="1433497"/>
          </a:xfrm>
        </p:grpSpPr>
        <p:sp>
          <p:nvSpPr>
            <p:cNvPr id="885" name="Google Shape;885;p47"/>
            <p:cNvSpPr/>
            <p:nvPr/>
          </p:nvSpPr>
          <p:spPr>
            <a:xfrm>
              <a:off x="4914436" y="3064422"/>
              <a:ext cx="665409" cy="921103"/>
            </a:xfrm>
            <a:custGeom>
              <a:avLst/>
              <a:gdLst/>
              <a:ahLst/>
              <a:cxnLst/>
              <a:rect l="l" t="t" r="r" b="b"/>
              <a:pathLst>
                <a:path w="1322" h="1830" extrusionOk="0">
                  <a:moveTo>
                    <a:pt x="1314" y="612"/>
                  </a:moveTo>
                  <a:cubicBezTo>
                    <a:pt x="1307" y="459"/>
                    <a:pt x="1240" y="315"/>
                    <a:pt x="1134" y="205"/>
                  </a:cubicBezTo>
                  <a:cubicBezTo>
                    <a:pt x="1120" y="191"/>
                    <a:pt x="1105" y="177"/>
                    <a:pt x="1090" y="163"/>
                  </a:cubicBezTo>
                  <a:cubicBezTo>
                    <a:pt x="1088" y="162"/>
                    <a:pt x="1087" y="161"/>
                    <a:pt x="1085" y="160"/>
                  </a:cubicBezTo>
                  <a:lnTo>
                    <a:pt x="985" y="95"/>
                  </a:lnTo>
                  <a:cubicBezTo>
                    <a:pt x="941" y="68"/>
                    <a:pt x="893" y="47"/>
                    <a:pt x="842" y="34"/>
                  </a:cubicBezTo>
                  <a:lnTo>
                    <a:pt x="726" y="5"/>
                  </a:lnTo>
                  <a:cubicBezTo>
                    <a:pt x="724" y="5"/>
                    <a:pt x="722" y="5"/>
                    <a:pt x="720" y="4"/>
                  </a:cubicBezTo>
                  <a:cubicBezTo>
                    <a:pt x="700" y="2"/>
                    <a:pt x="680" y="1"/>
                    <a:pt x="660" y="1"/>
                  </a:cubicBezTo>
                  <a:cubicBezTo>
                    <a:pt x="507" y="0"/>
                    <a:pt x="356" y="50"/>
                    <a:pt x="241" y="151"/>
                  </a:cubicBezTo>
                  <a:cubicBezTo>
                    <a:pt x="122" y="253"/>
                    <a:pt x="43" y="400"/>
                    <a:pt x="20" y="555"/>
                  </a:cubicBezTo>
                  <a:cubicBezTo>
                    <a:pt x="8" y="636"/>
                    <a:pt x="12" y="717"/>
                    <a:pt x="31" y="796"/>
                  </a:cubicBezTo>
                  <a:cubicBezTo>
                    <a:pt x="52" y="886"/>
                    <a:pt x="84" y="973"/>
                    <a:pt x="92" y="1065"/>
                  </a:cubicBezTo>
                  <a:cubicBezTo>
                    <a:pt x="110" y="1242"/>
                    <a:pt x="67" y="1418"/>
                    <a:pt x="19" y="1587"/>
                  </a:cubicBezTo>
                  <a:cubicBezTo>
                    <a:pt x="13" y="1608"/>
                    <a:pt x="7" y="1629"/>
                    <a:pt x="0" y="1650"/>
                  </a:cubicBezTo>
                  <a:cubicBezTo>
                    <a:pt x="0" y="1653"/>
                    <a:pt x="1" y="1656"/>
                    <a:pt x="3" y="1659"/>
                  </a:cubicBezTo>
                  <a:cubicBezTo>
                    <a:pt x="5" y="1663"/>
                    <a:pt x="11" y="1666"/>
                    <a:pt x="14" y="1667"/>
                  </a:cubicBezTo>
                  <a:lnTo>
                    <a:pt x="378" y="1824"/>
                  </a:lnTo>
                  <a:cubicBezTo>
                    <a:pt x="382" y="1826"/>
                    <a:pt x="393" y="1829"/>
                    <a:pt x="395" y="1823"/>
                  </a:cubicBezTo>
                  <a:cubicBezTo>
                    <a:pt x="395" y="1822"/>
                    <a:pt x="395" y="1822"/>
                    <a:pt x="395" y="1821"/>
                  </a:cubicBezTo>
                  <a:cubicBezTo>
                    <a:pt x="396" y="1813"/>
                    <a:pt x="397" y="1806"/>
                    <a:pt x="401" y="1799"/>
                  </a:cubicBezTo>
                  <a:lnTo>
                    <a:pt x="424" y="1761"/>
                  </a:lnTo>
                  <a:cubicBezTo>
                    <a:pt x="513" y="1610"/>
                    <a:pt x="611" y="1458"/>
                    <a:pt x="751" y="1349"/>
                  </a:cubicBezTo>
                  <a:cubicBezTo>
                    <a:pt x="825" y="1292"/>
                    <a:pt x="909" y="1255"/>
                    <a:pt x="989" y="1208"/>
                  </a:cubicBezTo>
                  <a:cubicBezTo>
                    <a:pt x="1060" y="1167"/>
                    <a:pt x="1122" y="1115"/>
                    <a:pt x="1172" y="1050"/>
                  </a:cubicBezTo>
                  <a:cubicBezTo>
                    <a:pt x="1269" y="927"/>
                    <a:pt x="1321" y="769"/>
                    <a:pt x="1314" y="61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4896316" y="3251663"/>
              <a:ext cx="611049" cy="741412"/>
            </a:xfrm>
            <a:custGeom>
              <a:avLst/>
              <a:gdLst/>
              <a:ahLst/>
              <a:cxnLst/>
              <a:rect l="l" t="t" r="r" b="b"/>
              <a:pathLst>
                <a:path w="1214" h="1473" extrusionOk="0">
                  <a:moveTo>
                    <a:pt x="892" y="625"/>
                  </a:moveTo>
                  <a:cubicBezTo>
                    <a:pt x="883" y="601"/>
                    <a:pt x="863" y="583"/>
                    <a:pt x="841" y="571"/>
                  </a:cubicBezTo>
                  <a:cubicBezTo>
                    <a:pt x="791" y="546"/>
                    <a:pt x="734" y="552"/>
                    <a:pt x="688" y="583"/>
                  </a:cubicBezTo>
                  <a:cubicBezTo>
                    <a:pt x="638" y="617"/>
                    <a:pt x="602" y="671"/>
                    <a:pt x="570" y="721"/>
                  </a:cubicBezTo>
                  <a:cubicBezTo>
                    <a:pt x="550" y="752"/>
                    <a:pt x="532" y="784"/>
                    <a:pt x="515" y="817"/>
                  </a:cubicBezTo>
                  <a:lnTo>
                    <a:pt x="514" y="819"/>
                  </a:lnTo>
                  <a:lnTo>
                    <a:pt x="431" y="783"/>
                  </a:lnTo>
                  <a:lnTo>
                    <a:pt x="432" y="782"/>
                  </a:lnTo>
                  <a:cubicBezTo>
                    <a:pt x="445" y="747"/>
                    <a:pt x="455" y="711"/>
                    <a:pt x="464" y="675"/>
                  </a:cubicBezTo>
                  <a:cubicBezTo>
                    <a:pt x="478" y="618"/>
                    <a:pt x="493" y="555"/>
                    <a:pt x="483" y="495"/>
                  </a:cubicBezTo>
                  <a:cubicBezTo>
                    <a:pt x="474" y="441"/>
                    <a:pt x="440" y="395"/>
                    <a:pt x="387" y="376"/>
                  </a:cubicBezTo>
                  <a:cubicBezTo>
                    <a:pt x="363" y="368"/>
                    <a:pt x="336" y="366"/>
                    <a:pt x="312" y="376"/>
                  </a:cubicBezTo>
                  <a:cubicBezTo>
                    <a:pt x="285" y="388"/>
                    <a:pt x="267" y="411"/>
                    <a:pt x="254" y="437"/>
                  </a:cubicBezTo>
                  <a:cubicBezTo>
                    <a:pt x="229" y="487"/>
                    <a:pt x="224" y="546"/>
                    <a:pt x="236" y="600"/>
                  </a:cubicBezTo>
                  <a:cubicBezTo>
                    <a:pt x="248" y="656"/>
                    <a:pt x="278" y="707"/>
                    <a:pt x="323" y="743"/>
                  </a:cubicBezTo>
                  <a:cubicBezTo>
                    <a:pt x="345" y="761"/>
                    <a:pt x="370" y="776"/>
                    <a:pt x="397" y="787"/>
                  </a:cubicBezTo>
                  <a:cubicBezTo>
                    <a:pt x="369" y="862"/>
                    <a:pt x="332" y="934"/>
                    <a:pt x="289" y="1001"/>
                  </a:cubicBezTo>
                  <a:cubicBezTo>
                    <a:pt x="255" y="1053"/>
                    <a:pt x="217" y="1102"/>
                    <a:pt x="175" y="1148"/>
                  </a:cubicBezTo>
                  <a:cubicBezTo>
                    <a:pt x="137" y="1189"/>
                    <a:pt x="95" y="1232"/>
                    <a:pt x="44" y="1258"/>
                  </a:cubicBezTo>
                  <a:cubicBezTo>
                    <a:pt x="32" y="1264"/>
                    <a:pt x="19" y="1269"/>
                    <a:pt x="6" y="1272"/>
                  </a:cubicBezTo>
                  <a:cubicBezTo>
                    <a:pt x="0" y="1274"/>
                    <a:pt x="4" y="1281"/>
                    <a:pt x="7" y="1284"/>
                  </a:cubicBezTo>
                  <a:cubicBezTo>
                    <a:pt x="13" y="1289"/>
                    <a:pt x="21" y="1292"/>
                    <a:pt x="28" y="1290"/>
                  </a:cubicBezTo>
                  <a:cubicBezTo>
                    <a:pt x="87" y="1274"/>
                    <a:pt x="133" y="1232"/>
                    <a:pt x="175" y="1190"/>
                  </a:cubicBezTo>
                  <a:cubicBezTo>
                    <a:pt x="222" y="1143"/>
                    <a:pt x="264" y="1092"/>
                    <a:pt x="301" y="1038"/>
                  </a:cubicBezTo>
                  <a:cubicBezTo>
                    <a:pt x="352" y="963"/>
                    <a:pt x="394" y="883"/>
                    <a:pt x="426" y="798"/>
                  </a:cubicBezTo>
                  <a:lnTo>
                    <a:pt x="508" y="833"/>
                  </a:lnTo>
                  <a:cubicBezTo>
                    <a:pt x="468" y="915"/>
                    <a:pt x="438" y="1001"/>
                    <a:pt x="420" y="1089"/>
                  </a:cubicBezTo>
                  <a:cubicBezTo>
                    <a:pt x="406" y="1153"/>
                    <a:pt x="398" y="1219"/>
                    <a:pt x="396" y="1285"/>
                  </a:cubicBezTo>
                  <a:cubicBezTo>
                    <a:pt x="394" y="1344"/>
                    <a:pt x="396" y="1407"/>
                    <a:pt x="424" y="1461"/>
                  </a:cubicBezTo>
                  <a:cubicBezTo>
                    <a:pt x="427" y="1467"/>
                    <a:pt x="436" y="1471"/>
                    <a:pt x="443" y="1472"/>
                  </a:cubicBezTo>
                  <a:cubicBezTo>
                    <a:pt x="447" y="1472"/>
                    <a:pt x="455" y="1470"/>
                    <a:pt x="452" y="1464"/>
                  </a:cubicBezTo>
                  <a:cubicBezTo>
                    <a:pt x="446" y="1452"/>
                    <a:pt x="440" y="1439"/>
                    <a:pt x="437" y="1426"/>
                  </a:cubicBezTo>
                  <a:cubicBezTo>
                    <a:pt x="420" y="1372"/>
                    <a:pt x="423" y="1312"/>
                    <a:pt x="427" y="1256"/>
                  </a:cubicBezTo>
                  <a:cubicBezTo>
                    <a:pt x="431" y="1194"/>
                    <a:pt x="440" y="1132"/>
                    <a:pt x="455" y="1072"/>
                  </a:cubicBezTo>
                  <a:cubicBezTo>
                    <a:pt x="473" y="995"/>
                    <a:pt x="501" y="919"/>
                    <a:pt x="535" y="847"/>
                  </a:cubicBezTo>
                  <a:cubicBezTo>
                    <a:pt x="562" y="859"/>
                    <a:pt x="590" y="867"/>
                    <a:pt x="618" y="871"/>
                  </a:cubicBezTo>
                  <a:cubicBezTo>
                    <a:pt x="676" y="878"/>
                    <a:pt x="733" y="865"/>
                    <a:pt x="783" y="835"/>
                  </a:cubicBezTo>
                  <a:cubicBezTo>
                    <a:pt x="830" y="806"/>
                    <a:pt x="869" y="762"/>
                    <a:pt x="888" y="710"/>
                  </a:cubicBezTo>
                  <a:cubicBezTo>
                    <a:pt x="898" y="683"/>
                    <a:pt x="902" y="653"/>
                    <a:pt x="892" y="625"/>
                  </a:cubicBezTo>
                  <a:moveTo>
                    <a:pt x="402" y="772"/>
                  </a:moveTo>
                  <a:cubicBezTo>
                    <a:pt x="389" y="767"/>
                    <a:pt x="375" y="760"/>
                    <a:pt x="363" y="752"/>
                  </a:cubicBezTo>
                  <a:cubicBezTo>
                    <a:pt x="318" y="723"/>
                    <a:pt x="286" y="679"/>
                    <a:pt x="270" y="629"/>
                  </a:cubicBezTo>
                  <a:cubicBezTo>
                    <a:pt x="255" y="580"/>
                    <a:pt x="255" y="524"/>
                    <a:pt x="272" y="475"/>
                  </a:cubicBezTo>
                  <a:cubicBezTo>
                    <a:pt x="287" y="431"/>
                    <a:pt x="323" y="377"/>
                    <a:pt x="378" y="390"/>
                  </a:cubicBezTo>
                  <a:cubicBezTo>
                    <a:pt x="426" y="402"/>
                    <a:pt x="450" y="452"/>
                    <a:pt x="456" y="498"/>
                  </a:cubicBezTo>
                  <a:cubicBezTo>
                    <a:pt x="462" y="554"/>
                    <a:pt x="448" y="612"/>
                    <a:pt x="435" y="666"/>
                  </a:cubicBezTo>
                  <a:cubicBezTo>
                    <a:pt x="426" y="702"/>
                    <a:pt x="415" y="737"/>
                    <a:pt x="402" y="772"/>
                  </a:cubicBezTo>
                  <a:moveTo>
                    <a:pt x="848" y="723"/>
                  </a:moveTo>
                  <a:cubicBezTo>
                    <a:pt x="824" y="769"/>
                    <a:pt x="784" y="807"/>
                    <a:pt x="737" y="830"/>
                  </a:cubicBezTo>
                  <a:cubicBezTo>
                    <a:pt x="690" y="853"/>
                    <a:pt x="636" y="859"/>
                    <a:pt x="584" y="847"/>
                  </a:cubicBezTo>
                  <a:cubicBezTo>
                    <a:pt x="570" y="843"/>
                    <a:pt x="556" y="838"/>
                    <a:pt x="542" y="832"/>
                  </a:cubicBezTo>
                  <a:cubicBezTo>
                    <a:pt x="559" y="799"/>
                    <a:pt x="577" y="767"/>
                    <a:pt x="597" y="736"/>
                  </a:cubicBezTo>
                  <a:cubicBezTo>
                    <a:pt x="627" y="689"/>
                    <a:pt x="660" y="639"/>
                    <a:pt x="705" y="605"/>
                  </a:cubicBezTo>
                  <a:cubicBezTo>
                    <a:pt x="742" y="577"/>
                    <a:pt x="795" y="561"/>
                    <a:pt x="837" y="587"/>
                  </a:cubicBezTo>
                  <a:cubicBezTo>
                    <a:pt x="884" y="618"/>
                    <a:pt x="869" y="681"/>
                    <a:pt x="848" y="723"/>
                  </a:cubicBezTo>
                  <a:moveTo>
                    <a:pt x="1197" y="210"/>
                  </a:moveTo>
                  <a:cubicBezTo>
                    <a:pt x="1186" y="222"/>
                    <a:pt x="1170" y="225"/>
                    <a:pt x="1154" y="221"/>
                  </a:cubicBezTo>
                  <a:cubicBezTo>
                    <a:pt x="1135" y="215"/>
                    <a:pt x="1123" y="200"/>
                    <a:pt x="1113" y="183"/>
                  </a:cubicBezTo>
                  <a:cubicBezTo>
                    <a:pt x="1095" y="156"/>
                    <a:pt x="1084" y="124"/>
                    <a:pt x="1078" y="91"/>
                  </a:cubicBezTo>
                  <a:cubicBezTo>
                    <a:pt x="1074" y="66"/>
                    <a:pt x="1066" y="18"/>
                    <a:pt x="1100" y="8"/>
                  </a:cubicBezTo>
                  <a:cubicBezTo>
                    <a:pt x="1129" y="0"/>
                    <a:pt x="1159" y="24"/>
                    <a:pt x="1176" y="46"/>
                  </a:cubicBezTo>
                  <a:cubicBezTo>
                    <a:pt x="1194" y="70"/>
                    <a:pt x="1207" y="98"/>
                    <a:pt x="1211" y="129"/>
                  </a:cubicBezTo>
                  <a:cubicBezTo>
                    <a:pt x="1213" y="141"/>
                    <a:pt x="1213" y="153"/>
                    <a:pt x="1211" y="165"/>
                  </a:cubicBezTo>
                  <a:cubicBezTo>
                    <a:pt x="1211" y="181"/>
                    <a:pt x="1208" y="198"/>
                    <a:pt x="1197" y="21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4860579" y="3855161"/>
              <a:ext cx="288914" cy="281364"/>
            </a:xfrm>
            <a:custGeom>
              <a:avLst/>
              <a:gdLst/>
              <a:ahLst/>
              <a:cxnLst/>
              <a:rect l="l" t="t" r="r" b="b"/>
              <a:pathLst>
                <a:path w="574" h="559" extrusionOk="0">
                  <a:moveTo>
                    <a:pt x="81" y="0"/>
                  </a:moveTo>
                  <a:lnTo>
                    <a:pt x="39" y="96"/>
                  </a:lnTo>
                  <a:cubicBezTo>
                    <a:pt x="0" y="189"/>
                    <a:pt x="16" y="291"/>
                    <a:pt x="73" y="366"/>
                  </a:cubicBezTo>
                  <a:cubicBezTo>
                    <a:pt x="50" y="430"/>
                    <a:pt x="81" y="503"/>
                    <a:pt x="144" y="530"/>
                  </a:cubicBezTo>
                  <a:cubicBezTo>
                    <a:pt x="208" y="558"/>
                    <a:pt x="282" y="530"/>
                    <a:pt x="312" y="469"/>
                  </a:cubicBezTo>
                  <a:cubicBezTo>
                    <a:pt x="406" y="459"/>
                    <a:pt x="492" y="401"/>
                    <a:pt x="532" y="308"/>
                  </a:cubicBezTo>
                  <a:lnTo>
                    <a:pt x="573" y="212"/>
                  </a:lnTo>
                  <a:lnTo>
                    <a:pt x="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4836419" y="3881838"/>
              <a:ext cx="315088" cy="201334"/>
            </a:xfrm>
            <a:custGeom>
              <a:avLst/>
              <a:gdLst/>
              <a:ahLst/>
              <a:cxnLst/>
              <a:rect l="l" t="t" r="r" b="b"/>
              <a:pathLst>
                <a:path w="626" h="400" extrusionOk="0">
                  <a:moveTo>
                    <a:pt x="589" y="272"/>
                  </a:moveTo>
                  <a:lnTo>
                    <a:pt x="68" y="48"/>
                  </a:lnTo>
                  <a:cubicBezTo>
                    <a:pt x="57" y="43"/>
                    <a:pt x="51" y="29"/>
                    <a:pt x="56" y="17"/>
                  </a:cubicBezTo>
                  <a:cubicBezTo>
                    <a:pt x="61" y="5"/>
                    <a:pt x="75" y="0"/>
                    <a:pt x="87" y="5"/>
                  </a:cubicBezTo>
                  <a:lnTo>
                    <a:pt x="608" y="229"/>
                  </a:lnTo>
                  <a:cubicBezTo>
                    <a:pt x="620" y="234"/>
                    <a:pt x="625" y="248"/>
                    <a:pt x="620" y="260"/>
                  </a:cubicBezTo>
                  <a:cubicBezTo>
                    <a:pt x="615" y="271"/>
                    <a:pt x="601" y="277"/>
                    <a:pt x="589" y="272"/>
                  </a:cubicBezTo>
                  <a:moveTo>
                    <a:pt x="568" y="381"/>
                  </a:moveTo>
                  <a:cubicBezTo>
                    <a:pt x="574" y="369"/>
                    <a:pt x="568" y="356"/>
                    <a:pt x="556" y="351"/>
                  </a:cubicBezTo>
                  <a:lnTo>
                    <a:pt x="35" y="126"/>
                  </a:lnTo>
                  <a:cubicBezTo>
                    <a:pt x="24" y="121"/>
                    <a:pt x="10" y="127"/>
                    <a:pt x="5" y="139"/>
                  </a:cubicBezTo>
                  <a:cubicBezTo>
                    <a:pt x="0" y="151"/>
                    <a:pt x="5" y="164"/>
                    <a:pt x="17" y="169"/>
                  </a:cubicBezTo>
                  <a:lnTo>
                    <a:pt x="538" y="393"/>
                  </a:lnTo>
                  <a:cubicBezTo>
                    <a:pt x="550" y="399"/>
                    <a:pt x="563" y="393"/>
                    <a:pt x="568" y="3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4840446" y="2703028"/>
              <a:ext cx="1087204" cy="632189"/>
            </a:xfrm>
            <a:custGeom>
              <a:avLst/>
              <a:gdLst/>
              <a:ahLst/>
              <a:cxnLst/>
              <a:rect l="l" t="t" r="r" b="b"/>
              <a:pathLst>
                <a:path w="2160" h="1256" extrusionOk="0">
                  <a:moveTo>
                    <a:pt x="351" y="713"/>
                  </a:moveTo>
                  <a:cubicBezTo>
                    <a:pt x="343" y="709"/>
                    <a:pt x="336" y="704"/>
                    <a:pt x="330" y="697"/>
                  </a:cubicBezTo>
                  <a:lnTo>
                    <a:pt x="21" y="332"/>
                  </a:lnTo>
                  <a:cubicBezTo>
                    <a:pt x="0" y="308"/>
                    <a:pt x="3" y="271"/>
                    <a:pt x="27" y="250"/>
                  </a:cubicBezTo>
                  <a:cubicBezTo>
                    <a:pt x="52" y="229"/>
                    <a:pt x="88" y="233"/>
                    <a:pt x="109" y="257"/>
                  </a:cubicBezTo>
                  <a:lnTo>
                    <a:pt x="418" y="621"/>
                  </a:lnTo>
                  <a:cubicBezTo>
                    <a:pt x="439" y="646"/>
                    <a:pt x="436" y="683"/>
                    <a:pt x="412" y="703"/>
                  </a:cubicBezTo>
                  <a:cubicBezTo>
                    <a:pt x="394" y="718"/>
                    <a:pt x="371" y="721"/>
                    <a:pt x="351" y="713"/>
                  </a:cubicBezTo>
                  <a:moveTo>
                    <a:pt x="1187" y="629"/>
                  </a:moveTo>
                  <a:lnTo>
                    <a:pt x="1375" y="190"/>
                  </a:lnTo>
                  <a:cubicBezTo>
                    <a:pt x="1388" y="160"/>
                    <a:pt x="1374" y="126"/>
                    <a:pt x="1345" y="113"/>
                  </a:cubicBezTo>
                  <a:cubicBezTo>
                    <a:pt x="1315" y="100"/>
                    <a:pt x="1281" y="114"/>
                    <a:pt x="1268" y="144"/>
                  </a:cubicBezTo>
                  <a:lnTo>
                    <a:pt x="1079" y="583"/>
                  </a:lnTo>
                  <a:cubicBezTo>
                    <a:pt x="1067" y="612"/>
                    <a:pt x="1081" y="646"/>
                    <a:pt x="1110" y="659"/>
                  </a:cubicBezTo>
                  <a:cubicBezTo>
                    <a:pt x="1140" y="672"/>
                    <a:pt x="1174" y="658"/>
                    <a:pt x="1187" y="629"/>
                  </a:cubicBezTo>
                  <a:moveTo>
                    <a:pt x="1538" y="851"/>
                  </a:moveTo>
                  <a:lnTo>
                    <a:pt x="1871" y="618"/>
                  </a:lnTo>
                  <a:cubicBezTo>
                    <a:pt x="1897" y="600"/>
                    <a:pt x="1904" y="564"/>
                    <a:pt x="1885" y="537"/>
                  </a:cubicBezTo>
                  <a:cubicBezTo>
                    <a:pt x="1867" y="511"/>
                    <a:pt x="1830" y="504"/>
                    <a:pt x="1804" y="523"/>
                  </a:cubicBezTo>
                  <a:lnTo>
                    <a:pt x="1471" y="755"/>
                  </a:lnTo>
                  <a:cubicBezTo>
                    <a:pt x="1445" y="774"/>
                    <a:pt x="1438" y="810"/>
                    <a:pt x="1457" y="836"/>
                  </a:cubicBezTo>
                  <a:cubicBezTo>
                    <a:pt x="1463" y="846"/>
                    <a:pt x="1472" y="852"/>
                    <a:pt x="1482" y="857"/>
                  </a:cubicBezTo>
                  <a:cubicBezTo>
                    <a:pt x="1499" y="864"/>
                    <a:pt x="1521" y="863"/>
                    <a:pt x="1538" y="851"/>
                  </a:cubicBezTo>
                  <a:moveTo>
                    <a:pt x="693" y="517"/>
                  </a:moveTo>
                  <a:cubicBezTo>
                    <a:pt x="703" y="521"/>
                    <a:pt x="714" y="523"/>
                    <a:pt x="725" y="521"/>
                  </a:cubicBezTo>
                  <a:cubicBezTo>
                    <a:pt x="757" y="517"/>
                    <a:pt x="778" y="487"/>
                    <a:pt x="774" y="455"/>
                  </a:cubicBezTo>
                  <a:lnTo>
                    <a:pt x="714" y="54"/>
                  </a:lnTo>
                  <a:cubicBezTo>
                    <a:pt x="709" y="22"/>
                    <a:pt x="679" y="0"/>
                    <a:pt x="647" y="5"/>
                  </a:cubicBezTo>
                  <a:cubicBezTo>
                    <a:pt x="615" y="9"/>
                    <a:pt x="594" y="39"/>
                    <a:pt x="598" y="71"/>
                  </a:cubicBezTo>
                  <a:lnTo>
                    <a:pt x="658" y="473"/>
                  </a:lnTo>
                  <a:cubicBezTo>
                    <a:pt x="662" y="493"/>
                    <a:pt x="675" y="510"/>
                    <a:pt x="693" y="517"/>
                  </a:cubicBezTo>
                  <a:moveTo>
                    <a:pt x="1626" y="1254"/>
                  </a:moveTo>
                  <a:lnTo>
                    <a:pt x="2103" y="1228"/>
                  </a:lnTo>
                  <a:cubicBezTo>
                    <a:pt x="2135" y="1227"/>
                    <a:pt x="2159" y="1199"/>
                    <a:pt x="2158" y="1167"/>
                  </a:cubicBezTo>
                  <a:cubicBezTo>
                    <a:pt x="2156" y="1135"/>
                    <a:pt x="2128" y="1110"/>
                    <a:pt x="2096" y="1112"/>
                  </a:cubicBezTo>
                  <a:lnTo>
                    <a:pt x="1619" y="1138"/>
                  </a:lnTo>
                  <a:cubicBezTo>
                    <a:pt x="1587" y="1140"/>
                    <a:pt x="1562" y="1167"/>
                    <a:pt x="1564" y="1199"/>
                  </a:cubicBezTo>
                  <a:cubicBezTo>
                    <a:pt x="1566" y="1222"/>
                    <a:pt x="1580" y="1241"/>
                    <a:pt x="1599" y="1250"/>
                  </a:cubicBezTo>
                  <a:cubicBezTo>
                    <a:pt x="1607" y="1253"/>
                    <a:pt x="1616" y="1255"/>
                    <a:pt x="1626" y="125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0" name="Google Shape;890;p47"/>
          <p:cNvSpPr/>
          <p:nvPr/>
        </p:nvSpPr>
        <p:spPr>
          <a:xfrm>
            <a:off x="2303926" y="162905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47"/>
          <p:cNvSpPr/>
          <p:nvPr/>
        </p:nvSpPr>
        <p:spPr>
          <a:xfrm>
            <a:off x="8624287" y="460400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47"/>
          <p:cNvSpPr/>
          <p:nvPr/>
        </p:nvSpPr>
        <p:spPr>
          <a:xfrm rot="1554068">
            <a:off x="1537673" y="202843"/>
            <a:ext cx="469071" cy="554867"/>
          </a:xfrm>
          <a:custGeom>
            <a:avLst/>
            <a:gdLst/>
            <a:ahLst/>
            <a:cxnLst/>
            <a:rect l="l" t="t" r="r" b="b"/>
            <a:pathLst>
              <a:path w="1449" h="1714" extrusionOk="0">
                <a:moveTo>
                  <a:pt x="1448" y="1617"/>
                </a:moveTo>
                <a:cubicBezTo>
                  <a:pt x="1236" y="1590"/>
                  <a:pt x="1022" y="1604"/>
                  <a:pt x="811" y="1627"/>
                </a:cubicBezTo>
                <a:cubicBezTo>
                  <a:pt x="701" y="1639"/>
                  <a:pt x="592" y="1660"/>
                  <a:pt x="482" y="1676"/>
                </a:cubicBezTo>
                <a:cubicBezTo>
                  <a:pt x="391" y="1688"/>
                  <a:pt x="322" y="1713"/>
                  <a:pt x="271" y="1621"/>
                </a:cubicBezTo>
                <a:cubicBezTo>
                  <a:pt x="168" y="1438"/>
                  <a:pt x="88" y="1235"/>
                  <a:pt x="52" y="1028"/>
                </a:cubicBezTo>
                <a:cubicBezTo>
                  <a:pt x="0" y="734"/>
                  <a:pt x="35" y="431"/>
                  <a:pt x="212" y="167"/>
                </a:cubicBezTo>
                <a:cubicBezTo>
                  <a:pt x="230" y="140"/>
                  <a:pt x="250" y="121"/>
                  <a:pt x="271" y="108"/>
                </a:cubicBezTo>
                <a:cubicBezTo>
                  <a:pt x="328" y="73"/>
                  <a:pt x="397" y="77"/>
                  <a:pt x="477" y="67"/>
                </a:cubicBezTo>
                <a:cubicBezTo>
                  <a:pt x="640" y="47"/>
                  <a:pt x="817" y="4"/>
                  <a:pt x="982" y="4"/>
                </a:cubicBezTo>
                <a:cubicBezTo>
                  <a:pt x="999" y="2"/>
                  <a:pt x="1018" y="0"/>
                  <a:pt x="1032" y="10"/>
                </a:cubicBezTo>
                <a:cubicBezTo>
                  <a:pt x="1047" y="20"/>
                  <a:pt x="1052" y="40"/>
                  <a:pt x="1055" y="57"/>
                </a:cubicBezTo>
                <a:cubicBezTo>
                  <a:pt x="1101" y="288"/>
                  <a:pt x="1148" y="518"/>
                  <a:pt x="1194" y="748"/>
                </a:cubicBezTo>
                <a:cubicBezTo>
                  <a:pt x="1237" y="959"/>
                  <a:pt x="1313" y="1157"/>
                  <a:pt x="1374" y="1364"/>
                </a:cubicBezTo>
                <a:cubicBezTo>
                  <a:pt x="1378" y="1377"/>
                  <a:pt x="1381" y="1389"/>
                  <a:pt x="1385" y="1402"/>
                </a:cubicBezTo>
                <a:cubicBezTo>
                  <a:pt x="1406" y="1474"/>
                  <a:pt x="1427" y="1546"/>
                  <a:pt x="1448" y="1617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3" name="Google Shape;893;p47"/>
          <p:cNvSpPr/>
          <p:nvPr/>
        </p:nvSpPr>
        <p:spPr>
          <a:xfrm rot="1554068">
            <a:off x="1593404" y="285948"/>
            <a:ext cx="382314" cy="438649"/>
          </a:xfrm>
          <a:custGeom>
            <a:avLst/>
            <a:gdLst/>
            <a:ahLst/>
            <a:cxnLst/>
            <a:rect l="l" t="t" r="r" b="b"/>
            <a:pathLst>
              <a:path w="1181" h="1355" extrusionOk="0">
                <a:moveTo>
                  <a:pt x="895" y="10"/>
                </a:moveTo>
                <a:cubicBezTo>
                  <a:pt x="895" y="18"/>
                  <a:pt x="882" y="20"/>
                  <a:pt x="876" y="20"/>
                </a:cubicBezTo>
                <a:cubicBezTo>
                  <a:pt x="821" y="20"/>
                  <a:pt x="767" y="26"/>
                  <a:pt x="713" y="33"/>
                </a:cubicBezTo>
                <a:cubicBezTo>
                  <a:pt x="522" y="61"/>
                  <a:pt x="335" y="118"/>
                  <a:pt x="141" y="121"/>
                </a:cubicBezTo>
                <a:cubicBezTo>
                  <a:pt x="136" y="121"/>
                  <a:pt x="121" y="119"/>
                  <a:pt x="122" y="111"/>
                </a:cubicBezTo>
                <a:cubicBezTo>
                  <a:pt x="122" y="103"/>
                  <a:pt x="135" y="101"/>
                  <a:pt x="141" y="101"/>
                </a:cubicBezTo>
                <a:cubicBezTo>
                  <a:pt x="195" y="101"/>
                  <a:pt x="250" y="95"/>
                  <a:pt x="304" y="87"/>
                </a:cubicBezTo>
                <a:cubicBezTo>
                  <a:pt x="495" y="60"/>
                  <a:pt x="681" y="2"/>
                  <a:pt x="876" y="0"/>
                </a:cubicBezTo>
                <a:cubicBezTo>
                  <a:pt x="881" y="0"/>
                  <a:pt x="895" y="2"/>
                  <a:pt x="895" y="10"/>
                </a:cubicBezTo>
                <a:moveTo>
                  <a:pt x="904" y="109"/>
                </a:moveTo>
                <a:cubicBezTo>
                  <a:pt x="898" y="103"/>
                  <a:pt x="885" y="104"/>
                  <a:pt x="878" y="106"/>
                </a:cubicBezTo>
                <a:cubicBezTo>
                  <a:pt x="781" y="133"/>
                  <a:pt x="682" y="149"/>
                  <a:pt x="583" y="161"/>
                </a:cubicBezTo>
                <a:cubicBezTo>
                  <a:pt x="480" y="174"/>
                  <a:pt x="378" y="186"/>
                  <a:pt x="276" y="198"/>
                </a:cubicBezTo>
                <a:cubicBezTo>
                  <a:pt x="217" y="204"/>
                  <a:pt x="158" y="211"/>
                  <a:pt x="99" y="218"/>
                </a:cubicBezTo>
                <a:cubicBezTo>
                  <a:pt x="93" y="219"/>
                  <a:pt x="82" y="223"/>
                  <a:pt x="86" y="230"/>
                </a:cubicBezTo>
                <a:cubicBezTo>
                  <a:pt x="89" y="238"/>
                  <a:pt x="103" y="238"/>
                  <a:pt x="109" y="237"/>
                </a:cubicBezTo>
                <a:lnTo>
                  <a:pt x="424" y="200"/>
                </a:lnTo>
                <a:cubicBezTo>
                  <a:pt x="525" y="189"/>
                  <a:pt x="628" y="178"/>
                  <a:pt x="729" y="160"/>
                </a:cubicBezTo>
                <a:cubicBezTo>
                  <a:pt x="786" y="150"/>
                  <a:pt x="842" y="138"/>
                  <a:pt x="897" y="122"/>
                </a:cubicBezTo>
                <a:cubicBezTo>
                  <a:pt x="903" y="121"/>
                  <a:pt x="910" y="115"/>
                  <a:pt x="904" y="109"/>
                </a:cubicBezTo>
                <a:moveTo>
                  <a:pt x="944" y="246"/>
                </a:moveTo>
                <a:cubicBezTo>
                  <a:pt x="941" y="239"/>
                  <a:pt x="927" y="238"/>
                  <a:pt x="920" y="239"/>
                </a:cubicBezTo>
                <a:cubicBezTo>
                  <a:pt x="806" y="253"/>
                  <a:pt x="692" y="267"/>
                  <a:pt x="577" y="281"/>
                </a:cubicBezTo>
                <a:cubicBezTo>
                  <a:pt x="466" y="294"/>
                  <a:pt x="355" y="308"/>
                  <a:pt x="245" y="329"/>
                </a:cubicBezTo>
                <a:cubicBezTo>
                  <a:pt x="183" y="340"/>
                  <a:pt x="121" y="354"/>
                  <a:pt x="59" y="371"/>
                </a:cubicBezTo>
                <a:cubicBezTo>
                  <a:pt x="53" y="372"/>
                  <a:pt x="46" y="378"/>
                  <a:pt x="52" y="384"/>
                </a:cubicBezTo>
                <a:cubicBezTo>
                  <a:pt x="58" y="390"/>
                  <a:pt x="71" y="390"/>
                  <a:pt x="78" y="388"/>
                </a:cubicBezTo>
                <a:cubicBezTo>
                  <a:pt x="294" y="330"/>
                  <a:pt x="518" y="308"/>
                  <a:pt x="739" y="281"/>
                </a:cubicBezTo>
                <a:lnTo>
                  <a:pt x="930" y="258"/>
                </a:lnTo>
                <a:cubicBezTo>
                  <a:pt x="937" y="258"/>
                  <a:pt x="947" y="254"/>
                  <a:pt x="944" y="246"/>
                </a:cubicBezTo>
                <a:moveTo>
                  <a:pt x="951" y="380"/>
                </a:moveTo>
                <a:cubicBezTo>
                  <a:pt x="945" y="373"/>
                  <a:pt x="932" y="374"/>
                  <a:pt x="925" y="376"/>
                </a:cubicBezTo>
                <a:cubicBezTo>
                  <a:pt x="701" y="437"/>
                  <a:pt x="469" y="462"/>
                  <a:pt x="240" y="490"/>
                </a:cubicBezTo>
                <a:cubicBezTo>
                  <a:pt x="173" y="498"/>
                  <a:pt x="107" y="506"/>
                  <a:pt x="41" y="514"/>
                </a:cubicBezTo>
                <a:cubicBezTo>
                  <a:pt x="36" y="515"/>
                  <a:pt x="25" y="519"/>
                  <a:pt x="28" y="526"/>
                </a:cubicBezTo>
                <a:cubicBezTo>
                  <a:pt x="31" y="534"/>
                  <a:pt x="45" y="534"/>
                  <a:pt x="52" y="533"/>
                </a:cubicBezTo>
                <a:cubicBezTo>
                  <a:pt x="170" y="519"/>
                  <a:pt x="289" y="504"/>
                  <a:pt x="407" y="490"/>
                </a:cubicBezTo>
                <a:cubicBezTo>
                  <a:pt x="522" y="475"/>
                  <a:pt x="637" y="459"/>
                  <a:pt x="751" y="438"/>
                </a:cubicBezTo>
                <a:cubicBezTo>
                  <a:pt x="816" y="425"/>
                  <a:pt x="880" y="410"/>
                  <a:pt x="944" y="393"/>
                </a:cubicBezTo>
                <a:cubicBezTo>
                  <a:pt x="951" y="391"/>
                  <a:pt x="957" y="386"/>
                  <a:pt x="951" y="380"/>
                </a:cubicBezTo>
                <a:moveTo>
                  <a:pt x="999" y="550"/>
                </a:moveTo>
                <a:cubicBezTo>
                  <a:pt x="996" y="543"/>
                  <a:pt x="981" y="542"/>
                  <a:pt x="975" y="543"/>
                </a:cubicBezTo>
                <a:cubicBezTo>
                  <a:pt x="724" y="587"/>
                  <a:pt x="472" y="624"/>
                  <a:pt x="219" y="655"/>
                </a:cubicBezTo>
                <a:cubicBezTo>
                  <a:pt x="150" y="664"/>
                  <a:pt x="80" y="669"/>
                  <a:pt x="12" y="686"/>
                </a:cubicBezTo>
                <a:cubicBezTo>
                  <a:pt x="6" y="688"/>
                  <a:pt x="0" y="694"/>
                  <a:pt x="5" y="700"/>
                </a:cubicBezTo>
                <a:cubicBezTo>
                  <a:pt x="11" y="706"/>
                  <a:pt x="24" y="705"/>
                  <a:pt x="32" y="703"/>
                </a:cubicBezTo>
                <a:cubicBezTo>
                  <a:pt x="91" y="688"/>
                  <a:pt x="153" y="684"/>
                  <a:pt x="214" y="676"/>
                </a:cubicBezTo>
                <a:cubicBezTo>
                  <a:pt x="276" y="669"/>
                  <a:pt x="338" y="661"/>
                  <a:pt x="400" y="652"/>
                </a:cubicBezTo>
                <a:cubicBezTo>
                  <a:pt x="525" y="636"/>
                  <a:pt x="650" y="617"/>
                  <a:pt x="774" y="597"/>
                </a:cubicBezTo>
                <a:cubicBezTo>
                  <a:pt x="845" y="586"/>
                  <a:pt x="915" y="574"/>
                  <a:pt x="985" y="562"/>
                </a:cubicBezTo>
                <a:cubicBezTo>
                  <a:pt x="991" y="561"/>
                  <a:pt x="1002" y="558"/>
                  <a:pt x="999" y="550"/>
                </a:cubicBezTo>
                <a:moveTo>
                  <a:pt x="1004" y="712"/>
                </a:moveTo>
                <a:cubicBezTo>
                  <a:pt x="1001" y="705"/>
                  <a:pt x="986" y="704"/>
                  <a:pt x="980" y="705"/>
                </a:cubicBezTo>
                <a:cubicBezTo>
                  <a:pt x="737" y="733"/>
                  <a:pt x="494" y="767"/>
                  <a:pt x="253" y="809"/>
                </a:cubicBezTo>
                <a:cubicBezTo>
                  <a:pt x="185" y="820"/>
                  <a:pt x="118" y="832"/>
                  <a:pt x="50" y="845"/>
                </a:cubicBezTo>
                <a:cubicBezTo>
                  <a:pt x="45" y="846"/>
                  <a:pt x="33" y="849"/>
                  <a:pt x="37" y="857"/>
                </a:cubicBezTo>
                <a:cubicBezTo>
                  <a:pt x="40" y="864"/>
                  <a:pt x="54" y="865"/>
                  <a:pt x="61" y="864"/>
                </a:cubicBezTo>
                <a:cubicBezTo>
                  <a:pt x="301" y="819"/>
                  <a:pt x="543" y="780"/>
                  <a:pt x="786" y="749"/>
                </a:cubicBezTo>
                <a:cubicBezTo>
                  <a:pt x="854" y="740"/>
                  <a:pt x="922" y="732"/>
                  <a:pt x="990" y="724"/>
                </a:cubicBezTo>
                <a:cubicBezTo>
                  <a:pt x="996" y="723"/>
                  <a:pt x="1007" y="720"/>
                  <a:pt x="1004" y="712"/>
                </a:cubicBezTo>
                <a:moveTo>
                  <a:pt x="1038" y="827"/>
                </a:moveTo>
                <a:cubicBezTo>
                  <a:pt x="1035" y="819"/>
                  <a:pt x="1020" y="819"/>
                  <a:pt x="1014" y="820"/>
                </a:cubicBezTo>
                <a:cubicBezTo>
                  <a:pt x="782" y="853"/>
                  <a:pt x="550" y="890"/>
                  <a:pt x="319" y="930"/>
                </a:cubicBezTo>
                <a:cubicBezTo>
                  <a:pt x="254" y="942"/>
                  <a:pt x="188" y="954"/>
                  <a:pt x="123" y="966"/>
                </a:cubicBezTo>
                <a:cubicBezTo>
                  <a:pt x="118" y="967"/>
                  <a:pt x="106" y="970"/>
                  <a:pt x="110" y="978"/>
                </a:cubicBezTo>
                <a:cubicBezTo>
                  <a:pt x="113" y="985"/>
                  <a:pt x="127" y="986"/>
                  <a:pt x="134" y="985"/>
                </a:cubicBezTo>
                <a:cubicBezTo>
                  <a:pt x="364" y="942"/>
                  <a:pt x="595" y="903"/>
                  <a:pt x="827" y="868"/>
                </a:cubicBezTo>
                <a:cubicBezTo>
                  <a:pt x="893" y="858"/>
                  <a:pt x="958" y="848"/>
                  <a:pt x="1024" y="839"/>
                </a:cubicBezTo>
                <a:cubicBezTo>
                  <a:pt x="1030" y="838"/>
                  <a:pt x="1041" y="835"/>
                  <a:pt x="1038" y="827"/>
                </a:cubicBezTo>
                <a:moveTo>
                  <a:pt x="1093" y="965"/>
                </a:moveTo>
                <a:cubicBezTo>
                  <a:pt x="1090" y="958"/>
                  <a:pt x="1076" y="958"/>
                  <a:pt x="1069" y="959"/>
                </a:cubicBezTo>
                <a:cubicBezTo>
                  <a:pt x="832" y="991"/>
                  <a:pt x="594" y="1026"/>
                  <a:pt x="358" y="1065"/>
                </a:cubicBezTo>
                <a:cubicBezTo>
                  <a:pt x="291" y="1075"/>
                  <a:pt x="224" y="1087"/>
                  <a:pt x="158" y="1098"/>
                </a:cubicBezTo>
                <a:cubicBezTo>
                  <a:pt x="152" y="1099"/>
                  <a:pt x="141" y="1102"/>
                  <a:pt x="144" y="1110"/>
                </a:cubicBezTo>
                <a:cubicBezTo>
                  <a:pt x="147" y="1117"/>
                  <a:pt x="162" y="1118"/>
                  <a:pt x="168" y="1117"/>
                </a:cubicBezTo>
                <a:cubicBezTo>
                  <a:pt x="404" y="1076"/>
                  <a:pt x="641" y="1039"/>
                  <a:pt x="879" y="1005"/>
                </a:cubicBezTo>
                <a:cubicBezTo>
                  <a:pt x="946" y="996"/>
                  <a:pt x="1013" y="987"/>
                  <a:pt x="1080" y="977"/>
                </a:cubicBezTo>
                <a:cubicBezTo>
                  <a:pt x="1086" y="976"/>
                  <a:pt x="1096" y="973"/>
                  <a:pt x="1093" y="965"/>
                </a:cubicBezTo>
                <a:moveTo>
                  <a:pt x="1149" y="1089"/>
                </a:moveTo>
                <a:cubicBezTo>
                  <a:pt x="1145" y="1081"/>
                  <a:pt x="1131" y="1081"/>
                  <a:pt x="1125" y="1082"/>
                </a:cubicBezTo>
                <a:cubicBezTo>
                  <a:pt x="902" y="1101"/>
                  <a:pt x="681" y="1130"/>
                  <a:pt x="461" y="1170"/>
                </a:cubicBezTo>
                <a:cubicBezTo>
                  <a:pt x="399" y="1182"/>
                  <a:pt x="337" y="1194"/>
                  <a:pt x="276" y="1207"/>
                </a:cubicBezTo>
                <a:cubicBezTo>
                  <a:pt x="270" y="1208"/>
                  <a:pt x="259" y="1211"/>
                  <a:pt x="262" y="1219"/>
                </a:cubicBezTo>
                <a:cubicBezTo>
                  <a:pt x="265" y="1226"/>
                  <a:pt x="280" y="1227"/>
                  <a:pt x="286" y="1226"/>
                </a:cubicBezTo>
                <a:cubicBezTo>
                  <a:pt x="504" y="1180"/>
                  <a:pt x="725" y="1144"/>
                  <a:pt x="947" y="1120"/>
                </a:cubicBezTo>
                <a:cubicBezTo>
                  <a:pt x="1010" y="1113"/>
                  <a:pt x="1072" y="1106"/>
                  <a:pt x="1135" y="1101"/>
                </a:cubicBezTo>
                <a:cubicBezTo>
                  <a:pt x="1141" y="1100"/>
                  <a:pt x="1152" y="1096"/>
                  <a:pt x="1149" y="1089"/>
                </a:cubicBezTo>
                <a:moveTo>
                  <a:pt x="1177" y="1227"/>
                </a:moveTo>
                <a:cubicBezTo>
                  <a:pt x="1174" y="1220"/>
                  <a:pt x="1159" y="1219"/>
                  <a:pt x="1153" y="1220"/>
                </a:cubicBezTo>
                <a:cubicBezTo>
                  <a:pt x="931" y="1263"/>
                  <a:pt x="708" y="1296"/>
                  <a:pt x="483" y="1318"/>
                </a:cubicBezTo>
                <a:cubicBezTo>
                  <a:pt x="420" y="1324"/>
                  <a:pt x="357" y="1329"/>
                  <a:pt x="294" y="1334"/>
                </a:cubicBezTo>
                <a:cubicBezTo>
                  <a:pt x="288" y="1334"/>
                  <a:pt x="277" y="1338"/>
                  <a:pt x="280" y="1346"/>
                </a:cubicBezTo>
                <a:cubicBezTo>
                  <a:pt x="284" y="1354"/>
                  <a:pt x="298" y="1353"/>
                  <a:pt x="304" y="1353"/>
                </a:cubicBezTo>
                <a:cubicBezTo>
                  <a:pt x="530" y="1337"/>
                  <a:pt x="754" y="1310"/>
                  <a:pt x="977" y="1272"/>
                </a:cubicBezTo>
                <a:cubicBezTo>
                  <a:pt x="1039" y="1262"/>
                  <a:pt x="1101" y="1251"/>
                  <a:pt x="1163" y="1239"/>
                </a:cubicBezTo>
                <a:cubicBezTo>
                  <a:pt x="1169" y="1238"/>
                  <a:pt x="1180" y="1235"/>
                  <a:pt x="1177" y="1227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47"/>
          <p:cNvSpPr/>
          <p:nvPr/>
        </p:nvSpPr>
        <p:spPr>
          <a:xfrm rot="1554068">
            <a:off x="1178628" y="748356"/>
            <a:ext cx="877930" cy="1121064"/>
          </a:xfrm>
          <a:custGeom>
            <a:avLst/>
            <a:gdLst/>
            <a:ahLst/>
            <a:cxnLst/>
            <a:rect l="l" t="t" r="r" b="b"/>
            <a:pathLst>
              <a:path w="2712" h="3463" extrusionOk="0">
                <a:moveTo>
                  <a:pt x="2672" y="2640"/>
                </a:moveTo>
                <a:cubicBezTo>
                  <a:pt x="2697" y="2624"/>
                  <a:pt x="2711" y="2613"/>
                  <a:pt x="2708" y="2607"/>
                </a:cubicBezTo>
                <a:cubicBezTo>
                  <a:pt x="2618" y="2353"/>
                  <a:pt x="2518" y="2103"/>
                  <a:pt x="2409" y="1857"/>
                </a:cubicBezTo>
                <a:cubicBezTo>
                  <a:pt x="2299" y="1610"/>
                  <a:pt x="2204" y="1364"/>
                  <a:pt x="2112" y="1109"/>
                </a:cubicBezTo>
                <a:cubicBezTo>
                  <a:pt x="2040" y="907"/>
                  <a:pt x="1967" y="706"/>
                  <a:pt x="1890" y="507"/>
                </a:cubicBezTo>
                <a:cubicBezTo>
                  <a:pt x="1851" y="405"/>
                  <a:pt x="1811" y="303"/>
                  <a:pt x="1769" y="202"/>
                </a:cubicBezTo>
                <a:cubicBezTo>
                  <a:pt x="1739" y="129"/>
                  <a:pt x="1719" y="18"/>
                  <a:pt x="1625" y="5"/>
                </a:cubicBezTo>
                <a:cubicBezTo>
                  <a:pt x="1581" y="0"/>
                  <a:pt x="1536" y="13"/>
                  <a:pt x="1494" y="26"/>
                </a:cubicBezTo>
                <a:cubicBezTo>
                  <a:pt x="1196" y="117"/>
                  <a:pt x="895" y="201"/>
                  <a:pt x="588" y="252"/>
                </a:cubicBezTo>
                <a:cubicBezTo>
                  <a:pt x="434" y="277"/>
                  <a:pt x="280" y="292"/>
                  <a:pt x="125" y="299"/>
                </a:cubicBezTo>
                <a:cubicBezTo>
                  <a:pt x="71" y="301"/>
                  <a:pt x="0" y="292"/>
                  <a:pt x="1" y="360"/>
                </a:cubicBezTo>
                <a:cubicBezTo>
                  <a:pt x="2" y="403"/>
                  <a:pt x="49" y="474"/>
                  <a:pt x="62" y="518"/>
                </a:cubicBezTo>
                <a:cubicBezTo>
                  <a:pt x="330" y="1436"/>
                  <a:pt x="547" y="2367"/>
                  <a:pt x="844" y="3278"/>
                </a:cubicBezTo>
                <a:cubicBezTo>
                  <a:pt x="850" y="3297"/>
                  <a:pt x="856" y="3315"/>
                  <a:pt x="862" y="3333"/>
                </a:cubicBezTo>
                <a:cubicBezTo>
                  <a:pt x="904" y="3462"/>
                  <a:pt x="1568" y="3121"/>
                  <a:pt x="1661" y="3081"/>
                </a:cubicBezTo>
                <a:cubicBezTo>
                  <a:pt x="1743" y="3045"/>
                  <a:pt x="2496" y="2747"/>
                  <a:pt x="2672" y="2640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47"/>
          <p:cNvSpPr/>
          <p:nvPr/>
        </p:nvSpPr>
        <p:spPr>
          <a:xfrm rot="1554068">
            <a:off x="1245671" y="791235"/>
            <a:ext cx="748118" cy="929418"/>
          </a:xfrm>
          <a:custGeom>
            <a:avLst/>
            <a:gdLst/>
            <a:ahLst/>
            <a:cxnLst/>
            <a:rect l="l" t="t" r="r" b="b"/>
            <a:pathLst>
              <a:path w="2311" h="2871" extrusionOk="0">
                <a:moveTo>
                  <a:pt x="1484" y="45"/>
                </a:moveTo>
                <a:cubicBezTo>
                  <a:pt x="1004" y="140"/>
                  <a:pt x="551" y="336"/>
                  <a:pt x="71" y="428"/>
                </a:cubicBezTo>
                <a:cubicBezTo>
                  <a:pt x="34" y="435"/>
                  <a:pt x="0" y="400"/>
                  <a:pt x="50" y="390"/>
                </a:cubicBezTo>
                <a:cubicBezTo>
                  <a:pt x="531" y="298"/>
                  <a:pt x="983" y="102"/>
                  <a:pt x="1463" y="8"/>
                </a:cubicBezTo>
                <a:cubicBezTo>
                  <a:pt x="1500" y="0"/>
                  <a:pt x="1535" y="36"/>
                  <a:pt x="1484" y="45"/>
                </a:cubicBezTo>
                <a:moveTo>
                  <a:pt x="1591" y="222"/>
                </a:moveTo>
                <a:cubicBezTo>
                  <a:pt x="1580" y="209"/>
                  <a:pt x="1552" y="211"/>
                  <a:pt x="1538" y="215"/>
                </a:cubicBezTo>
                <a:cubicBezTo>
                  <a:pt x="1065" y="347"/>
                  <a:pt x="592" y="478"/>
                  <a:pt x="120" y="610"/>
                </a:cubicBezTo>
                <a:cubicBezTo>
                  <a:pt x="106" y="614"/>
                  <a:pt x="95" y="624"/>
                  <a:pt x="106" y="637"/>
                </a:cubicBezTo>
                <a:cubicBezTo>
                  <a:pt x="117" y="650"/>
                  <a:pt x="144" y="648"/>
                  <a:pt x="159" y="644"/>
                </a:cubicBezTo>
                <a:cubicBezTo>
                  <a:pt x="631" y="512"/>
                  <a:pt x="1104" y="380"/>
                  <a:pt x="1577" y="249"/>
                </a:cubicBezTo>
                <a:cubicBezTo>
                  <a:pt x="1590" y="245"/>
                  <a:pt x="1602" y="234"/>
                  <a:pt x="1591" y="222"/>
                </a:cubicBezTo>
                <a:moveTo>
                  <a:pt x="1625" y="429"/>
                </a:moveTo>
                <a:cubicBezTo>
                  <a:pt x="1610" y="419"/>
                  <a:pt x="1587" y="422"/>
                  <a:pt x="1571" y="429"/>
                </a:cubicBezTo>
                <a:cubicBezTo>
                  <a:pt x="1135" y="601"/>
                  <a:pt x="682" y="730"/>
                  <a:pt x="222" y="814"/>
                </a:cubicBezTo>
                <a:cubicBezTo>
                  <a:pt x="171" y="824"/>
                  <a:pt x="206" y="859"/>
                  <a:pt x="242" y="852"/>
                </a:cubicBezTo>
                <a:cubicBezTo>
                  <a:pt x="715" y="766"/>
                  <a:pt x="1178" y="633"/>
                  <a:pt x="1625" y="456"/>
                </a:cubicBezTo>
                <a:cubicBezTo>
                  <a:pt x="1641" y="450"/>
                  <a:pt x="1637" y="436"/>
                  <a:pt x="1625" y="429"/>
                </a:cubicBezTo>
                <a:moveTo>
                  <a:pt x="1762" y="663"/>
                </a:moveTo>
                <a:cubicBezTo>
                  <a:pt x="1751" y="650"/>
                  <a:pt x="1723" y="652"/>
                  <a:pt x="1709" y="656"/>
                </a:cubicBezTo>
                <a:cubicBezTo>
                  <a:pt x="1222" y="780"/>
                  <a:pt x="741" y="927"/>
                  <a:pt x="269" y="1097"/>
                </a:cubicBezTo>
                <a:cubicBezTo>
                  <a:pt x="221" y="1114"/>
                  <a:pt x="280" y="1141"/>
                  <a:pt x="308" y="1131"/>
                </a:cubicBezTo>
                <a:cubicBezTo>
                  <a:pt x="781" y="961"/>
                  <a:pt x="1261" y="814"/>
                  <a:pt x="1748" y="690"/>
                </a:cubicBezTo>
                <a:cubicBezTo>
                  <a:pt x="1761" y="687"/>
                  <a:pt x="1772" y="676"/>
                  <a:pt x="1762" y="663"/>
                </a:cubicBezTo>
                <a:moveTo>
                  <a:pt x="1750" y="868"/>
                </a:moveTo>
                <a:cubicBezTo>
                  <a:pt x="1298" y="1027"/>
                  <a:pt x="840" y="1169"/>
                  <a:pt x="377" y="1291"/>
                </a:cubicBezTo>
                <a:cubicBezTo>
                  <a:pt x="363" y="1295"/>
                  <a:pt x="352" y="1306"/>
                  <a:pt x="363" y="1318"/>
                </a:cubicBezTo>
                <a:cubicBezTo>
                  <a:pt x="374" y="1331"/>
                  <a:pt x="402" y="1329"/>
                  <a:pt x="416" y="1325"/>
                </a:cubicBezTo>
                <a:cubicBezTo>
                  <a:pt x="879" y="1202"/>
                  <a:pt x="1337" y="1061"/>
                  <a:pt x="1789" y="901"/>
                </a:cubicBezTo>
                <a:cubicBezTo>
                  <a:pt x="1836" y="885"/>
                  <a:pt x="1777" y="858"/>
                  <a:pt x="1750" y="868"/>
                </a:cubicBezTo>
                <a:moveTo>
                  <a:pt x="1865" y="1102"/>
                </a:moveTo>
                <a:cubicBezTo>
                  <a:pt x="1854" y="1089"/>
                  <a:pt x="1826" y="1091"/>
                  <a:pt x="1812" y="1095"/>
                </a:cubicBezTo>
                <a:cubicBezTo>
                  <a:pt x="1344" y="1238"/>
                  <a:pt x="880" y="1396"/>
                  <a:pt x="422" y="1568"/>
                </a:cubicBezTo>
                <a:cubicBezTo>
                  <a:pt x="375" y="1585"/>
                  <a:pt x="433" y="1612"/>
                  <a:pt x="461" y="1602"/>
                </a:cubicBezTo>
                <a:cubicBezTo>
                  <a:pt x="919" y="1430"/>
                  <a:pt x="1383" y="1272"/>
                  <a:pt x="1851" y="1129"/>
                </a:cubicBezTo>
                <a:cubicBezTo>
                  <a:pt x="1864" y="1125"/>
                  <a:pt x="1876" y="1115"/>
                  <a:pt x="1865" y="1102"/>
                </a:cubicBezTo>
                <a:moveTo>
                  <a:pt x="1879" y="1355"/>
                </a:moveTo>
                <a:cubicBezTo>
                  <a:pt x="1397" y="1526"/>
                  <a:pt x="915" y="1697"/>
                  <a:pt x="433" y="1869"/>
                </a:cubicBezTo>
                <a:cubicBezTo>
                  <a:pt x="386" y="1885"/>
                  <a:pt x="444" y="1912"/>
                  <a:pt x="472" y="1903"/>
                </a:cubicBezTo>
                <a:cubicBezTo>
                  <a:pt x="954" y="1731"/>
                  <a:pt x="1436" y="1560"/>
                  <a:pt x="1918" y="1389"/>
                </a:cubicBezTo>
                <a:cubicBezTo>
                  <a:pt x="1965" y="1373"/>
                  <a:pt x="1906" y="1345"/>
                  <a:pt x="1879" y="1355"/>
                </a:cubicBezTo>
                <a:moveTo>
                  <a:pt x="1986" y="1572"/>
                </a:moveTo>
                <a:cubicBezTo>
                  <a:pt x="1517" y="1734"/>
                  <a:pt x="1052" y="1909"/>
                  <a:pt x="591" y="2097"/>
                </a:cubicBezTo>
                <a:cubicBezTo>
                  <a:pt x="575" y="2103"/>
                  <a:pt x="580" y="2117"/>
                  <a:pt x="591" y="2125"/>
                </a:cubicBezTo>
                <a:cubicBezTo>
                  <a:pt x="607" y="2134"/>
                  <a:pt x="630" y="2131"/>
                  <a:pt x="646" y="2125"/>
                </a:cubicBezTo>
                <a:cubicBezTo>
                  <a:pt x="1101" y="1939"/>
                  <a:pt x="1561" y="1766"/>
                  <a:pt x="2025" y="1606"/>
                </a:cubicBezTo>
                <a:cubicBezTo>
                  <a:pt x="2073" y="1589"/>
                  <a:pt x="2014" y="1562"/>
                  <a:pt x="1986" y="1572"/>
                </a:cubicBezTo>
                <a:moveTo>
                  <a:pt x="2084" y="1796"/>
                </a:moveTo>
                <a:lnTo>
                  <a:pt x="706" y="2320"/>
                </a:lnTo>
                <a:cubicBezTo>
                  <a:pt x="659" y="2338"/>
                  <a:pt x="717" y="2364"/>
                  <a:pt x="745" y="2354"/>
                </a:cubicBezTo>
                <a:lnTo>
                  <a:pt x="2123" y="1830"/>
                </a:lnTo>
                <a:cubicBezTo>
                  <a:pt x="2170" y="1812"/>
                  <a:pt x="2112" y="1785"/>
                  <a:pt x="2084" y="1796"/>
                </a:cubicBezTo>
                <a:moveTo>
                  <a:pt x="2213" y="2025"/>
                </a:moveTo>
                <a:cubicBezTo>
                  <a:pt x="2198" y="2015"/>
                  <a:pt x="2174" y="2019"/>
                  <a:pt x="2158" y="2025"/>
                </a:cubicBezTo>
                <a:cubicBezTo>
                  <a:pt x="1705" y="2211"/>
                  <a:pt x="1255" y="2404"/>
                  <a:pt x="809" y="2605"/>
                </a:cubicBezTo>
                <a:cubicBezTo>
                  <a:pt x="793" y="2612"/>
                  <a:pt x="797" y="2625"/>
                  <a:pt x="809" y="2632"/>
                </a:cubicBezTo>
                <a:cubicBezTo>
                  <a:pt x="824" y="2642"/>
                  <a:pt x="848" y="2639"/>
                  <a:pt x="863" y="2632"/>
                </a:cubicBezTo>
                <a:cubicBezTo>
                  <a:pt x="1310" y="2432"/>
                  <a:pt x="1760" y="2239"/>
                  <a:pt x="2213" y="2053"/>
                </a:cubicBezTo>
                <a:cubicBezTo>
                  <a:pt x="2229" y="2047"/>
                  <a:pt x="2225" y="2033"/>
                  <a:pt x="2213" y="2025"/>
                </a:cubicBezTo>
                <a:moveTo>
                  <a:pt x="2295" y="2265"/>
                </a:moveTo>
                <a:cubicBezTo>
                  <a:pt x="2280" y="2255"/>
                  <a:pt x="2256" y="2258"/>
                  <a:pt x="2240" y="2265"/>
                </a:cubicBezTo>
                <a:cubicBezTo>
                  <a:pt x="1815" y="2447"/>
                  <a:pt x="1392" y="2636"/>
                  <a:pt x="974" y="2832"/>
                </a:cubicBezTo>
                <a:cubicBezTo>
                  <a:pt x="958" y="2839"/>
                  <a:pt x="961" y="2852"/>
                  <a:pt x="974" y="2860"/>
                </a:cubicBezTo>
                <a:cubicBezTo>
                  <a:pt x="988" y="2870"/>
                  <a:pt x="1013" y="2867"/>
                  <a:pt x="1028" y="2860"/>
                </a:cubicBezTo>
                <a:cubicBezTo>
                  <a:pt x="1447" y="2664"/>
                  <a:pt x="1869" y="2474"/>
                  <a:pt x="2295" y="2293"/>
                </a:cubicBezTo>
                <a:cubicBezTo>
                  <a:pt x="2310" y="2286"/>
                  <a:pt x="2306" y="2272"/>
                  <a:pt x="2295" y="2265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47"/>
          <p:cNvSpPr/>
          <p:nvPr/>
        </p:nvSpPr>
        <p:spPr>
          <a:xfrm rot="1554068">
            <a:off x="738240" y="1149791"/>
            <a:ext cx="1183846" cy="1310120"/>
          </a:xfrm>
          <a:custGeom>
            <a:avLst/>
            <a:gdLst/>
            <a:ahLst/>
            <a:cxnLst/>
            <a:rect l="l" t="t" r="r" b="b"/>
            <a:pathLst>
              <a:path w="3657" h="4047" extrusionOk="0">
                <a:moveTo>
                  <a:pt x="3656" y="2898"/>
                </a:moveTo>
                <a:cubicBezTo>
                  <a:pt x="3656" y="2887"/>
                  <a:pt x="3654" y="2875"/>
                  <a:pt x="3649" y="2862"/>
                </a:cubicBezTo>
                <a:cubicBezTo>
                  <a:pt x="3621" y="2786"/>
                  <a:pt x="3559" y="2711"/>
                  <a:pt x="3513" y="2645"/>
                </a:cubicBezTo>
                <a:cubicBezTo>
                  <a:pt x="3323" y="2370"/>
                  <a:pt x="3093" y="2123"/>
                  <a:pt x="2924" y="1834"/>
                </a:cubicBezTo>
                <a:cubicBezTo>
                  <a:pt x="2710" y="1466"/>
                  <a:pt x="2582" y="1058"/>
                  <a:pt x="2434" y="661"/>
                </a:cubicBezTo>
                <a:cubicBezTo>
                  <a:pt x="2385" y="529"/>
                  <a:pt x="2333" y="398"/>
                  <a:pt x="2275" y="270"/>
                </a:cubicBezTo>
                <a:cubicBezTo>
                  <a:pt x="2235" y="182"/>
                  <a:pt x="2193" y="0"/>
                  <a:pt x="2072" y="16"/>
                </a:cubicBezTo>
                <a:cubicBezTo>
                  <a:pt x="1991" y="27"/>
                  <a:pt x="1913" y="53"/>
                  <a:pt x="1837" y="79"/>
                </a:cubicBezTo>
                <a:cubicBezTo>
                  <a:pt x="1514" y="187"/>
                  <a:pt x="1193" y="302"/>
                  <a:pt x="874" y="421"/>
                </a:cubicBezTo>
                <a:cubicBezTo>
                  <a:pt x="715" y="480"/>
                  <a:pt x="556" y="541"/>
                  <a:pt x="396" y="601"/>
                </a:cubicBezTo>
                <a:cubicBezTo>
                  <a:pt x="321" y="630"/>
                  <a:pt x="0" y="700"/>
                  <a:pt x="0" y="794"/>
                </a:cubicBezTo>
                <a:cubicBezTo>
                  <a:pt x="1" y="820"/>
                  <a:pt x="12" y="845"/>
                  <a:pt x="24" y="868"/>
                </a:cubicBezTo>
                <a:cubicBezTo>
                  <a:pt x="127" y="1082"/>
                  <a:pt x="214" y="1304"/>
                  <a:pt x="276" y="1533"/>
                </a:cubicBezTo>
                <a:cubicBezTo>
                  <a:pt x="379" y="1912"/>
                  <a:pt x="416" y="2309"/>
                  <a:pt x="564" y="2673"/>
                </a:cubicBezTo>
                <a:cubicBezTo>
                  <a:pt x="678" y="2953"/>
                  <a:pt x="856" y="3202"/>
                  <a:pt x="1054" y="3430"/>
                </a:cubicBezTo>
                <a:cubicBezTo>
                  <a:pt x="1147" y="3536"/>
                  <a:pt x="1265" y="3631"/>
                  <a:pt x="1350" y="3743"/>
                </a:cubicBezTo>
                <a:cubicBezTo>
                  <a:pt x="1427" y="3845"/>
                  <a:pt x="1495" y="3951"/>
                  <a:pt x="1585" y="4046"/>
                </a:cubicBezTo>
                <a:cubicBezTo>
                  <a:pt x="1955" y="3827"/>
                  <a:pt x="2337" y="3626"/>
                  <a:pt x="2728" y="3445"/>
                </a:cubicBezTo>
                <a:cubicBezTo>
                  <a:pt x="2860" y="3384"/>
                  <a:pt x="2997" y="3325"/>
                  <a:pt x="3125" y="3255"/>
                </a:cubicBezTo>
                <a:cubicBezTo>
                  <a:pt x="3260" y="3180"/>
                  <a:pt x="3380" y="3083"/>
                  <a:pt x="3520" y="3017"/>
                </a:cubicBezTo>
                <a:cubicBezTo>
                  <a:pt x="3576" y="2991"/>
                  <a:pt x="3654" y="2960"/>
                  <a:pt x="3656" y="289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47"/>
          <p:cNvSpPr/>
          <p:nvPr/>
        </p:nvSpPr>
        <p:spPr>
          <a:xfrm rot="1554068">
            <a:off x="957370" y="1250045"/>
            <a:ext cx="405622" cy="446095"/>
          </a:xfrm>
          <a:custGeom>
            <a:avLst/>
            <a:gdLst/>
            <a:ahLst/>
            <a:cxnLst/>
            <a:rect l="l" t="t" r="r" b="b"/>
            <a:pathLst>
              <a:path w="1253" h="1378" extrusionOk="0">
                <a:moveTo>
                  <a:pt x="1245" y="982"/>
                </a:moveTo>
                <a:cubicBezTo>
                  <a:pt x="1231" y="1024"/>
                  <a:pt x="1143" y="1047"/>
                  <a:pt x="1106" y="1064"/>
                </a:cubicBezTo>
                <a:cubicBezTo>
                  <a:pt x="876" y="1168"/>
                  <a:pt x="632" y="1301"/>
                  <a:pt x="384" y="1356"/>
                </a:cubicBezTo>
                <a:cubicBezTo>
                  <a:pt x="374" y="1358"/>
                  <a:pt x="321" y="1377"/>
                  <a:pt x="315" y="1359"/>
                </a:cubicBezTo>
                <a:cubicBezTo>
                  <a:pt x="291" y="1291"/>
                  <a:pt x="267" y="1223"/>
                  <a:pt x="243" y="1154"/>
                </a:cubicBezTo>
                <a:cubicBezTo>
                  <a:pt x="232" y="1124"/>
                  <a:pt x="222" y="1093"/>
                  <a:pt x="212" y="1062"/>
                </a:cubicBezTo>
                <a:cubicBezTo>
                  <a:pt x="209" y="1055"/>
                  <a:pt x="207" y="1049"/>
                  <a:pt x="205" y="1042"/>
                </a:cubicBezTo>
                <a:cubicBezTo>
                  <a:pt x="194" y="1009"/>
                  <a:pt x="183" y="976"/>
                  <a:pt x="172" y="943"/>
                </a:cubicBezTo>
                <a:cubicBezTo>
                  <a:pt x="165" y="924"/>
                  <a:pt x="159" y="904"/>
                  <a:pt x="152" y="883"/>
                </a:cubicBezTo>
                <a:cubicBezTo>
                  <a:pt x="150" y="877"/>
                  <a:pt x="148" y="871"/>
                  <a:pt x="146" y="865"/>
                </a:cubicBezTo>
                <a:cubicBezTo>
                  <a:pt x="141" y="847"/>
                  <a:pt x="135" y="829"/>
                  <a:pt x="129" y="810"/>
                </a:cubicBezTo>
                <a:cubicBezTo>
                  <a:pt x="110" y="753"/>
                  <a:pt x="92" y="695"/>
                  <a:pt x="74" y="637"/>
                </a:cubicBezTo>
                <a:cubicBezTo>
                  <a:pt x="52" y="565"/>
                  <a:pt x="9" y="478"/>
                  <a:pt x="4" y="403"/>
                </a:cubicBezTo>
                <a:cubicBezTo>
                  <a:pt x="0" y="338"/>
                  <a:pt x="26" y="349"/>
                  <a:pt x="82" y="330"/>
                </a:cubicBezTo>
                <a:cubicBezTo>
                  <a:pt x="175" y="299"/>
                  <a:pt x="265" y="257"/>
                  <a:pt x="356" y="220"/>
                </a:cubicBezTo>
                <a:cubicBezTo>
                  <a:pt x="539" y="147"/>
                  <a:pt x="722" y="74"/>
                  <a:pt x="905" y="0"/>
                </a:cubicBezTo>
                <a:cubicBezTo>
                  <a:pt x="902" y="1"/>
                  <a:pt x="1039" y="378"/>
                  <a:pt x="1108" y="571"/>
                </a:cubicBezTo>
                <a:cubicBezTo>
                  <a:pt x="1109" y="573"/>
                  <a:pt x="1110" y="576"/>
                  <a:pt x="1111" y="579"/>
                </a:cubicBezTo>
                <a:cubicBezTo>
                  <a:pt x="1112" y="581"/>
                  <a:pt x="1113" y="583"/>
                  <a:pt x="1113" y="585"/>
                </a:cubicBezTo>
                <a:cubicBezTo>
                  <a:pt x="1116" y="593"/>
                  <a:pt x="1119" y="600"/>
                  <a:pt x="1122" y="607"/>
                </a:cubicBezTo>
                <a:cubicBezTo>
                  <a:pt x="1134" y="642"/>
                  <a:pt x="1143" y="667"/>
                  <a:pt x="1147" y="677"/>
                </a:cubicBezTo>
                <a:cubicBezTo>
                  <a:pt x="1160" y="714"/>
                  <a:pt x="1196" y="781"/>
                  <a:pt x="1221" y="847"/>
                </a:cubicBezTo>
                <a:cubicBezTo>
                  <a:pt x="1228" y="864"/>
                  <a:pt x="1234" y="882"/>
                  <a:pt x="1239" y="898"/>
                </a:cubicBezTo>
                <a:cubicBezTo>
                  <a:pt x="1249" y="932"/>
                  <a:pt x="1252" y="961"/>
                  <a:pt x="1245" y="98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7"/>
          <p:cNvSpPr/>
          <p:nvPr/>
        </p:nvSpPr>
        <p:spPr>
          <a:xfrm rot="1554068">
            <a:off x="976741" y="1347408"/>
            <a:ext cx="363862" cy="353185"/>
          </a:xfrm>
          <a:custGeom>
            <a:avLst/>
            <a:gdLst/>
            <a:ahLst/>
            <a:cxnLst/>
            <a:rect l="l" t="t" r="r" b="b"/>
            <a:pathLst>
              <a:path w="1124" h="1091" extrusionOk="0">
                <a:moveTo>
                  <a:pt x="984" y="298"/>
                </a:moveTo>
                <a:cubicBezTo>
                  <a:pt x="874" y="345"/>
                  <a:pt x="763" y="392"/>
                  <a:pt x="648" y="424"/>
                </a:cubicBezTo>
                <a:cubicBezTo>
                  <a:pt x="580" y="443"/>
                  <a:pt x="509" y="458"/>
                  <a:pt x="448" y="495"/>
                </a:cubicBezTo>
                <a:cubicBezTo>
                  <a:pt x="400" y="525"/>
                  <a:pt x="352" y="571"/>
                  <a:pt x="295" y="564"/>
                </a:cubicBezTo>
                <a:cubicBezTo>
                  <a:pt x="285" y="563"/>
                  <a:pt x="275" y="560"/>
                  <a:pt x="265" y="558"/>
                </a:cubicBezTo>
                <a:cubicBezTo>
                  <a:pt x="213" y="550"/>
                  <a:pt x="163" y="579"/>
                  <a:pt x="119" y="608"/>
                </a:cubicBezTo>
                <a:cubicBezTo>
                  <a:pt x="94" y="624"/>
                  <a:pt x="68" y="640"/>
                  <a:pt x="43" y="656"/>
                </a:cubicBezTo>
                <a:cubicBezTo>
                  <a:pt x="37" y="636"/>
                  <a:pt x="30" y="616"/>
                  <a:pt x="24" y="596"/>
                </a:cubicBezTo>
                <a:cubicBezTo>
                  <a:pt x="22" y="590"/>
                  <a:pt x="20" y="584"/>
                  <a:pt x="18" y="578"/>
                </a:cubicBezTo>
                <a:cubicBezTo>
                  <a:pt x="12" y="560"/>
                  <a:pt x="6" y="542"/>
                  <a:pt x="0" y="523"/>
                </a:cubicBezTo>
                <a:cubicBezTo>
                  <a:pt x="34" y="497"/>
                  <a:pt x="74" y="480"/>
                  <a:pt x="108" y="454"/>
                </a:cubicBezTo>
                <a:cubicBezTo>
                  <a:pt x="147" y="424"/>
                  <a:pt x="177" y="390"/>
                  <a:pt x="227" y="381"/>
                </a:cubicBezTo>
                <a:cubicBezTo>
                  <a:pt x="281" y="372"/>
                  <a:pt x="336" y="377"/>
                  <a:pt x="391" y="380"/>
                </a:cubicBezTo>
                <a:cubicBezTo>
                  <a:pt x="430" y="382"/>
                  <a:pt x="468" y="380"/>
                  <a:pt x="506" y="374"/>
                </a:cubicBezTo>
                <a:cubicBezTo>
                  <a:pt x="544" y="369"/>
                  <a:pt x="581" y="361"/>
                  <a:pt x="617" y="353"/>
                </a:cubicBezTo>
                <a:cubicBezTo>
                  <a:pt x="683" y="339"/>
                  <a:pt x="756" y="340"/>
                  <a:pt x="820" y="324"/>
                </a:cubicBezTo>
                <a:cubicBezTo>
                  <a:pt x="876" y="310"/>
                  <a:pt x="924" y="291"/>
                  <a:pt x="979" y="284"/>
                </a:cubicBezTo>
                <a:cubicBezTo>
                  <a:pt x="980" y="287"/>
                  <a:pt x="981" y="289"/>
                  <a:pt x="982" y="292"/>
                </a:cubicBezTo>
                <a:cubicBezTo>
                  <a:pt x="983" y="294"/>
                  <a:pt x="984" y="296"/>
                  <a:pt x="984" y="298"/>
                </a:cubicBezTo>
                <a:moveTo>
                  <a:pt x="1110" y="611"/>
                </a:moveTo>
                <a:cubicBezTo>
                  <a:pt x="1084" y="611"/>
                  <a:pt x="1058" y="612"/>
                  <a:pt x="1032" y="613"/>
                </a:cubicBezTo>
                <a:cubicBezTo>
                  <a:pt x="974" y="614"/>
                  <a:pt x="916" y="617"/>
                  <a:pt x="858" y="620"/>
                </a:cubicBezTo>
                <a:cubicBezTo>
                  <a:pt x="804" y="623"/>
                  <a:pt x="749" y="625"/>
                  <a:pt x="695" y="633"/>
                </a:cubicBezTo>
                <a:cubicBezTo>
                  <a:pt x="641" y="640"/>
                  <a:pt x="589" y="655"/>
                  <a:pt x="539" y="676"/>
                </a:cubicBezTo>
                <a:cubicBezTo>
                  <a:pt x="494" y="695"/>
                  <a:pt x="450" y="719"/>
                  <a:pt x="402" y="732"/>
                </a:cubicBezTo>
                <a:cubicBezTo>
                  <a:pt x="350" y="747"/>
                  <a:pt x="300" y="735"/>
                  <a:pt x="247" y="733"/>
                </a:cubicBezTo>
                <a:cubicBezTo>
                  <a:pt x="191" y="730"/>
                  <a:pt x="142" y="746"/>
                  <a:pt x="92" y="770"/>
                </a:cubicBezTo>
                <a:cubicBezTo>
                  <a:pt x="89" y="772"/>
                  <a:pt x="86" y="773"/>
                  <a:pt x="83" y="775"/>
                </a:cubicBezTo>
                <a:cubicBezTo>
                  <a:pt x="93" y="806"/>
                  <a:pt x="103" y="837"/>
                  <a:pt x="114" y="867"/>
                </a:cubicBezTo>
                <a:cubicBezTo>
                  <a:pt x="138" y="936"/>
                  <a:pt x="162" y="1004"/>
                  <a:pt x="186" y="1072"/>
                </a:cubicBezTo>
                <a:cubicBezTo>
                  <a:pt x="192" y="1090"/>
                  <a:pt x="245" y="1071"/>
                  <a:pt x="255" y="1069"/>
                </a:cubicBezTo>
                <a:cubicBezTo>
                  <a:pt x="503" y="1014"/>
                  <a:pt x="747" y="881"/>
                  <a:pt x="977" y="777"/>
                </a:cubicBezTo>
                <a:cubicBezTo>
                  <a:pt x="1014" y="760"/>
                  <a:pt x="1102" y="737"/>
                  <a:pt x="1116" y="696"/>
                </a:cubicBezTo>
                <a:lnTo>
                  <a:pt x="1116" y="695"/>
                </a:lnTo>
                <a:cubicBezTo>
                  <a:pt x="1123" y="674"/>
                  <a:pt x="1120" y="645"/>
                  <a:pt x="1110" y="611"/>
                </a:cubicBezTo>
                <a:moveTo>
                  <a:pt x="694" y="84"/>
                </a:moveTo>
                <a:cubicBezTo>
                  <a:pt x="689" y="99"/>
                  <a:pt x="674" y="110"/>
                  <a:pt x="659" y="115"/>
                </a:cubicBezTo>
                <a:cubicBezTo>
                  <a:pt x="641" y="121"/>
                  <a:pt x="616" y="119"/>
                  <a:pt x="602" y="105"/>
                </a:cubicBezTo>
                <a:cubicBezTo>
                  <a:pt x="595" y="98"/>
                  <a:pt x="591" y="90"/>
                  <a:pt x="590" y="82"/>
                </a:cubicBezTo>
                <a:cubicBezTo>
                  <a:pt x="584" y="70"/>
                  <a:pt x="583" y="57"/>
                  <a:pt x="587" y="44"/>
                </a:cubicBezTo>
                <a:cubicBezTo>
                  <a:pt x="589" y="35"/>
                  <a:pt x="593" y="27"/>
                  <a:pt x="599" y="19"/>
                </a:cubicBezTo>
                <a:cubicBezTo>
                  <a:pt x="607" y="9"/>
                  <a:pt x="615" y="3"/>
                  <a:pt x="628" y="1"/>
                </a:cubicBezTo>
                <a:cubicBezTo>
                  <a:pt x="641" y="0"/>
                  <a:pt x="653" y="4"/>
                  <a:pt x="663" y="10"/>
                </a:cubicBezTo>
                <a:cubicBezTo>
                  <a:pt x="667" y="12"/>
                  <a:pt x="671" y="14"/>
                  <a:pt x="674" y="17"/>
                </a:cubicBezTo>
                <a:cubicBezTo>
                  <a:pt x="680" y="22"/>
                  <a:pt x="684" y="28"/>
                  <a:pt x="687" y="35"/>
                </a:cubicBezTo>
                <a:cubicBezTo>
                  <a:pt x="696" y="49"/>
                  <a:pt x="701" y="68"/>
                  <a:pt x="694" y="84"/>
                </a:cubicBezTo>
                <a:moveTo>
                  <a:pt x="643" y="93"/>
                </a:moveTo>
                <a:lnTo>
                  <a:pt x="643" y="93"/>
                </a:lnTo>
                <a:moveTo>
                  <a:pt x="642" y="93"/>
                </a:moveTo>
                <a:cubicBezTo>
                  <a:pt x="642" y="93"/>
                  <a:pt x="641" y="93"/>
                  <a:pt x="642" y="93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47"/>
          <p:cNvSpPr/>
          <p:nvPr/>
        </p:nvSpPr>
        <p:spPr>
          <a:xfrm rot="1554068">
            <a:off x="939497" y="1264347"/>
            <a:ext cx="883110" cy="1030744"/>
          </a:xfrm>
          <a:custGeom>
            <a:avLst/>
            <a:gdLst/>
            <a:ahLst/>
            <a:cxnLst/>
            <a:rect l="l" t="t" r="r" b="b"/>
            <a:pathLst>
              <a:path w="2728" h="3184" extrusionOk="0">
                <a:moveTo>
                  <a:pt x="1956" y="1165"/>
                </a:moveTo>
                <a:cubicBezTo>
                  <a:pt x="1810" y="1201"/>
                  <a:pt x="1674" y="1265"/>
                  <a:pt x="1536" y="1325"/>
                </a:cubicBezTo>
                <a:cubicBezTo>
                  <a:pt x="1289" y="1434"/>
                  <a:pt x="1043" y="1545"/>
                  <a:pt x="795" y="1652"/>
                </a:cubicBezTo>
                <a:cubicBezTo>
                  <a:pt x="562" y="1753"/>
                  <a:pt x="323" y="1845"/>
                  <a:pt x="71" y="1887"/>
                </a:cubicBezTo>
                <a:cubicBezTo>
                  <a:pt x="35" y="1893"/>
                  <a:pt x="0" y="1857"/>
                  <a:pt x="51" y="1849"/>
                </a:cubicBezTo>
                <a:cubicBezTo>
                  <a:pt x="194" y="1825"/>
                  <a:pt x="333" y="1784"/>
                  <a:pt x="469" y="1734"/>
                </a:cubicBezTo>
                <a:cubicBezTo>
                  <a:pt x="715" y="1644"/>
                  <a:pt x="954" y="1530"/>
                  <a:pt x="1194" y="1424"/>
                </a:cubicBezTo>
                <a:cubicBezTo>
                  <a:pt x="1318" y="1370"/>
                  <a:pt x="1441" y="1315"/>
                  <a:pt x="1565" y="1261"/>
                </a:cubicBezTo>
                <a:cubicBezTo>
                  <a:pt x="1679" y="1210"/>
                  <a:pt x="1795" y="1161"/>
                  <a:pt x="1917" y="1131"/>
                </a:cubicBezTo>
                <a:cubicBezTo>
                  <a:pt x="1931" y="1128"/>
                  <a:pt x="1959" y="1125"/>
                  <a:pt x="1970" y="1138"/>
                </a:cubicBezTo>
                <a:cubicBezTo>
                  <a:pt x="1981" y="1151"/>
                  <a:pt x="1970" y="1162"/>
                  <a:pt x="1956" y="1165"/>
                </a:cubicBezTo>
                <a:moveTo>
                  <a:pt x="2096" y="1400"/>
                </a:moveTo>
                <a:cubicBezTo>
                  <a:pt x="2085" y="1387"/>
                  <a:pt x="2058" y="1389"/>
                  <a:pt x="2044" y="1393"/>
                </a:cubicBezTo>
                <a:cubicBezTo>
                  <a:pt x="1538" y="1509"/>
                  <a:pt x="1076" y="1749"/>
                  <a:pt x="595" y="1935"/>
                </a:cubicBezTo>
                <a:cubicBezTo>
                  <a:pt x="457" y="1988"/>
                  <a:pt x="318" y="2037"/>
                  <a:pt x="176" y="2077"/>
                </a:cubicBezTo>
                <a:cubicBezTo>
                  <a:pt x="163" y="2081"/>
                  <a:pt x="151" y="2091"/>
                  <a:pt x="162" y="2104"/>
                </a:cubicBezTo>
                <a:cubicBezTo>
                  <a:pt x="173" y="2116"/>
                  <a:pt x="201" y="2115"/>
                  <a:pt x="215" y="2111"/>
                </a:cubicBezTo>
                <a:cubicBezTo>
                  <a:pt x="713" y="1970"/>
                  <a:pt x="1173" y="1725"/>
                  <a:pt x="1660" y="1552"/>
                </a:cubicBezTo>
                <a:cubicBezTo>
                  <a:pt x="1798" y="1503"/>
                  <a:pt x="1939" y="1460"/>
                  <a:pt x="2083" y="1426"/>
                </a:cubicBezTo>
                <a:cubicBezTo>
                  <a:pt x="2096" y="1423"/>
                  <a:pt x="2107" y="1412"/>
                  <a:pt x="2096" y="1400"/>
                </a:cubicBezTo>
                <a:moveTo>
                  <a:pt x="2092" y="1528"/>
                </a:moveTo>
                <a:cubicBezTo>
                  <a:pt x="2025" y="1553"/>
                  <a:pt x="1959" y="1583"/>
                  <a:pt x="1893" y="1611"/>
                </a:cubicBezTo>
                <a:cubicBezTo>
                  <a:pt x="1764" y="1665"/>
                  <a:pt x="1634" y="1719"/>
                  <a:pt x="1504" y="1773"/>
                </a:cubicBezTo>
                <a:cubicBezTo>
                  <a:pt x="1240" y="1884"/>
                  <a:pt x="977" y="1995"/>
                  <a:pt x="713" y="2106"/>
                </a:cubicBezTo>
                <a:cubicBezTo>
                  <a:pt x="563" y="2168"/>
                  <a:pt x="414" y="2231"/>
                  <a:pt x="265" y="2294"/>
                </a:cubicBezTo>
                <a:cubicBezTo>
                  <a:pt x="249" y="2301"/>
                  <a:pt x="253" y="2314"/>
                  <a:pt x="265" y="2322"/>
                </a:cubicBezTo>
                <a:cubicBezTo>
                  <a:pt x="280" y="2332"/>
                  <a:pt x="304" y="2328"/>
                  <a:pt x="319" y="2322"/>
                </a:cubicBezTo>
                <a:cubicBezTo>
                  <a:pt x="794" y="2122"/>
                  <a:pt x="1268" y="1922"/>
                  <a:pt x="1743" y="1724"/>
                </a:cubicBezTo>
                <a:cubicBezTo>
                  <a:pt x="1809" y="1697"/>
                  <a:pt x="1875" y="1669"/>
                  <a:pt x="1941" y="1642"/>
                </a:cubicBezTo>
                <a:cubicBezTo>
                  <a:pt x="1997" y="1618"/>
                  <a:pt x="2054" y="1589"/>
                  <a:pt x="2112" y="1569"/>
                </a:cubicBezTo>
                <a:cubicBezTo>
                  <a:pt x="2114" y="1569"/>
                  <a:pt x="2117" y="1570"/>
                  <a:pt x="2120" y="1570"/>
                </a:cubicBezTo>
                <a:cubicBezTo>
                  <a:pt x="2121" y="1570"/>
                  <a:pt x="2123" y="1570"/>
                  <a:pt x="2124" y="1570"/>
                </a:cubicBezTo>
                <a:cubicBezTo>
                  <a:pt x="2139" y="1571"/>
                  <a:pt x="2163" y="1572"/>
                  <a:pt x="2172" y="1557"/>
                </a:cubicBezTo>
                <a:cubicBezTo>
                  <a:pt x="2197" y="1514"/>
                  <a:pt x="2110" y="1522"/>
                  <a:pt x="2092" y="1528"/>
                </a:cubicBezTo>
                <a:moveTo>
                  <a:pt x="2268" y="1718"/>
                </a:moveTo>
                <a:cubicBezTo>
                  <a:pt x="2253" y="1708"/>
                  <a:pt x="2229" y="1711"/>
                  <a:pt x="2213" y="1718"/>
                </a:cubicBezTo>
                <a:cubicBezTo>
                  <a:pt x="1727" y="1915"/>
                  <a:pt x="1243" y="2116"/>
                  <a:pt x="760" y="2323"/>
                </a:cubicBezTo>
                <a:cubicBezTo>
                  <a:pt x="622" y="2382"/>
                  <a:pt x="485" y="2441"/>
                  <a:pt x="348" y="2501"/>
                </a:cubicBezTo>
                <a:cubicBezTo>
                  <a:pt x="332" y="2508"/>
                  <a:pt x="336" y="2521"/>
                  <a:pt x="348" y="2529"/>
                </a:cubicBezTo>
                <a:cubicBezTo>
                  <a:pt x="363" y="2539"/>
                  <a:pt x="387" y="2536"/>
                  <a:pt x="402" y="2529"/>
                </a:cubicBezTo>
                <a:cubicBezTo>
                  <a:pt x="884" y="2320"/>
                  <a:pt x="1367" y="2115"/>
                  <a:pt x="1852" y="1915"/>
                </a:cubicBezTo>
                <a:cubicBezTo>
                  <a:pt x="1991" y="1858"/>
                  <a:pt x="2129" y="1802"/>
                  <a:pt x="2268" y="1746"/>
                </a:cubicBezTo>
                <a:cubicBezTo>
                  <a:pt x="2284" y="1739"/>
                  <a:pt x="2280" y="1725"/>
                  <a:pt x="2268" y="1718"/>
                </a:cubicBezTo>
                <a:moveTo>
                  <a:pt x="2357" y="1986"/>
                </a:moveTo>
                <a:cubicBezTo>
                  <a:pt x="2346" y="1973"/>
                  <a:pt x="2318" y="1975"/>
                  <a:pt x="2304" y="1979"/>
                </a:cubicBezTo>
                <a:cubicBezTo>
                  <a:pt x="1803" y="2115"/>
                  <a:pt x="1359" y="2392"/>
                  <a:pt x="882" y="2586"/>
                </a:cubicBezTo>
                <a:cubicBezTo>
                  <a:pt x="744" y="2642"/>
                  <a:pt x="603" y="2689"/>
                  <a:pt x="459" y="2725"/>
                </a:cubicBezTo>
                <a:cubicBezTo>
                  <a:pt x="446" y="2729"/>
                  <a:pt x="435" y="2740"/>
                  <a:pt x="445" y="2752"/>
                </a:cubicBezTo>
                <a:cubicBezTo>
                  <a:pt x="457" y="2765"/>
                  <a:pt x="484" y="2763"/>
                  <a:pt x="498" y="2759"/>
                </a:cubicBezTo>
                <a:cubicBezTo>
                  <a:pt x="1002" y="2634"/>
                  <a:pt x="1448" y="2360"/>
                  <a:pt x="1923" y="2160"/>
                </a:cubicBezTo>
                <a:cubicBezTo>
                  <a:pt x="2059" y="2102"/>
                  <a:pt x="2199" y="2052"/>
                  <a:pt x="2343" y="2013"/>
                </a:cubicBezTo>
                <a:cubicBezTo>
                  <a:pt x="2356" y="2009"/>
                  <a:pt x="2367" y="1998"/>
                  <a:pt x="2357" y="1986"/>
                </a:cubicBezTo>
                <a:moveTo>
                  <a:pt x="2524" y="2109"/>
                </a:moveTo>
                <a:cubicBezTo>
                  <a:pt x="2497" y="2108"/>
                  <a:pt x="2473" y="2120"/>
                  <a:pt x="2448" y="2129"/>
                </a:cubicBezTo>
                <a:cubicBezTo>
                  <a:pt x="2413" y="2141"/>
                  <a:pt x="2379" y="2154"/>
                  <a:pt x="2344" y="2168"/>
                </a:cubicBezTo>
                <a:cubicBezTo>
                  <a:pt x="2210" y="2221"/>
                  <a:pt x="2078" y="2279"/>
                  <a:pt x="1947" y="2340"/>
                </a:cubicBezTo>
                <a:cubicBezTo>
                  <a:pt x="1673" y="2467"/>
                  <a:pt x="1400" y="2598"/>
                  <a:pt x="1126" y="2728"/>
                </a:cubicBezTo>
                <a:lnTo>
                  <a:pt x="660" y="2948"/>
                </a:lnTo>
                <a:cubicBezTo>
                  <a:pt x="645" y="2955"/>
                  <a:pt x="648" y="2968"/>
                  <a:pt x="660" y="2976"/>
                </a:cubicBezTo>
                <a:cubicBezTo>
                  <a:pt x="675" y="2985"/>
                  <a:pt x="700" y="2983"/>
                  <a:pt x="715" y="2976"/>
                </a:cubicBezTo>
                <a:cubicBezTo>
                  <a:pt x="1186" y="2753"/>
                  <a:pt x="1655" y="2522"/>
                  <a:pt x="2131" y="2309"/>
                </a:cubicBezTo>
                <a:cubicBezTo>
                  <a:pt x="2196" y="2279"/>
                  <a:pt x="2262" y="2251"/>
                  <a:pt x="2329" y="2224"/>
                </a:cubicBezTo>
                <a:cubicBezTo>
                  <a:pt x="2365" y="2209"/>
                  <a:pt x="2401" y="2194"/>
                  <a:pt x="2438" y="2180"/>
                </a:cubicBezTo>
                <a:cubicBezTo>
                  <a:pt x="2455" y="2174"/>
                  <a:pt x="2471" y="2168"/>
                  <a:pt x="2487" y="2162"/>
                </a:cubicBezTo>
                <a:cubicBezTo>
                  <a:pt x="2492" y="2161"/>
                  <a:pt x="2496" y="2159"/>
                  <a:pt x="2501" y="2157"/>
                </a:cubicBezTo>
                <a:cubicBezTo>
                  <a:pt x="2512" y="2161"/>
                  <a:pt x="2524" y="2161"/>
                  <a:pt x="2532" y="2159"/>
                </a:cubicBezTo>
                <a:cubicBezTo>
                  <a:pt x="2584" y="2150"/>
                  <a:pt x="2569" y="2111"/>
                  <a:pt x="2524" y="2109"/>
                </a:cubicBezTo>
                <a:moveTo>
                  <a:pt x="2641" y="2317"/>
                </a:moveTo>
                <a:cubicBezTo>
                  <a:pt x="2157" y="2502"/>
                  <a:pt x="1682" y="2710"/>
                  <a:pt x="1218" y="2941"/>
                </a:cubicBezTo>
                <a:cubicBezTo>
                  <a:pt x="1085" y="3007"/>
                  <a:pt x="953" y="3076"/>
                  <a:pt x="821" y="3146"/>
                </a:cubicBezTo>
                <a:cubicBezTo>
                  <a:pt x="807" y="3154"/>
                  <a:pt x="809" y="3166"/>
                  <a:pt x="821" y="3174"/>
                </a:cubicBezTo>
                <a:cubicBezTo>
                  <a:pt x="835" y="3183"/>
                  <a:pt x="862" y="3182"/>
                  <a:pt x="876" y="3174"/>
                </a:cubicBezTo>
                <a:cubicBezTo>
                  <a:pt x="1328" y="2932"/>
                  <a:pt x="1792" y="2712"/>
                  <a:pt x="2266" y="2516"/>
                </a:cubicBezTo>
                <a:cubicBezTo>
                  <a:pt x="2403" y="2459"/>
                  <a:pt x="2541" y="2404"/>
                  <a:pt x="2680" y="2351"/>
                </a:cubicBezTo>
                <a:cubicBezTo>
                  <a:pt x="2727" y="2333"/>
                  <a:pt x="2669" y="2307"/>
                  <a:pt x="2641" y="2317"/>
                </a:cubicBezTo>
                <a:moveTo>
                  <a:pt x="1858" y="909"/>
                </a:moveTo>
                <a:cubicBezTo>
                  <a:pt x="1846" y="896"/>
                  <a:pt x="1819" y="899"/>
                  <a:pt x="1805" y="902"/>
                </a:cubicBezTo>
                <a:cubicBezTo>
                  <a:pt x="1674" y="933"/>
                  <a:pt x="1557" y="1002"/>
                  <a:pt x="1435" y="1055"/>
                </a:cubicBezTo>
                <a:cubicBezTo>
                  <a:pt x="1306" y="1110"/>
                  <a:pt x="1174" y="1156"/>
                  <a:pt x="1039" y="1194"/>
                </a:cubicBezTo>
                <a:cubicBezTo>
                  <a:pt x="1026" y="1198"/>
                  <a:pt x="1014" y="1209"/>
                  <a:pt x="1025" y="1221"/>
                </a:cubicBezTo>
                <a:cubicBezTo>
                  <a:pt x="1036" y="1234"/>
                  <a:pt x="1064" y="1232"/>
                  <a:pt x="1078" y="1228"/>
                </a:cubicBezTo>
                <a:cubicBezTo>
                  <a:pt x="1209" y="1191"/>
                  <a:pt x="1337" y="1147"/>
                  <a:pt x="1463" y="1094"/>
                </a:cubicBezTo>
                <a:cubicBezTo>
                  <a:pt x="1589" y="1041"/>
                  <a:pt x="1710" y="968"/>
                  <a:pt x="1844" y="936"/>
                </a:cubicBezTo>
                <a:cubicBezTo>
                  <a:pt x="1857" y="933"/>
                  <a:pt x="1868" y="921"/>
                  <a:pt x="1858" y="909"/>
                </a:cubicBezTo>
                <a:moveTo>
                  <a:pt x="1813" y="655"/>
                </a:moveTo>
                <a:cubicBezTo>
                  <a:pt x="1802" y="643"/>
                  <a:pt x="1774" y="644"/>
                  <a:pt x="1760" y="648"/>
                </a:cubicBezTo>
                <a:cubicBezTo>
                  <a:pt x="1477" y="737"/>
                  <a:pt x="1200" y="841"/>
                  <a:pt x="929" y="960"/>
                </a:cubicBezTo>
                <a:cubicBezTo>
                  <a:pt x="913" y="966"/>
                  <a:pt x="917" y="980"/>
                  <a:pt x="929" y="988"/>
                </a:cubicBezTo>
                <a:cubicBezTo>
                  <a:pt x="944" y="997"/>
                  <a:pt x="968" y="994"/>
                  <a:pt x="983" y="988"/>
                </a:cubicBezTo>
                <a:cubicBezTo>
                  <a:pt x="1249" y="871"/>
                  <a:pt x="1522" y="769"/>
                  <a:pt x="1799" y="682"/>
                </a:cubicBezTo>
                <a:cubicBezTo>
                  <a:pt x="1812" y="678"/>
                  <a:pt x="1824" y="668"/>
                  <a:pt x="1813" y="655"/>
                </a:cubicBezTo>
                <a:moveTo>
                  <a:pt x="1701" y="428"/>
                </a:moveTo>
                <a:cubicBezTo>
                  <a:pt x="1690" y="415"/>
                  <a:pt x="1662" y="416"/>
                  <a:pt x="1648" y="421"/>
                </a:cubicBezTo>
                <a:cubicBezTo>
                  <a:pt x="1378" y="505"/>
                  <a:pt x="1114" y="608"/>
                  <a:pt x="858" y="729"/>
                </a:cubicBezTo>
                <a:cubicBezTo>
                  <a:pt x="843" y="737"/>
                  <a:pt x="846" y="749"/>
                  <a:pt x="858" y="757"/>
                </a:cubicBezTo>
                <a:cubicBezTo>
                  <a:pt x="873" y="767"/>
                  <a:pt x="898" y="764"/>
                  <a:pt x="913" y="757"/>
                </a:cubicBezTo>
                <a:cubicBezTo>
                  <a:pt x="1164" y="638"/>
                  <a:pt x="1422" y="537"/>
                  <a:pt x="1687" y="455"/>
                </a:cubicBezTo>
                <a:cubicBezTo>
                  <a:pt x="1700" y="451"/>
                  <a:pt x="1712" y="441"/>
                  <a:pt x="1701" y="428"/>
                </a:cubicBezTo>
                <a:moveTo>
                  <a:pt x="1576" y="232"/>
                </a:moveTo>
                <a:cubicBezTo>
                  <a:pt x="1522" y="208"/>
                  <a:pt x="1466" y="239"/>
                  <a:pt x="1415" y="257"/>
                </a:cubicBezTo>
                <a:cubicBezTo>
                  <a:pt x="1350" y="281"/>
                  <a:pt x="1285" y="304"/>
                  <a:pt x="1221" y="329"/>
                </a:cubicBezTo>
                <a:cubicBezTo>
                  <a:pt x="1094" y="377"/>
                  <a:pt x="968" y="428"/>
                  <a:pt x="844" y="482"/>
                </a:cubicBezTo>
                <a:cubicBezTo>
                  <a:pt x="828" y="488"/>
                  <a:pt x="832" y="502"/>
                  <a:pt x="844" y="510"/>
                </a:cubicBezTo>
                <a:cubicBezTo>
                  <a:pt x="859" y="519"/>
                  <a:pt x="883" y="516"/>
                  <a:pt x="898" y="510"/>
                </a:cubicBezTo>
                <a:cubicBezTo>
                  <a:pt x="1007" y="463"/>
                  <a:pt x="1115" y="418"/>
                  <a:pt x="1225" y="376"/>
                </a:cubicBezTo>
                <a:cubicBezTo>
                  <a:pt x="1278" y="356"/>
                  <a:pt x="1331" y="336"/>
                  <a:pt x="1384" y="316"/>
                </a:cubicBezTo>
                <a:cubicBezTo>
                  <a:pt x="1412" y="306"/>
                  <a:pt x="1440" y="296"/>
                  <a:pt x="1468" y="286"/>
                </a:cubicBezTo>
                <a:cubicBezTo>
                  <a:pt x="1479" y="282"/>
                  <a:pt x="1491" y="278"/>
                  <a:pt x="1503" y="274"/>
                </a:cubicBezTo>
                <a:cubicBezTo>
                  <a:pt x="1509" y="272"/>
                  <a:pt x="1517" y="269"/>
                  <a:pt x="1523" y="267"/>
                </a:cubicBezTo>
                <a:cubicBezTo>
                  <a:pt x="1529" y="266"/>
                  <a:pt x="1532" y="265"/>
                  <a:pt x="1535" y="264"/>
                </a:cubicBezTo>
                <a:cubicBezTo>
                  <a:pt x="1548" y="267"/>
                  <a:pt x="1565" y="267"/>
                  <a:pt x="1576" y="259"/>
                </a:cubicBezTo>
                <a:cubicBezTo>
                  <a:pt x="1588" y="252"/>
                  <a:pt x="1592" y="239"/>
                  <a:pt x="1576" y="232"/>
                </a:cubicBezTo>
                <a:moveTo>
                  <a:pt x="1520" y="12"/>
                </a:moveTo>
                <a:cubicBezTo>
                  <a:pt x="1509" y="0"/>
                  <a:pt x="1480" y="1"/>
                  <a:pt x="1467" y="5"/>
                </a:cubicBezTo>
                <a:cubicBezTo>
                  <a:pt x="1225" y="82"/>
                  <a:pt x="987" y="172"/>
                  <a:pt x="756" y="276"/>
                </a:cubicBezTo>
                <a:cubicBezTo>
                  <a:pt x="740" y="283"/>
                  <a:pt x="744" y="296"/>
                  <a:pt x="756" y="304"/>
                </a:cubicBezTo>
                <a:cubicBezTo>
                  <a:pt x="770" y="313"/>
                  <a:pt x="795" y="311"/>
                  <a:pt x="810" y="304"/>
                </a:cubicBezTo>
                <a:cubicBezTo>
                  <a:pt x="1037" y="202"/>
                  <a:pt x="1269" y="114"/>
                  <a:pt x="1506" y="39"/>
                </a:cubicBezTo>
                <a:cubicBezTo>
                  <a:pt x="1519" y="35"/>
                  <a:pt x="1530" y="25"/>
                  <a:pt x="1520" y="12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47"/>
          <p:cNvSpPr/>
          <p:nvPr/>
        </p:nvSpPr>
        <p:spPr>
          <a:xfrm rot="10800000">
            <a:off x="254368" y="1051870"/>
            <a:ext cx="162375" cy="239434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7"/>
          <p:cNvSpPr/>
          <p:nvPr/>
        </p:nvSpPr>
        <p:spPr>
          <a:xfrm rot="10800000">
            <a:off x="1440043" y="195670"/>
            <a:ext cx="162375" cy="239434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1039;p52">
            <a:extLst>
              <a:ext uri="{FF2B5EF4-FFF2-40B4-BE49-F238E27FC236}">
                <a16:creationId xmlns:a16="http://schemas.microsoft.com/office/drawing/2014/main" id="{EB05A43E-9894-7D2F-B9DA-D09D30654D7F}"/>
              </a:ext>
            </a:extLst>
          </p:cNvPr>
          <p:cNvGrpSpPr/>
          <p:nvPr/>
        </p:nvGrpSpPr>
        <p:grpSpPr>
          <a:xfrm>
            <a:off x="2135828" y="545265"/>
            <a:ext cx="2002276" cy="4064274"/>
            <a:chOff x="2455921" y="539571"/>
            <a:chExt cx="2002276" cy="4064274"/>
          </a:xfrm>
        </p:grpSpPr>
        <p:sp>
          <p:nvSpPr>
            <p:cNvPr id="22" name="Google Shape;1040;p52">
              <a:extLst>
                <a:ext uri="{FF2B5EF4-FFF2-40B4-BE49-F238E27FC236}">
                  <a16:creationId xmlns:a16="http://schemas.microsoft.com/office/drawing/2014/main" id="{2B640B87-2316-DDF2-6215-99D028872FA6}"/>
                </a:ext>
              </a:extLst>
            </p:cNvPr>
            <p:cNvSpPr/>
            <p:nvPr/>
          </p:nvSpPr>
          <p:spPr>
            <a:xfrm>
              <a:off x="2548888" y="738761"/>
              <a:ext cx="1816388" cy="3465793"/>
            </a:xfrm>
            <a:custGeom>
              <a:avLst/>
              <a:gdLst/>
              <a:ahLst/>
              <a:cxnLst/>
              <a:rect l="l" t="t" r="r" b="b"/>
              <a:pathLst>
                <a:path w="84552" h="161331" extrusionOk="0">
                  <a:moveTo>
                    <a:pt x="1" y="1"/>
                  </a:moveTo>
                  <a:lnTo>
                    <a:pt x="1" y="161331"/>
                  </a:lnTo>
                  <a:lnTo>
                    <a:pt x="84551" y="161331"/>
                  </a:lnTo>
                  <a:lnTo>
                    <a:pt x="845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1;p52">
              <a:extLst>
                <a:ext uri="{FF2B5EF4-FFF2-40B4-BE49-F238E27FC236}">
                  <a16:creationId xmlns:a16="http://schemas.microsoft.com/office/drawing/2014/main" id="{7DAE31A1-ABB7-75A7-3BB1-CACCEF13A09A}"/>
                </a:ext>
              </a:extLst>
            </p:cNvPr>
            <p:cNvSpPr/>
            <p:nvPr/>
          </p:nvSpPr>
          <p:spPr>
            <a:xfrm>
              <a:off x="2455921" y="539571"/>
              <a:ext cx="2002276" cy="4064274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42;p52">
              <a:extLst>
                <a:ext uri="{FF2B5EF4-FFF2-40B4-BE49-F238E27FC236}">
                  <a16:creationId xmlns:a16="http://schemas.microsoft.com/office/drawing/2014/main" id="{0A98A962-3E00-62C3-9C54-DE2AE33F8117}"/>
                </a:ext>
              </a:extLst>
            </p:cNvPr>
            <p:cNvSpPr/>
            <p:nvPr/>
          </p:nvSpPr>
          <p:spPr>
            <a:xfrm>
              <a:off x="3207138" y="4331658"/>
              <a:ext cx="499876" cy="168831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A95D780-E9EE-2E4E-2783-BFE6509AEF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0" t="2057" r="2669"/>
          <a:stretch/>
        </p:blipFill>
        <p:spPr>
          <a:xfrm>
            <a:off x="2246330" y="744455"/>
            <a:ext cx="1772520" cy="3465793"/>
          </a:xfrm>
          <a:prstGeom prst="rect">
            <a:avLst/>
          </a:prstGeom>
        </p:spPr>
      </p:pic>
      <p:grpSp>
        <p:nvGrpSpPr>
          <p:cNvPr id="28" name="Google Shape;1039;p52">
            <a:extLst>
              <a:ext uri="{FF2B5EF4-FFF2-40B4-BE49-F238E27FC236}">
                <a16:creationId xmlns:a16="http://schemas.microsoft.com/office/drawing/2014/main" id="{C0C1A7E5-7C63-E3DD-C18A-10DDD21930CB}"/>
              </a:ext>
            </a:extLst>
          </p:cNvPr>
          <p:cNvGrpSpPr/>
          <p:nvPr/>
        </p:nvGrpSpPr>
        <p:grpSpPr>
          <a:xfrm>
            <a:off x="4288244" y="545265"/>
            <a:ext cx="2002276" cy="4064274"/>
            <a:chOff x="2455921" y="539571"/>
            <a:chExt cx="2002276" cy="4064274"/>
          </a:xfrm>
        </p:grpSpPr>
        <p:sp>
          <p:nvSpPr>
            <p:cNvPr id="29" name="Google Shape;1040;p52">
              <a:extLst>
                <a:ext uri="{FF2B5EF4-FFF2-40B4-BE49-F238E27FC236}">
                  <a16:creationId xmlns:a16="http://schemas.microsoft.com/office/drawing/2014/main" id="{69099497-4B22-D811-BD06-D616D724ECE3}"/>
                </a:ext>
              </a:extLst>
            </p:cNvPr>
            <p:cNvSpPr/>
            <p:nvPr/>
          </p:nvSpPr>
          <p:spPr>
            <a:xfrm>
              <a:off x="2548888" y="738761"/>
              <a:ext cx="1816388" cy="3465793"/>
            </a:xfrm>
            <a:custGeom>
              <a:avLst/>
              <a:gdLst/>
              <a:ahLst/>
              <a:cxnLst/>
              <a:rect l="l" t="t" r="r" b="b"/>
              <a:pathLst>
                <a:path w="84552" h="161331" extrusionOk="0">
                  <a:moveTo>
                    <a:pt x="1" y="1"/>
                  </a:moveTo>
                  <a:lnTo>
                    <a:pt x="1" y="161331"/>
                  </a:lnTo>
                  <a:lnTo>
                    <a:pt x="84551" y="161331"/>
                  </a:lnTo>
                  <a:lnTo>
                    <a:pt x="845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41;p52">
              <a:extLst>
                <a:ext uri="{FF2B5EF4-FFF2-40B4-BE49-F238E27FC236}">
                  <a16:creationId xmlns:a16="http://schemas.microsoft.com/office/drawing/2014/main" id="{AC034F03-D69F-F10F-C353-A5418E56FAEF}"/>
                </a:ext>
              </a:extLst>
            </p:cNvPr>
            <p:cNvSpPr/>
            <p:nvPr/>
          </p:nvSpPr>
          <p:spPr>
            <a:xfrm>
              <a:off x="2455921" y="539571"/>
              <a:ext cx="2002276" cy="4064274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42;p52">
              <a:extLst>
                <a:ext uri="{FF2B5EF4-FFF2-40B4-BE49-F238E27FC236}">
                  <a16:creationId xmlns:a16="http://schemas.microsoft.com/office/drawing/2014/main" id="{116F32CD-00B4-825A-2690-E7C9D1723331}"/>
                </a:ext>
              </a:extLst>
            </p:cNvPr>
            <p:cNvSpPr/>
            <p:nvPr/>
          </p:nvSpPr>
          <p:spPr>
            <a:xfrm>
              <a:off x="3207138" y="4331658"/>
              <a:ext cx="499876" cy="168831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8390D29-3234-380A-A65D-27C48784E7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76" t="2206" r="3548" b="2351"/>
          <a:stretch/>
        </p:blipFill>
        <p:spPr>
          <a:xfrm>
            <a:off x="4381211" y="744455"/>
            <a:ext cx="1782954" cy="3489541"/>
          </a:xfrm>
          <a:prstGeom prst="rect">
            <a:avLst/>
          </a:prstGeom>
        </p:spPr>
      </p:pic>
      <p:grpSp>
        <p:nvGrpSpPr>
          <p:cNvPr id="34" name="Google Shape;1039;p52">
            <a:extLst>
              <a:ext uri="{FF2B5EF4-FFF2-40B4-BE49-F238E27FC236}">
                <a16:creationId xmlns:a16="http://schemas.microsoft.com/office/drawing/2014/main" id="{69687C02-DA8A-4076-F15E-FB928123223E}"/>
              </a:ext>
            </a:extLst>
          </p:cNvPr>
          <p:cNvGrpSpPr/>
          <p:nvPr/>
        </p:nvGrpSpPr>
        <p:grpSpPr>
          <a:xfrm>
            <a:off x="6426499" y="545265"/>
            <a:ext cx="2002276" cy="4064274"/>
            <a:chOff x="2455921" y="539571"/>
            <a:chExt cx="2002276" cy="4064274"/>
          </a:xfrm>
        </p:grpSpPr>
        <p:sp>
          <p:nvSpPr>
            <p:cNvPr id="35" name="Google Shape;1040;p52">
              <a:extLst>
                <a:ext uri="{FF2B5EF4-FFF2-40B4-BE49-F238E27FC236}">
                  <a16:creationId xmlns:a16="http://schemas.microsoft.com/office/drawing/2014/main" id="{5A2F88DE-B264-5095-83B3-536BAEF812CB}"/>
                </a:ext>
              </a:extLst>
            </p:cNvPr>
            <p:cNvSpPr/>
            <p:nvPr/>
          </p:nvSpPr>
          <p:spPr>
            <a:xfrm>
              <a:off x="2548888" y="738761"/>
              <a:ext cx="1816388" cy="3465793"/>
            </a:xfrm>
            <a:custGeom>
              <a:avLst/>
              <a:gdLst/>
              <a:ahLst/>
              <a:cxnLst/>
              <a:rect l="l" t="t" r="r" b="b"/>
              <a:pathLst>
                <a:path w="84552" h="161331" extrusionOk="0">
                  <a:moveTo>
                    <a:pt x="1" y="1"/>
                  </a:moveTo>
                  <a:lnTo>
                    <a:pt x="1" y="161331"/>
                  </a:lnTo>
                  <a:lnTo>
                    <a:pt x="84551" y="161331"/>
                  </a:lnTo>
                  <a:lnTo>
                    <a:pt x="845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41;p52">
              <a:extLst>
                <a:ext uri="{FF2B5EF4-FFF2-40B4-BE49-F238E27FC236}">
                  <a16:creationId xmlns:a16="http://schemas.microsoft.com/office/drawing/2014/main" id="{ED48C4E0-8C92-1BEA-DC22-C21A6947B6A3}"/>
                </a:ext>
              </a:extLst>
            </p:cNvPr>
            <p:cNvSpPr/>
            <p:nvPr/>
          </p:nvSpPr>
          <p:spPr>
            <a:xfrm>
              <a:off x="2455921" y="539571"/>
              <a:ext cx="2002276" cy="4064274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42;p52">
              <a:extLst>
                <a:ext uri="{FF2B5EF4-FFF2-40B4-BE49-F238E27FC236}">
                  <a16:creationId xmlns:a16="http://schemas.microsoft.com/office/drawing/2014/main" id="{D8AD5E7F-304B-01F4-A88B-8290E2981978}"/>
                </a:ext>
              </a:extLst>
            </p:cNvPr>
            <p:cNvSpPr/>
            <p:nvPr/>
          </p:nvSpPr>
          <p:spPr>
            <a:xfrm>
              <a:off x="3207138" y="4331658"/>
              <a:ext cx="499876" cy="168831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4631765B-C9C5-364C-6895-2244C85278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50" t="2748" r="2559" b="2260"/>
          <a:stretch/>
        </p:blipFill>
        <p:spPr>
          <a:xfrm>
            <a:off x="6519466" y="744455"/>
            <a:ext cx="1816388" cy="3408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STRUCTURE OF BIGDATA</a:t>
            </a:r>
            <a:endParaRPr dirty="0"/>
          </a:p>
        </p:txBody>
      </p:sp>
      <p:sp>
        <p:nvSpPr>
          <p:cNvPr id="1163" name="Google Shape;1163;p55"/>
          <p:cNvSpPr txBox="1"/>
          <p:nvPr/>
        </p:nvSpPr>
        <p:spPr>
          <a:xfrm>
            <a:off x="720000" y="1520357"/>
            <a:ext cx="16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BIG DATA</a:t>
            </a:r>
            <a:endParaRPr sz="2400" dirty="0">
              <a:solidFill>
                <a:schemeClr val="dk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164" name="Google Shape;1164;p55"/>
          <p:cNvSpPr txBox="1"/>
          <p:nvPr/>
        </p:nvSpPr>
        <p:spPr>
          <a:xfrm>
            <a:off x="3760874" y="2580445"/>
            <a:ext cx="3815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Unstructured</a:t>
            </a:r>
            <a:endParaRPr sz="2400" dirty="0">
              <a:solidFill>
                <a:schemeClr val="dk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165" name="Google Shape;1165;p55"/>
          <p:cNvSpPr txBox="1"/>
          <p:nvPr/>
        </p:nvSpPr>
        <p:spPr>
          <a:xfrm>
            <a:off x="3760874" y="3627409"/>
            <a:ext cx="3815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Structure</a:t>
            </a:r>
            <a:endParaRPr sz="2400" dirty="0">
              <a:solidFill>
                <a:schemeClr val="dk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166" name="Google Shape;1166;p55"/>
          <p:cNvSpPr txBox="1"/>
          <p:nvPr/>
        </p:nvSpPr>
        <p:spPr>
          <a:xfrm>
            <a:off x="3760874" y="1534925"/>
            <a:ext cx="3815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Semi structure</a:t>
            </a:r>
            <a:endParaRPr sz="2400" dirty="0">
              <a:solidFill>
                <a:schemeClr val="dk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cxnSp>
        <p:nvCxnSpPr>
          <p:cNvPr id="1170" name="Google Shape;1170;p55"/>
          <p:cNvCxnSpPr>
            <a:stCxn id="1163" idx="3"/>
            <a:endCxn id="1166" idx="1"/>
          </p:cNvCxnSpPr>
          <p:nvPr/>
        </p:nvCxnSpPr>
        <p:spPr>
          <a:xfrm>
            <a:off x="2396100" y="1806707"/>
            <a:ext cx="1364700" cy="7800"/>
          </a:xfrm>
          <a:prstGeom prst="bentConnector3">
            <a:avLst>
              <a:gd name="adj1" fmla="val 49365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71" name="Google Shape;1171;p55"/>
          <p:cNvCxnSpPr>
            <a:stCxn id="1163" idx="3"/>
            <a:endCxn id="1164" idx="1"/>
          </p:cNvCxnSpPr>
          <p:nvPr/>
        </p:nvCxnSpPr>
        <p:spPr>
          <a:xfrm>
            <a:off x="2396100" y="1806707"/>
            <a:ext cx="1364700" cy="1053300"/>
          </a:xfrm>
          <a:prstGeom prst="bentConnector3">
            <a:avLst>
              <a:gd name="adj1" fmla="val 50003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72" name="Google Shape;1172;p55"/>
          <p:cNvCxnSpPr>
            <a:stCxn id="1163" idx="3"/>
            <a:endCxn id="1165" idx="1"/>
          </p:cNvCxnSpPr>
          <p:nvPr/>
        </p:nvCxnSpPr>
        <p:spPr>
          <a:xfrm>
            <a:off x="2396100" y="1806707"/>
            <a:ext cx="1364700" cy="2100300"/>
          </a:xfrm>
          <a:prstGeom prst="bentConnector3">
            <a:avLst>
              <a:gd name="adj1" fmla="val 50003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73" name="Google Shape;1173;p55"/>
          <p:cNvSpPr/>
          <p:nvPr/>
        </p:nvSpPr>
        <p:spPr>
          <a:xfrm rot="-256846">
            <a:off x="7983205" y="1415306"/>
            <a:ext cx="142799" cy="210551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959D-712E-E130-612D-16767490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TOOLS USED IN BIGDATA </a:t>
            </a:r>
            <a:endParaRPr lang="en-IN" dirty="0"/>
          </a:p>
        </p:txBody>
      </p:sp>
      <p:sp>
        <p:nvSpPr>
          <p:cNvPr id="5" name="Google Shape;616;p38">
            <a:extLst>
              <a:ext uri="{FF2B5EF4-FFF2-40B4-BE49-F238E27FC236}">
                <a16:creationId xmlns:a16="http://schemas.microsoft.com/office/drawing/2014/main" id="{DBE444ED-F6F7-44C0-4016-7A0CA9A287DA}"/>
              </a:ext>
            </a:extLst>
          </p:cNvPr>
          <p:cNvSpPr txBox="1">
            <a:spLocks/>
          </p:cNvSpPr>
          <p:nvPr/>
        </p:nvSpPr>
        <p:spPr>
          <a:xfrm>
            <a:off x="2967900" y="1668880"/>
            <a:ext cx="3608160" cy="25678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Barlow Semi Condensed" panose="00000506000000000000" pitchFamily="2" charset="0"/>
              </a:rPr>
              <a:t>Where processing is hosted?</a:t>
            </a:r>
          </a:p>
          <a:p>
            <a:r>
              <a:rPr lang="en-US" dirty="0">
                <a:latin typeface="Barlow Semi Condensed" panose="00000506000000000000" pitchFamily="2" charset="0"/>
              </a:rPr>
              <a:t>Distributed server/cloud(</a:t>
            </a:r>
            <a:r>
              <a:rPr lang="en-US" dirty="0" err="1">
                <a:latin typeface="Barlow Semi Condensed" panose="00000506000000000000" pitchFamily="2" charset="0"/>
              </a:rPr>
              <a:t>eg:Amazon</a:t>
            </a:r>
            <a:r>
              <a:rPr lang="en-US" dirty="0">
                <a:latin typeface="Barlow Semi Condensed" panose="00000506000000000000" pitchFamily="2" charset="0"/>
              </a:rPr>
              <a:t> EC2)</a:t>
            </a:r>
          </a:p>
          <a:p>
            <a:endParaRPr lang="en-US" dirty="0">
              <a:latin typeface="Barlow Semi Condensed" panose="00000506000000000000" pitchFamily="2" charset="0"/>
            </a:endParaRPr>
          </a:p>
          <a:p>
            <a:r>
              <a:rPr lang="en-US" b="1" dirty="0">
                <a:latin typeface="Barlow Semi Condensed" panose="00000506000000000000" pitchFamily="2" charset="0"/>
              </a:rPr>
              <a:t>Where data is stored?</a:t>
            </a:r>
          </a:p>
          <a:p>
            <a:r>
              <a:rPr lang="en-US" dirty="0">
                <a:latin typeface="Barlow Semi Condensed" panose="00000506000000000000" pitchFamily="2" charset="0"/>
              </a:rPr>
              <a:t>Distributed storage(</a:t>
            </a:r>
            <a:r>
              <a:rPr lang="en-US" dirty="0" err="1">
                <a:latin typeface="Barlow Semi Condensed" panose="00000506000000000000" pitchFamily="2" charset="0"/>
              </a:rPr>
              <a:t>eg:Amazon</a:t>
            </a:r>
            <a:r>
              <a:rPr lang="en-US" dirty="0">
                <a:latin typeface="Barlow Semi Condensed" panose="00000506000000000000" pitchFamily="2" charset="0"/>
              </a:rPr>
              <a:t> S3)</a:t>
            </a:r>
          </a:p>
          <a:p>
            <a:endParaRPr lang="en-US" dirty="0">
              <a:latin typeface="Barlow Semi Condensed" panose="00000506000000000000" pitchFamily="2" charset="0"/>
            </a:endParaRPr>
          </a:p>
          <a:p>
            <a:r>
              <a:rPr lang="en-US" b="1" dirty="0">
                <a:latin typeface="Barlow Semi Condensed" panose="00000506000000000000" pitchFamily="2" charset="0"/>
              </a:rPr>
              <a:t>What is the programming model?</a:t>
            </a:r>
          </a:p>
          <a:p>
            <a:r>
              <a:rPr lang="en-US" dirty="0">
                <a:latin typeface="Barlow Semi Condensed" panose="00000506000000000000" pitchFamily="2" charset="0"/>
              </a:rPr>
              <a:t>Distributed processing(</a:t>
            </a:r>
            <a:r>
              <a:rPr lang="en-US" dirty="0" err="1">
                <a:latin typeface="Barlow Semi Condensed" panose="00000506000000000000" pitchFamily="2" charset="0"/>
              </a:rPr>
              <a:t>eg:mapreduce</a:t>
            </a:r>
            <a:r>
              <a:rPr lang="en-US" dirty="0">
                <a:latin typeface="Barlow Semi Condensed" panose="00000506000000000000" pitchFamily="2" charset="0"/>
              </a:rPr>
              <a:t>)</a:t>
            </a:r>
          </a:p>
          <a:p>
            <a:endParaRPr lang="en-US" dirty="0">
              <a:latin typeface="Barlow Semi Condensed" panose="00000506000000000000" pitchFamily="2" charset="0"/>
            </a:endParaRPr>
          </a:p>
          <a:p>
            <a:r>
              <a:rPr lang="en-US" b="1" dirty="0">
                <a:latin typeface="Barlow Semi Condensed" panose="00000506000000000000" pitchFamily="2" charset="0"/>
              </a:rPr>
              <a:t>How data is stored &amp; indexed?</a:t>
            </a:r>
          </a:p>
          <a:p>
            <a:r>
              <a:rPr lang="en-US" dirty="0">
                <a:latin typeface="Barlow Semi Condensed" panose="00000506000000000000" pitchFamily="2" charset="0"/>
              </a:rPr>
              <a:t>High preformation schema (</a:t>
            </a:r>
            <a:r>
              <a:rPr lang="en-US" dirty="0" err="1">
                <a:latin typeface="Barlow Semi Condensed" panose="00000506000000000000" pitchFamily="2" charset="0"/>
              </a:rPr>
              <a:t>eg:MongoDB</a:t>
            </a:r>
            <a:r>
              <a:rPr lang="en-US" dirty="0">
                <a:latin typeface="Barlow Semi Condensed" panose="00000506000000000000" pitchFamily="2" charset="0"/>
              </a:rPr>
              <a:t>)</a:t>
            </a:r>
          </a:p>
          <a:p>
            <a:endParaRPr lang="en-US" dirty="0">
              <a:latin typeface="Barlow Semi Condensed" panose="00000506000000000000" pitchFamily="2" charset="0"/>
            </a:endParaRPr>
          </a:p>
          <a:p>
            <a:r>
              <a:rPr lang="en-US" b="1" dirty="0">
                <a:latin typeface="Barlow Semi Condensed" panose="00000506000000000000" pitchFamily="2" charset="0"/>
              </a:rPr>
              <a:t>What operation are performed on data?</a:t>
            </a:r>
          </a:p>
          <a:p>
            <a:r>
              <a:rPr lang="en-US" dirty="0">
                <a:latin typeface="Barlow Semi Condensed" panose="00000506000000000000" pitchFamily="2" charset="0"/>
              </a:rPr>
              <a:t>Analytic </a:t>
            </a:r>
          </a:p>
        </p:txBody>
      </p:sp>
    </p:spTree>
    <p:extLst>
      <p:ext uri="{BB962C8B-B14F-4D97-AF65-F5344CB8AC3E}">
        <p14:creationId xmlns:p14="http://schemas.microsoft.com/office/powerpoint/2010/main" val="115960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BIG DATA SOURCE </a:t>
            </a:r>
            <a:endParaRPr dirty="0"/>
          </a:p>
        </p:txBody>
      </p:sp>
      <p:sp>
        <p:nvSpPr>
          <p:cNvPr id="616" name="Google Shape;616;p38"/>
          <p:cNvSpPr txBox="1">
            <a:spLocks noGrp="1"/>
          </p:cNvSpPr>
          <p:nvPr>
            <p:ph type="subTitle" idx="2"/>
          </p:nvPr>
        </p:nvSpPr>
        <p:spPr>
          <a:xfrm>
            <a:off x="525499" y="1595698"/>
            <a:ext cx="3471828" cy="14884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Big data sources are repositories of large volumes of data. Using business intelligence applications like </a:t>
            </a:r>
            <a:r>
              <a:rPr lang="en-US" dirty="0" err="1"/>
              <a:t>Logi</a:t>
            </a:r>
            <a:r>
              <a:rPr lang="en-US" dirty="0"/>
              <a:t> Info, users can quickly connect to and derive value from these sources.</a:t>
            </a:r>
          </a:p>
        </p:txBody>
      </p:sp>
      <p:sp>
        <p:nvSpPr>
          <p:cNvPr id="5" name="Google Shape;1016;p51">
            <a:extLst>
              <a:ext uri="{FF2B5EF4-FFF2-40B4-BE49-F238E27FC236}">
                <a16:creationId xmlns:a16="http://schemas.microsoft.com/office/drawing/2014/main" id="{63CA3A18-8457-D969-187D-273F08825DCE}"/>
              </a:ext>
            </a:extLst>
          </p:cNvPr>
          <p:cNvSpPr/>
          <p:nvPr/>
        </p:nvSpPr>
        <p:spPr>
          <a:xfrm>
            <a:off x="6065098" y="4313580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7;p51">
            <a:extLst>
              <a:ext uri="{FF2B5EF4-FFF2-40B4-BE49-F238E27FC236}">
                <a16:creationId xmlns:a16="http://schemas.microsoft.com/office/drawing/2014/main" id="{94AA2A8B-F9B1-7DF0-101F-7348B9F96863}"/>
              </a:ext>
            </a:extLst>
          </p:cNvPr>
          <p:cNvSpPr/>
          <p:nvPr/>
        </p:nvSpPr>
        <p:spPr>
          <a:xfrm>
            <a:off x="4093939" y="1182456"/>
            <a:ext cx="490670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5" descr="C:\Users\Mithun...!\Desktop\RAMA KRISHNA\IMG IMP\big-data-ppt-17-638.jpg">
            <a:extLst>
              <a:ext uri="{FF2B5EF4-FFF2-40B4-BE49-F238E27FC236}">
                <a16:creationId xmlns:a16="http://schemas.microsoft.com/office/drawing/2014/main" id="{036DDF53-52F7-B8A5-E207-96324DFB3D30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t="12376" b="9304"/>
          <a:stretch>
            <a:fillRect/>
          </a:stretch>
        </p:blipFill>
        <p:spPr bwMode="auto">
          <a:xfrm>
            <a:off x="4190552" y="1366465"/>
            <a:ext cx="4713477" cy="2658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18;p51">
            <a:extLst>
              <a:ext uri="{FF2B5EF4-FFF2-40B4-BE49-F238E27FC236}">
                <a16:creationId xmlns:a16="http://schemas.microsoft.com/office/drawing/2014/main" id="{3CDDBE5B-982E-1F33-AFC0-195060086FDF}"/>
              </a:ext>
            </a:extLst>
          </p:cNvPr>
          <p:cNvSpPr/>
          <p:nvPr/>
        </p:nvSpPr>
        <p:spPr>
          <a:xfrm>
            <a:off x="5960774" y="4803470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REAL-TIME ANALYTICS</a:t>
            </a:r>
            <a:endParaRPr dirty="0"/>
          </a:p>
        </p:txBody>
      </p:sp>
      <p:grpSp>
        <p:nvGrpSpPr>
          <p:cNvPr id="644" name="Google Shape;644;p39"/>
          <p:cNvGrpSpPr/>
          <p:nvPr/>
        </p:nvGrpSpPr>
        <p:grpSpPr>
          <a:xfrm>
            <a:off x="6066316" y="56471"/>
            <a:ext cx="4466950" cy="5088917"/>
            <a:chOff x="5739213" y="54584"/>
            <a:chExt cx="4466950" cy="5088917"/>
          </a:xfrm>
        </p:grpSpPr>
        <p:grpSp>
          <p:nvGrpSpPr>
            <p:cNvPr id="645" name="Google Shape;645;p39"/>
            <p:cNvGrpSpPr/>
            <p:nvPr/>
          </p:nvGrpSpPr>
          <p:grpSpPr>
            <a:xfrm>
              <a:off x="5739213" y="3533598"/>
              <a:ext cx="2376506" cy="1609903"/>
              <a:chOff x="324762" y="3106225"/>
              <a:chExt cx="3168253" cy="2146251"/>
            </a:xfrm>
          </p:grpSpPr>
          <p:sp>
            <p:nvSpPr>
              <p:cNvPr id="646" name="Google Shape;646;p39"/>
              <p:cNvSpPr/>
              <p:nvPr/>
            </p:nvSpPr>
            <p:spPr>
              <a:xfrm>
                <a:off x="324762" y="3106225"/>
                <a:ext cx="3168253" cy="2146251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2203" extrusionOk="0">
                    <a:moveTo>
                      <a:pt x="290" y="2202"/>
                    </a:moveTo>
                    <a:cubicBezTo>
                      <a:pt x="177" y="2003"/>
                      <a:pt x="113" y="1776"/>
                      <a:pt x="113" y="1536"/>
                    </a:cubicBezTo>
                    <a:cubicBezTo>
                      <a:pt x="113" y="751"/>
                      <a:pt x="792" y="113"/>
                      <a:pt x="1626" y="113"/>
                    </a:cubicBezTo>
                    <a:cubicBezTo>
                      <a:pt x="2460" y="113"/>
                      <a:pt x="3138" y="751"/>
                      <a:pt x="3138" y="1536"/>
                    </a:cubicBezTo>
                    <a:cubicBezTo>
                      <a:pt x="3138" y="1776"/>
                      <a:pt x="3074" y="2003"/>
                      <a:pt x="2962" y="2202"/>
                    </a:cubicBezTo>
                    <a:lnTo>
                      <a:pt x="3090" y="2202"/>
                    </a:lnTo>
                    <a:cubicBezTo>
                      <a:pt x="3193" y="2001"/>
                      <a:pt x="3251" y="1774"/>
                      <a:pt x="3251" y="1536"/>
                    </a:cubicBezTo>
                    <a:cubicBezTo>
                      <a:pt x="3251" y="689"/>
                      <a:pt x="2522" y="0"/>
                      <a:pt x="1625" y="0"/>
                    </a:cubicBezTo>
                    <a:cubicBezTo>
                      <a:pt x="729" y="0"/>
                      <a:pt x="0" y="689"/>
                      <a:pt x="0" y="1536"/>
                    </a:cubicBezTo>
                    <a:cubicBezTo>
                      <a:pt x="0" y="1774"/>
                      <a:pt x="58" y="2000"/>
                      <a:pt x="161" y="2202"/>
                    </a:cubicBezTo>
                    <a:lnTo>
                      <a:pt x="290" y="22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9"/>
              <p:cNvSpPr/>
              <p:nvPr/>
            </p:nvSpPr>
            <p:spPr>
              <a:xfrm>
                <a:off x="434852" y="3210469"/>
                <a:ext cx="2949047" cy="2042007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96" extrusionOk="0">
                    <a:moveTo>
                      <a:pt x="306" y="2095"/>
                    </a:moveTo>
                    <a:cubicBezTo>
                      <a:pt x="183" y="1900"/>
                      <a:pt x="113" y="1672"/>
                      <a:pt x="113" y="1429"/>
                    </a:cubicBezTo>
                    <a:cubicBezTo>
                      <a:pt x="113" y="703"/>
                      <a:pt x="741" y="113"/>
                      <a:pt x="1513" y="113"/>
                    </a:cubicBezTo>
                    <a:cubicBezTo>
                      <a:pt x="2285" y="113"/>
                      <a:pt x="2913" y="703"/>
                      <a:pt x="2913" y="1429"/>
                    </a:cubicBezTo>
                    <a:cubicBezTo>
                      <a:pt x="2913" y="1672"/>
                      <a:pt x="2842" y="1900"/>
                      <a:pt x="2719" y="2095"/>
                    </a:cubicBezTo>
                    <a:lnTo>
                      <a:pt x="2851" y="2095"/>
                    </a:lnTo>
                    <a:cubicBezTo>
                      <a:pt x="2962" y="1896"/>
                      <a:pt x="3026" y="1669"/>
                      <a:pt x="3026" y="1429"/>
                    </a:cubicBezTo>
                    <a:cubicBezTo>
                      <a:pt x="3026" y="641"/>
                      <a:pt x="2347" y="0"/>
                      <a:pt x="1513" y="0"/>
                    </a:cubicBezTo>
                    <a:cubicBezTo>
                      <a:pt x="679" y="0"/>
                      <a:pt x="0" y="641"/>
                      <a:pt x="0" y="1429"/>
                    </a:cubicBezTo>
                    <a:cubicBezTo>
                      <a:pt x="0" y="1669"/>
                      <a:pt x="64" y="1896"/>
                      <a:pt x="175" y="2095"/>
                    </a:cubicBezTo>
                    <a:lnTo>
                      <a:pt x="306" y="2095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9"/>
              <p:cNvSpPr/>
              <p:nvPr/>
            </p:nvSpPr>
            <p:spPr>
              <a:xfrm>
                <a:off x="546891" y="3315687"/>
                <a:ext cx="2723996" cy="193678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1988" extrusionOk="0">
                    <a:moveTo>
                      <a:pt x="326" y="1987"/>
                    </a:moveTo>
                    <a:cubicBezTo>
                      <a:pt x="191" y="1796"/>
                      <a:pt x="113" y="1567"/>
                      <a:pt x="113" y="1321"/>
                    </a:cubicBezTo>
                    <a:cubicBezTo>
                      <a:pt x="113" y="655"/>
                      <a:pt x="689" y="113"/>
                      <a:pt x="1398" y="113"/>
                    </a:cubicBezTo>
                    <a:cubicBezTo>
                      <a:pt x="2106" y="113"/>
                      <a:pt x="2683" y="655"/>
                      <a:pt x="2683" y="1321"/>
                    </a:cubicBezTo>
                    <a:cubicBezTo>
                      <a:pt x="2683" y="1567"/>
                      <a:pt x="2604" y="1796"/>
                      <a:pt x="2469" y="1987"/>
                    </a:cubicBezTo>
                    <a:lnTo>
                      <a:pt x="2604" y="1987"/>
                    </a:lnTo>
                    <a:cubicBezTo>
                      <a:pt x="2726" y="1791"/>
                      <a:pt x="2795" y="1564"/>
                      <a:pt x="2795" y="1321"/>
                    </a:cubicBezTo>
                    <a:cubicBezTo>
                      <a:pt x="2795" y="592"/>
                      <a:pt x="2168" y="0"/>
                      <a:pt x="1398" y="0"/>
                    </a:cubicBezTo>
                    <a:cubicBezTo>
                      <a:pt x="627" y="0"/>
                      <a:pt x="0" y="592"/>
                      <a:pt x="0" y="1321"/>
                    </a:cubicBezTo>
                    <a:cubicBezTo>
                      <a:pt x="0" y="1564"/>
                      <a:pt x="69" y="1791"/>
                      <a:pt x="191" y="1987"/>
                    </a:cubicBezTo>
                    <a:lnTo>
                      <a:pt x="326" y="198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9"/>
              <p:cNvSpPr/>
              <p:nvPr/>
            </p:nvSpPr>
            <p:spPr>
              <a:xfrm>
                <a:off x="655032" y="3417982"/>
                <a:ext cx="2507713" cy="1834494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83" extrusionOk="0">
                    <a:moveTo>
                      <a:pt x="352" y="1882"/>
                    </a:moveTo>
                    <a:cubicBezTo>
                      <a:pt x="202" y="1697"/>
                      <a:pt x="113" y="1466"/>
                      <a:pt x="113" y="1216"/>
                    </a:cubicBezTo>
                    <a:cubicBezTo>
                      <a:pt x="113" y="607"/>
                      <a:pt x="639" y="112"/>
                      <a:pt x="1287" y="112"/>
                    </a:cubicBezTo>
                    <a:cubicBezTo>
                      <a:pt x="1934" y="112"/>
                      <a:pt x="2461" y="607"/>
                      <a:pt x="2461" y="1216"/>
                    </a:cubicBezTo>
                    <a:cubicBezTo>
                      <a:pt x="2461" y="1466"/>
                      <a:pt x="2371" y="1697"/>
                      <a:pt x="2221" y="1882"/>
                    </a:cubicBezTo>
                    <a:lnTo>
                      <a:pt x="2362" y="1882"/>
                    </a:lnTo>
                    <a:cubicBezTo>
                      <a:pt x="2496" y="1691"/>
                      <a:pt x="2573" y="1462"/>
                      <a:pt x="2573" y="1216"/>
                    </a:cubicBezTo>
                    <a:cubicBezTo>
                      <a:pt x="2573" y="545"/>
                      <a:pt x="1996" y="0"/>
                      <a:pt x="1286" y="0"/>
                    </a:cubicBezTo>
                    <a:cubicBezTo>
                      <a:pt x="577" y="0"/>
                      <a:pt x="0" y="545"/>
                      <a:pt x="0" y="1216"/>
                    </a:cubicBezTo>
                    <a:cubicBezTo>
                      <a:pt x="0" y="1461"/>
                      <a:pt x="77" y="1691"/>
                      <a:pt x="210" y="1882"/>
                    </a:cubicBezTo>
                    <a:lnTo>
                      <a:pt x="352" y="1882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0" name="Google Shape;650;p39"/>
            <p:cNvSpPr/>
            <p:nvPr/>
          </p:nvSpPr>
          <p:spPr>
            <a:xfrm rot="10800000">
              <a:off x="7932875" y="1058174"/>
              <a:ext cx="193650" cy="28557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1" name="Google Shape;651;p39"/>
            <p:cNvGrpSpPr/>
            <p:nvPr/>
          </p:nvGrpSpPr>
          <p:grpSpPr>
            <a:xfrm rot="606064">
              <a:off x="5840177" y="1873560"/>
              <a:ext cx="1158709" cy="1253653"/>
              <a:chOff x="8384162" y="1304543"/>
              <a:chExt cx="1069017" cy="1156612"/>
            </a:xfrm>
          </p:grpSpPr>
          <p:sp>
            <p:nvSpPr>
              <p:cNvPr id="652" name="Google Shape;652;p39"/>
              <p:cNvSpPr/>
              <p:nvPr/>
            </p:nvSpPr>
            <p:spPr>
              <a:xfrm rot="-1190507">
                <a:off x="8520416" y="1411754"/>
                <a:ext cx="796510" cy="942190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1714" extrusionOk="0">
                    <a:moveTo>
                      <a:pt x="1448" y="1617"/>
                    </a:moveTo>
                    <a:cubicBezTo>
                      <a:pt x="1236" y="1590"/>
                      <a:pt x="1022" y="1604"/>
                      <a:pt x="811" y="1627"/>
                    </a:cubicBezTo>
                    <a:cubicBezTo>
                      <a:pt x="701" y="1639"/>
                      <a:pt x="592" y="1660"/>
                      <a:pt x="482" y="1676"/>
                    </a:cubicBezTo>
                    <a:cubicBezTo>
                      <a:pt x="391" y="1688"/>
                      <a:pt x="322" y="1713"/>
                      <a:pt x="271" y="1621"/>
                    </a:cubicBezTo>
                    <a:cubicBezTo>
                      <a:pt x="168" y="1438"/>
                      <a:pt x="88" y="1235"/>
                      <a:pt x="52" y="1028"/>
                    </a:cubicBezTo>
                    <a:cubicBezTo>
                      <a:pt x="0" y="734"/>
                      <a:pt x="35" y="431"/>
                      <a:pt x="212" y="167"/>
                    </a:cubicBezTo>
                    <a:cubicBezTo>
                      <a:pt x="230" y="140"/>
                      <a:pt x="250" y="121"/>
                      <a:pt x="271" y="108"/>
                    </a:cubicBezTo>
                    <a:cubicBezTo>
                      <a:pt x="328" y="73"/>
                      <a:pt x="397" y="77"/>
                      <a:pt x="477" y="67"/>
                    </a:cubicBezTo>
                    <a:cubicBezTo>
                      <a:pt x="640" y="47"/>
                      <a:pt x="817" y="4"/>
                      <a:pt x="982" y="4"/>
                    </a:cubicBezTo>
                    <a:cubicBezTo>
                      <a:pt x="999" y="2"/>
                      <a:pt x="1018" y="0"/>
                      <a:pt x="1032" y="10"/>
                    </a:cubicBezTo>
                    <a:cubicBezTo>
                      <a:pt x="1047" y="20"/>
                      <a:pt x="1052" y="40"/>
                      <a:pt x="1055" y="57"/>
                    </a:cubicBezTo>
                    <a:cubicBezTo>
                      <a:pt x="1101" y="288"/>
                      <a:pt x="1148" y="518"/>
                      <a:pt x="1194" y="748"/>
                    </a:cubicBezTo>
                    <a:cubicBezTo>
                      <a:pt x="1237" y="959"/>
                      <a:pt x="1313" y="1157"/>
                      <a:pt x="1374" y="1364"/>
                    </a:cubicBezTo>
                    <a:cubicBezTo>
                      <a:pt x="1378" y="1377"/>
                      <a:pt x="1381" y="1389"/>
                      <a:pt x="1385" y="1402"/>
                    </a:cubicBezTo>
                    <a:cubicBezTo>
                      <a:pt x="1406" y="1474"/>
                      <a:pt x="1427" y="1546"/>
                      <a:pt x="1448" y="161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9"/>
              <p:cNvSpPr/>
              <p:nvPr/>
            </p:nvSpPr>
            <p:spPr>
              <a:xfrm rot="-1190507">
                <a:off x="8564441" y="1510893"/>
                <a:ext cx="649191" cy="74484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355" extrusionOk="0">
                    <a:moveTo>
                      <a:pt x="895" y="10"/>
                    </a:moveTo>
                    <a:cubicBezTo>
                      <a:pt x="895" y="18"/>
                      <a:pt x="882" y="20"/>
                      <a:pt x="876" y="20"/>
                    </a:cubicBezTo>
                    <a:cubicBezTo>
                      <a:pt x="821" y="20"/>
                      <a:pt x="767" y="26"/>
                      <a:pt x="713" y="33"/>
                    </a:cubicBezTo>
                    <a:cubicBezTo>
                      <a:pt x="522" y="61"/>
                      <a:pt x="335" y="118"/>
                      <a:pt x="141" y="121"/>
                    </a:cubicBezTo>
                    <a:cubicBezTo>
                      <a:pt x="136" y="121"/>
                      <a:pt x="121" y="119"/>
                      <a:pt x="122" y="111"/>
                    </a:cubicBezTo>
                    <a:cubicBezTo>
                      <a:pt x="122" y="103"/>
                      <a:pt x="135" y="101"/>
                      <a:pt x="141" y="101"/>
                    </a:cubicBezTo>
                    <a:cubicBezTo>
                      <a:pt x="195" y="101"/>
                      <a:pt x="250" y="95"/>
                      <a:pt x="304" y="87"/>
                    </a:cubicBezTo>
                    <a:cubicBezTo>
                      <a:pt x="495" y="60"/>
                      <a:pt x="681" y="2"/>
                      <a:pt x="876" y="0"/>
                    </a:cubicBezTo>
                    <a:cubicBezTo>
                      <a:pt x="881" y="0"/>
                      <a:pt x="895" y="2"/>
                      <a:pt x="895" y="10"/>
                    </a:cubicBezTo>
                    <a:moveTo>
                      <a:pt x="904" y="109"/>
                    </a:moveTo>
                    <a:cubicBezTo>
                      <a:pt x="898" y="103"/>
                      <a:pt x="885" y="104"/>
                      <a:pt x="878" y="106"/>
                    </a:cubicBezTo>
                    <a:cubicBezTo>
                      <a:pt x="781" y="133"/>
                      <a:pt x="682" y="149"/>
                      <a:pt x="583" y="161"/>
                    </a:cubicBezTo>
                    <a:cubicBezTo>
                      <a:pt x="480" y="174"/>
                      <a:pt x="378" y="186"/>
                      <a:pt x="276" y="198"/>
                    </a:cubicBezTo>
                    <a:cubicBezTo>
                      <a:pt x="217" y="204"/>
                      <a:pt x="158" y="211"/>
                      <a:pt x="99" y="218"/>
                    </a:cubicBezTo>
                    <a:cubicBezTo>
                      <a:pt x="93" y="219"/>
                      <a:pt x="82" y="223"/>
                      <a:pt x="86" y="230"/>
                    </a:cubicBezTo>
                    <a:cubicBezTo>
                      <a:pt x="89" y="238"/>
                      <a:pt x="103" y="238"/>
                      <a:pt x="109" y="237"/>
                    </a:cubicBezTo>
                    <a:lnTo>
                      <a:pt x="424" y="200"/>
                    </a:lnTo>
                    <a:cubicBezTo>
                      <a:pt x="525" y="189"/>
                      <a:pt x="628" y="178"/>
                      <a:pt x="729" y="160"/>
                    </a:cubicBezTo>
                    <a:cubicBezTo>
                      <a:pt x="786" y="150"/>
                      <a:pt x="842" y="138"/>
                      <a:pt x="897" y="122"/>
                    </a:cubicBezTo>
                    <a:cubicBezTo>
                      <a:pt x="903" y="121"/>
                      <a:pt x="910" y="115"/>
                      <a:pt x="904" y="109"/>
                    </a:cubicBezTo>
                    <a:moveTo>
                      <a:pt x="944" y="246"/>
                    </a:moveTo>
                    <a:cubicBezTo>
                      <a:pt x="941" y="239"/>
                      <a:pt x="927" y="238"/>
                      <a:pt x="920" y="239"/>
                    </a:cubicBezTo>
                    <a:cubicBezTo>
                      <a:pt x="806" y="253"/>
                      <a:pt x="692" y="267"/>
                      <a:pt x="577" y="281"/>
                    </a:cubicBezTo>
                    <a:cubicBezTo>
                      <a:pt x="466" y="294"/>
                      <a:pt x="355" y="308"/>
                      <a:pt x="245" y="329"/>
                    </a:cubicBezTo>
                    <a:cubicBezTo>
                      <a:pt x="183" y="340"/>
                      <a:pt x="121" y="354"/>
                      <a:pt x="59" y="371"/>
                    </a:cubicBezTo>
                    <a:cubicBezTo>
                      <a:pt x="53" y="372"/>
                      <a:pt x="46" y="378"/>
                      <a:pt x="52" y="384"/>
                    </a:cubicBezTo>
                    <a:cubicBezTo>
                      <a:pt x="58" y="390"/>
                      <a:pt x="71" y="390"/>
                      <a:pt x="78" y="388"/>
                    </a:cubicBezTo>
                    <a:cubicBezTo>
                      <a:pt x="294" y="330"/>
                      <a:pt x="518" y="308"/>
                      <a:pt x="739" y="281"/>
                    </a:cubicBezTo>
                    <a:lnTo>
                      <a:pt x="930" y="258"/>
                    </a:lnTo>
                    <a:cubicBezTo>
                      <a:pt x="937" y="258"/>
                      <a:pt x="947" y="254"/>
                      <a:pt x="944" y="246"/>
                    </a:cubicBezTo>
                    <a:moveTo>
                      <a:pt x="951" y="380"/>
                    </a:moveTo>
                    <a:cubicBezTo>
                      <a:pt x="945" y="373"/>
                      <a:pt x="932" y="374"/>
                      <a:pt x="925" y="376"/>
                    </a:cubicBezTo>
                    <a:cubicBezTo>
                      <a:pt x="701" y="437"/>
                      <a:pt x="469" y="462"/>
                      <a:pt x="240" y="490"/>
                    </a:cubicBezTo>
                    <a:cubicBezTo>
                      <a:pt x="173" y="498"/>
                      <a:pt x="107" y="506"/>
                      <a:pt x="41" y="514"/>
                    </a:cubicBezTo>
                    <a:cubicBezTo>
                      <a:pt x="36" y="515"/>
                      <a:pt x="25" y="519"/>
                      <a:pt x="28" y="526"/>
                    </a:cubicBezTo>
                    <a:cubicBezTo>
                      <a:pt x="31" y="534"/>
                      <a:pt x="45" y="534"/>
                      <a:pt x="52" y="533"/>
                    </a:cubicBezTo>
                    <a:cubicBezTo>
                      <a:pt x="170" y="519"/>
                      <a:pt x="289" y="504"/>
                      <a:pt x="407" y="490"/>
                    </a:cubicBezTo>
                    <a:cubicBezTo>
                      <a:pt x="522" y="475"/>
                      <a:pt x="637" y="459"/>
                      <a:pt x="751" y="438"/>
                    </a:cubicBezTo>
                    <a:cubicBezTo>
                      <a:pt x="816" y="425"/>
                      <a:pt x="880" y="410"/>
                      <a:pt x="944" y="393"/>
                    </a:cubicBezTo>
                    <a:cubicBezTo>
                      <a:pt x="951" y="391"/>
                      <a:pt x="957" y="386"/>
                      <a:pt x="951" y="380"/>
                    </a:cubicBezTo>
                    <a:moveTo>
                      <a:pt x="999" y="550"/>
                    </a:moveTo>
                    <a:cubicBezTo>
                      <a:pt x="996" y="543"/>
                      <a:pt x="981" y="542"/>
                      <a:pt x="975" y="543"/>
                    </a:cubicBezTo>
                    <a:cubicBezTo>
                      <a:pt x="724" y="587"/>
                      <a:pt x="472" y="624"/>
                      <a:pt x="219" y="655"/>
                    </a:cubicBezTo>
                    <a:cubicBezTo>
                      <a:pt x="150" y="664"/>
                      <a:pt x="80" y="669"/>
                      <a:pt x="12" y="686"/>
                    </a:cubicBezTo>
                    <a:cubicBezTo>
                      <a:pt x="6" y="688"/>
                      <a:pt x="0" y="694"/>
                      <a:pt x="5" y="700"/>
                    </a:cubicBezTo>
                    <a:cubicBezTo>
                      <a:pt x="11" y="706"/>
                      <a:pt x="24" y="705"/>
                      <a:pt x="32" y="703"/>
                    </a:cubicBezTo>
                    <a:cubicBezTo>
                      <a:pt x="91" y="688"/>
                      <a:pt x="153" y="684"/>
                      <a:pt x="214" y="676"/>
                    </a:cubicBezTo>
                    <a:cubicBezTo>
                      <a:pt x="276" y="669"/>
                      <a:pt x="338" y="661"/>
                      <a:pt x="400" y="652"/>
                    </a:cubicBezTo>
                    <a:cubicBezTo>
                      <a:pt x="525" y="636"/>
                      <a:pt x="650" y="617"/>
                      <a:pt x="774" y="597"/>
                    </a:cubicBezTo>
                    <a:cubicBezTo>
                      <a:pt x="845" y="586"/>
                      <a:pt x="915" y="574"/>
                      <a:pt x="985" y="562"/>
                    </a:cubicBezTo>
                    <a:cubicBezTo>
                      <a:pt x="991" y="561"/>
                      <a:pt x="1002" y="558"/>
                      <a:pt x="999" y="550"/>
                    </a:cubicBezTo>
                    <a:moveTo>
                      <a:pt x="1004" y="712"/>
                    </a:moveTo>
                    <a:cubicBezTo>
                      <a:pt x="1001" y="705"/>
                      <a:pt x="986" y="704"/>
                      <a:pt x="980" y="705"/>
                    </a:cubicBezTo>
                    <a:cubicBezTo>
                      <a:pt x="737" y="733"/>
                      <a:pt x="494" y="767"/>
                      <a:pt x="253" y="809"/>
                    </a:cubicBezTo>
                    <a:cubicBezTo>
                      <a:pt x="185" y="820"/>
                      <a:pt x="118" y="832"/>
                      <a:pt x="50" y="845"/>
                    </a:cubicBezTo>
                    <a:cubicBezTo>
                      <a:pt x="45" y="846"/>
                      <a:pt x="33" y="849"/>
                      <a:pt x="37" y="857"/>
                    </a:cubicBezTo>
                    <a:cubicBezTo>
                      <a:pt x="40" y="864"/>
                      <a:pt x="54" y="865"/>
                      <a:pt x="61" y="864"/>
                    </a:cubicBezTo>
                    <a:cubicBezTo>
                      <a:pt x="301" y="819"/>
                      <a:pt x="543" y="780"/>
                      <a:pt x="786" y="749"/>
                    </a:cubicBezTo>
                    <a:cubicBezTo>
                      <a:pt x="854" y="740"/>
                      <a:pt x="922" y="732"/>
                      <a:pt x="990" y="724"/>
                    </a:cubicBezTo>
                    <a:cubicBezTo>
                      <a:pt x="996" y="723"/>
                      <a:pt x="1007" y="720"/>
                      <a:pt x="1004" y="712"/>
                    </a:cubicBezTo>
                    <a:moveTo>
                      <a:pt x="1038" y="827"/>
                    </a:moveTo>
                    <a:cubicBezTo>
                      <a:pt x="1035" y="819"/>
                      <a:pt x="1020" y="819"/>
                      <a:pt x="1014" y="820"/>
                    </a:cubicBezTo>
                    <a:cubicBezTo>
                      <a:pt x="782" y="853"/>
                      <a:pt x="550" y="890"/>
                      <a:pt x="319" y="930"/>
                    </a:cubicBezTo>
                    <a:cubicBezTo>
                      <a:pt x="254" y="942"/>
                      <a:pt x="188" y="954"/>
                      <a:pt x="123" y="966"/>
                    </a:cubicBezTo>
                    <a:cubicBezTo>
                      <a:pt x="118" y="967"/>
                      <a:pt x="106" y="970"/>
                      <a:pt x="110" y="978"/>
                    </a:cubicBezTo>
                    <a:cubicBezTo>
                      <a:pt x="113" y="985"/>
                      <a:pt x="127" y="986"/>
                      <a:pt x="134" y="985"/>
                    </a:cubicBezTo>
                    <a:cubicBezTo>
                      <a:pt x="364" y="942"/>
                      <a:pt x="595" y="903"/>
                      <a:pt x="827" y="868"/>
                    </a:cubicBezTo>
                    <a:cubicBezTo>
                      <a:pt x="893" y="858"/>
                      <a:pt x="958" y="848"/>
                      <a:pt x="1024" y="839"/>
                    </a:cubicBezTo>
                    <a:cubicBezTo>
                      <a:pt x="1030" y="838"/>
                      <a:pt x="1041" y="835"/>
                      <a:pt x="1038" y="827"/>
                    </a:cubicBezTo>
                    <a:moveTo>
                      <a:pt x="1093" y="965"/>
                    </a:moveTo>
                    <a:cubicBezTo>
                      <a:pt x="1090" y="958"/>
                      <a:pt x="1076" y="958"/>
                      <a:pt x="1069" y="959"/>
                    </a:cubicBezTo>
                    <a:cubicBezTo>
                      <a:pt x="832" y="991"/>
                      <a:pt x="594" y="1026"/>
                      <a:pt x="358" y="1065"/>
                    </a:cubicBezTo>
                    <a:cubicBezTo>
                      <a:pt x="291" y="1075"/>
                      <a:pt x="224" y="1087"/>
                      <a:pt x="158" y="1098"/>
                    </a:cubicBezTo>
                    <a:cubicBezTo>
                      <a:pt x="152" y="1099"/>
                      <a:pt x="141" y="1102"/>
                      <a:pt x="144" y="1110"/>
                    </a:cubicBezTo>
                    <a:cubicBezTo>
                      <a:pt x="147" y="1117"/>
                      <a:pt x="162" y="1118"/>
                      <a:pt x="168" y="1117"/>
                    </a:cubicBezTo>
                    <a:cubicBezTo>
                      <a:pt x="404" y="1076"/>
                      <a:pt x="641" y="1039"/>
                      <a:pt x="879" y="1005"/>
                    </a:cubicBezTo>
                    <a:cubicBezTo>
                      <a:pt x="946" y="996"/>
                      <a:pt x="1013" y="987"/>
                      <a:pt x="1080" y="977"/>
                    </a:cubicBezTo>
                    <a:cubicBezTo>
                      <a:pt x="1086" y="976"/>
                      <a:pt x="1096" y="973"/>
                      <a:pt x="1093" y="965"/>
                    </a:cubicBezTo>
                    <a:moveTo>
                      <a:pt x="1149" y="1089"/>
                    </a:moveTo>
                    <a:cubicBezTo>
                      <a:pt x="1145" y="1081"/>
                      <a:pt x="1131" y="1081"/>
                      <a:pt x="1125" y="1082"/>
                    </a:cubicBezTo>
                    <a:cubicBezTo>
                      <a:pt x="902" y="1101"/>
                      <a:pt x="681" y="1130"/>
                      <a:pt x="461" y="1170"/>
                    </a:cubicBezTo>
                    <a:cubicBezTo>
                      <a:pt x="399" y="1182"/>
                      <a:pt x="337" y="1194"/>
                      <a:pt x="276" y="1207"/>
                    </a:cubicBezTo>
                    <a:cubicBezTo>
                      <a:pt x="270" y="1208"/>
                      <a:pt x="259" y="1211"/>
                      <a:pt x="262" y="1219"/>
                    </a:cubicBezTo>
                    <a:cubicBezTo>
                      <a:pt x="265" y="1226"/>
                      <a:pt x="280" y="1227"/>
                      <a:pt x="286" y="1226"/>
                    </a:cubicBezTo>
                    <a:cubicBezTo>
                      <a:pt x="504" y="1180"/>
                      <a:pt x="725" y="1144"/>
                      <a:pt x="947" y="1120"/>
                    </a:cubicBezTo>
                    <a:cubicBezTo>
                      <a:pt x="1010" y="1113"/>
                      <a:pt x="1072" y="1106"/>
                      <a:pt x="1135" y="1101"/>
                    </a:cubicBezTo>
                    <a:cubicBezTo>
                      <a:pt x="1141" y="1100"/>
                      <a:pt x="1152" y="1096"/>
                      <a:pt x="1149" y="1089"/>
                    </a:cubicBezTo>
                    <a:moveTo>
                      <a:pt x="1177" y="1227"/>
                    </a:moveTo>
                    <a:cubicBezTo>
                      <a:pt x="1174" y="1220"/>
                      <a:pt x="1159" y="1219"/>
                      <a:pt x="1153" y="1220"/>
                    </a:cubicBezTo>
                    <a:cubicBezTo>
                      <a:pt x="931" y="1263"/>
                      <a:pt x="708" y="1296"/>
                      <a:pt x="483" y="1318"/>
                    </a:cubicBezTo>
                    <a:cubicBezTo>
                      <a:pt x="420" y="1324"/>
                      <a:pt x="357" y="1329"/>
                      <a:pt x="294" y="1334"/>
                    </a:cubicBezTo>
                    <a:cubicBezTo>
                      <a:pt x="288" y="1334"/>
                      <a:pt x="277" y="1338"/>
                      <a:pt x="280" y="1346"/>
                    </a:cubicBezTo>
                    <a:cubicBezTo>
                      <a:pt x="284" y="1354"/>
                      <a:pt x="298" y="1353"/>
                      <a:pt x="304" y="1353"/>
                    </a:cubicBezTo>
                    <a:cubicBezTo>
                      <a:pt x="530" y="1337"/>
                      <a:pt x="754" y="1310"/>
                      <a:pt x="977" y="1272"/>
                    </a:cubicBezTo>
                    <a:cubicBezTo>
                      <a:pt x="1039" y="1262"/>
                      <a:pt x="1101" y="1251"/>
                      <a:pt x="1163" y="1239"/>
                    </a:cubicBezTo>
                    <a:cubicBezTo>
                      <a:pt x="1169" y="1238"/>
                      <a:pt x="1180" y="1235"/>
                      <a:pt x="1177" y="12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9"/>
              <p:cNvSpPr/>
              <p:nvPr/>
            </p:nvSpPr>
            <p:spPr>
              <a:xfrm rot="-1190507">
                <a:off x="8483113" y="1571867"/>
                <a:ext cx="257258" cy="50627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21" extrusionOk="0">
                    <a:moveTo>
                      <a:pt x="467" y="271"/>
                    </a:moveTo>
                    <a:cubicBezTo>
                      <a:pt x="354" y="383"/>
                      <a:pt x="257" y="510"/>
                      <a:pt x="177" y="647"/>
                    </a:cubicBezTo>
                    <a:cubicBezTo>
                      <a:pt x="136" y="717"/>
                      <a:pt x="100" y="789"/>
                      <a:pt x="69" y="863"/>
                    </a:cubicBezTo>
                    <a:cubicBezTo>
                      <a:pt x="64" y="877"/>
                      <a:pt x="58" y="898"/>
                      <a:pt x="51" y="920"/>
                    </a:cubicBezTo>
                    <a:cubicBezTo>
                      <a:pt x="0" y="625"/>
                      <a:pt x="35" y="323"/>
                      <a:pt x="211" y="59"/>
                    </a:cubicBezTo>
                    <a:cubicBezTo>
                      <a:pt x="229" y="32"/>
                      <a:pt x="249" y="13"/>
                      <a:pt x="270" y="0"/>
                    </a:cubicBezTo>
                    <a:cubicBezTo>
                      <a:pt x="330" y="96"/>
                      <a:pt x="379" y="201"/>
                      <a:pt x="467" y="2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39"/>
            <p:cNvGrpSpPr/>
            <p:nvPr/>
          </p:nvGrpSpPr>
          <p:grpSpPr>
            <a:xfrm>
              <a:off x="6823851" y="1461282"/>
              <a:ext cx="1059384" cy="1057536"/>
              <a:chOff x="7061726" y="2194557"/>
              <a:chExt cx="1059384" cy="1057536"/>
            </a:xfrm>
          </p:grpSpPr>
          <p:sp>
            <p:nvSpPr>
              <p:cNvPr id="656" name="Google Shape;656;p39"/>
              <p:cNvSpPr/>
              <p:nvPr/>
            </p:nvSpPr>
            <p:spPr>
              <a:xfrm rot="1930783">
                <a:off x="7206153" y="2341011"/>
                <a:ext cx="770531" cy="764628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1808" extrusionOk="0">
                    <a:moveTo>
                      <a:pt x="304" y="1807"/>
                    </a:moveTo>
                    <a:lnTo>
                      <a:pt x="2547" y="1807"/>
                    </a:lnTo>
                    <a:cubicBezTo>
                      <a:pt x="2549" y="1803"/>
                      <a:pt x="2550" y="1799"/>
                      <a:pt x="2548" y="1794"/>
                    </a:cubicBezTo>
                    <a:cubicBezTo>
                      <a:pt x="2366" y="1339"/>
                      <a:pt x="2276" y="865"/>
                      <a:pt x="2279" y="390"/>
                    </a:cubicBezTo>
                    <a:cubicBezTo>
                      <a:pt x="2280" y="260"/>
                      <a:pt x="2288" y="129"/>
                      <a:pt x="2302" y="0"/>
                    </a:cubicBezTo>
                    <a:lnTo>
                      <a:pt x="54" y="0"/>
                    </a:lnTo>
                    <a:cubicBezTo>
                      <a:pt x="0" y="472"/>
                      <a:pt x="39" y="951"/>
                      <a:pt x="170" y="1415"/>
                    </a:cubicBezTo>
                    <a:cubicBezTo>
                      <a:pt x="207" y="1547"/>
                      <a:pt x="252" y="1678"/>
                      <a:pt x="304" y="180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9"/>
              <p:cNvSpPr/>
              <p:nvPr/>
            </p:nvSpPr>
            <p:spPr>
              <a:xfrm rot="1930783">
                <a:off x="7689984" y="2300047"/>
                <a:ext cx="163409" cy="159016"/>
              </a:xfrm>
              <a:custGeom>
                <a:avLst/>
                <a:gdLst/>
                <a:ahLst/>
                <a:cxnLst/>
                <a:rect l="l" t="t" r="r" b="b"/>
                <a:pathLst>
                  <a:path w="541" h="376" extrusionOk="0">
                    <a:moveTo>
                      <a:pt x="35" y="361"/>
                    </a:moveTo>
                    <a:cubicBezTo>
                      <a:pt x="36" y="365"/>
                      <a:pt x="36" y="370"/>
                      <a:pt x="36" y="375"/>
                    </a:cubicBezTo>
                    <a:lnTo>
                      <a:pt x="540" y="375"/>
                    </a:lnTo>
                    <a:cubicBezTo>
                      <a:pt x="538" y="358"/>
                      <a:pt x="533" y="340"/>
                      <a:pt x="530" y="324"/>
                    </a:cubicBezTo>
                    <a:cubicBezTo>
                      <a:pt x="517" y="223"/>
                      <a:pt x="504" y="122"/>
                      <a:pt x="491" y="21"/>
                    </a:cubicBezTo>
                    <a:cubicBezTo>
                      <a:pt x="490" y="13"/>
                      <a:pt x="488" y="6"/>
                      <a:pt x="486" y="0"/>
                    </a:cubicBezTo>
                    <a:lnTo>
                      <a:pt x="0" y="0"/>
                    </a:lnTo>
                    <a:cubicBezTo>
                      <a:pt x="6" y="96"/>
                      <a:pt x="14" y="191"/>
                      <a:pt x="26" y="286"/>
                    </a:cubicBezTo>
                    <a:cubicBezTo>
                      <a:pt x="29" y="311"/>
                      <a:pt x="32" y="336"/>
                      <a:pt x="35" y="36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9"/>
              <p:cNvSpPr/>
              <p:nvPr/>
            </p:nvSpPr>
            <p:spPr>
              <a:xfrm rot="1930798">
                <a:off x="7328543" y="2517434"/>
                <a:ext cx="525739" cy="411782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116" extrusionOk="0">
                    <a:moveTo>
                      <a:pt x="1935" y="52"/>
                    </a:moveTo>
                    <a:cubicBezTo>
                      <a:pt x="1797" y="62"/>
                      <a:pt x="1659" y="66"/>
                      <a:pt x="1520" y="67"/>
                    </a:cubicBezTo>
                    <a:cubicBezTo>
                      <a:pt x="1045" y="71"/>
                      <a:pt x="568" y="34"/>
                      <a:pt x="96" y="84"/>
                    </a:cubicBezTo>
                    <a:cubicBezTo>
                      <a:pt x="74" y="87"/>
                      <a:pt x="22" y="85"/>
                      <a:pt x="11" y="68"/>
                    </a:cubicBezTo>
                    <a:cubicBezTo>
                      <a:pt x="0" y="49"/>
                      <a:pt x="39" y="40"/>
                      <a:pt x="59" y="38"/>
                    </a:cubicBezTo>
                    <a:cubicBezTo>
                      <a:pt x="196" y="24"/>
                      <a:pt x="334" y="16"/>
                      <a:pt x="472" y="13"/>
                    </a:cubicBezTo>
                    <a:cubicBezTo>
                      <a:pt x="948" y="0"/>
                      <a:pt x="1425" y="40"/>
                      <a:pt x="1899" y="6"/>
                    </a:cubicBezTo>
                    <a:cubicBezTo>
                      <a:pt x="1921" y="4"/>
                      <a:pt x="1972" y="4"/>
                      <a:pt x="1983" y="22"/>
                    </a:cubicBezTo>
                    <a:cubicBezTo>
                      <a:pt x="1994" y="41"/>
                      <a:pt x="1956" y="50"/>
                      <a:pt x="1935" y="52"/>
                    </a:cubicBezTo>
                    <a:moveTo>
                      <a:pt x="1883" y="220"/>
                    </a:moveTo>
                    <a:cubicBezTo>
                      <a:pt x="1410" y="220"/>
                      <a:pt x="937" y="216"/>
                      <a:pt x="464" y="219"/>
                    </a:cubicBezTo>
                    <a:cubicBezTo>
                      <a:pt x="330" y="220"/>
                      <a:pt x="197" y="223"/>
                      <a:pt x="65" y="236"/>
                    </a:cubicBezTo>
                    <a:cubicBezTo>
                      <a:pt x="45" y="238"/>
                      <a:pt x="5" y="247"/>
                      <a:pt x="17" y="265"/>
                    </a:cubicBezTo>
                    <a:cubicBezTo>
                      <a:pt x="28" y="283"/>
                      <a:pt x="79" y="284"/>
                      <a:pt x="101" y="282"/>
                    </a:cubicBezTo>
                    <a:cubicBezTo>
                      <a:pt x="328" y="260"/>
                      <a:pt x="559" y="266"/>
                      <a:pt x="788" y="266"/>
                    </a:cubicBezTo>
                    <a:cubicBezTo>
                      <a:pt x="1019" y="267"/>
                      <a:pt x="1251" y="267"/>
                      <a:pt x="1482" y="267"/>
                    </a:cubicBezTo>
                    <a:cubicBezTo>
                      <a:pt x="1616" y="267"/>
                      <a:pt x="1750" y="268"/>
                      <a:pt x="1883" y="268"/>
                    </a:cubicBezTo>
                    <a:cubicBezTo>
                      <a:pt x="1904" y="268"/>
                      <a:pt x="1951" y="263"/>
                      <a:pt x="1952" y="244"/>
                    </a:cubicBezTo>
                    <a:cubicBezTo>
                      <a:pt x="1953" y="225"/>
                      <a:pt x="1902" y="220"/>
                      <a:pt x="1883" y="220"/>
                    </a:cubicBezTo>
                    <a:moveTo>
                      <a:pt x="1894" y="411"/>
                    </a:moveTo>
                    <a:cubicBezTo>
                      <a:pt x="1663" y="400"/>
                      <a:pt x="1430" y="410"/>
                      <a:pt x="1199" y="413"/>
                    </a:cubicBezTo>
                    <a:cubicBezTo>
                      <a:pt x="968" y="415"/>
                      <a:pt x="736" y="418"/>
                      <a:pt x="505" y="421"/>
                    </a:cubicBezTo>
                    <a:lnTo>
                      <a:pt x="111" y="426"/>
                    </a:lnTo>
                    <a:cubicBezTo>
                      <a:pt x="90" y="426"/>
                      <a:pt x="43" y="430"/>
                      <a:pt x="42" y="450"/>
                    </a:cubicBezTo>
                    <a:cubicBezTo>
                      <a:pt x="41" y="469"/>
                      <a:pt x="92" y="474"/>
                      <a:pt x="111" y="473"/>
                    </a:cubicBezTo>
                    <a:lnTo>
                      <a:pt x="1478" y="457"/>
                    </a:lnTo>
                    <a:cubicBezTo>
                      <a:pt x="1604" y="455"/>
                      <a:pt x="1731" y="451"/>
                      <a:pt x="1857" y="457"/>
                    </a:cubicBezTo>
                    <a:cubicBezTo>
                      <a:pt x="1882" y="458"/>
                      <a:pt x="1929" y="459"/>
                      <a:pt x="1941" y="440"/>
                    </a:cubicBezTo>
                    <a:cubicBezTo>
                      <a:pt x="1954" y="422"/>
                      <a:pt x="1913" y="412"/>
                      <a:pt x="1894" y="411"/>
                    </a:cubicBezTo>
                    <a:moveTo>
                      <a:pt x="1842" y="606"/>
                    </a:moveTo>
                    <a:cubicBezTo>
                      <a:pt x="1283" y="619"/>
                      <a:pt x="725" y="633"/>
                      <a:pt x="167" y="646"/>
                    </a:cubicBezTo>
                    <a:cubicBezTo>
                      <a:pt x="146" y="647"/>
                      <a:pt x="99" y="650"/>
                      <a:pt x="98" y="670"/>
                    </a:cubicBezTo>
                    <a:cubicBezTo>
                      <a:pt x="97" y="689"/>
                      <a:pt x="148" y="694"/>
                      <a:pt x="167" y="694"/>
                    </a:cubicBezTo>
                    <a:cubicBezTo>
                      <a:pt x="725" y="680"/>
                      <a:pt x="1283" y="667"/>
                      <a:pt x="1842" y="653"/>
                    </a:cubicBezTo>
                    <a:cubicBezTo>
                      <a:pt x="1863" y="653"/>
                      <a:pt x="1909" y="649"/>
                      <a:pt x="1910" y="629"/>
                    </a:cubicBezTo>
                    <a:cubicBezTo>
                      <a:pt x="1911" y="610"/>
                      <a:pt x="1860" y="605"/>
                      <a:pt x="1842" y="606"/>
                    </a:cubicBezTo>
                    <a:moveTo>
                      <a:pt x="1875" y="830"/>
                    </a:moveTo>
                    <a:cubicBezTo>
                      <a:pt x="1307" y="832"/>
                      <a:pt x="738" y="846"/>
                      <a:pt x="171" y="872"/>
                    </a:cubicBezTo>
                    <a:cubicBezTo>
                      <a:pt x="151" y="873"/>
                      <a:pt x="104" y="876"/>
                      <a:pt x="103" y="896"/>
                    </a:cubicBezTo>
                    <a:cubicBezTo>
                      <a:pt x="102" y="914"/>
                      <a:pt x="153" y="920"/>
                      <a:pt x="171" y="920"/>
                    </a:cubicBezTo>
                    <a:cubicBezTo>
                      <a:pt x="738" y="893"/>
                      <a:pt x="1307" y="879"/>
                      <a:pt x="1875" y="878"/>
                    </a:cubicBezTo>
                    <a:cubicBezTo>
                      <a:pt x="1896" y="878"/>
                      <a:pt x="1942" y="874"/>
                      <a:pt x="1943" y="854"/>
                    </a:cubicBezTo>
                    <a:cubicBezTo>
                      <a:pt x="1944" y="835"/>
                      <a:pt x="1893" y="830"/>
                      <a:pt x="1875" y="830"/>
                    </a:cubicBezTo>
                    <a:moveTo>
                      <a:pt x="1884" y="1039"/>
                    </a:moveTo>
                    <a:cubicBezTo>
                      <a:pt x="1337" y="1061"/>
                      <a:pt x="789" y="1067"/>
                      <a:pt x="241" y="1059"/>
                    </a:cubicBezTo>
                    <a:cubicBezTo>
                      <a:pt x="220" y="1059"/>
                      <a:pt x="174" y="1064"/>
                      <a:pt x="173" y="1083"/>
                    </a:cubicBezTo>
                    <a:cubicBezTo>
                      <a:pt x="172" y="1103"/>
                      <a:pt x="223" y="1107"/>
                      <a:pt x="241" y="1107"/>
                    </a:cubicBezTo>
                    <a:cubicBezTo>
                      <a:pt x="789" y="1115"/>
                      <a:pt x="1337" y="1108"/>
                      <a:pt x="1884" y="1087"/>
                    </a:cubicBezTo>
                    <a:cubicBezTo>
                      <a:pt x="1905" y="1086"/>
                      <a:pt x="1951" y="1083"/>
                      <a:pt x="1952" y="1063"/>
                    </a:cubicBezTo>
                    <a:cubicBezTo>
                      <a:pt x="1953" y="1044"/>
                      <a:pt x="1902" y="1038"/>
                      <a:pt x="1884" y="103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9" name="Google Shape;659;p39"/>
            <p:cNvSpPr/>
            <p:nvPr/>
          </p:nvSpPr>
          <p:spPr>
            <a:xfrm rot="10800000">
              <a:off x="7128100" y="2711624"/>
              <a:ext cx="150750" cy="22232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 rot="10800000">
              <a:off x="8573487" y="2933951"/>
              <a:ext cx="222761" cy="328500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1" name="Google Shape;661;p39"/>
            <p:cNvGrpSpPr/>
            <p:nvPr/>
          </p:nvGrpSpPr>
          <p:grpSpPr>
            <a:xfrm>
              <a:off x="6139472" y="2791172"/>
              <a:ext cx="1439569" cy="1860619"/>
              <a:chOff x="6449047" y="2743384"/>
              <a:chExt cx="1439569" cy="1860619"/>
            </a:xfrm>
          </p:grpSpPr>
          <p:sp>
            <p:nvSpPr>
              <p:cNvPr id="662" name="Google Shape;662;p39"/>
              <p:cNvSpPr/>
              <p:nvPr/>
            </p:nvSpPr>
            <p:spPr>
              <a:xfrm>
                <a:off x="6456888" y="3852117"/>
                <a:ext cx="1337380" cy="751887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863" extrusionOk="0">
                    <a:moveTo>
                      <a:pt x="1081" y="0"/>
                    </a:moveTo>
                    <a:lnTo>
                      <a:pt x="41" y="0"/>
                    </a:lnTo>
                    <a:lnTo>
                      <a:pt x="41" y="66"/>
                    </a:lnTo>
                    <a:lnTo>
                      <a:pt x="0" y="66"/>
                    </a:lnTo>
                    <a:lnTo>
                      <a:pt x="41" y="128"/>
                    </a:lnTo>
                    <a:lnTo>
                      <a:pt x="41" y="219"/>
                    </a:lnTo>
                    <a:lnTo>
                      <a:pt x="474" y="862"/>
                    </a:lnTo>
                    <a:lnTo>
                      <a:pt x="1534" y="829"/>
                    </a:lnTo>
                    <a:lnTo>
                      <a:pt x="1534" y="685"/>
                    </a:lnTo>
                    <a:lnTo>
                      <a:pt x="1081" y="0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3" name="Google Shape;663;p39"/>
              <p:cNvSpPr/>
              <p:nvPr/>
            </p:nvSpPr>
            <p:spPr>
              <a:xfrm>
                <a:off x="6449047" y="3849503"/>
                <a:ext cx="1345222" cy="725749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833" extrusionOk="0">
                    <a:moveTo>
                      <a:pt x="486" y="832"/>
                    </a:moveTo>
                    <a:lnTo>
                      <a:pt x="47" y="198"/>
                    </a:lnTo>
                    <a:lnTo>
                      <a:pt x="57" y="191"/>
                    </a:lnTo>
                    <a:lnTo>
                      <a:pt x="493" y="820"/>
                    </a:lnTo>
                    <a:lnTo>
                      <a:pt x="1543" y="787"/>
                    </a:lnTo>
                    <a:lnTo>
                      <a:pt x="1543" y="799"/>
                    </a:lnTo>
                    <a:lnTo>
                      <a:pt x="486" y="832"/>
                    </a:lnTo>
                    <a:moveTo>
                      <a:pt x="1500" y="737"/>
                    </a:moveTo>
                    <a:lnTo>
                      <a:pt x="1500" y="725"/>
                    </a:lnTo>
                    <a:lnTo>
                      <a:pt x="462" y="750"/>
                    </a:lnTo>
                    <a:lnTo>
                      <a:pt x="10" y="68"/>
                    </a:lnTo>
                    <a:lnTo>
                      <a:pt x="0" y="74"/>
                    </a:lnTo>
                    <a:lnTo>
                      <a:pt x="453" y="759"/>
                    </a:lnTo>
                    <a:lnTo>
                      <a:pt x="455" y="762"/>
                    </a:lnTo>
                    <a:lnTo>
                      <a:pt x="1500" y="737"/>
                    </a:lnTo>
                    <a:moveTo>
                      <a:pt x="1543" y="682"/>
                    </a:moveTo>
                    <a:lnTo>
                      <a:pt x="507" y="682"/>
                    </a:lnTo>
                    <a:lnTo>
                      <a:pt x="55" y="0"/>
                    </a:lnTo>
                    <a:lnTo>
                      <a:pt x="45" y="7"/>
                    </a:lnTo>
                    <a:lnTo>
                      <a:pt x="501" y="694"/>
                    </a:lnTo>
                    <a:lnTo>
                      <a:pt x="1543" y="694"/>
                    </a:lnTo>
                    <a:lnTo>
                      <a:pt x="1543" y="682"/>
                    </a:lnTo>
                    <a:moveTo>
                      <a:pt x="1296" y="556"/>
                    </a:moveTo>
                    <a:lnTo>
                      <a:pt x="607" y="556"/>
                    </a:lnTo>
                    <a:cubicBezTo>
                      <a:pt x="596" y="556"/>
                      <a:pt x="587" y="547"/>
                      <a:pt x="587" y="535"/>
                    </a:cubicBezTo>
                    <a:cubicBezTo>
                      <a:pt x="587" y="524"/>
                      <a:pt x="596" y="514"/>
                      <a:pt x="607" y="514"/>
                    </a:cubicBezTo>
                    <a:lnTo>
                      <a:pt x="1296" y="514"/>
                    </a:lnTo>
                    <a:cubicBezTo>
                      <a:pt x="1307" y="514"/>
                      <a:pt x="1317" y="524"/>
                      <a:pt x="1317" y="535"/>
                    </a:cubicBezTo>
                    <a:cubicBezTo>
                      <a:pt x="1317" y="547"/>
                      <a:pt x="1307" y="556"/>
                      <a:pt x="1296" y="556"/>
                    </a:cubicBezTo>
                    <a:moveTo>
                      <a:pt x="1135" y="224"/>
                    </a:moveTo>
                    <a:lnTo>
                      <a:pt x="302" y="224"/>
                    </a:lnTo>
                    <a:cubicBezTo>
                      <a:pt x="296" y="224"/>
                      <a:pt x="292" y="219"/>
                      <a:pt x="292" y="213"/>
                    </a:cubicBezTo>
                    <a:cubicBezTo>
                      <a:pt x="292" y="208"/>
                      <a:pt x="296" y="203"/>
                      <a:pt x="302" y="203"/>
                    </a:cubicBezTo>
                    <a:lnTo>
                      <a:pt x="1135" y="203"/>
                    </a:lnTo>
                    <a:cubicBezTo>
                      <a:pt x="1141" y="203"/>
                      <a:pt x="1145" y="208"/>
                      <a:pt x="1145" y="213"/>
                    </a:cubicBezTo>
                    <a:cubicBezTo>
                      <a:pt x="1145" y="219"/>
                      <a:pt x="1141" y="224"/>
                      <a:pt x="1135" y="224"/>
                    </a:cubicBezTo>
                    <a:moveTo>
                      <a:pt x="1163" y="267"/>
                    </a:moveTo>
                    <a:lnTo>
                      <a:pt x="331" y="267"/>
                    </a:lnTo>
                    <a:cubicBezTo>
                      <a:pt x="326" y="267"/>
                      <a:pt x="321" y="263"/>
                      <a:pt x="321" y="257"/>
                    </a:cubicBezTo>
                    <a:cubicBezTo>
                      <a:pt x="321" y="252"/>
                      <a:pt x="326" y="247"/>
                      <a:pt x="331" y="247"/>
                    </a:cubicBezTo>
                    <a:lnTo>
                      <a:pt x="1163" y="247"/>
                    </a:lnTo>
                    <a:cubicBezTo>
                      <a:pt x="1169" y="247"/>
                      <a:pt x="1174" y="252"/>
                      <a:pt x="1174" y="257"/>
                    </a:cubicBezTo>
                    <a:cubicBezTo>
                      <a:pt x="1174" y="263"/>
                      <a:pt x="1169" y="267"/>
                      <a:pt x="1163" y="267"/>
                    </a:cubicBezTo>
                    <a:moveTo>
                      <a:pt x="1192" y="311"/>
                    </a:moveTo>
                    <a:lnTo>
                      <a:pt x="361" y="311"/>
                    </a:lnTo>
                    <a:cubicBezTo>
                      <a:pt x="355" y="311"/>
                      <a:pt x="350" y="307"/>
                      <a:pt x="350" y="301"/>
                    </a:cubicBezTo>
                    <a:cubicBezTo>
                      <a:pt x="350" y="295"/>
                      <a:pt x="355" y="291"/>
                      <a:pt x="361" y="291"/>
                    </a:cubicBezTo>
                    <a:lnTo>
                      <a:pt x="1192" y="291"/>
                    </a:lnTo>
                    <a:cubicBezTo>
                      <a:pt x="1198" y="291"/>
                      <a:pt x="1202" y="295"/>
                      <a:pt x="1202" y="301"/>
                    </a:cubicBezTo>
                    <a:cubicBezTo>
                      <a:pt x="1202" y="307"/>
                      <a:pt x="1198" y="311"/>
                      <a:pt x="1192" y="311"/>
                    </a:cubicBezTo>
                    <a:moveTo>
                      <a:pt x="1220" y="357"/>
                    </a:moveTo>
                    <a:lnTo>
                      <a:pt x="390" y="354"/>
                    </a:lnTo>
                    <a:cubicBezTo>
                      <a:pt x="384" y="354"/>
                      <a:pt x="380" y="349"/>
                      <a:pt x="380" y="343"/>
                    </a:cubicBezTo>
                    <a:cubicBezTo>
                      <a:pt x="380" y="338"/>
                      <a:pt x="384" y="333"/>
                      <a:pt x="390" y="333"/>
                    </a:cubicBezTo>
                    <a:lnTo>
                      <a:pt x="1220" y="336"/>
                    </a:lnTo>
                    <a:cubicBezTo>
                      <a:pt x="1226" y="336"/>
                      <a:pt x="1230" y="341"/>
                      <a:pt x="1230" y="346"/>
                    </a:cubicBezTo>
                    <a:cubicBezTo>
                      <a:pt x="1230" y="352"/>
                      <a:pt x="1226" y="357"/>
                      <a:pt x="1220" y="357"/>
                    </a:cubicBezTo>
                    <a:moveTo>
                      <a:pt x="1248" y="399"/>
                    </a:moveTo>
                    <a:lnTo>
                      <a:pt x="419" y="399"/>
                    </a:lnTo>
                    <a:cubicBezTo>
                      <a:pt x="414" y="399"/>
                      <a:pt x="409" y="394"/>
                      <a:pt x="409" y="389"/>
                    </a:cubicBezTo>
                    <a:cubicBezTo>
                      <a:pt x="409" y="383"/>
                      <a:pt x="414" y="379"/>
                      <a:pt x="419" y="379"/>
                    </a:cubicBezTo>
                    <a:lnTo>
                      <a:pt x="1248" y="379"/>
                    </a:lnTo>
                    <a:cubicBezTo>
                      <a:pt x="1254" y="379"/>
                      <a:pt x="1259" y="383"/>
                      <a:pt x="1259" y="389"/>
                    </a:cubicBezTo>
                    <a:cubicBezTo>
                      <a:pt x="1259" y="394"/>
                      <a:pt x="1254" y="399"/>
                      <a:pt x="1248" y="39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4" name="Google Shape;664;p39"/>
              <p:cNvGrpSpPr/>
              <p:nvPr/>
            </p:nvGrpSpPr>
            <p:grpSpPr>
              <a:xfrm flipH="1">
                <a:off x="6703140" y="2743384"/>
                <a:ext cx="1185476" cy="1434429"/>
                <a:chOff x="3270827" y="3833059"/>
                <a:chExt cx="1185476" cy="1434429"/>
              </a:xfrm>
            </p:grpSpPr>
            <p:sp>
              <p:nvSpPr>
                <p:cNvPr id="665" name="Google Shape;665;p39"/>
                <p:cNvSpPr/>
                <p:nvPr/>
              </p:nvSpPr>
              <p:spPr>
                <a:xfrm>
                  <a:off x="3270827" y="3944543"/>
                  <a:ext cx="813110" cy="1322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" h="1780" extrusionOk="0">
                      <a:moveTo>
                        <a:pt x="1093" y="96"/>
                      </a:moveTo>
                      <a:lnTo>
                        <a:pt x="200" y="1779"/>
                      </a:lnTo>
                      <a:lnTo>
                        <a:pt x="164" y="1762"/>
                      </a:lnTo>
                      <a:lnTo>
                        <a:pt x="146" y="1753"/>
                      </a:lnTo>
                      <a:lnTo>
                        <a:pt x="112" y="1737"/>
                      </a:lnTo>
                      <a:lnTo>
                        <a:pt x="93" y="1728"/>
                      </a:lnTo>
                      <a:lnTo>
                        <a:pt x="53" y="1709"/>
                      </a:lnTo>
                      <a:lnTo>
                        <a:pt x="35" y="1700"/>
                      </a:lnTo>
                      <a:lnTo>
                        <a:pt x="0" y="1683"/>
                      </a:lnTo>
                      <a:lnTo>
                        <a:pt x="893" y="0"/>
                      </a:lnTo>
                      <a:lnTo>
                        <a:pt x="930" y="18"/>
                      </a:lnTo>
                      <a:lnTo>
                        <a:pt x="948" y="27"/>
                      </a:lnTo>
                      <a:lnTo>
                        <a:pt x="988" y="46"/>
                      </a:lnTo>
                      <a:lnTo>
                        <a:pt x="1007" y="55"/>
                      </a:lnTo>
                      <a:lnTo>
                        <a:pt x="1041" y="71"/>
                      </a:lnTo>
                      <a:lnTo>
                        <a:pt x="1059" y="80"/>
                      </a:lnTo>
                      <a:lnTo>
                        <a:pt x="1093" y="96"/>
                      </a:ln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66" name="Google Shape;666;p39"/>
                <p:cNvSpPr/>
                <p:nvPr/>
              </p:nvSpPr>
              <p:spPr>
                <a:xfrm>
                  <a:off x="3419476" y="3985421"/>
                  <a:ext cx="1036827" cy="128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1725" extrusionOk="0">
                      <a:moveTo>
                        <a:pt x="0" y="1724"/>
                      </a:moveTo>
                      <a:lnTo>
                        <a:pt x="563" y="1683"/>
                      </a:lnTo>
                      <a:lnTo>
                        <a:pt x="1394" y="0"/>
                      </a:lnTo>
                      <a:lnTo>
                        <a:pt x="893" y="41"/>
                      </a:lnTo>
                      <a:lnTo>
                        <a:pt x="0" y="1724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67" name="Google Shape;667;p39"/>
                <p:cNvSpPr/>
                <p:nvPr/>
              </p:nvSpPr>
              <p:spPr>
                <a:xfrm>
                  <a:off x="3887721" y="3833059"/>
                  <a:ext cx="558177" cy="2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" h="314" extrusionOk="0">
                      <a:moveTo>
                        <a:pt x="749" y="161"/>
                      </a:moveTo>
                      <a:cubicBezTo>
                        <a:pt x="738" y="85"/>
                        <a:pt x="677" y="24"/>
                        <a:pt x="601" y="14"/>
                      </a:cubicBezTo>
                      <a:cubicBezTo>
                        <a:pt x="576" y="11"/>
                        <a:pt x="551" y="13"/>
                        <a:pt x="529" y="20"/>
                      </a:cubicBezTo>
                      <a:cubicBezTo>
                        <a:pt x="520" y="17"/>
                        <a:pt x="511" y="15"/>
                        <a:pt x="501" y="14"/>
                      </a:cubicBezTo>
                      <a:cubicBezTo>
                        <a:pt x="476" y="11"/>
                        <a:pt x="452" y="14"/>
                        <a:pt x="429" y="20"/>
                      </a:cubicBezTo>
                      <a:cubicBezTo>
                        <a:pt x="420" y="17"/>
                        <a:pt x="411" y="15"/>
                        <a:pt x="402" y="14"/>
                      </a:cubicBezTo>
                      <a:cubicBezTo>
                        <a:pt x="376" y="11"/>
                        <a:pt x="352" y="13"/>
                        <a:pt x="330" y="20"/>
                      </a:cubicBezTo>
                      <a:cubicBezTo>
                        <a:pt x="321" y="18"/>
                        <a:pt x="312" y="15"/>
                        <a:pt x="302" y="14"/>
                      </a:cubicBezTo>
                      <a:cubicBezTo>
                        <a:pt x="277" y="11"/>
                        <a:pt x="252" y="13"/>
                        <a:pt x="230" y="20"/>
                      </a:cubicBezTo>
                      <a:cubicBezTo>
                        <a:pt x="221" y="17"/>
                        <a:pt x="212" y="15"/>
                        <a:pt x="202" y="14"/>
                      </a:cubicBezTo>
                      <a:cubicBezTo>
                        <a:pt x="93" y="0"/>
                        <a:pt x="0" y="90"/>
                        <a:pt x="9" y="199"/>
                      </a:cubicBezTo>
                      <a:cubicBezTo>
                        <a:pt x="10" y="212"/>
                        <a:pt x="13" y="225"/>
                        <a:pt x="17" y="238"/>
                      </a:cubicBezTo>
                      <a:lnTo>
                        <a:pt x="43" y="189"/>
                      </a:lnTo>
                      <a:cubicBezTo>
                        <a:pt x="40" y="112"/>
                        <a:pt x="101" y="49"/>
                        <a:pt x="177" y="47"/>
                      </a:cubicBezTo>
                      <a:cubicBezTo>
                        <a:pt x="144" y="72"/>
                        <a:pt x="120" y="107"/>
                        <a:pt x="112" y="148"/>
                      </a:cubicBezTo>
                      <a:lnTo>
                        <a:pt x="147" y="147"/>
                      </a:lnTo>
                      <a:cubicBezTo>
                        <a:pt x="159" y="106"/>
                        <a:pt x="190" y="72"/>
                        <a:pt x="230" y="57"/>
                      </a:cubicBezTo>
                      <a:cubicBezTo>
                        <a:pt x="238" y="60"/>
                        <a:pt x="245" y="64"/>
                        <a:pt x="253" y="68"/>
                      </a:cubicBezTo>
                      <a:cubicBezTo>
                        <a:pt x="233" y="90"/>
                        <a:pt x="219" y="116"/>
                        <a:pt x="212" y="145"/>
                      </a:cubicBezTo>
                      <a:lnTo>
                        <a:pt x="248" y="143"/>
                      </a:lnTo>
                      <a:cubicBezTo>
                        <a:pt x="254" y="123"/>
                        <a:pt x="265" y="105"/>
                        <a:pt x="279" y="90"/>
                      </a:cubicBezTo>
                      <a:cubicBezTo>
                        <a:pt x="299" y="111"/>
                        <a:pt x="313" y="138"/>
                        <a:pt x="316" y="168"/>
                      </a:cubicBezTo>
                      <a:cubicBezTo>
                        <a:pt x="321" y="212"/>
                        <a:pt x="305" y="253"/>
                        <a:pt x="277" y="281"/>
                      </a:cubicBezTo>
                      <a:cubicBezTo>
                        <a:pt x="271" y="287"/>
                        <a:pt x="270" y="296"/>
                        <a:pt x="275" y="303"/>
                      </a:cubicBezTo>
                      <a:cubicBezTo>
                        <a:pt x="281" y="312"/>
                        <a:pt x="294" y="313"/>
                        <a:pt x="301" y="306"/>
                      </a:cubicBezTo>
                      <a:cubicBezTo>
                        <a:pt x="337" y="270"/>
                        <a:pt x="357" y="218"/>
                        <a:pt x="350" y="161"/>
                      </a:cubicBezTo>
                      <a:cubicBezTo>
                        <a:pt x="349" y="154"/>
                        <a:pt x="348" y="147"/>
                        <a:pt x="346" y="139"/>
                      </a:cubicBezTo>
                      <a:lnTo>
                        <a:pt x="349" y="139"/>
                      </a:lnTo>
                      <a:cubicBezTo>
                        <a:pt x="355" y="121"/>
                        <a:pt x="366" y="104"/>
                        <a:pt x="379" y="90"/>
                      </a:cubicBezTo>
                      <a:cubicBezTo>
                        <a:pt x="392" y="104"/>
                        <a:pt x="402" y="120"/>
                        <a:pt x="408" y="137"/>
                      </a:cubicBezTo>
                      <a:cubicBezTo>
                        <a:pt x="409" y="140"/>
                        <a:pt x="410" y="142"/>
                        <a:pt x="411" y="145"/>
                      </a:cubicBezTo>
                      <a:cubicBezTo>
                        <a:pt x="413" y="153"/>
                        <a:pt x="415" y="160"/>
                        <a:pt x="416" y="168"/>
                      </a:cubicBezTo>
                      <a:cubicBezTo>
                        <a:pt x="418" y="188"/>
                        <a:pt x="416" y="207"/>
                        <a:pt x="411" y="224"/>
                      </a:cubicBezTo>
                      <a:cubicBezTo>
                        <a:pt x="410" y="227"/>
                        <a:pt x="409" y="231"/>
                        <a:pt x="407" y="234"/>
                      </a:cubicBezTo>
                      <a:cubicBezTo>
                        <a:pt x="400" y="252"/>
                        <a:pt x="390" y="268"/>
                        <a:pt x="377" y="281"/>
                      </a:cubicBezTo>
                      <a:cubicBezTo>
                        <a:pt x="371" y="287"/>
                        <a:pt x="370" y="296"/>
                        <a:pt x="374" y="303"/>
                      </a:cubicBezTo>
                      <a:lnTo>
                        <a:pt x="375" y="303"/>
                      </a:lnTo>
                      <a:cubicBezTo>
                        <a:pt x="381" y="312"/>
                        <a:pt x="393" y="313"/>
                        <a:pt x="401" y="306"/>
                      </a:cubicBezTo>
                      <a:cubicBezTo>
                        <a:pt x="421" y="285"/>
                        <a:pt x="436" y="260"/>
                        <a:pt x="445" y="231"/>
                      </a:cubicBezTo>
                      <a:cubicBezTo>
                        <a:pt x="451" y="209"/>
                        <a:pt x="453" y="186"/>
                        <a:pt x="450" y="161"/>
                      </a:cubicBezTo>
                      <a:cubicBezTo>
                        <a:pt x="449" y="156"/>
                        <a:pt x="448" y="150"/>
                        <a:pt x="447" y="145"/>
                      </a:cubicBezTo>
                      <a:cubicBezTo>
                        <a:pt x="446" y="142"/>
                        <a:pt x="445" y="139"/>
                        <a:pt x="444" y="135"/>
                      </a:cubicBezTo>
                      <a:lnTo>
                        <a:pt x="450" y="135"/>
                      </a:lnTo>
                      <a:cubicBezTo>
                        <a:pt x="456" y="118"/>
                        <a:pt x="466" y="103"/>
                        <a:pt x="479" y="90"/>
                      </a:cubicBezTo>
                      <a:cubicBezTo>
                        <a:pt x="490" y="102"/>
                        <a:pt x="500" y="117"/>
                        <a:pt x="506" y="133"/>
                      </a:cubicBezTo>
                      <a:cubicBezTo>
                        <a:pt x="511" y="144"/>
                        <a:pt x="514" y="156"/>
                        <a:pt x="515" y="168"/>
                      </a:cubicBezTo>
                      <a:cubicBezTo>
                        <a:pt x="518" y="188"/>
                        <a:pt x="516" y="208"/>
                        <a:pt x="510" y="226"/>
                      </a:cubicBezTo>
                      <a:cubicBezTo>
                        <a:pt x="503" y="247"/>
                        <a:pt x="492" y="266"/>
                        <a:pt x="476" y="281"/>
                      </a:cubicBezTo>
                      <a:cubicBezTo>
                        <a:pt x="471" y="287"/>
                        <a:pt x="470" y="296"/>
                        <a:pt x="474" y="303"/>
                      </a:cubicBezTo>
                      <a:cubicBezTo>
                        <a:pt x="480" y="312"/>
                        <a:pt x="493" y="313"/>
                        <a:pt x="500" y="306"/>
                      </a:cubicBezTo>
                      <a:cubicBezTo>
                        <a:pt x="523" y="283"/>
                        <a:pt x="539" y="255"/>
                        <a:pt x="546" y="223"/>
                      </a:cubicBezTo>
                      <a:cubicBezTo>
                        <a:pt x="551" y="203"/>
                        <a:pt x="552" y="183"/>
                        <a:pt x="549" y="161"/>
                      </a:cubicBezTo>
                      <a:cubicBezTo>
                        <a:pt x="548" y="151"/>
                        <a:pt x="546" y="141"/>
                        <a:pt x="543" y="132"/>
                      </a:cubicBezTo>
                      <a:cubicBezTo>
                        <a:pt x="535" y="108"/>
                        <a:pt x="522" y="86"/>
                        <a:pt x="505" y="68"/>
                      </a:cubicBezTo>
                      <a:cubicBezTo>
                        <a:pt x="513" y="64"/>
                        <a:pt x="520" y="60"/>
                        <a:pt x="529" y="56"/>
                      </a:cubicBezTo>
                      <a:cubicBezTo>
                        <a:pt x="562" y="70"/>
                        <a:pt x="590" y="96"/>
                        <a:pt x="604" y="130"/>
                      </a:cubicBezTo>
                      <a:cubicBezTo>
                        <a:pt x="610" y="142"/>
                        <a:pt x="613" y="155"/>
                        <a:pt x="615" y="168"/>
                      </a:cubicBezTo>
                      <a:cubicBezTo>
                        <a:pt x="617" y="185"/>
                        <a:pt x="616" y="202"/>
                        <a:pt x="612" y="218"/>
                      </a:cubicBezTo>
                      <a:cubicBezTo>
                        <a:pt x="606" y="242"/>
                        <a:pt x="593" y="264"/>
                        <a:pt x="576" y="281"/>
                      </a:cubicBezTo>
                      <a:cubicBezTo>
                        <a:pt x="570" y="287"/>
                        <a:pt x="569" y="296"/>
                        <a:pt x="574" y="303"/>
                      </a:cubicBezTo>
                      <a:cubicBezTo>
                        <a:pt x="580" y="312"/>
                        <a:pt x="592" y="313"/>
                        <a:pt x="600" y="306"/>
                      </a:cubicBezTo>
                      <a:cubicBezTo>
                        <a:pt x="624" y="281"/>
                        <a:pt x="641" y="250"/>
                        <a:pt x="647" y="215"/>
                      </a:cubicBezTo>
                      <a:cubicBezTo>
                        <a:pt x="651" y="198"/>
                        <a:pt x="651" y="180"/>
                        <a:pt x="649" y="161"/>
                      </a:cubicBezTo>
                      <a:cubicBezTo>
                        <a:pt x="648" y="157"/>
                        <a:pt x="647" y="153"/>
                        <a:pt x="647" y="149"/>
                      </a:cubicBezTo>
                      <a:cubicBezTo>
                        <a:pt x="638" y="108"/>
                        <a:pt x="614" y="72"/>
                        <a:pt x="582" y="47"/>
                      </a:cubicBezTo>
                      <a:cubicBezTo>
                        <a:pt x="585" y="47"/>
                        <a:pt x="589" y="48"/>
                        <a:pt x="592" y="48"/>
                      </a:cubicBezTo>
                      <a:cubicBezTo>
                        <a:pt x="656" y="54"/>
                        <a:pt x="707" y="105"/>
                        <a:pt x="715" y="168"/>
                      </a:cubicBezTo>
                      <a:cubicBezTo>
                        <a:pt x="715" y="173"/>
                        <a:pt x="715" y="178"/>
                        <a:pt x="715" y="182"/>
                      </a:cubicBezTo>
                      <a:cubicBezTo>
                        <a:pt x="715" y="192"/>
                        <a:pt x="715" y="201"/>
                        <a:pt x="713" y="209"/>
                      </a:cubicBezTo>
                      <a:cubicBezTo>
                        <a:pt x="708" y="237"/>
                        <a:pt x="695" y="262"/>
                        <a:pt x="676" y="281"/>
                      </a:cubicBezTo>
                      <a:cubicBezTo>
                        <a:pt x="670" y="287"/>
                        <a:pt x="669" y="296"/>
                        <a:pt x="673" y="303"/>
                      </a:cubicBezTo>
                      <a:cubicBezTo>
                        <a:pt x="679" y="312"/>
                        <a:pt x="692" y="313"/>
                        <a:pt x="700" y="306"/>
                      </a:cubicBezTo>
                      <a:cubicBezTo>
                        <a:pt x="726" y="280"/>
                        <a:pt x="743" y="245"/>
                        <a:pt x="748" y="207"/>
                      </a:cubicBezTo>
                      <a:cubicBezTo>
                        <a:pt x="749" y="204"/>
                        <a:pt x="749" y="201"/>
                        <a:pt x="749" y="198"/>
                      </a:cubicBezTo>
                      <a:cubicBezTo>
                        <a:pt x="750" y="186"/>
                        <a:pt x="750" y="174"/>
                        <a:pt x="749" y="161"/>
                      </a:cubicBezTo>
                      <a:moveTo>
                        <a:pt x="330" y="100"/>
                      </a:moveTo>
                      <a:cubicBezTo>
                        <a:pt x="323" y="89"/>
                        <a:pt x="315" y="78"/>
                        <a:pt x="306" y="68"/>
                      </a:cubicBezTo>
                      <a:cubicBezTo>
                        <a:pt x="314" y="64"/>
                        <a:pt x="321" y="60"/>
                        <a:pt x="330" y="57"/>
                      </a:cubicBezTo>
                      <a:cubicBezTo>
                        <a:pt x="338" y="60"/>
                        <a:pt x="345" y="64"/>
                        <a:pt x="353" y="68"/>
                      </a:cubicBezTo>
                      <a:cubicBezTo>
                        <a:pt x="344" y="78"/>
                        <a:pt x="336" y="88"/>
                        <a:pt x="330" y="100"/>
                      </a:cubicBezTo>
                      <a:moveTo>
                        <a:pt x="429" y="100"/>
                      </a:moveTo>
                      <a:cubicBezTo>
                        <a:pt x="423" y="89"/>
                        <a:pt x="415" y="78"/>
                        <a:pt x="406" y="68"/>
                      </a:cubicBezTo>
                      <a:cubicBezTo>
                        <a:pt x="413" y="64"/>
                        <a:pt x="421" y="60"/>
                        <a:pt x="429" y="56"/>
                      </a:cubicBezTo>
                      <a:cubicBezTo>
                        <a:pt x="437" y="60"/>
                        <a:pt x="445" y="64"/>
                        <a:pt x="452" y="68"/>
                      </a:cubicBezTo>
                      <a:cubicBezTo>
                        <a:pt x="443" y="78"/>
                        <a:pt x="436" y="89"/>
                        <a:pt x="429" y="10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9"/>
                <p:cNvSpPr/>
                <p:nvPr/>
              </p:nvSpPr>
              <p:spPr>
                <a:xfrm>
                  <a:off x="3339949" y="3978732"/>
                  <a:ext cx="680069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9" y="1691"/>
                      </a:lnTo>
                      <a:lnTo>
                        <a:pt x="914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669" name="Google Shape;669;p39"/>
                <p:cNvSpPr/>
                <p:nvPr/>
              </p:nvSpPr>
              <p:spPr>
                <a:xfrm>
                  <a:off x="3296841" y="3957921"/>
                  <a:ext cx="679326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8" y="1691"/>
                      </a:lnTo>
                      <a:lnTo>
                        <a:pt x="913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</p:grpSp>
        </p:grpSp>
        <p:grpSp>
          <p:nvGrpSpPr>
            <p:cNvPr id="670" name="Google Shape;670;p39"/>
            <p:cNvGrpSpPr/>
            <p:nvPr/>
          </p:nvGrpSpPr>
          <p:grpSpPr>
            <a:xfrm rot="-8945566">
              <a:off x="8194785" y="87468"/>
              <a:ext cx="1146570" cy="3684282"/>
              <a:chOff x="5762590" y="3480685"/>
              <a:chExt cx="766943" cy="2464422"/>
            </a:xfrm>
          </p:grpSpPr>
          <p:sp>
            <p:nvSpPr>
              <p:cNvPr id="671" name="Google Shape;671;p39"/>
              <p:cNvSpPr/>
              <p:nvPr/>
            </p:nvSpPr>
            <p:spPr>
              <a:xfrm rot="-4499997">
                <a:off x="5105689" y="4815298"/>
                <a:ext cx="2055956" cy="217440"/>
              </a:xfrm>
              <a:custGeom>
                <a:avLst/>
                <a:gdLst/>
                <a:ahLst/>
                <a:cxnLst/>
                <a:rect l="l" t="t" r="r" b="b"/>
                <a:pathLst>
                  <a:path w="5711" h="604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10" y="349"/>
                    </a:lnTo>
                    <a:lnTo>
                      <a:pt x="16" y="603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72" name="Google Shape;672;p39"/>
              <p:cNvSpPr/>
              <p:nvPr/>
            </p:nvSpPr>
            <p:spPr>
              <a:xfrm rot="-4499997">
                <a:off x="5107489" y="4854538"/>
                <a:ext cx="2052356" cy="138960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386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00" y="131"/>
                    </a:lnTo>
                    <a:lnTo>
                      <a:pt x="6" y="385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73" name="Google Shape;673;p39"/>
              <p:cNvSpPr/>
              <p:nvPr/>
            </p:nvSpPr>
            <p:spPr>
              <a:xfrm rot="-4499997">
                <a:off x="6363449" y="3940457"/>
                <a:ext cx="583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07" extrusionOk="0">
                    <a:moveTo>
                      <a:pt x="2" y="77"/>
                    </a:moveTo>
                    <a:cubicBezTo>
                      <a:pt x="2" y="87"/>
                      <a:pt x="9" y="97"/>
                      <a:pt x="21" y="106"/>
                    </a:cubicBezTo>
                    <a:lnTo>
                      <a:pt x="161" y="99"/>
                    </a:lnTo>
                    <a:lnTo>
                      <a:pt x="156" y="0"/>
                    </a:lnTo>
                    <a:cubicBezTo>
                      <a:pt x="66" y="13"/>
                      <a:pt x="0" y="44"/>
                      <a:pt x="2" y="7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9"/>
              <p:cNvSpPr/>
              <p:nvPr/>
            </p:nvSpPr>
            <p:spPr>
              <a:xfrm rot="-4499997">
                <a:off x="5953247" y="3829229"/>
                <a:ext cx="818638" cy="12636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351" extrusionOk="0">
                    <a:moveTo>
                      <a:pt x="2222" y="78"/>
                    </a:moveTo>
                    <a:lnTo>
                      <a:pt x="1903" y="56"/>
                    </a:lnTo>
                    <a:lnTo>
                      <a:pt x="1064" y="0"/>
                    </a:lnTo>
                    <a:lnTo>
                      <a:pt x="994" y="3"/>
                    </a:lnTo>
                    <a:lnTo>
                      <a:pt x="902" y="7"/>
                    </a:lnTo>
                    <a:lnTo>
                      <a:pt x="0" y="47"/>
                    </a:lnTo>
                    <a:lnTo>
                      <a:pt x="902" y="7"/>
                    </a:lnTo>
                    <a:cubicBezTo>
                      <a:pt x="891" y="16"/>
                      <a:pt x="885" y="26"/>
                      <a:pt x="886" y="37"/>
                    </a:cubicBezTo>
                    <a:cubicBezTo>
                      <a:pt x="887" y="70"/>
                      <a:pt x="955" y="95"/>
                      <a:pt x="1047" y="100"/>
                    </a:cubicBezTo>
                    <a:lnTo>
                      <a:pt x="1047" y="105"/>
                    </a:lnTo>
                    <a:cubicBezTo>
                      <a:pt x="956" y="118"/>
                      <a:pt x="891" y="149"/>
                      <a:pt x="892" y="183"/>
                    </a:cubicBezTo>
                    <a:cubicBezTo>
                      <a:pt x="894" y="216"/>
                      <a:pt x="962" y="241"/>
                      <a:pt x="1053" y="246"/>
                    </a:cubicBezTo>
                    <a:lnTo>
                      <a:pt x="1058" y="350"/>
                    </a:lnTo>
                    <a:lnTo>
                      <a:pt x="1080" y="349"/>
                    </a:lnTo>
                    <a:lnTo>
                      <a:pt x="1910" y="218"/>
                    </a:lnTo>
                    <a:lnTo>
                      <a:pt x="2226" y="168"/>
                    </a:lnTo>
                    <a:cubicBezTo>
                      <a:pt x="2273" y="161"/>
                      <a:pt x="2270" y="81"/>
                      <a:pt x="2222" y="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9"/>
              <p:cNvSpPr/>
              <p:nvPr/>
            </p:nvSpPr>
            <p:spPr>
              <a:xfrm rot="-4499997">
                <a:off x="6371228" y="3528659"/>
                <a:ext cx="1335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63" extrusionOk="0">
                    <a:moveTo>
                      <a:pt x="323" y="112"/>
                    </a:moveTo>
                    <a:lnTo>
                      <a:pt x="7" y="162"/>
                    </a:lnTo>
                    <a:lnTo>
                      <a:pt x="0" y="0"/>
                    </a:lnTo>
                    <a:lnTo>
                      <a:pt x="319" y="22"/>
                    </a:lnTo>
                    <a:cubicBezTo>
                      <a:pt x="367" y="25"/>
                      <a:pt x="370" y="105"/>
                      <a:pt x="323" y="112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1016;p51">
            <a:extLst>
              <a:ext uri="{FF2B5EF4-FFF2-40B4-BE49-F238E27FC236}">
                <a16:creationId xmlns:a16="http://schemas.microsoft.com/office/drawing/2014/main" id="{90520069-C683-721A-5D4A-ECB16A8FFA5C}"/>
              </a:ext>
            </a:extLst>
          </p:cNvPr>
          <p:cNvSpPr/>
          <p:nvPr/>
        </p:nvSpPr>
        <p:spPr>
          <a:xfrm>
            <a:off x="2424516" y="4404760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7;p51">
            <a:extLst>
              <a:ext uri="{FF2B5EF4-FFF2-40B4-BE49-F238E27FC236}">
                <a16:creationId xmlns:a16="http://schemas.microsoft.com/office/drawing/2014/main" id="{8B0458EE-9AEB-E52C-4837-94DD070D6991}"/>
              </a:ext>
            </a:extLst>
          </p:cNvPr>
          <p:cNvSpPr/>
          <p:nvPr/>
        </p:nvSpPr>
        <p:spPr>
          <a:xfrm>
            <a:off x="453356" y="1286162"/>
            <a:ext cx="490670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18;p51">
            <a:extLst>
              <a:ext uri="{FF2B5EF4-FFF2-40B4-BE49-F238E27FC236}">
                <a16:creationId xmlns:a16="http://schemas.microsoft.com/office/drawing/2014/main" id="{5677BCC5-1036-5EE7-3515-5DDD6D17A848}"/>
              </a:ext>
            </a:extLst>
          </p:cNvPr>
          <p:cNvSpPr/>
          <p:nvPr/>
        </p:nvSpPr>
        <p:spPr>
          <a:xfrm>
            <a:off x="2320192" y="4895223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31B59989-D513-D97B-8C7A-8874AF22D646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3768" t="32343" r="20033" b="11551"/>
          <a:stretch>
            <a:fillRect/>
          </a:stretch>
        </p:blipFill>
        <p:spPr bwMode="auto">
          <a:xfrm>
            <a:off x="730828" y="1416190"/>
            <a:ext cx="4351755" cy="275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9B29-F4C8-6631-B147-72B7AC18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ANALYTICS USE CASES</a:t>
            </a:r>
            <a:endParaRPr lang="en-IN" dirty="0"/>
          </a:p>
        </p:txBody>
      </p:sp>
      <p:grpSp>
        <p:nvGrpSpPr>
          <p:cNvPr id="4" name="Google Shape;644;p39">
            <a:extLst>
              <a:ext uri="{FF2B5EF4-FFF2-40B4-BE49-F238E27FC236}">
                <a16:creationId xmlns:a16="http://schemas.microsoft.com/office/drawing/2014/main" id="{34865774-F497-DD07-87B0-44750E57DF07}"/>
              </a:ext>
            </a:extLst>
          </p:cNvPr>
          <p:cNvGrpSpPr/>
          <p:nvPr/>
        </p:nvGrpSpPr>
        <p:grpSpPr>
          <a:xfrm flipH="1">
            <a:off x="-225557" y="-42393"/>
            <a:ext cx="2995339" cy="5131310"/>
            <a:chOff x="5739213" y="12191"/>
            <a:chExt cx="3263773" cy="5131310"/>
          </a:xfrm>
        </p:grpSpPr>
        <p:grpSp>
          <p:nvGrpSpPr>
            <p:cNvPr id="5" name="Google Shape;645;p39">
              <a:extLst>
                <a:ext uri="{FF2B5EF4-FFF2-40B4-BE49-F238E27FC236}">
                  <a16:creationId xmlns:a16="http://schemas.microsoft.com/office/drawing/2014/main" id="{2A1D6D8F-AA19-AD5B-9373-CE7D9114777A}"/>
                </a:ext>
              </a:extLst>
            </p:cNvPr>
            <p:cNvGrpSpPr/>
            <p:nvPr/>
          </p:nvGrpSpPr>
          <p:grpSpPr>
            <a:xfrm>
              <a:off x="5739213" y="3533598"/>
              <a:ext cx="2376506" cy="1609903"/>
              <a:chOff x="324762" y="3106225"/>
              <a:chExt cx="3168253" cy="2146251"/>
            </a:xfrm>
          </p:grpSpPr>
          <p:sp>
            <p:nvSpPr>
              <p:cNvPr id="32" name="Google Shape;646;p39">
                <a:extLst>
                  <a:ext uri="{FF2B5EF4-FFF2-40B4-BE49-F238E27FC236}">
                    <a16:creationId xmlns:a16="http://schemas.microsoft.com/office/drawing/2014/main" id="{640A2015-92E4-A23C-1DFF-D86A86ED32B8}"/>
                  </a:ext>
                </a:extLst>
              </p:cNvPr>
              <p:cNvSpPr/>
              <p:nvPr/>
            </p:nvSpPr>
            <p:spPr>
              <a:xfrm>
                <a:off x="324762" y="3106225"/>
                <a:ext cx="3168253" cy="2146251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2203" extrusionOk="0">
                    <a:moveTo>
                      <a:pt x="290" y="2202"/>
                    </a:moveTo>
                    <a:cubicBezTo>
                      <a:pt x="177" y="2003"/>
                      <a:pt x="113" y="1776"/>
                      <a:pt x="113" y="1536"/>
                    </a:cubicBezTo>
                    <a:cubicBezTo>
                      <a:pt x="113" y="751"/>
                      <a:pt x="792" y="113"/>
                      <a:pt x="1626" y="113"/>
                    </a:cubicBezTo>
                    <a:cubicBezTo>
                      <a:pt x="2460" y="113"/>
                      <a:pt x="3138" y="751"/>
                      <a:pt x="3138" y="1536"/>
                    </a:cubicBezTo>
                    <a:cubicBezTo>
                      <a:pt x="3138" y="1776"/>
                      <a:pt x="3074" y="2003"/>
                      <a:pt x="2962" y="2202"/>
                    </a:cubicBezTo>
                    <a:lnTo>
                      <a:pt x="3090" y="2202"/>
                    </a:lnTo>
                    <a:cubicBezTo>
                      <a:pt x="3193" y="2001"/>
                      <a:pt x="3251" y="1774"/>
                      <a:pt x="3251" y="1536"/>
                    </a:cubicBezTo>
                    <a:cubicBezTo>
                      <a:pt x="3251" y="689"/>
                      <a:pt x="2522" y="0"/>
                      <a:pt x="1625" y="0"/>
                    </a:cubicBezTo>
                    <a:cubicBezTo>
                      <a:pt x="729" y="0"/>
                      <a:pt x="0" y="689"/>
                      <a:pt x="0" y="1536"/>
                    </a:cubicBezTo>
                    <a:cubicBezTo>
                      <a:pt x="0" y="1774"/>
                      <a:pt x="58" y="2000"/>
                      <a:pt x="161" y="2202"/>
                    </a:cubicBezTo>
                    <a:lnTo>
                      <a:pt x="290" y="22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647;p39">
                <a:extLst>
                  <a:ext uri="{FF2B5EF4-FFF2-40B4-BE49-F238E27FC236}">
                    <a16:creationId xmlns:a16="http://schemas.microsoft.com/office/drawing/2014/main" id="{B3149975-CB4D-52FF-BF29-76A62AF5C5ED}"/>
                  </a:ext>
                </a:extLst>
              </p:cNvPr>
              <p:cNvSpPr/>
              <p:nvPr/>
            </p:nvSpPr>
            <p:spPr>
              <a:xfrm>
                <a:off x="434852" y="3210469"/>
                <a:ext cx="2949047" cy="2042007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96" extrusionOk="0">
                    <a:moveTo>
                      <a:pt x="306" y="2095"/>
                    </a:moveTo>
                    <a:cubicBezTo>
                      <a:pt x="183" y="1900"/>
                      <a:pt x="113" y="1672"/>
                      <a:pt x="113" y="1429"/>
                    </a:cubicBezTo>
                    <a:cubicBezTo>
                      <a:pt x="113" y="703"/>
                      <a:pt x="741" y="113"/>
                      <a:pt x="1513" y="113"/>
                    </a:cubicBezTo>
                    <a:cubicBezTo>
                      <a:pt x="2285" y="113"/>
                      <a:pt x="2913" y="703"/>
                      <a:pt x="2913" y="1429"/>
                    </a:cubicBezTo>
                    <a:cubicBezTo>
                      <a:pt x="2913" y="1672"/>
                      <a:pt x="2842" y="1900"/>
                      <a:pt x="2719" y="2095"/>
                    </a:cubicBezTo>
                    <a:lnTo>
                      <a:pt x="2851" y="2095"/>
                    </a:lnTo>
                    <a:cubicBezTo>
                      <a:pt x="2962" y="1896"/>
                      <a:pt x="3026" y="1669"/>
                      <a:pt x="3026" y="1429"/>
                    </a:cubicBezTo>
                    <a:cubicBezTo>
                      <a:pt x="3026" y="641"/>
                      <a:pt x="2347" y="0"/>
                      <a:pt x="1513" y="0"/>
                    </a:cubicBezTo>
                    <a:cubicBezTo>
                      <a:pt x="679" y="0"/>
                      <a:pt x="0" y="641"/>
                      <a:pt x="0" y="1429"/>
                    </a:cubicBezTo>
                    <a:cubicBezTo>
                      <a:pt x="0" y="1669"/>
                      <a:pt x="64" y="1896"/>
                      <a:pt x="175" y="2095"/>
                    </a:cubicBezTo>
                    <a:lnTo>
                      <a:pt x="306" y="2095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48;p39">
                <a:extLst>
                  <a:ext uri="{FF2B5EF4-FFF2-40B4-BE49-F238E27FC236}">
                    <a16:creationId xmlns:a16="http://schemas.microsoft.com/office/drawing/2014/main" id="{672838FF-DAD3-7847-CC2E-7EFA34AAB32E}"/>
                  </a:ext>
                </a:extLst>
              </p:cNvPr>
              <p:cNvSpPr/>
              <p:nvPr/>
            </p:nvSpPr>
            <p:spPr>
              <a:xfrm>
                <a:off x="546891" y="3315687"/>
                <a:ext cx="2723996" cy="1936789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1988" extrusionOk="0">
                    <a:moveTo>
                      <a:pt x="326" y="1987"/>
                    </a:moveTo>
                    <a:cubicBezTo>
                      <a:pt x="191" y="1796"/>
                      <a:pt x="113" y="1567"/>
                      <a:pt x="113" y="1321"/>
                    </a:cubicBezTo>
                    <a:cubicBezTo>
                      <a:pt x="113" y="655"/>
                      <a:pt x="689" y="113"/>
                      <a:pt x="1398" y="113"/>
                    </a:cubicBezTo>
                    <a:cubicBezTo>
                      <a:pt x="2106" y="113"/>
                      <a:pt x="2683" y="655"/>
                      <a:pt x="2683" y="1321"/>
                    </a:cubicBezTo>
                    <a:cubicBezTo>
                      <a:pt x="2683" y="1567"/>
                      <a:pt x="2604" y="1796"/>
                      <a:pt x="2469" y="1987"/>
                    </a:cubicBezTo>
                    <a:lnTo>
                      <a:pt x="2604" y="1987"/>
                    </a:lnTo>
                    <a:cubicBezTo>
                      <a:pt x="2726" y="1791"/>
                      <a:pt x="2795" y="1564"/>
                      <a:pt x="2795" y="1321"/>
                    </a:cubicBezTo>
                    <a:cubicBezTo>
                      <a:pt x="2795" y="592"/>
                      <a:pt x="2168" y="0"/>
                      <a:pt x="1398" y="0"/>
                    </a:cubicBezTo>
                    <a:cubicBezTo>
                      <a:pt x="627" y="0"/>
                      <a:pt x="0" y="592"/>
                      <a:pt x="0" y="1321"/>
                    </a:cubicBezTo>
                    <a:cubicBezTo>
                      <a:pt x="0" y="1564"/>
                      <a:pt x="69" y="1791"/>
                      <a:pt x="191" y="1987"/>
                    </a:cubicBezTo>
                    <a:lnTo>
                      <a:pt x="326" y="198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649;p39">
                <a:extLst>
                  <a:ext uri="{FF2B5EF4-FFF2-40B4-BE49-F238E27FC236}">
                    <a16:creationId xmlns:a16="http://schemas.microsoft.com/office/drawing/2014/main" id="{CF683A33-EE89-57A6-9513-476E8C6317CC}"/>
                  </a:ext>
                </a:extLst>
              </p:cNvPr>
              <p:cNvSpPr/>
              <p:nvPr/>
            </p:nvSpPr>
            <p:spPr>
              <a:xfrm>
                <a:off x="655032" y="3417982"/>
                <a:ext cx="2507713" cy="1834494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83" extrusionOk="0">
                    <a:moveTo>
                      <a:pt x="352" y="1882"/>
                    </a:moveTo>
                    <a:cubicBezTo>
                      <a:pt x="202" y="1697"/>
                      <a:pt x="113" y="1466"/>
                      <a:pt x="113" y="1216"/>
                    </a:cubicBezTo>
                    <a:cubicBezTo>
                      <a:pt x="113" y="607"/>
                      <a:pt x="639" y="112"/>
                      <a:pt x="1287" y="112"/>
                    </a:cubicBezTo>
                    <a:cubicBezTo>
                      <a:pt x="1934" y="112"/>
                      <a:pt x="2461" y="607"/>
                      <a:pt x="2461" y="1216"/>
                    </a:cubicBezTo>
                    <a:cubicBezTo>
                      <a:pt x="2461" y="1466"/>
                      <a:pt x="2371" y="1697"/>
                      <a:pt x="2221" y="1882"/>
                    </a:cubicBezTo>
                    <a:lnTo>
                      <a:pt x="2362" y="1882"/>
                    </a:lnTo>
                    <a:cubicBezTo>
                      <a:pt x="2496" y="1691"/>
                      <a:pt x="2573" y="1462"/>
                      <a:pt x="2573" y="1216"/>
                    </a:cubicBezTo>
                    <a:cubicBezTo>
                      <a:pt x="2573" y="545"/>
                      <a:pt x="1996" y="0"/>
                      <a:pt x="1286" y="0"/>
                    </a:cubicBezTo>
                    <a:cubicBezTo>
                      <a:pt x="577" y="0"/>
                      <a:pt x="0" y="545"/>
                      <a:pt x="0" y="1216"/>
                    </a:cubicBezTo>
                    <a:cubicBezTo>
                      <a:pt x="0" y="1461"/>
                      <a:pt x="77" y="1691"/>
                      <a:pt x="210" y="1882"/>
                    </a:cubicBezTo>
                    <a:lnTo>
                      <a:pt x="352" y="1882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650;p39">
              <a:extLst>
                <a:ext uri="{FF2B5EF4-FFF2-40B4-BE49-F238E27FC236}">
                  <a16:creationId xmlns:a16="http://schemas.microsoft.com/office/drawing/2014/main" id="{03E58842-6D2C-D3BC-1337-409D1CADDB11}"/>
                </a:ext>
              </a:extLst>
            </p:cNvPr>
            <p:cNvSpPr/>
            <p:nvPr/>
          </p:nvSpPr>
          <p:spPr>
            <a:xfrm rot="10800000">
              <a:off x="7932875" y="1058174"/>
              <a:ext cx="193650" cy="28557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651;p39">
              <a:extLst>
                <a:ext uri="{FF2B5EF4-FFF2-40B4-BE49-F238E27FC236}">
                  <a16:creationId xmlns:a16="http://schemas.microsoft.com/office/drawing/2014/main" id="{3ACCB66B-B3C1-59A9-28C2-EDECBA582BBD}"/>
                </a:ext>
              </a:extLst>
            </p:cNvPr>
            <p:cNvGrpSpPr/>
            <p:nvPr/>
          </p:nvGrpSpPr>
          <p:grpSpPr>
            <a:xfrm rot="606064">
              <a:off x="5840177" y="1873560"/>
              <a:ext cx="1158709" cy="1253653"/>
              <a:chOff x="8384162" y="1304543"/>
              <a:chExt cx="1069017" cy="1156612"/>
            </a:xfrm>
          </p:grpSpPr>
          <p:sp>
            <p:nvSpPr>
              <p:cNvPr id="29" name="Google Shape;652;p39">
                <a:extLst>
                  <a:ext uri="{FF2B5EF4-FFF2-40B4-BE49-F238E27FC236}">
                    <a16:creationId xmlns:a16="http://schemas.microsoft.com/office/drawing/2014/main" id="{EE56505C-5D14-6C7E-876C-9A07575F7EF9}"/>
                  </a:ext>
                </a:extLst>
              </p:cNvPr>
              <p:cNvSpPr/>
              <p:nvPr/>
            </p:nvSpPr>
            <p:spPr>
              <a:xfrm rot="-1190507">
                <a:off x="8520416" y="1411754"/>
                <a:ext cx="796510" cy="942190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1714" extrusionOk="0">
                    <a:moveTo>
                      <a:pt x="1448" y="1617"/>
                    </a:moveTo>
                    <a:cubicBezTo>
                      <a:pt x="1236" y="1590"/>
                      <a:pt x="1022" y="1604"/>
                      <a:pt x="811" y="1627"/>
                    </a:cubicBezTo>
                    <a:cubicBezTo>
                      <a:pt x="701" y="1639"/>
                      <a:pt x="592" y="1660"/>
                      <a:pt x="482" y="1676"/>
                    </a:cubicBezTo>
                    <a:cubicBezTo>
                      <a:pt x="391" y="1688"/>
                      <a:pt x="322" y="1713"/>
                      <a:pt x="271" y="1621"/>
                    </a:cubicBezTo>
                    <a:cubicBezTo>
                      <a:pt x="168" y="1438"/>
                      <a:pt x="88" y="1235"/>
                      <a:pt x="52" y="1028"/>
                    </a:cubicBezTo>
                    <a:cubicBezTo>
                      <a:pt x="0" y="734"/>
                      <a:pt x="35" y="431"/>
                      <a:pt x="212" y="167"/>
                    </a:cubicBezTo>
                    <a:cubicBezTo>
                      <a:pt x="230" y="140"/>
                      <a:pt x="250" y="121"/>
                      <a:pt x="271" y="108"/>
                    </a:cubicBezTo>
                    <a:cubicBezTo>
                      <a:pt x="328" y="73"/>
                      <a:pt x="397" y="77"/>
                      <a:pt x="477" y="67"/>
                    </a:cubicBezTo>
                    <a:cubicBezTo>
                      <a:pt x="640" y="47"/>
                      <a:pt x="817" y="4"/>
                      <a:pt x="982" y="4"/>
                    </a:cubicBezTo>
                    <a:cubicBezTo>
                      <a:pt x="999" y="2"/>
                      <a:pt x="1018" y="0"/>
                      <a:pt x="1032" y="10"/>
                    </a:cubicBezTo>
                    <a:cubicBezTo>
                      <a:pt x="1047" y="20"/>
                      <a:pt x="1052" y="40"/>
                      <a:pt x="1055" y="57"/>
                    </a:cubicBezTo>
                    <a:cubicBezTo>
                      <a:pt x="1101" y="288"/>
                      <a:pt x="1148" y="518"/>
                      <a:pt x="1194" y="748"/>
                    </a:cubicBezTo>
                    <a:cubicBezTo>
                      <a:pt x="1237" y="959"/>
                      <a:pt x="1313" y="1157"/>
                      <a:pt x="1374" y="1364"/>
                    </a:cubicBezTo>
                    <a:cubicBezTo>
                      <a:pt x="1378" y="1377"/>
                      <a:pt x="1381" y="1389"/>
                      <a:pt x="1385" y="1402"/>
                    </a:cubicBezTo>
                    <a:cubicBezTo>
                      <a:pt x="1406" y="1474"/>
                      <a:pt x="1427" y="1546"/>
                      <a:pt x="1448" y="161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53;p39">
                <a:extLst>
                  <a:ext uri="{FF2B5EF4-FFF2-40B4-BE49-F238E27FC236}">
                    <a16:creationId xmlns:a16="http://schemas.microsoft.com/office/drawing/2014/main" id="{DD17ADC2-93D7-2DF4-18D3-DE8F3EAB4F73}"/>
                  </a:ext>
                </a:extLst>
              </p:cNvPr>
              <p:cNvSpPr/>
              <p:nvPr/>
            </p:nvSpPr>
            <p:spPr>
              <a:xfrm rot="-1190507">
                <a:off x="8564441" y="1510893"/>
                <a:ext cx="649191" cy="74484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355" extrusionOk="0">
                    <a:moveTo>
                      <a:pt x="895" y="10"/>
                    </a:moveTo>
                    <a:cubicBezTo>
                      <a:pt x="895" y="18"/>
                      <a:pt x="882" y="20"/>
                      <a:pt x="876" y="20"/>
                    </a:cubicBezTo>
                    <a:cubicBezTo>
                      <a:pt x="821" y="20"/>
                      <a:pt x="767" y="26"/>
                      <a:pt x="713" y="33"/>
                    </a:cubicBezTo>
                    <a:cubicBezTo>
                      <a:pt x="522" y="61"/>
                      <a:pt x="335" y="118"/>
                      <a:pt x="141" y="121"/>
                    </a:cubicBezTo>
                    <a:cubicBezTo>
                      <a:pt x="136" y="121"/>
                      <a:pt x="121" y="119"/>
                      <a:pt x="122" y="111"/>
                    </a:cubicBezTo>
                    <a:cubicBezTo>
                      <a:pt x="122" y="103"/>
                      <a:pt x="135" y="101"/>
                      <a:pt x="141" y="101"/>
                    </a:cubicBezTo>
                    <a:cubicBezTo>
                      <a:pt x="195" y="101"/>
                      <a:pt x="250" y="95"/>
                      <a:pt x="304" y="87"/>
                    </a:cubicBezTo>
                    <a:cubicBezTo>
                      <a:pt x="495" y="60"/>
                      <a:pt x="681" y="2"/>
                      <a:pt x="876" y="0"/>
                    </a:cubicBezTo>
                    <a:cubicBezTo>
                      <a:pt x="881" y="0"/>
                      <a:pt x="895" y="2"/>
                      <a:pt x="895" y="10"/>
                    </a:cubicBezTo>
                    <a:moveTo>
                      <a:pt x="904" y="109"/>
                    </a:moveTo>
                    <a:cubicBezTo>
                      <a:pt x="898" y="103"/>
                      <a:pt x="885" y="104"/>
                      <a:pt x="878" y="106"/>
                    </a:cubicBezTo>
                    <a:cubicBezTo>
                      <a:pt x="781" y="133"/>
                      <a:pt x="682" y="149"/>
                      <a:pt x="583" y="161"/>
                    </a:cubicBezTo>
                    <a:cubicBezTo>
                      <a:pt x="480" y="174"/>
                      <a:pt x="378" y="186"/>
                      <a:pt x="276" y="198"/>
                    </a:cubicBezTo>
                    <a:cubicBezTo>
                      <a:pt x="217" y="204"/>
                      <a:pt x="158" y="211"/>
                      <a:pt x="99" y="218"/>
                    </a:cubicBezTo>
                    <a:cubicBezTo>
                      <a:pt x="93" y="219"/>
                      <a:pt x="82" y="223"/>
                      <a:pt x="86" y="230"/>
                    </a:cubicBezTo>
                    <a:cubicBezTo>
                      <a:pt x="89" y="238"/>
                      <a:pt x="103" y="238"/>
                      <a:pt x="109" y="237"/>
                    </a:cubicBezTo>
                    <a:lnTo>
                      <a:pt x="424" y="200"/>
                    </a:lnTo>
                    <a:cubicBezTo>
                      <a:pt x="525" y="189"/>
                      <a:pt x="628" y="178"/>
                      <a:pt x="729" y="160"/>
                    </a:cubicBezTo>
                    <a:cubicBezTo>
                      <a:pt x="786" y="150"/>
                      <a:pt x="842" y="138"/>
                      <a:pt x="897" y="122"/>
                    </a:cubicBezTo>
                    <a:cubicBezTo>
                      <a:pt x="903" y="121"/>
                      <a:pt x="910" y="115"/>
                      <a:pt x="904" y="109"/>
                    </a:cubicBezTo>
                    <a:moveTo>
                      <a:pt x="944" y="246"/>
                    </a:moveTo>
                    <a:cubicBezTo>
                      <a:pt x="941" y="239"/>
                      <a:pt x="927" y="238"/>
                      <a:pt x="920" y="239"/>
                    </a:cubicBezTo>
                    <a:cubicBezTo>
                      <a:pt x="806" y="253"/>
                      <a:pt x="692" y="267"/>
                      <a:pt x="577" y="281"/>
                    </a:cubicBezTo>
                    <a:cubicBezTo>
                      <a:pt x="466" y="294"/>
                      <a:pt x="355" y="308"/>
                      <a:pt x="245" y="329"/>
                    </a:cubicBezTo>
                    <a:cubicBezTo>
                      <a:pt x="183" y="340"/>
                      <a:pt x="121" y="354"/>
                      <a:pt x="59" y="371"/>
                    </a:cubicBezTo>
                    <a:cubicBezTo>
                      <a:pt x="53" y="372"/>
                      <a:pt x="46" y="378"/>
                      <a:pt x="52" y="384"/>
                    </a:cubicBezTo>
                    <a:cubicBezTo>
                      <a:pt x="58" y="390"/>
                      <a:pt x="71" y="390"/>
                      <a:pt x="78" y="388"/>
                    </a:cubicBezTo>
                    <a:cubicBezTo>
                      <a:pt x="294" y="330"/>
                      <a:pt x="518" y="308"/>
                      <a:pt x="739" y="281"/>
                    </a:cubicBezTo>
                    <a:lnTo>
                      <a:pt x="930" y="258"/>
                    </a:lnTo>
                    <a:cubicBezTo>
                      <a:pt x="937" y="258"/>
                      <a:pt x="947" y="254"/>
                      <a:pt x="944" y="246"/>
                    </a:cubicBezTo>
                    <a:moveTo>
                      <a:pt x="951" y="380"/>
                    </a:moveTo>
                    <a:cubicBezTo>
                      <a:pt x="945" y="373"/>
                      <a:pt x="932" y="374"/>
                      <a:pt x="925" y="376"/>
                    </a:cubicBezTo>
                    <a:cubicBezTo>
                      <a:pt x="701" y="437"/>
                      <a:pt x="469" y="462"/>
                      <a:pt x="240" y="490"/>
                    </a:cubicBezTo>
                    <a:cubicBezTo>
                      <a:pt x="173" y="498"/>
                      <a:pt x="107" y="506"/>
                      <a:pt x="41" y="514"/>
                    </a:cubicBezTo>
                    <a:cubicBezTo>
                      <a:pt x="36" y="515"/>
                      <a:pt x="25" y="519"/>
                      <a:pt x="28" y="526"/>
                    </a:cubicBezTo>
                    <a:cubicBezTo>
                      <a:pt x="31" y="534"/>
                      <a:pt x="45" y="534"/>
                      <a:pt x="52" y="533"/>
                    </a:cubicBezTo>
                    <a:cubicBezTo>
                      <a:pt x="170" y="519"/>
                      <a:pt x="289" y="504"/>
                      <a:pt x="407" y="490"/>
                    </a:cubicBezTo>
                    <a:cubicBezTo>
                      <a:pt x="522" y="475"/>
                      <a:pt x="637" y="459"/>
                      <a:pt x="751" y="438"/>
                    </a:cubicBezTo>
                    <a:cubicBezTo>
                      <a:pt x="816" y="425"/>
                      <a:pt x="880" y="410"/>
                      <a:pt x="944" y="393"/>
                    </a:cubicBezTo>
                    <a:cubicBezTo>
                      <a:pt x="951" y="391"/>
                      <a:pt x="957" y="386"/>
                      <a:pt x="951" y="380"/>
                    </a:cubicBezTo>
                    <a:moveTo>
                      <a:pt x="999" y="550"/>
                    </a:moveTo>
                    <a:cubicBezTo>
                      <a:pt x="996" y="543"/>
                      <a:pt x="981" y="542"/>
                      <a:pt x="975" y="543"/>
                    </a:cubicBezTo>
                    <a:cubicBezTo>
                      <a:pt x="724" y="587"/>
                      <a:pt x="472" y="624"/>
                      <a:pt x="219" y="655"/>
                    </a:cubicBezTo>
                    <a:cubicBezTo>
                      <a:pt x="150" y="664"/>
                      <a:pt x="80" y="669"/>
                      <a:pt x="12" y="686"/>
                    </a:cubicBezTo>
                    <a:cubicBezTo>
                      <a:pt x="6" y="688"/>
                      <a:pt x="0" y="694"/>
                      <a:pt x="5" y="700"/>
                    </a:cubicBezTo>
                    <a:cubicBezTo>
                      <a:pt x="11" y="706"/>
                      <a:pt x="24" y="705"/>
                      <a:pt x="32" y="703"/>
                    </a:cubicBezTo>
                    <a:cubicBezTo>
                      <a:pt x="91" y="688"/>
                      <a:pt x="153" y="684"/>
                      <a:pt x="214" y="676"/>
                    </a:cubicBezTo>
                    <a:cubicBezTo>
                      <a:pt x="276" y="669"/>
                      <a:pt x="338" y="661"/>
                      <a:pt x="400" y="652"/>
                    </a:cubicBezTo>
                    <a:cubicBezTo>
                      <a:pt x="525" y="636"/>
                      <a:pt x="650" y="617"/>
                      <a:pt x="774" y="597"/>
                    </a:cubicBezTo>
                    <a:cubicBezTo>
                      <a:pt x="845" y="586"/>
                      <a:pt x="915" y="574"/>
                      <a:pt x="985" y="562"/>
                    </a:cubicBezTo>
                    <a:cubicBezTo>
                      <a:pt x="991" y="561"/>
                      <a:pt x="1002" y="558"/>
                      <a:pt x="999" y="550"/>
                    </a:cubicBezTo>
                    <a:moveTo>
                      <a:pt x="1004" y="712"/>
                    </a:moveTo>
                    <a:cubicBezTo>
                      <a:pt x="1001" y="705"/>
                      <a:pt x="986" y="704"/>
                      <a:pt x="980" y="705"/>
                    </a:cubicBezTo>
                    <a:cubicBezTo>
                      <a:pt x="737" y="733"/>
                      <a:pt x="494" y="767"/>
                      <a:pt x="253" y="809"/>
                    </a:cubicBezTo>
                    <a:cubicBezTo>
                      <a:pt x="185" y="820"/>
                      <a:pt x="118" y="832"/>
                      <a:pt x="50" y="845"/>
                    </a:cubicBezTo>
                    <a:cubicBezTo>
                      <a:pt x="45" y="846"/>
                      <a:pt x="33" y="849"/>
                      <a:pt x="37" y="857"/>
                    </a:cubicBezTo>
                    <a:cubicBezTo>
                      <a:pt x="40" y="864"/>
                      <a:pt x="54" y="865"/>
                      <a:pt x="61" y="864"/>
                    </a:cubicBezTo>
                    <a:cubicBezTo>
                      <a:pt x="301" y="819"/>
                      <a:pt x="543" y="780"/>
                      <a:pt x="786" y="749"/>
                    </a:cubicBezTo>
                    <a:cubicBezTo>
                      <a:pt x="854" y="740"/>
                      <a:pt x="922" y="732"/>
                      <a:pt x="990" y="724"/>
                    </a:cubicBezTo>
                    <a:cubicBezTo>
                      <a:pt x="996" y="723"/>
                      <a:pt x="1007" y="720"/>
                      <a:pt x="1004" y="712"/>
                    </a:cubicBezTo>
                    <a:moveTo>
                      <a:pt x="1038" y="827"/>
                    </a:moveTo>
                    <a:cubicBezTo>
                      <a:pt x="1035" y="819"/>
                      <a:pt x="1020" y="819"/>
                      <a:pt x="1014" y="820"/>
                    </a:cubicBezTo>
                    <a:cubicBezTo>
                      <a:pt x="782" y="853"/>
                      <a:pt x="550" y="890"/>
                      <a:pt x="319" y="930"/>
                    </a:cubicBezTo>
                    <a:cubicBezTo>
                      <a:pt x="254" y="942"/>
                      <a:pt x="188" y="954"/>
                      <a:pt x="123" y="966"/>
                    </a:cubicBezTo>
                    <a:cubicBezTo>
                      <a:pt x="118" y="967"/>
                      <a:pt x="106" y="970"/>
                      <a:pt x="110" y="978"/>
                    </a:cubicBezTo>
                    <a:cubicBezTo>
                      <a:pt x="113" y="985"/>
                      <a:pt x="127" y="986"/>
                      <a:pt x="134" y="985"/>
                    </a:cubicBezTo>
                    <a:cubicBezTo>
                      <a:pt x="364" y="942"/>
                      <a:pt x="595" y="903"/>
                      <a:pt x="827" y="868"/>
                    </a:cubicBezTo>
                    <a:cubicBezTo>
                      <a:pt x="893" y="858"/>
                      <a:pt x="958" y="848"/>
                      <a:pt x="1024" y="839"/>
                    </a:cubicBezTo>
                    <a:cubicBezTo>
                      <a:pt x="1030" y="838"/>
                      <a:pt x="1041" y="835"/>
                      <a:pt x="1038" y="827"/>
                    </a:cubicBezTo>
                    <a:moveTo>
                      <a:pt x="1093" y="965"/>
                    </a:moveTo>
                    <a:cubicBezTo>
                      <a:pt x="1090" y="958"/>
                      <a:pt x="1076" y="958"/>
                      <a:pt x="1069" y="959"/>
                    </a:cubicBezTo>
                    <a:cubicBezTo>
                      <a:pt x="832" y="991"/>
                      <a:pt x="594" y="1026"/>
                      <a:pt x="358" y="1065"/>
                    </a:cubicBezTo>
                    <a:cubicBezTo>
                      <a:pt x="291" y="1075"/>
                      <a:pt x="224" y="1087"/>
                      <a:pt x="158" y="1098"/>
                    </a:cubicBezTo>
                    <a:cubicBezTo>
                      <a:pt x="152" y="1099"/>
                      <a:pt x="141" y="1102"/>
                      <a:pt x="144" y="1110"/>
                    </a:cubicBezTo>
                    <a:cubicBezTo>
                      <a:pt x="147" y="1117"/>
                      <a:pt x="162" y="1118"/>
                      <a:pt x="168" y="1117"/>
                    </a:cubicBezTo>
                    <a:cubicBezTo>
                      <a:pt x="404" y="1076"/>
                      <a:pt x="641" y="1039"/>
                      <a:pt x="879" y="1005"/>
                    </a:cubicBezTo>
                    <a:cubicBezTo>
                      <a:pt x="946" y="996"/>
                      <a:pt x="1013" y="987"/>
                      <a:pt x="1080" y="977"/>
                    </a:cubicBezTo>
                    <a:cubicBezTo>
                      <a:pt x="1086" y="976"/>
                      <a:pt x="1096" y="973"/>
                      <a:pt x="1093" y="965"/>
                    </a:cubicBezTo>
                    <a:moveTo>
                      <a:pt x="1149" y="1089"/>
                    </a:moveTo>
                    <a:cubicBezTo>
                      <a:pt x="1145" y="1081"/>
                      <a:pt x="1131" y="1081"/>
                      <a:pt x="1125" y="1082"/>
                    </a:cubicBezTo>
                    <a:cubicBezTo>
                      <a:pt x="902" y="1101"/>
                      <a:pt x="681" y="1130"/>
                      <a:pt x="461" y="1170"/>
                    </a:cubicBezTo>
                    <a:cubicBezTo>
                      <a:pt x="399" y="1182"/>
                      <a:pt x="337" y="1194"/>
                      <a:pt x="276" y="1207"/>
                    </a:cubicBezTo>
                    <a:cubicBezTo>
                      <a:pt x="270" y="1208"/>
                      <a:pt x="259" y="1211"/>
                      <a:pt x="262" y="1219"/>
                    </a:cubicBezTo>
                    <a:cubicBezTo>
                      <a:pt x="265" y="1226"/>
                      <a:pt x="280" y="1227"/>
                      <a:pt x="286" y="1226"/>
                    </a:cubicBezTo>
                    <a:cubicBezTo>
                      <a:pt x="504" y="1180"/>
                      <a:pt x="725" y="1144"/>
                      <a:pt x="947" y="1120"/>
                    </a:cubicBezTo>
                    <a:cubicBezTo>
                      <a:pt x="1010" y="1113"/>
                      <a:pt x="1072" y="1106"/>
                      <a:pt x="1135" y="1101"/>
                    </a:cubicBezTo>
                    <a:cubicBezTo>
                      <a:pt x="1141" y="1100"/>
                      <a:pt x="1152" y="1096"/>
                      <a:pt x="1149" y="1089"/>
                    </a:cubicBezTo>
                    <a:moveTo>
                      <a:pt x="1177" y="1227"/>
                    </a:moveTo>
                    <a:cubicBezTo>
                      <a:pt x="1174" y="1220"/>
                      <a:pt x="1159" y="1219"/>
                      <a:pt x="1153" y="1220"/>
                    </a:cubicBezTo>
                    <a:cubicBezTo>
                      <a:pt x="931" y="1263"/>
                      <a:pt x="708" y="1296"/>
                      <a:pt x="483" y="1318"/>
                    </a:cubicBezTo>
                    <a:cubicBezTo>
                      <a:pt x="420" y="1324"/>
                      <a:pt x="357" y="1329"/>
                      <a:pt x="294" y="1334"/>
                    </a:cubicBezTo>
                    <a:cubicBezTo>
                      <a:pt x="288" y="1334"/>
                      <a:pt x="277" y="1338"/>
                      <a:pt x="280" y="1346"/>
                    </a:cubicBezTo>
                    <a:cubicBezTo>
                      <a:pt x="284" y="1354"/>
                      <a:pt x="298" y="1353"/>
                      <a:pt x="304" y="1353"/>
                    </a:cubicBezTo>
                    <a:cubicBezTo>
                      <a:pt x="530" y="1337"/>
                      <a:pt x="754" y="1310"/>
                      <a:pt x="977" y="1272"/>
                    </a:cubicBezTo>
                    <a:cubicBezTo>
                      <a:pt x="1039" y="1262"/>
                      <a:pt x="1101" y="1251"/>
                      <a:pt x="1163" y="1239"/>
                    </a:cubicBezTo>
                    <a:cubicBezTo>
                      <a:pt x="1169" y="1238"/>
                      <a:pt x="1180" y="1235"/>
                      <a:pt x="1177" y="12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54;p39">
                <a:extLst>
                  <a:ext uri="{FF2B5EF4-FFF2-40B4-BE49-F238E27FC236}">
                    <a16:creationId xmlns:a16="http://schemas.microsoft.com/office/drawing/2014/main" id="{A2FE0221-B8F5-AA39-3255-46E617225117}"/>
                  </a:ext>
                </a:extLst>
              </p:cNvPr>
              <p:cNvSpPr/>
              <p:nvPr/>
            </p:nvSpPr>
            <p:spPr>
              <a:xfrm rot="-1190507">
                <a:off x="8483113" y="1571867"/>
                <a:ext cx="257258" cy="50627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21" extrusionOk="0">
                    <a:moveTo>
                      <a:pt x="467" y="271"/>
                    </a:moveTo>
                    <a:cubicBezTo>
                      <a:pt x="354" y="383"/>
                      <a:pt x="257" y="510"/>
                      <a:pt x="177" y="647"/>
                    </a:cubicBezTo>
                    <a:cubicBezTo>
                      <a:pt x="136" y="717"/>
                      <a:pt x="100" y="789"/>
                      <a:pt x="69" y="863"/>
                    </a:cubicBezTo>
                    <a:cubicBezTo>
                      <a:pt x="64" y="877"/>
                      <a:pt x="58" y="898"/>
                      <a:pt x="51" y="920"/>
                    </a:cubicBezTo>
                    <a:cubicBezTo>
                      <a:pt x="0" y="625"/>
                      <a:pt x="35" y="323"/>
                      <a:pt x="211" y="59"/>
                    </a:cubicBezTo>
                    <a:cubicBezTo>
                      <a:pt x="229" y="32"/>
                      <a:pt x="249" y="13"/>
                      <a:pt x="270" y="0"/>
                    </a:cubicBezTo>
                    <a:cubicBezTo>
                      <a:pt x="330" y="96"/>
                      <a:pt x="379" y="201"/>
                      <a:pt x="467" y="2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655;p39">
              <a:extLst>
                <a:ext uri="{FF2B5EF4-FFF2-40B4-BE49-F238E27FC236}">
                  <a16:creationId xmlns:a16="http://schemas.microsoft.com/office/drawing/2014/main" id="{7A762897-0F50-2E34-78AE-AF3BF0CB243A}"/>
                </a:ext>
              </a:extLst>
            </p:cNvPr>
            <p:cNvGrpSpPr/>
            <p:nvPr/>
          </p:nvGrpSpPr>
          <p:grpSpPr>
            <a:xfrm>
              <a:off x="6823851" y="1461282"/>
              <a:ext cx="1059384" cy="1057536"/>
              <a:chOff x="7061726" y="2194557"/>
              <a:chExt cx="1059384" cy="1057536"/>
            </a:xfrm>
          </p:grpSpPr>
          <p:sp>
            <p:nvSpPr>
              <p:cNvPr id="26" name="Google Shape;656;p39">
                <a:extLst>
                  <a:ext uri="{FF2B5EF4-FFF2-40B4-BE49-F238E27FC236}">
                    <a16:creationId xmlns:a16="http://schemas.microsoft.com/office/drawing/2014/main" id="{9621BA0A-9E29-2CD1-A4CA-752FC198CF96}"/>
                  </a:ext>
                </a:extLst>
              </p:cNvPr>
              <p:cNvSpPr/>
              <p:nvPr/>
            </p:nvSpPr>
            <p:spPr>
              <a:xfrm rot="1930783">
                <a:off x="7206153" y="2341011"/>
                <a:ext cx="770531" cy="764628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1808" extrusionOk="0">
                    <a:moveTo>
                      <a:pt x="304" y="1807"/>
                    </a:moveTo>
                    <a:lnTo>
                      <a:pt x="2547" y="1807"/>
                    </a:lnTo>
                    <a:cubicBezTo>
                      <a:pt x="2549" y="1803"/>
                      <a:pt x="2550" y="1799"/>
                      <a:pt x="2548" y="1794"/>
                    </a:cubicBezTo>
                    <a:cubicBezTo>
                      <a:pt x="2366" y="1339"/>
                      <a:pt x="2276" y="865"/>
                      <a:pt x="2279" y="390"/>
                    </a:cubicBezTo>
                    <a:cubicBezTo>
                      <a:pt x="2280" y="260"/>
                      <a:pt x="2288" y="129"/>
                      <a:pt x="2302" y="0"/>
                    </a:cubicBezTo>
                    <a:lnTo>
                      <a:pt x="54" y="0"/>
                    </a:lnTo>
                    <a:cubicBezTo>
                      <a:pt x="0" y="472"/>
                      <a:pt x="39" y="951"/>
                      <a:pt x="170" y="1415"/>
                    </a:cubicBezTo>
                    <a:cubicBezTo>
                      <a:pt x="207" y="1547"/>
                      <a:pt x="252" y="1678"/>
                      <a:pt x="304" y="1807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57;p39">
                <a:extLst>
                  <a:ext uri="{FF2B5EF4-FFF2-40B4-BE49-F238E27FC236}">
                    <a16:creationId xmlns:a16="http://schemas.microsoft.com/office/drawing/2014/main" id="{60F8D5F9-F7C2-4D1D-3F6B-8CABA7B6D8A4}"/>
                  </a:ext>
                </a:extLst>
              </p:cNvPr>
              <p:cNvSpPr/>
              <p:nvPr/>
            </p:nvSpPr>
            <p:spPr>
              <a:xfrm rot="1930783">
                <a:off x="7689984" y="2300047"/>
                <a:ext cx="163409" cy="159016"/>
              </a:xfrm>
              <a:custGeom>
                <a:avLst/>
                <a:gdLst/>
                <a:ahLst/>
                <a:cxnLst/>
                <a:rect l="l" t="t" r="r" b="b"/>
                <a:pathLst>
                  <a:path w="541" h="376" extrusionOk="0">
                    <a:moveTo>
                      <a:pt x="35" y="361"/>
                    </a:moveTo>
                    <a:cubicBezTo>
                      <a:pt x="36" y="365"/>
                      <a:pt x="36" y="370"/>
                      <a:pt x="36" y="375"/>
                    </a:cubicBezTo>
                    <a:lnTo>
                      <a:pt x="540" y="375"/>
                    </a:lnTo>
                    <a:cubicBezTo>
                      <a:pt x="538" y="358"/>
                      <a:pt x="533" y="340"/>
                      <a:pt x="530" y="324"/>
                    </a:cubicBezTo>
                    <a:cubicBezTo>
                      <a:pt x="517" y="223"/>
                      <a:pt x="504" y="122"/>
                      <a:pt x="491" y="21"/>
                    </a:cubicBezTo>
                    <a:cubicBezTo>
                      <a:pt x="490" y="13"/>
                      <a:pt x="488" y="6"/>
                      <a:pt x="486" y="0"/>
                    </a:cubicBezTo>
                    <a:lnTo>
                      <a:pt x="0" y="0"/>
                    </a:lnTo>
                    <a:cubicBezTo>
                      <a:pt x="6" y="96"/>
                      <a:pt x="14" y="191"/>
                      <a:pt x="26" y="286"/>
                    </a:cubicBezTo>
                    <a:cubicBezTo>
                      <a:pt x="29" y="311"/>
                      <a:pt x="32" y="336"/>
                      <a:pt x="35" y="36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58;p39">
                <a:extLst>
                  <a:ext uri="{FF2B5EF4-FFF2-40B4-BE49-F238E27FC236}">
                    <a16:creationId xmlns:a16="http://schemas.microsoft.com/office/drawing/2014/main" id="{7B246D04-574A-81D4-FB2B-0C322AD1A46E}"/>
                  </a:ext>
                </a:extLst>
              </p:cNvPr>
              <p:cNvSpPr/>
              <p:nvPr/>
            </p:nvSpPr>
            <p:spPr>
              <a:xfrm rot="1930798">
                <a:off x="7328543" y="2517434"/>
                <a:ext cx="525739" cy="411782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116" extrusionOk="0">
                    <a:moveTo>
                      <a:pt x="1935" y="52"/>
                    </a:moveTo>
                    <a:cubicBezTo>
                      <a:pt x="1797" y="62"/>
                      <a:pt x="1659" y="66"/>
                      <a:pt x="1520" y="67"/>
                    </a:cubicBezTo>
                    <a:cubicBezTo>
                      <a:pt x="1045" y="71"/>
                      <a:pt x="568" y="34"/>
                      <a:pt x="96" y="84"/>
                    </a:cubicBezTo>
                    <a:cubicBezTo>
                      <a:pt x="74" y="87"/>
                      <a:pt x="22" y="85"/>
                      <a:pt x="11" y="68"/>
                    </a:cubicBezTo>
                    <a:cubicBezTo>
                      <a:pt x="0" y="49"/>
                      <a:pt x="39" y="40"/>
                      <a:pt x="59" y="38"/>
                    </a:cubicBezTo>
                    <a:cubicBezTo>
                      <a:pt x="196" y="24"/>
                      <a:pt x="334" y="16"/>
                      <a:pt x="472" y="13"/>
                    </a:cubicBezTo>
                    <a:cubicBezTo>
                      <a:pt x="948" y="0"/>
                      <a:pt x="1425" y="40"/>
                      <a:pt x="1899" y="6"/>
                    </a:cubicBezTo>
                    <a:cubicBezTo>
                      <a:pt x="1921" y="4"/>
                      <a:pt x="1972" y="4"/>
                      <a:pt x="1983" y="22"/>
                    </a:cubicBezTo>
                    <a:cubicBezTo>
                      <a:pt x="1994" y="41"/>
                      <a:pt x="1956" y="50"/>
                      <a:pt x="1935" y="52"/>
                    </a:cubicBezTo>
                    <a:moveTo>
                      <a:pt x="1883" y="220"/>
                    </a:moveTo>
                    <a:cubicBezTo>
                      <a:pt x="1410" y="220"/>
                      <a:pt x="937" y="216"/>
                      <a:pt x="464" y="219"/>
                    </a:cubicBezTo>
                    <a:cubicBezTo>
                      <a:pt x="330" y="220"/>
                      <a:pt x="197" y="223"/>
                      <a:pt x="65" y="236"/>
                    </a:cubicBezTo>
                    <a:cubicBezTo>
                      <a:pt x="45" y="238"/>
                      <a:pt x="5" y="247"/>
                      <a:pt x="17" y="265"/>
                    </a:cubicBezTo>
                    <a:cubicBezTo>
                      <a:pt x="28" y="283"/>
                      <a:pt x="79" y="284"/>
                      <a:pt x="101" y="282"/>
                    </a:cubicBezTo>
                    <a:cubicBezTo>
                      <a:pt x="328" y="260"/>
                      <a:pt x="559" y="266"/>
                      <a:pt x="788" y="266"/>
                    </a:cubicBezTo>
                    <a:cubicBezTo>
                      <a:pt x="1019" y="267"/>
                      <a:pt x="1251" y="267"/>
                      <a:pt x="1482" y="267"/>
                    </a:cubicBezTo>
                    <a:cubicBezTo>
                      <a:pt x="1616" y="267"/>
                      <a:pt x="1750" y="268"/>
                      <a:pt x="1883" y="268"/>
                    </a:cubicBezTo>
                    <a:cubicBezTo>
                      <a:pt x="1904" y="268"/>
                      <a:pt x="1951" y="263"/>
                      <a:pt x="1952" y="244"/>
                    </a:cubicBezTo>
                    <a:cubicBezTo>
                      <a:pt x="1953" y="225"/>
                      <a:pt x="1902" y="220"/>
                      <a:pt x="1883" y="220"/>
                    </a:cubicBezTo>
                    <a:moveTo>
                      <a:pt x="1894" y="411"/>
                    </a:moveTo>
                    <a:cubicBezTo>
                      <a:pt x="1663" y="400"/>
                      <a:pt x="1430" y="410"/>
                      <a:pt x="1199" y="413"/>
                    </a:cubicBezTo>
                    <a:cubicBezTo>
                      <a:pt x="968" y="415"/>
                      <a:pt x="736" y="418"/>
                      <a:pt x="505" y="421"/>
                    </a:cubicBezTo>
                    <a:lnTo>
                      <a:pt x="111" y="426"/>
                    </a:lnTo>
                    <a:cubicBezTo>
                      <a:pt x="90" y="426"/>
                      <a:pt x="43" y="430"/>
                      <a:pt x="42" y="450"/>
                    </a:cubicBezTo>
                    <a:cubicBezTo>
                      <a:pt x="41" y="469"/>
                      <a:pt x="92" y="474"/>
                      <a:pt x="111" y="473"/>
                    </a:cubicBezTo>
                    <a:lnTo>
                      <a:pt x="1478" y="457"/>
                    </a:lnTo>
                    <a:cubicBezTo>
                      <a:pt x="1604" y="455"/>
                      <a:pt x="1731" y="451"/>
                      <a:pt x="1857" y="457"/>
                    </a:cubicBezTo>
                    <a:cubicBezTo>
                      <a:pt x="1882" y="458"/>
                      <a:pt x="1929" y="459"/>
                      <a:pt x="1941" y="440"/>
                    </a:cubicBezTo>
                    <a:cubicBezTo>
                      <a:pt x="1954" y="422"/>
                      <a:pt x="1913" y="412"/>
                      <a:pt x="1894" y="411"/>
                    </a:cubicBezTo>
                    <a:moveTo>
                      <a:pt x="1842" y="606"/>
                    </a:moveTo>
                    <a:cubicBezTo>
                      <a:pt x="1283" y="619"/>
                      <a:pt x="725" y="633"/>
                      <a:pt x="167" y="646"/>
                    </a:cubicBezTo>
                    <a:cubicBezTo>
                      <a:pt x="146" y="647"/>
                      <a:pt x="99" y="650"/>
                      <a:pt x="98" y="670"/>
                    </a:cubicBezTo>
                    <a:cubicBezTo>
                      <a:pt x="97" y="689"/>
                      <a:pt x="148" y="694"/>
                      <a:pt x="167" y="694"/>
                    </a:cubicBezTo>
                    <a:cubicBezTo>
                      <a:pt x="725" y="680"/>
                      <a:pt x="1283" y="667"/>
                      <a:pt x="1842" y="653"/>
                    </a:cubicBezTo>
                    <a:cubicBezTo>
                      <a:pt x="1863" y="653"/>
                      <a:pt x="1909" y="649"/>
                      <a:pt x="1910" y="629"/>
                    </a:cubicBezTo>
                    <a:cubicBezTo>
                      <a:pt x="1911" y="610"/>
                      <a:pt x="1860" y="605"/>
                      <a:pt x="1842" y="606"/>
                    </a:cubicBezTo>
                    <a:moveTo>
                      <a:pt x="1875" y="830"/>
                    </a:moveTo>
                    <a:cubicBezTo>
                      <a:pt x="1307" y="832"/>
                      <a:pt x="738" y="846"/>
                      <a:pt x="171" y="872"/>
                    </a:cubicBezTo>
                    <a:cubicBezTo>
                      <a:pt x="151" y="873"/>
                      <a:pt x="104" y="876"/>
                      <a:pt x="103" y="896"/>
                    </a:cubicBezTo>
                    <a:cubicBezTo>
                      <a:pt x="102" y="914"/>
                      <a:pt x="153" y="920"/>
                      <a:pt x="171" y="920"/>
                    </a:cubicBezTo>
                    <a:cubicBezTo>
                      <a:pt x="738" y="893"/>
                      <a:pt x="1307" y="879"/>
                      <a:pt x="1875" y="878"/>
                    </a:cubicBezTo>
                    <a:cubicBezTo>
                      <a:pt x="1896" y="878"/>
                      <a:pt x="1942" y="874"/>
                      <a:pt x="1943" y="854"/>
                    </a:cubicBezTo>
                    <a:cubicBezTo>
                      <a:pt x="1944" y="835"/>
                      <a:pt x="1893" y="830"/>
                      <a:pt x="1875" y="830"/>
                    </a:cubicBezTo>
                    <a:moveTo>
                      <a:pt x="1884" y="1039"/>
                    </a:moveTo>
                    <a:cubicBezTo>
                      <a:pt x="1337" y="1061"/>
                      <a:pt x="789" y="1067"/>
                      <a:pt x="241" y="1059"/>
                    </a:cubicBezTo>
                    <a:cubicBezTo>
                      <a:pt x="220" y="1059"/>
                      <a:pt x="174" y="1064"/>
                      <a:pt x="173" y="1083"/>
                    </a:cubicBezTo>
                    <a:cubicBezTo>
                      <a:pt x="172" y="1103"/>
                      <a:pt x="223" y="1107"/>
                      <a:pt x="241" y="1107"/>
                    </a:cubicBezTo>
                    <a:cubicBezTo>
                      <a:pt x="789" y="1115"/>
                      <a:pt x="1337" y="1108"/>
                      <a:pt x="1884" y="1087"/>
                    </a:cubicBezTo>
                    <a:cubicBezTo>
                      <a:pt x="1905" y="1086"/>
                      <a:pt x="1951" y="1083"/>
                      <a:pt x="1952" y="1063"/>
                    </a:cubicBezTo>
                    <a:cubicBezTo>
                      <a:pt x="1953" y="1044"/>
                      <a:pt x="1902" y="1038"/>
                      <a:pt x="1884" y="103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659;p39">
              <a:extLst>
                <a:ext uri="{FF2B5EF4-FFF2-40B4-BE49-F238E27FC236}">
                  <a16:creationId xmlns:a16="http://schemas.microsoft.com/office/drawing/2014/main" id="{C376D546-1149-6B17-1548-842B5EDD775E}"/>
                </a:ext>
              </a:extLst>
            </p:cNvPr>
            <p:cNvSpPr/>
            <p:nvPr/>
          </p:nvSpPr>
          <p:spPr>
            <a:xfrm rot="10800000">
              <a:off x="7128100" y="2711624"/>
              <a:ext cx="150750" cy="222326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0;p39">
              <a:extLst>
                <a:ext uri="{FF2B5EF4-FFF2-40B4-BE49-F238E27FC236}">
                  <a16:creationId xmlns:a16="http://schemas.microsoft.com/office/drawing/2014/main" id="{4EB65F2E-BE87-B063-004A-842278DBFA1E}"/>
                </a:ext>
              </a:extLst>
            </p:cNvPr>
            <p:cNvSpPr/>
            <p:nvPr/>
          </p:nvSpPr>
          <p:spPr>
            <a:xfrm rot="10800000">
              <a:off x="8573487" y="2933951"/>
              <a:ext cx="222761" cy="328500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661;p39">
              <a:extLst>
                <a:ext uri="{FF2B5EF4-FFF2-40B4-BE49-F238E27FC236}">
                  <a16:creationId xmlns:a16="http://schemas.microsoft.com/office/drawing/2014/main" id="{14B3D9A9-8105-4808-61C7-6F15D5AAB23C}"/>
                </a:ext>
              </a:extLst>
            </p:cNvPr>
            <p:cNvGrpSpPr/>
            <p:nvPr/>
          </p:nvGrpSpPr>
          <p:grpSpPr>
            <a:xfrm>
              <a:off x="6139472" y="2791172"/>
              <a:ext cx="1439569" cy="1860619"/>
              <a:chOff x="6449047" y="2743384"/>
              <a:chExt cx="1439569" cy="1860619"/>
            </a:xfrm>
          </p:grpSpPr>
          <p:sp>
            <p:nvSpPr>
              <p:cNvPr id="18" name="Google Shape;662;p39">
                <a:extLst>
                  <a:ext uri="{FF2B5EF4-FFF2-40B4-BE49-F238E27FC236}">
                    <a16:creationId xmlns:a16="http://schemas.microsoft.com/office/drawing/2014/main" id="{CA22F3E2-455E-8FA6-8DF3-ED567036C3C1}"/>
                  </a:ext>
                </a:extLst>
              </p:cNvPr>
              <p:cNvSpPr/>
              <p:nvPr/>
            </p:nvSpPr>
            <p:spPr>
              <a:xfrm>
                <a:off x="6456888" y="3852117"/>
                <a:ext cx="1337380" cy="751887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863" extrusionOk="0">
                    <a:moveTo>
                      <a:pt x="1081" y="0"/>
                    </a:moveTo>
                    <a:lnTo>
                      <a:pt x="41" y="0"/>
                    </a:lnTo>
                    <a:lnTo>
                      <a:pt x="41" y="66"/>
                    </a:lnTo>
                    <a:lnTo>
                      <a:pt x="0" y="66"/>
                    </a:lnTo>
                    <a:lnTo>
                      <a:pt x="41" y="128"/>
                    </a:lnTo>
                    <a:lnTo>
                      <a:pt x="41" y="219"/>
                    </a:lnTo>
                    <a:lnTo>
                      <a:pt x="474" y="862"/>
                    </a:lnTo>
                    <a:lnTo>
                      <a:pt x="1534" y="829"/>
                    </a:lnTo>
                    <a:lnTo>
                      <a:pt x="1534" y="685"/>
                    </a:lnTo>
                    <a:lnTo>
                      <a:pt x="1081" y="0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9" name="Google Shape;663;p39">
                <a:extLst>
                  <a:ext uri="{FF2B5EF4-FFF2-40B4-BE49-F238E27FC236}">
                    <a16:creationId xmlns:a16="http://schemas.microsoft.com/office/drawing/2014/main" id="{AC2C8460-C2B4-A5B2-3366-01D0E0BA0AB8}"/>
                  </a:ext>
                </a:extLst>
              </p:cNvPr>
              <p:cNvSpPr/>
              <p:nvPr/>
            </p:nvSpPr>
            <p:spPr>
              <a:xfrm>
                <a:off x="6449047" y="3849503"/>
                <a:ext cx="1345222" cy="725749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833" extrusionOk="0">
                    <a:moveTo>
                      <a:pt x="486" y="832"/>
                    </a:moveTo>
                    <a:lnTo>
                      <a:pt x="47" y="198"/>
                    </a:lnTo>
                    <a:lnTo>
                      <a:pt x="57" y="191"/>
                    </a:lnTo>
                    <a:lnTo>
                      <a:pt x="493" y="820"/>
                    </a:lnTo>
                    <a:lnTo>
                      <a:pt x="1543" y="787"/>
                    </a:lnTo>
                    <a:lnTo>
                      <a:pt x="1543" y="799"/>
                    </a:lnTo>
                    <a:lnTo>
                      <a:pt x="486" y="832"/>
                    </a:lnTo>
                    <a:moveTo>
                      <a:pt x="1500" y="737"/>
                    </a:moveTo>
                    <a:lnTo>
                      <a:pt x="1500" y="725"/>
                    </a:lnTo>
                    <a:lnTo>
                      <a:pt x="462" y="750"/>
                    </a:lnTo>
                    <a:lnTo>
                      <a:pt x="10" y="68"/>
                    </a:lnTo>
                    <a:lnTo>
                      <a:pt x="0" y="74"/>
                    </a:lnTo>
                    <a:lnTo>
                      <a:pt x="453" y="759"/>
                    </a:lnTo>
                    <a:lnTo>
                      <a:pt x="455" y="762"/>
                    </a:lnTo>
                    <a:lnTo>
                      <a:pt x="1500" y="737"/>
                    </a:lnTo>
                    <a:moveTo>
                      <a:pt x="1543" y="682"/>
                    </a:moveTo>
                    <a:lnTo>
                      <a:pt x="507" y="682"/>
                    </a:lnTo>
                    <a:lnTo>
                      <a:pt x="55" y="0"/>
                    </a:lnTo>
                    <a:lnTo>
                      <a:pt x="45" y="7"/>
                    </a:lnTo>
                    <a:lnTo>
                      <a:pt x="501" y="694"/>
                    </a:lnTo>
                    <a:lnTo>
                      <a:pt x="1543" y="694"/>
                    </a:lnTo>
                    <a:lnTo>
                      <a:pt x="1543" y="682"/>
                    </a:lnTo>
                    <a:moveTo>
                      <a:pt x="1296" y="556"/>
                    </a:moveTo>
                    <a:lnTo>
                      <a:pt x="607" y="556"/>
                    </a:lnTo>
                    <a:cubicBezTo>
                      <a:pt x="596" y="556"/>
                      <a:pt x="587" y="547"/>
                      <a:pt x="587" y="535"/>
                    </a:cubicBezTo>
                    <a:cubicBezTo>
                      <a:pt x="587" y="524"/>
                      <a:pt x="596" y="514"/>
                      <a:pt x="607" y="514"/>
                    </a:cubicBezTo>
                    <a:lnTo>
                      <a:pt x="1296" y="514"/>
                    </a:lnTo>
                    <a:cubicBezTo>
                      <a:pt x="1307" y="514"/>
                      <a:pt x="1317" y="524"/>
                      <a:pt x="1317" y="535"/>
                    </a:cubicBezTo>
                    <a:cubicBezTo>
                      <a:pt x="1317" y="547"/>
                      <a:pt x="1307" y="556"/>
                      <a:pt x="1296" y="556"/>
                    </a:cubicBezTo>
                    <a:moveTo>
                      <a:pt x="1135" y="224"/>
                    </a:moveTo>
                    <a:lnTo>
                      <a:pt x="302" y="224"/>
                    </a:lnTo>
                    <a:cubicBezTo>
                      <a:pt x="296" y="224"/>
                      <a:pt x="292" y="219"/>
                      <a:pt x="292" y="213"/>
                    </a:cubicBezTo>
                    <a:cubicBezTo>
                      <a:pt x="292" y="208"/>
                      <a:pt x="296" y="203"/>
                      <a:pt x="302" y="203"/>
                    </a:cubicBezTo>
                    <a:lnTo>
                      <a:pt x="1135" y="203"/>
                    </a:lnTo>
                    <a:cubicBezTo>
                      <a:pt x="1141" y="203"/>
                      <a:pt x="1145" y="208"/>
                      <a:pt x="1145" y="213"/>
                    </a:cubicBezTo>
                    <a:cubicBezTo>
                      <a:pt x="1145" y="219"/>
                      <a:pt x="1141" y="224"/>
                      <a:pt x="1135" y="224"/>
                    </a:cubicBezTo>
                    <a:moveTo>
                      <a:pt x="1163" y="267"/>
                    </a:moveTo>
                    <a:lnTo>
                      <a:pt x="331" y="267"/>
                    </a:lnTo>
                    <a:cubicBezTo>
                      <a:pt x="326" y="267"/>
                      <a:pt x="321" y="263"/>
                      <a:pt x="321" y="257"/>
                    </a:cubicBezTo>
                    <a:cubicBezTo>
                      <a:pt x="321" y="252"/>
                      <a:pt x="326" y="247"/>
                      <a:pt x="331" y="247"/>
                    </a:cubicBezTo>
                    <a:lnTo>
                      <a:pt x="1163" y="247"/>
                    </a:lnTo>
                    <a:cubicBezTo>
                      <a:pt x="1169" y="247"/>
                      <a:pt x="1174" y="252"/>
                      <a:pt x="1174" y="257"/>
                    </a:cubicBezTo>
                    <a:cubicBezTo>
                      <a:pt x="1174" y="263"/>
                      <a:pt x="1169" y="267"/>
                      <a:pt x="1163" y="267"/>
                    </a:cubicBezTo>
                    <a:moveTo>
                      <a:pt x="1192" y="311"/>
                    </a:moveTo>
                    <a:lnTo>
                      <a:pt x="361" y="311"/>
                    </a:lnTo>
                    <a:cubicBezTo>
                      <a:pt x="355" y="311"/>
                      <a:pt x="350" y="307"/>
                      <a:pt x="350" y="301"/>
                    </a:cubicBezTo>
                    <a:cubicBezTo>
                      <a:pt x="350" y="295"/>
                      <a:pt x="355" y="291"/>
                      <a:pt x="361" y="291"/>
                    </a:cubicBezTo>
                    <a:lnTo>
                      <a:pt x="1192" y="291"/>
                    </a:lnTo>
                    <a:cubicBezTo>
                      <a:pt x="1198" y="291"/>
                      <a:pt x="1202" y="295"/>
                      <a:pt x="1202" y="301"/>
                    </a:cubicBezTo>
                    <a:cubicBezTo>
                      <a:pt x="1202" y="307"/>
                      <a:pt x="1198" y="311"/>
                      <a:pt x="1192" y="311"/>
                    </a:cubicBezTo>
                    <a:moveTo>
                      <a:pt x="1220" y="357"/>
                    </a:moveTo>
                    <a:lnTo>
                      <a:pt x="390" y="354"/>
                    </a:lnTo>
                    <a:cubicBezTo>
                      <a:pt x="384" y="354"/>
                      <a:pt x="380" y="349"/>
                      <a:pt x="380" y="343"/>
                    </a:cubicBezTo>
                    <a:cubicBezTo>
                      <a:pt x="380" y="338"/>
                      <a:pt x="384" y="333"/>
                      <a:pt x="390" y="333"/>
                    </a:cubicBezTo>
                    <a:lnTo>
                      <a:pt x="1220" y="336"/>
                    </a:lnTo>
                    <a:cubicBezTo>
                      <a:pt x="1226" y="336"/>
                      <a:pt x="1230" y="341"/>
                      <a:pt x="1230" y="346"/>
                    </a:cubicBezTo>
                    <a:cubicBezTo>
                      <a:pt x="1230" y="352"/>
                      <a:pt x="1226" y="357"/>
                      <a:pt x="1220" y="357"/>
                    </a:cubicBezTo>
                    <a:moveTo>
                      <a:pt x="1248" y="399"/>
                    </a:moveTo>
                    <a:lnTo>
                      <a:pt x="419" y="399"/>
                    </a:lnTo>
                    <a:cubicBezTo>
                      <a:pt x="414" y="399"/>
                      <a:pt x="409" y="394"/>
                      <a:pt x="409" y="389"/>
                    </a:cubicBezTo>
                    <a:cubicBezTo>
                      <a:pt x="409" y="383"/>
                      <a:pt x="414" y="379"/>
                      <a:pt x="419" y="379"/>
                    </a:cubicBezTo>
                    <a:lnTo>
                      <a:pt x="1248" y="379"/>
                    </a:lnTo>
                    <a:cubicBezTo>
                      <a:pt x="1254" y="379"/>
                      <a:pt x="1259" y="383"/>
                      <a:pt x="1259" y="389"/>
                    </a:cubicBezTo>
                    <a:cubicBezTo>
                      <a:pt x="1259" y="394"/>
                      <a:pt x="1254" y="399"/>
                      <a:pt x="1248" y="39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" name="Google Shape;664;p39">
                <a:extLst>
                  <a:ext uri="{FF2B5EF4-FFF2-40B4-BE49-F238E27FC236}">
                    <a16:creationId xmlns:a16="http://schemas.microsoft.com/office/drawing/2014/main" id="{3C81974D-0400-FA26-F5A6-90BDB2BBDA1E}"/>
                  </a:ext>
                </a:extLst>
              </p:cNvPr>
              <p:cNvGrpSpPr/>
              <p:nvPr/>
            </p:nvGrpSpPr>
            <p:grpSpPr>
              <a:xfrm flipH="1">
                <a:off x="6703140" y="2743384"/>
                <a:ext cx="1185476" cy="1434429"/>
                <a:chOff x="3270827" y="3833059"/>
                <a:chExt cx="1185476" cy="1434429"/>
              </a:xfrm>
            </p:grpSpPr>
            <p:sp>
              <p:nvSpPr>
                <p:cNvPr id="21" name="Google Shape;665;p39">
                  <a:extLst>
                    <a:ext uri="{FF2B5EF4-FFF2-40B4-BE49-F238E27FC236}">
                      <a16:creationId xmlns:a16="http://schemas.microsoft.com/office/drawing/2014/main" id="{135ABC6B-59C9-3632-8DD7-40D49EC6BCA3}"/>
                    </a:ext>
                  </a:extLst>
                </p:cNvPr>
                <p:cNvSpPr/>
                <p:nvPr/>
              </p:nvSpPr>
              <p:spPr>
                <a:xfrm>
                  <a:off x="3270827" y="3944543"/>
                  <a:ext cx="813110" cy="1322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" h="1780" extrusionOk="0">
                      <a:moveTo>
                        <a:pt x="1093" y="96"/>
                      </a:moveTo>
                      <a:lnTo>
                        <a:pt x="200" y="1779"/>
                      </a:lnTo>
                      <a:lnTo>
                        <a:pt x="164" y="1762"/>
                      </a:lnTo>
                      <a:lnTo>
                        <a:pt x="146" y="1753"/>
                      </a:lnTo>
                      <a:lnTo>
                        <a:pt x="112" y="1737"/>
                      </a:lnTo>
                      <a:lnTo>
                        <a:pt x="93" y="1728"/>
                      </a:lnTo>
                      <a:lnTo>
                        <a:pt x="53" y="1709"/>
                      </a:lnTo>
                      <a:lnTo>
                        <a:pt x="35" y="1700"/>
                      </a:lnTo>
                      <a:lnTo>
                        <a:pt x="0" y="1683"/>
                      </a:lnTo>
                      <a:lnTo>
                        <a:pt x="893" y="0"/>
                      </a:lnTo>
                      <a:lnTo>
                        <a:pt x="930" y="18"/>
                      </a:lnTo>
                      <a:lnTo>
                        <a:pt x="948" y="27"/>
                      </a:lnTo>
                      <a:lnTo>
                        <a:pt x="988" y="46"/>
                      </a:lnTo>
                      <a:lnTo>
                        <a:pt x="1007" y="55"/>
                      </a:lnTo>
                      <a:lnTo>
                        <a:pt x="1041" y="71"/>
                      </a:lnTo>
                      <a:lnTo>
                        <a:pt x="1059" y="80"/>
                      </a:lnTo>
                      <a:lnTo>
                        <a:pt x="1093" y="96"/>
                      </a:ln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2" name="Google Shape;666;p39">
                  <a:extLst>
                    <a:ext uri="{FF2B5EF4-FFF2-40B4-BE49-F238E27FC236}">
                      <a16:creationId xmlns:a16="http://schemas.microsoft.com/office/drawing/2014/main" id="{D780621A-F627-2512-1FF1-C36CDE123CB5}"/>
                    </a:ext>
                  </a:extLst>
                </p:cNvPr>
                <p:cNvSpPr/>
                <p:nvPr/>
              </p:nvSpPr>
              <p:spPr>
                <a:xfrm>
                  <a:off x="3419476" y="3985421"/>
                  <a:ext cx="1036827" cy="1282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1725" extrusionOk="0">
                      <a:moveTo>
                        <a:pt x="0" y="1724"/>
                      </a:moveTo>
                      <a:lnTo>
                        <a:pt x="563" y="1683"/>
                      </a:lnTo>
                      <a:lnTo>
                        <a:pt x="1394" y="0"/>
                      </a:lnTo>
                      <a:lnTo>
                        <a:pt x="893" y="41"/>
                      </a:lnTo>
                      <a:lnTo>
                        <a:pt x="0" y="1724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3" name="Google Shape;667;p39">
                  <a:extLst>
                    <a:ext uri="{FF2B5EF4-FFF2-40B4-BE49-F238E27FC236}">
                      <a16:creationId xmlns:a16="http://schemas.microsoft.com/office/drawing/2014/main" id="{4DC0BB42-B2A3-FEEE-DCC0-33D7427BAB15}"/>
                    </a:ext>
                  </a:extLst>
                </p:cNvPr>
                <p:cNvSpPr/>
                <p:nvPr/>
              </p:nvSpPr>
              <p:spPr>
                <a:xfrm>
                  <a:off x="3887721" y="3833059"/>
                  <a:ext cx="558177" cy="23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" h="314" extrusionOk="0">
                      <a:moveTo>
                        <a:pt x="749" y="161"/>
                      </a:moveTo>
                      <a:cubicBezTo>
                        <a:pt x="738" y="85"/>
                        <a:pt x="677" y="24"/>
                        <a:pt x="601" y="14"/>
                      </a:cubicBezTo>
                      <a:cubicBezTo>
                        <a:pt x="576" y="11"/>
                        <a:pt x="551" y="13"/>
                        <a:pt x="529" y="20"/>
                      </a:cubicBezTo>
                      <a:cubicBezTo>
                        <a:pt x="520" y="17"/>
                        <a:pt x="511" y="15"/>
                        <a:pt x="501" y="14"/>
                      </a:cubicBezTo>
                      <a:cubicBezTo>
                        <a:pt x="476" y="11"/>
                        <a:pt x="452" y="14"/>
                        <a:pt x="429" y="20"/>
                      </a:cubicBezTo>
                      <a:cubicBezTo>
                        <a:pt x="420" y="17"/>
                        <a:pt x="411" y="15"/>
                        <a:pt x="402" y="14"/>
                      </a:cubicBezTo>
                      <a:cubicBezTo>
                        <a:pt x="376" y="11"/>
                        <a:pt x="352" y="13"/>
                        <a:pt x="330" y="20"/>
                      </a:cubicBezTo>
                      <a:cubicBezTo>
                        <a:pt x="321" y="18"/>
                        <a:pt x="312" y="15"/>
                        <a:pt x="302" y="14"/>
                      </a:cubicBezTo>
                      <a:cubicBezTo>
                        <a:pt x="277" y="11"/>
                        <a:pt x="252" y="13"/>
                        <a:pt x="230" y="20"/>
                      </a:cubicBezTo>
                      <a:cubicBezTo>
                        <a:pt x="221" y="17"/>
                        <a:pt x="212" y="15"/>
                        <a:pt x="202" y="14"/>
                      </a:cubicBezTo>
                      <a:cubicBezTo>
                        <a:pt x="93" y="0"/>
                        <a:pt x="0" y="90"/>
                        <a:pt x="9" y="199"/>
                      </a:cubicBezTo>
                      <a:cubicBezTo>
                        <a:pt x="10" y="212"/>
                        <a:pt x="13" y="225"/>
                        <a:pt x="17" y="238"/>
                      </a:cubicBezTo>
                      <a:lnTo>
                        <a:pt x="43" y="189"/>
                      </a:lnTo>
                      <a:cubicBezTo>
                        <a:pt x="40" y="112"/>
                        <a:pt x="101" y="49"/>
                        <a:pt x="177" y="47"/>
                      </a:cubicBezTo>
                      <a:cubicBezTo>
                        <a:pt x="144" y="72"/>
                        <a:pt x="120" y="107"/>
                        <a:pt x="112" y="148"/>
                      </a:cubicBezTo>
                      <a:lnTo>
                        <a:pt x="147" y="147"/>
                      </a:lnTo>
                      <a:cubicBezTo>
                        <a:pt x="159" y="106"/>
                        <a:pt x="190" y="72"/>
                        <a:pt x="230" y="57"/>
                      </a:cubicBezTo>
                      <a:cubicBezTo>
                        <a:pt x="238" y="60"/>
                        <a:pt x="245" y="64"/>
                        <a:pt x="253" y="68"/>
                      </a:cubicBezTo>
                      <a:cubicBezTo>
                        <a:pt x="233" y="90"/>
                        <a:pt x="219" y="116"/>
                        <a:pt x="212" y="145"/>
                      </a:cubicBezTo>
                      <a:lnTo>
                        <a:pt x="248" y="143"/>
                      </a:lnTo>
                      <a:cubicBezTo>
                        <a:pt x="254" y="123"/>
                        <a:pt x="265" y="105"/>
                        <a:pt x="279" y="90"/>
                      </a:cubicBezTo>
                      <a:cubicBezTo>
                        <a:pt x="299" y="111"/>
                        <a:pt x="313" y="138"/>
                        <a:pt x="316" y="168"/>
                      </a:cubicBezTo>
                      <a:cubicBezTo>
                        <a:pt x="321" y="212"/>
                        <a:pt x="305" y="253"/>
                        <a:pt x="277" y="281"/>
                      </a:cubicBezTo>
                      <a:cubicBezTo>
                        <a:pt x="271" y="287"/>
                        <a:pt x="270" y="296"/>
                        <a:pt x="275" y="303"/>
                      </a:cubicBezTo>
                      <a:cubicBezTo>
                        <a:pt x="281" y="312"/>
                        <a:pt x="294" y="313"/>
                        <a:pt x="301" y="306"/>
                      </a:cubicBezTo>
                      <a:cubicBezTo>
                        <a:pt x="337" y="270"/>
                        <a:pt x="357" y="218"/>
                        <a:pt x="350" y="161"/>
                      </a:cubicBezTo>
                      <a:cubicBezTo>
                        <a:pt x="349" y="154"/>
                        <a:pt x="348" y="147"/>
                        <a:pt x="346" y="139"/>
                      </a:cubicBezTo>
                      <a:lnTo>
                        <a:pt x="349" y="139"/>
                      </a:lnTo>
                      <a:cubicBezTo>
                        <a:pt x="355" y="121"/>
                        <a:pt x="366" y="104"/>
                        <a:pt x="379" y="90"/>
                      </a:cubicBezTo>
                      <a:cubicBezTo>
                        <a:pt x="392" y="104"/>
                        <a:pt x="402" y="120"/>
                        <a:pt x="408" y="137"/>
                      </a:cubicBezTo>
                      <a:cubicBezTo>
                        <a:pt x="409" y="140"/>
                        <a:pt x="410" y="142"/>
                        <a:pt x="411" y="145"/>
                      </a:cubicBezTo>
                      <a:cubicBezTo>
                        <a:pt x="413" y="153"/>
                        <a:pt x="415" y="160"/>
                        <a:pt x="416" y="168"/>
                      </a:cubicBezTo>
                      <a:cubicBezTo>
                        <a:pt x="418" y="188"/>
                        <a:pt x="416" y="207"/>
                        <a:pt x="411" y="224"/>
                      </a:cubicBezTo>
                      <a:cubicBezTo>
                        <a:pt x="410" y="227"/>
                        <a:pt x="409" y="231"/>
                        <a:pt x="407" y="234"/>
                      </a:cubicBezTo>
                      <a:cubicBezTo>
                        <a:pt x="400" y="252"/>
                        <a:pt x="390" y="268"/>
                        <a:pt x="377" y="281"/>
                      </a:cubicBezTo>
                      <a:cubicBezTo>
                        <a:pt x="371" y="287"/>
                        <a:pt x="370" y="296"/>
                        <a:pt x="374" y="303"/>
                      </a:cubicBezTo>
                      <a:lnTo>
                        <a:pt x="375" y="303"/>
                      </a:lnTo>
                      <a:cubicBezTo>
                        <a:pt x="381" y="312"/>
                        <a:pt x="393" y="313"/>
                        <a:pt x="401" y="306"/>
                      </a:cubicBezTo>
                      <a:cubicBezTo>
                        <a:pt x="421" y="285"/>
                        <a:pt x="436" y="260"/>
                        <a:pt x="445" y="231"/>
                      </a:cubicBezTo>
                      <a:cubicBezTo>
                        <a:pt x="451" y="209"/>
                        <a:pt x="453" y="186"/>
                        <a:pt x="450" y="161"/>
                      </a:cubicBezTo>
                      <a:cubicBezTo>
                        <a:pt x="449" y="156"/>
                        <a:pt x="448" y="150"/>
                        <a:pt x="447" y="145"/>
                      </a:cubicBezTo>
                      <a:cubicBezTo>
                        <a:pt x="446" y="142"/>
                        <a:pt x="445" y="139"/>
                        <a:pt x="444" y="135"/>
                      </a:cubicBezTo>
                      <a:lnTo>
                        <a:pt x="450" y="135"/>
                      </a:lnTo>
                      <a:cubicBezTo>
                        <a:pt x="456" y="118"/>
                        <a:pt x="466" y="103"/>
                        <a:pt x="479" y="90"/>
                      </a:cubicBezTo>
                      <a:cubicBezTo>
                        <a:pt x="490" y="102"/>
                        <a:pt x="500" y="117"/>
                        <a:pt x="506" y="133"/>
                      </a:cubicBezTo>
                      <a:cubicBezTo>
                        <a:pt x="511" y="144"/>
                        <a:pt x="514" y="156"/>
                        <a:pt x="515" y="168"/>
                      </a:cubicBezTo>
                      <a:cubicBezTo>
                        <a:pt x="518" y="188"/>
                        <a:pt x="516" y="208"/>
                        <a:pt x="510" y="226"/>
                      </a:cubicBezTo>
                      <a:cubicBezTo>
                        <a:pt x="503" y="247"/>
                        <a:pt x="492" y="266"/>
                        <a:pt x="476" y="281"/>
                      </a:cubicBezTo>
                      <a:cubicBezTo>
                        <a:pt x="471" y="287"/>
                        <a:pt x="470" y="296"/>
                        <a:pt x="474" y="303"/>
                      </a:cubicBezTo>
                      <a:cubicBezTo>
                        <a:pt x="480" y="312"/>
                        <a:pt x="493" y="313"/>
                        <a:pt x="500" y="306"/>
                      </a:cubicBezTo>
                      <a:cubicBezTo>
                        <a:pt x="523" y="283"/>
                        <a:pt x="539" y="255"/>
                        <a:pt x="546" y="223"/>
                      </a:cubicBezTo>
                      <a:cubicBezTo>
                        <a:pt x="551" y="203"/>
                        <a:pt x="552" y="183"/>
                        <a:pt x="549" y="161"/>
                      </a:cubicBezTo>
                      <a:cubicBezTo>
                        <a:pt x="548" y="151"/>
                        <a:pt x="546" y="141"/>
                        <a:pt x="543" y="132"/>
                      </a:cubicBezTo>
                      <a:cubicBezTo>
                        <a:pt x="535" y="108"/>
                        <a:pt x="522" y="86"/>
                        <a:pt x="505" y="68"/>
                      </a:cubicBezTo>
                      <a:cubicBezTo>
                        <a:pt x="513" y="64"/>
                        <a:pt x="520" y="60"/>
                        <a:pt x="529" y="56"/>
                      </a:cubicBezTo>
                      <a:cubicBezTo>
                        <a:pt x="562" y="70"/>
                        <a:pt x="590" y="96"/>
                        <a:pt x="604" y="130"/>
                      </a:cubicBezTo>
                      <a:cubicBezTo>
                        <a:pt x="610" y="142"/>
                        <a:pt x="613" y="155"/>
                        <a:pt x="615" y="168"/>
                      </a:cubicBezTo>
                      <a:cubicBezTo>
                        <a:pt x="617" y="185"/>
                        <a:pt x="616" y="202"/>
                        <a:pt x="612" y="218"/>
                      </a:cubicBezTo>
                      <a:cubicBezTo>
                        <a:pt x="606" y="242"/>
                        <a:pt x="593" y="264"/>
                        <a:pt x="576" y="281"/>
                      </a:cubicBezTo>
                      <a:cubicBezTo>
                        <a:pt x="570" y="287"/>
                        <a:pt x="569" y="296"/>
                        <a:pt x="574" y="303"/>
                      </a:cubicBezTo>
                      <a:cubicBezTo>
                        <a:pt x="580" y="312"/>
                        <a:pt x="592" y="313"/>
                        <a:pt x="600" y="306"/>
                      </a:cubicBezTo>
                      <a:cubicBezTo>
                        <a:pt x="624" y="281"/>
                        <a:pt x="641" y="250"/>
                        <a:pt x="647" y="215"/>
                      </a:cubicBezTo>
                      <a:cubicBezTo>
                        <a:pt x="651" y="198"/>
                        <a:pt x="651" y="180"/>
                        <a:pt x="649" y="161"/>
                      </a:cubicBezTo>
                      <a:cubicBezTo>
                        <a:pt x="648" y="157"/>
                        <a:pt x="647" y="153"/>
                        <a:pt x="647" y="149"/>
                      </a:cubicBezTo>
                      <a:cubicBezTo>
                        <a:pt x="638" y="108"/>
                        <a:pt x="614" y="72"/>
                        <a:pt x="582" y="47"/>
                      </a:cubicBezTo>
                      <a:cubicBezTo>
                        <a:pt x="585" y="47"/>
                        <a:pt x="589" y="48"/>
                        <a:pt x="592" y="48"/>
                      </a:cubicBezTo>
                      <a:cubicBezTo>
                        <a:pt x="656" y="54"/>
                        <a:pt x="707" y="105"/>
                        <a:pt x="715" y="168"/>
                      </a:cubicBezTo>
                      <a:cubicBezTo>
                        <a:pt x="715" y="173"/>
                        <a:pt x="715" y="178"/>
                        <a:pt x="715" y="182"/>
                      </a:cubicBezTo>
                      <a:cubicBezTo>
                        <a:pt x="715" y="192"/>
                        <a:pt x="715" y="201"/>
                        <a:pt x="713" y="209"/>
                      </a:cubicBezTo>
                      <a:cubicBezTo>
                        <a:pt x="708" y="237"/>
                        <a:pt x="695" y="262"/>
                        <a:pt x="676" y="281"/>
                      </a:cubicBezTo>
                      <a:cubicBezTo>
                        <a:pt x="670" y="287"/>
                        <a:pt x="669" y="296"/>
                        <a:pt x="673" y="303"/>
                      </a:cubicBezTo>
                      <a:cubicBezTo>
                        <a:pt x="679" y="312"/>
                        <a:pt x="692" y="313"/>
                        <a:pt x="700" y="306"/>
                      </a:cubicBezTo>
                      <a:cubicBezTo>
                        <a:pt x="726" y="280"/>
                        <a:pt x="743" y="245"/>
                        <a:pt x="748" y="207"/>
                      </a:cubicBezTo>
                      <a:cubicBezTo>
                        <a:pt x="749" y="204"/>
                        <a:pt x="749" y="201"/>
                        <a:pt x="749" y="198"/>
                      </a:cubicBezTo>
                      <a:cubicBezTo>
                        <a:pt x="750" y="186"/>
                        <a:pt x="750" y="174"/>
                        <a:pt x="749" y="161"/>
                      </a:cubicBezTo>
                      <a:moveTo>
                        <a:pt x="330" y="100"/>
                      </a:moveTo>
                      <a:cubicBezTo>
                        <a:pt x="323" y="89"/>
                        <a:pt x="315" y="78"/>
                        <a:pt x="306" y="68"/>
                      </a:cubicBezTo>
                      <a:cubicBezTo>
                        <a:pt x="314" y="64"/>
                        <a:pt x="321" y="60"/>
                        <a:pt x="330" y="57"/>
                      </a:cubicBezTo>
                      <a:cubicBezTo>
                        <a:pt x="338" y="60"/>
                        <a:pt x="345" y="64"/>
                        <a:pt x="353" y="68"/>
                      </a:cubicBezTo>
                      <a:cubicBezTo>
                        <a:pt x="344" y="78"/>
                        <a:pt x="336" y="88"/>
                        <a:pt x="330" y="100"/>
                      </a:cubicBezTo>
                      <a:moveTo>
                        <a:pt x="429" y="100"/>
                      </a:moveTo>
                      <a:cubicBezTo>
                        <a:pt x="423" y="89"/>
                        <a:pt x="415" y="78"/>
                        <a:pt x="406" y="68"/>
                      </a:cubicBezTo>
                      <a:cubicBezTo>
                        <a:pt x="413" y="64"/>
                        <a:pt x="421" y="60"/>
                        <a:pt x="429" y="56"/>
                      </a:cubicBezTo>
                      <a:cubicBezTo>
                        <a:pt x="437" y="60"/>
                        <a:pt x="445" y="64"/>
                        <a:pt x="452" y="68"/>
                      </a:cubicBezTo>
                      <a:cubicBezTo>
                        <a:pt x="443" y="78"/>
                        <a:pt x="436" y="89"/>
                        <a:pt x="429" y="10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668;p39">
                  <a:extLst>
                    <a:ext uri="{FF2B5EF4-FFF2-40B4-BE49-F238E27FC236}">
                      <a16:creationId xmlns:a16="http://schemas.microsoft.com/office/drawing/2014/main" id="{30B53EBA-6470-05CA-53B5-0CFBAA3FD806}"/>
                    </a:ext>
                  </a:extLst>
                </p:cNvPr>
                <p:cNvSpPr/>
                <p:nvPr/>
              </p:nvSpPr>
              <p:spPr>
                <a:xfrm>
                  <a:off x="3339949" y="3978732"/>
                  <a:ext cx="680069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9" y="1691"/>
                      </a:lnTo>
                      <a:lnTo>
                        <a:pt x="914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25" name="Google Shape;669;p39">
                  <a:extLst>
                    <a:ext uri="{FF2B5EF4-FFF2-40B4-BE49-F238E27FC236}">
                      <a16:creationId xmlns:a16="http://schemas.microsoft.com/office/drawing/2014/main" id="{77DB1EF2-9AD4-77E7-04D9-A3D392CABB2A}"/>
                    </a:ext>
                  </a:extLst>
                </p:cNvPr>
                <p:cNvSpPr/>
                <p:nvPr/>
              </p:nvSpPr>
              <p:spPr>
                <a:xfrm>
                  <a:off x="3296841" y="3957921"/>
                  <a:ext cx="679326" cy="1257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" h="1692" extrusionOk="0">
                      <a:moveTo>
                        <a:pt x="895" y="0"/>
                      </a:moveTo>
                      <a:lnTo>
                        <a:pt x="0" y="1682"/>
                      </a:lnTo>
                      <a:lnTo>
                        <a:pt x="18" y="1691"/>
                      </a:lnTo>
                      <a:lnTo>
                        <a:pt x="913" y="9"/>
                      </a:lnTo>
                      <a:lnTo>
                        <a:pt x="895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</p:grpSp>
        </p:grpSp>
        <p:grpSp>
          <p:nvGrpSpPr>
            <p:cNvPr id="12" name="Google Shape;670;p39">
              <a:extLst>
                <a:ext uri="{FF2B5EF4-FFF2-40B4-BE49-F238E27FC236}">
                  <a16:creationId xmlns:a16="http://schemas.microsoft.com/office/drawing/2014/main" id="{171B8592-3070-BE5A-0F44-C103820F4923}"/>
                </a:ext>
              </a:extLst>
            </p:cNvPr>
            <p:cNvGrpSpPr/>
            <p:nvPr/>
          </p:nvGrpSpPr>
          <p:grpSpPr>
            <a:xfrm rot="-8945566">
              <a:off x="8309554" y="12191"/>
              <a:ext cx="693432" cy="3688120"/>
              <a:chOff x="6003510" y="3483090"/>
              <a:chExt cx="463838" cy="2466989"/>
            </a:xfrm>
          </p:grpSpPr>
          <p:sp>
            <p:nvSpPr>
              <p:cNvPr id="13" name="Google Shape;671;p39">
                <a:extLst>
                  <a:ext uri="{FF2B5EF4-FFF2-40B4-BE49-F238E27FC236}">
                    <a16:creationId xmlns:a16="http://schemas.microsoft.com/office/drawing/2014/main" id="{538FCBF4-C415-AA72-E0AD-5286A04CA6FA}"/>
                  </a:ext>
                </a:extLst>
              </p:cNvPr>
              <p:cNvSpPr/>
              <p:nvPr/>
            </p:nvSpPr>
            <p:spPr>
              <a:xfrm rot="17100003">
                <a:off x="5084252" y="4802655"/>
                <a:ext cx="2055956" cy="217440"/>
              </a:xfrm>
              <a:custGeom>
                <a:avLst/>
                <a:gdLst/>
                <a:ahLst/>
                <a:cxnLst/>
                <a:rect l="l" t="t" r="r" b="b"/>
                <a:pathLst>
                  <a:path w="5711" h="604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10" y="349"/>
                    </a:lnTo>
                    <a:lnTo>
                      <a:pt x="16" y="603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Google Shape;672;p39">
                <a:extLst>
                  <a:ext uri="{FF2B5EF4-FFF2-40B4-BE49-F238E27FC236}">
                    <a16:creationId xmlns:a16="http://schemas.microsoft.com/office/drawing/2014/main" id="{8608AB31-9E36-6B48-26AB-BD71653CB3E9}"/>
                  </a:ext>
                </a:extLst>
              </p:cNvPr>
              <p:cNvSpPr/>
              <p:nvPr/>
            </p:nvSpPr>
            <p:spPr>
              <a:xfrm rot="17100003">
                <a:off x="5107702" y="4854421"/>
                <a:ext cx="2052356" cy="138960"/>
              </a:xfrm>
              <a:custGeom>
                <a:avLst/>
                <a:gdLst/>
                <a:ahLst/>
                <a:cxnLst/>
                <a:rect l="l" t="t" r="r" b="b"/>
                <a:pathLst>
                  <a:path w="5701" h="386" extrusionOk="0">
                    <a:moveTo>
                      <a:pt x="0" y="253"/>
                    </a:moveTo>
                    <a:lnTo>
                      <a:pt x="5694" y="0"/>
                    </a:lnTo>
                    <a:lnTo>
                      <a:pt x="5700" y="131"/>
                    </a:lnTo>
                    <a:lnTo>
                      <a:pt x="6" y="385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Google Shape;673;p39">
                <a:extLst>
                  <a:ext uri="{FF2B5EF4-FFF2-40B4-BE49-F238E27FC236}">
                    <a16:creationId xmlns:a16="http://schemas.microsoft.com/office/drawing/2014/main" id="{994EC05D-034E-8D11-CC1A-949E22A3A5BF}"/>
                  </a:ext>
                </a:extLst>
              </p:cNvPr>
              <p:cNvSpPr/>
              <p:nvPr/>
            </p:nvSpPr>
            <p:spPr>
              <a:xfrm rot="-4499997">
                <a:off x="6363449" y="3940457"/>
                <a:ext cx="583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07" extrusionOk="0">
                    <a:moveTo>
                      <a:pt x="2" y="77"/>
                    </a:moveTo>
                    <a:cubicBezTo>
                      <a:pt x="2" y="87"/>
                      <a:pt x="9" y="97"/>
                      <a:pt x="21" y="106"/>
                    </a:cubicBezTo>
                    <a:lnTo>
                      <a:pt x="161" y="99"/>
                    </a:lnTo>
                    <a:lnTo>
                      <a:pt x="156" y="0"/>
                    </a:lnTo>
                    <a:cubicBezTo>
                      <a:pt x="66" y="13"/>
                      <a:pt x="0" y="44"/>
                      <a:pt x="2" y="7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74;p39">
                <a:extLst>
                  <a:ext uri="{FF2B5EF4-FFF2-40B4-BE49-F238E27FC236}">
                    <a16:creationId xmlns:a16="http://schemas.microsoft.com/office/drawing/2014/main" id="{F93C0BBD-908D-7422-F726-31390D7CB1DA}"/>
                  </a:ext>
                </a:extLst>
              </p:cNvPr>
              <p:cNvSpPr/>
              <p:nvPr/>
            </p:nvSpPr>
            <p:spPr>
              <a:xfrm rot="-4499997">
                <a:off x="5953247" y="3829229"/>
                <a:ext cx="818638" cy="12636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351" extrusionOk="0">
                    <a:moveTo>
                      <a:pt x="2222" y="78"/>
                    </a:moveTo>
                    <a:lnTo>
                      <a:pt x="1903" y="56"/>
                    </a:lnTo>
                    <a:lnTo>
                      <a:pt x="1064" y="0"/>
                    </a:lnTo>
                    <a:lnTo>
                      <a:pt x="994" y="3"/>
                    </a:lnTo>
                    <a:lnTo>
                      <a:pt x="902" y="7"/>
                    </a:lnTo>
                    <a:lnTo>
                      <a:pt x="0" y="47"/>
                    </a:lnTo>
                    <a:lnTo>
                      <a:pt x="902" y="7"/>
                    </a:lnTo>
                    <a:cubicBezTo>
                      <a:pt x="891" y="16"/>
                      <a:pt x="885" y="26"/>
                      <a:pt x="886" y="37"/>
                    </a:cubicBezTo>
                    <a:cubicBezTo>
                      <a:pt x="887" y="70"/>
                      <a:pt x="955" y="95"/>
                      <a:pt x="1047" y="100"/>
                    </a:cubicBezTo>
                    <a:lnTo>
                      <a:pt x="1047" y="105"/>
                    </a:lnTo>
                    <a:cubicBezTo>
                      <a:pt x="956" y="118"/>
                      <a:pt x="891" y="149"/>
                      <a:pt x="892" y="183"/>
                    </a:cubicBezTo>
                    <a:cubicBezTo>
                      <a:pt x="894" y="216"/>
                      <a:pt x="962" y="241"/>
                      <a:pt x="1053" y="246"/>
                    </a:cubicBezTo>
                    <a:lnTo>
                      <a:pt x="1058" y="350"/>
                    </a:lnTo>
                    <a:lnTo>
                      <a:pt x="1080" y="349"/>
                    </a:lnTo>
                    <a:lnTo>
                      <a:pt x="1910" y="218"/>
                    </a:lnTo>
                    <a:lnTo>
                      <a:pt x="2226" y="168"/>
                    </a:lnTo>
                    <a:cubicBezTo>
                      <a:pt x="2273" y="161"/>
                      <a:pt x="2270" y="81"/>
                      <a:pt x="2222" y="7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75;p39">
                <a:extLst>
                  <a:ext uri="{FF2B5EF4-FFF2-40B4-BE49-F238E27FC236}">
                    <a16:creationId xmlns:a16="http://schemas.microsoft.com/office/drawing/2014/main" id="{568848B8-EBE2-A079-AD42-4089A54EE998}"/>
                  </a:ext>
                </a:extLst>
              </p:cNvPr>
              <p:cNvSpPr/>
              <p:nvPr/>
            </p:nvSpPr>
            <p:spPr>
              <a:xfrm rot="-4499997">
                <a:off x="6371228" y="3528659"/>
                <a:ext cx="1335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63" extrusionOk="0">
                    <a:moveTo>
                      <a:pt x="323" y="112"/>
                    </a:moveTo>
                    <a:lnTo>
                      <a:pt x="7" y="162"/>
                    </a:lnTo>
                    <a:lnTo>
                      <a:pt x="0" y="0"/>
                    </a:lnTo>
                    <a:lnTo>
                      <a:pt x="319" y="22"/>
                    </a:lnTo>
                    <a:cubicBezTo>
                      <a:pt x="367" y="25"/>
                      <a:pt x="370" y="105"/>
                      <a:pt x="323" y="112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" name="Google Shape;1016;p51">
            <a:extLst>
              <a:ext uri="{FF2B5EF4-FFF2-40B4-BE49-F238E27FC236}">
                <a16:creationId xmlns:a16="http://schemas.microsoft.com/office/drawing/2014/main" id="{A2D48665-0174-72FA-05BB-51BBF06AECFA}"/>
              </a:ext>
            </a:extLst>
          </p:cNvPr>
          <p:cNvSpPr/>
          <p:nvPr/>
        </p:nvSpPr>
        <p:spPr>
          <a:xfrm>
            <a:off x="5971695" y="4130614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017;p51">
            <a:extLst>
              <a:ext uri="{FF2B5EF4-FFF2-40B4-BE49-F238E27FC236}">
                <a16:creationId xmlns:a16="http://schemas.microsoft.com/office/drawing/2014/main" id="{684C1737-4C8A-518D-5D03-E549CDBD12A9}"/>
              </a:ext>
            </a:extLst>
          </p:cNvPr>
          <p:cNvSpPr/>
          <p:nvPr/>
        </p:nvSpPr>
        <p:spPr>
          <a:xfrm>
            <a:off x="3920867" y="1058685"/>
            <a:ext cx="490670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018;p51">
            <a:extLst>
              <a:ext uri="{FF2B5EF4-FFF2-40B4-BE49-F238E27FC236}">
                <a16:creationId xmlns:a16="http://schemas.microsoft.com/office/drawing/2014/main" id="{2CA29ADF-D722-A7A6-2C37-FD02B7B195F7}"/>
              </a:ext>
            </a:extLst>
          </p:cNvPr>
          <p:cNvSpPr/>
          <p:nvPr/>
        </p:nvSpPr>
        <p:spPr>
          <a:xfrm>
            <a:off x="5867371" y="4597208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Picture 4">
            <a:extLst>
              <a:ext uri="{FF2B5EF4-FFF2-40B4-BE49-F238E27FC236}">
                <a16:creationId xmlns:a16="http://schemas.microsoft.com/office/drawing/2014/main" id="{C25B16DA-D80C-FF18-C9EC-B01A22832198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928" t="19802" r="67346" b="38327"/>
          <a:stretch/>
        </p:blipFill>
        <p:spPr bwMode="auto">
          <a:xfrm>
            <a:off x="4445615" y="1192796"/>
            <a:ext cx="4016545" cy="26951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911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6380-0AF2-3549-3975-A4DCF0F5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WHAT’S DRIVING BIG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A4022-1A61-8FAC-623C-B06D451496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E74EE12-8A0E-C45C-2DC4-A0AB11D07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6" y="1279261"/>
            <a:ext cx="5170209" cy="3864239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11680632-EF46-0B34-24D7-9557AEDD7D88}"/>
              </a:ext>
            </a:extLst>
          </p:cNvPr>
          <p:cNvGrpSpPr/>
          <p:nvPr/>
        </p:nvGrpSpPr>
        <p:grpSpPr>
          <a:xfrm>
            <a:off x="2484120" y="3158579"/>
            <a:ext cx="5274701" cy="954107"/>
            <a:chOff x="2919917" y="4191949"/>
            <a:chExt cx="5274701" cy="954107"/>
          </a:xfrm>
        </p:grpSpPr>
        <p:cxnSp>
          <p:nvCxnSpPr>
            <p:cNvPr id="7" name="Straight Arrow Connector 5">
              <a:extLst>
                <a:ext uri="{FF2B5EF4-FFF2-40B4-BE49-F238E27FC236}">
                  <a16:creationId xmlns:a16="http://schemas.microsoft.com/office/drawing/2014/main" id="{BEA0D9FB-B2ED-E354-30D2-82E080565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9917" y="4451385"/>
              <a:ext cx="2473934" cy="4532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C678F42E-D0BE-840A-C9E9-A1745A6FDBE6}"/>
                </a:ext>
              </a:extLst>
            </p:cNvPr>
            <p:cNvSpPr txBox="1"/>
            <p:nvPr/>
          </p:nvSpPr>
          <p:spPr>
            <a:xfrm>
              <a:off x="5393851" y="4191949"/>
              <a:ext cx="2800767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- Ad-hoc querying and reporting</a:t>
              </a:r>
            </a:p>
            <a:p>
              <a:r>
                <a:rPr lang="en-US" dirty="0"/>
                <a:t>- Data mining techniques</a:t>
              </a:r>
            </a:p>
            <a:p>
              <a:r>
                <a:rPr lang="en-US" dirty="0"/>
                <a:t>- Structured data, typical sources</a:t>
              </a:r>
            </a:p>
            <a:p>
              <a:pPr algn="just"/>
              <a:r>
                <a:rPr lang="en-US" dirty="0"/>
                <a:t>- Small to mid-size datasets</a:t>
              </a:r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3ACECB24-1503-9976-7486-7AE4F64BB0C4}"/>
              </a:ext>
            </a:extLst>
          </p:cNvPr>
          <p:cNvGrpSpPr/>
          <p:nvPr/>
        </p:nvGrpSpPr>
        <p:grpSpPr>
          <a:xfrm>
            <a:off x="2093134" y="1272275"/>
            <a:ext cx="5763469" cy="1169551"/>
            <a:chOff x="2034655" y="1960356"/>
            <a:chExt cx="5763469" cy="1169551"/>
          </a:xfrm>
          <a:solidFill>
            <a:schemeClr val="bg1"/>
          </a:solidFill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DD12F0-7073-588C-1C4E-560EAD251922}"/>
                </a:ext>
              </a:extLst>
            </p:cNvPr>
            <p:cNvSpPr txBox="1"/>
            <p:nvPr/>
          </p:nvSpPr>
          <p:spPr>
            <a:xfrm>
              <a:off x="4508441" y="1960356"/>
              <a:ext cx="3289683" cy="116955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- Optimizations and predictive analytics</a:t>
              </a:r>
            </a:p>
            <a:p>
              <a:r>
                <a:rPr lang="en-US" dirty="0"/>
                <a:t>- Complex statistical analysis</a:t>
              </a:r>
            </a:p>
            <a:p>
              <a:r>
                <a:rPr lang="en-US" dirty="0"/>
                <a:t>- All types of data, and many sources</a:t>
              </a:r>
            </a:p>
            <a:p>
              <a:r>
                <a:rPr lang="en-US" dirty="0"/>
                <a:t>- Very large datasets</a:t>
              </a:r>
            </a:p>
            <a:p>
              <a:pPr algn="just"/>
              <a:r>
                <a:rPr lang="en-US" dirty="0"/>
                <a:t>- More of a real-time </a:t>
              </a:r>
            </a:p>
          </p:txBody>
        </p:sp>
        <p:cxnSp>
          <p:nvCxnSpPr>
            <p:cNvPr id="11" name="Straight Arrow Connector 11">
              <a:extLst>
                <a:ext uri="{FF2B5EF4-FFF2-40B4-BE49-F238E27FC236}">
                  <a16:creationId xmlns:a16="http://schemas.microsoft.com/office/drawing/2014/main" id="{FFA26A7A-C714-3FCA-28D9-DC3668050B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4655" y="2186259"/>
              <a:ext cx="2539826" cy="845052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BE6B3EAA-09E0-DBDA-560E-341F2A7DD79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BFB1032-EA64-7144-B003-9BCC9D94B50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5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DD0-F7A3-66BD-EAAC-4417CDEF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MAPREDUCE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B1A71-9EF6-69DB-EED6-910BCDD66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6680" y="1506450"/>
            <a:ext cx="4294800" cy="21306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Map reduce has two important task, they are:</a:t>
            </a:r>
          </a:p>
          <a:p>
            <a:pPr marL="139700" indent="0">
              <a:buNone/>
            </a:pPr>
            <a:r>
              <a:rPr lang="en-US" dirty="0"/>
              <a:t>1. map</a:t>
            </a:r>
          </a:p>
          <a:p>
            <a:pPr marL="139700" indent="0">
              <a:buNone/>
            </a:pPr>
            <a:r>
              <a:rPr lang="en-US" dirty="0"/>
              <a:t>It contains a set of data it converts an other set of data</a:t>
            </a:r>
          </a:p>
          <a:p>
            <a:pPr marL="139700" indent="0">
              <a:buNone/>
            </a:pPr>
            <a:r>
              <a:rPr lang="en-US" dirty="0"/>
              <a:t>2. Reduce </a:t>
            </a:r>
          </a:p>
          <a:p>
            <a:pPr marL="139700" indent="0">
              <a:buNone/>
            </a:pPr>
            <a:r>
              <a:rPr lang="en-US" dirty="0"/>
              <a:t>it will take a set of data &amp; maps the data into smaller tuples.</a:t>
            </a:r>
          </a:p>
          <a:p>
            <a:endParaRPr lang="en-IN" dirty="0"/>
          </a:p>
        </p:txBody>
      </p:sp>
      <p:grpSp>
        <p:nvGrpSpPr>
          <p:cNvPr id="4" name="Google Shape;687;p40">
            <a:extLst>
              <a:ext uri="{FF2B5EF4-FFF2-40B4-BE49-F238E27FC236}">
                <a16:creationId xmlns:a16="http://schemas.microsoft.com/office/drawing/2014/main" id="{9C200639-11AD-C8F0-65AC-B3F67A0229DE}"/>
              </a:ext>
            </a:extLst>
          </p:cNvPr>
          <p:cNvGrpSpPr/>
          <p:nvPr/>
        </p:nvGrpSpPr>
        <p:grpSpPr>
          <a:xfrm>
            <a:off x="5801845" y="1852500"/>
            <a:ext cx="1594150" cy="1438499"/>
            <a:chOff x="3890290" y="2191276"/>
            <a:chExt cx="1594150" cy="1438499"/>
          </a:xfrm>
        </p:grpSpPr>
        <p:grpSp>
          <p:nvGrpSpPr>
            <p:cNvPr id="5" name="Google Shape;688;p40">
              <a:extLst>
                <a:ext uri="{FF2B5EF4-FFF2-40B4-BE49-F238E27FC236}">
                  <a16:creationId xmlns:a16="http://schemas.microsoft.com/office/drawing/2014/main" id="{29F39AEE-4734-0A34-1F15-97B88C5AC50D}"/>
                </a:ext>
              </a:extLst>
            </p:cNvPr>
            <p:cNvGrpSpPr/>
            <p:nvPr/>
          </p:nvGrpSpPr>
          <p:grpSpPr>
            <a:xfrm>
              <a:off x="3890290" y="2542876"/>
              <a:ext cx="1594150" cy="623428"/>
              <a:chOff x="3523653" y="-869850"/>
              <a:chExt cx="3062728" cy="1197749"/>
            </a:xfrm>
          </p:grpSpPr>
          <p:sp>
            <p:nvSpPr>
              <p:cNvPr id="8" name="Google Shape;689;p40">
                <a:extLst>
                  <a:ext uri="{FF2B5EF4-FFF2-40B4-BE49-F238E27FC236}">
                    <a16:creationId xmlns:a16="http://schemas.microsoft.com/office/drawing/2014/main" id="{6011CC39-674C-1206-8719-04D03AE3ED10}"/>
                  </a:ext>
                </a:extLst>
              </p:cNvPr>
              <p:cNvSpPr/>
              <p:nvPr/>
            </p:nvSpPr>
            <p:spPr>
              <a:xfrm>
                <a:off x="4989616" y="-478193"/>
                <a:ext cx="1498298" cy="764208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1040" extrusionOk="0">
                    <a:moveTo>
                      <a:pt x="69" y="0"/>
                    </a:moveTo>
                    <a:lnTo>
                      <a:pt x="0" y="867"/>
                    </a:lnTo>
                    <a:lnTo>
                      <a:pt x="2038" y="1039"/>
                    </a:lnTo>
                    <a:lnTo>
                      <a:pt x="69" y="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9" name="Google Shape;690;p40">
                <a:extLst>
                  <a:ext uri="{FF2B5EF4-FFF2-40B4-BE49-F238E27FC236}">
                    <a16:creationId xmlns:a16="http://schemas.microsoft.com/office/drawing/2014/main" id="{BB671E42-269D-6A3A-C41A-2D50789408B7}"/>
                  </a:ext>
                </a:extLst>
              </p:cNvPr>
              <p:cNvSpPr/>
              <p:nvPr/>
            </p:nvSpPr>
            <p:spPr>
              <a:xfrm>
                <a:off x="4443646" y="-714069"/>
                <a:ext cx="2142735" cy="1041968"/>
              </a:xfrm>
              <a:custGeom>
                <a:avLst/>
                <a:gdLst/>
                <a:ahLst/>
                <a:cxnLst/>
                <a:rect l="l" t="t" r="r" b="b"/>
                <a:pathLst>
                  <a:path w="2916" h="1418" extrusionOk="0">
                    <a:moveTo>
                      <a:pt x="2915" y="1417"/>
                    </a:moveTo>
                    <a:lnTo>
                      <a:pt x="0" y="960"/>
                    </a:lnTo>
                    <a:lnTo>
                      <a:pt x="526" y="539"/>
                    </a:lnTo>
                    <a:lnTo>
                      <a:pt x="811" y="613"/>
                    </a:lnTo>
                    <a:lnTo>
                      <a:pt x="823" y="617"/>
                    </a:lnTo>
                    <a:lnTo>
                      <a:pt x="812" y="313"/>
                    </a:lnTo>
                    <a:lnTo>
                      <a:pt x="812" y="308"/>
                    </a:lnTo>
                    <a:lnTo>
                      <a:pt x="1189" y="0"/>
                    </a:lnTo>
                    <a:lnTo>
                      <a:pt x="2915" y="1417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Google Shape;691;p40">
                <a:extLst>
                  <a:ext uri="{FF2B5EF4-FFF2-40B4-BE49-F238E27FC236}">
                    <a16:creationId xmlns:a16="http://schemas.microsoft.com/office/drawing/2014/main" id="{3ACE0AD3-3C13-CA7B-9907-CA34A49A861D}"/>
                  </a:ext>
                </a:extLst>
              </p:cNvPr>
              <p:cNvSpPr/>
              <p:nvPr/>
            </p:nvSpPr>
            <p:spPr>
              <a:xfrm>
                <a:off x="5039584" y="-484072"/>
                <a:ext cx="1407180" cy="75318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025" extrusionOk="0">
                    <a:moveTo>
                      <a:pt x="1914" y="1024"/>
                    </a:moveTo>
                    <a:lnTo>
                      <a:pt x="1" y="304"/>
                    </a:lnTo>
                    <a:lnTo>
                      <a:pt x="0" y="300"/>
                    </a:lnTo>
                    <a:lnTo>
                      <a:pt x="12" y="304"/>
                    </a:lnTo>
                    <a:lnTo>
                      <a:pt x="1" y="0"/>
                    </a:lnTo>
                    <a:lnTo>
                      <a:pt x="1914" y="1024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1" name="Google Shape;692;p40">
                <a:extLst>
                  <a:ext uri="{FF2B5EF4-FFF2-40B4-BE49-F238E27FC236}">
                    <a16:creationId xmlns:a16="http://schemas.microsoft.com/office/drawing/2014/main" id="{CB1C5831-17A7-D84D-AE37-C47CFE8D941D}"/>
                  </a:ext>
                </a:extLst>
              </p:cNvPr>
              <p:cNvSpPr/>
              <p:nvPr/>
            </p:nvSpPr>
            <p:spPr>
              <a:xfrm>
                <a:off x="3523653" y="-869850"/>
                <a:ext cx="1138971" cy="735550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001" extrusionOk="0">
                    <a:moveTo>
                      <a:pt x="1477" y="664"/>
                    </a:moveTo>
                    <a:cubicBezTo>
                      <a:pt x="1432" y="758"/>
                      <a:pt x="1354" y="830"/>
                      <a:pt x="1263" y="877"/>
                    </a:cubicBezTo>
                    <a:cubicBezTo>
                      <a:pt x="1173" y="924"/>
                      <a:pt x="1067" y="955"/>
                      <a:pt x="965" y="948"/>
                    </a:cubicBezTo>
                    <a:cubicBezTo>
                      <a:pt x="864" y="941"/>
                      <a:pt x="778" y="887"/>
                      <a:pt x="736" y="794"/>
                    </a:cubicBezTo>
                    <a:cubicBezTo>
                      <a:pt x="719" y="755"/>
                      <a:pt x="710" y="713"/>
                      <a:pt x="708" y="671"/>
                    </a:cubicBezTo>
                    <a:cubicBezTo>
                      <a:pt x="798" y="651"/>
                      <a:pt x="887" y="622"/>
                      <a:pt x="960" y="566"/>
                    </a:cubicBezTo>
                    <a:cubicBezTo>
                      <a:pt x="1005" y="530"/>
                      <a:pt x="1048" y="480"/>
                      <a:pt x="1057" y="422"/>
                    </a:cubicBezTo>
                    <a:cubicBezTo>
                      <a:pt x="1066" y="368"/>
                      <a:pt x="1032" y="322"/>
                      <a:pt x="984" y="301"/>
                    </a:cubicBezTo>
                    <a:cubicBezTo>
                      <a:pt x="930" y="278"/>
                      <a:pt x="868" y="280"/>
                      <a:pt x="816" y="307"/>
                    </a:cubicBezTo>
                    <a:cubicBezTo>
                      <a:pt x="765" y="335"/>
                      <a:pt x="727" y="383"/>
                      <a:pt x="699" y="433"/>
                    </a:cubicBezTo>
                    <a:cubicBezTo>
                      <a:pt x="664" y="498"/>
                      <a:pt x="644" y="574"/>
                      <a:pt x="645" y="649"/>
                    </a:cubicBezTo>
                    <a:cubicBezTo>
                      <a:pt x="532" y="672"/>
                      <a:pt x="412" y="685"/>
                      <a:pt x="302" y="648"/>
                    </a:cubicBezTo>
                    <a:cubicBezTo>
                      <a:pt x="205" y="616"/>
                      <a:pt x="120" y="546"/>
                      <a:pt x="89" y="447"/>
                    </a:cubicBezTo>
                    <a:cubicBezTo>
                      <a:pt x="52" y="333"/>
                      <a:pt x="93" y="208"/>
                      <a:pt x="143" y="105"/>
                    </a:cubicBezTo>
                    <a:cubicBezTo>
                      <a:pt x="156" y="79"/>
                      <a:pt x="170" y="53"/>
                      <a:pt x="185" y="28"/>
                    </a:cubicBezTo>
                    <a:cubicBezTo>
                      <a:pt x="196" y="8"/>
                      <a:pt x="134" y="0"/>
                      <a:pt x="124" y="19"/>
                    </a:cubicBezTo>
                    <a:cubicBezTo>
                      <a:pt x="60" y="130"/>
                      <a:pt x="0" y="260"/>
                      <a:pt x="14" y="390"/>
                    </a:cubicBezTo>
                    <a:cubicBezTo>
                      <a:pt x="27" y="511"/>
                      <a:pt x="108" y="604"/>
                      <a:pt x="216" y="654"/>
                    </a:cubicBezTo>
                    <a:cubicBezTo>
                      <a:pt x="343" y="714"/>
                      <a:pt x="489" y="710"/>
                      <a:pt x="625" y="687"/>
                    </a:cubicBezTo>
                    <a:cubicBezTo>
                      <a:pt x="632" y="686"/>
                      <a:pt x="639" y="684"/>
                      <a:pt x="646" y="683"/>
                    </a:cubicBezTo>
                    <a:cubicBezTo>
                      <a:pt x="647" y="698"/>
                      <a:pt x="649" y="713"/>
                      <a:pt x="652" y="728"/>
                    </a:cubicBezTo>
                    <a:cubicBezTo>
                      <a:pt x="675" y="836"/>
                      <a:pt x="744" y="920"/>
                      <a:pt x="848" y="958"/>
                    </a:cubicBezTo>
                    <a:cubicBezTo>
                      <a:pt x="965" y="1000"/>
                      <a:pt x="1101" y="981"/>
                      <a:pt x="1216" y="940"/>
                    </a:cubicBezTo>
                    <a:cubicBezTo>
                      <a:pt x="1324" y="901"/>
                      <a:pt x="1425" y="838"/>
                      <a:pt x="1495" y="745"/>
                    </a:cubicBezTo>
                    <a:cubicBezTo>
                      <a:pt x="1512" y="722"/>
                      <a:pt x="1526" y="698"/>
                      <a:pt x="1539" y="673"/>
                    </a:cubicBezTo>
                    <a:cubicBezTo>
                      <a:pt x="1549" y="651"/>
                      <a:pt x="1487" y="645"/>
                      <a:pt x="1477" y="664"/>
                    </a:cubicBezTo>
                    <a:moveTo>
                      <a:pt x="788" y="397"/>
                    </a:moveTo>
                    <a:cubicBezTo>
                      <a:pt x="814" y="361"/>
                      <a:pt x="855" y="319"/>
                      <a:pt x="903" y="317"/>
                    </a:cubicBezTo>
                    <a:cubicBezTo>
                      <a:pt x="938" y="315"/>
                      <a:pt x="977" y="339"/>
                      <a:pt x="990" y="374"/>
                    </a:cubicBezTo>
                    <a:cubicBezTo>
                      <a:pt x="1010" y="425"/>
                      <a:pt x="973" y="483"/>
                      <a:pt x="939" y="519"/>
                    </a:cubicBezTo>
                    <a:cubicBezTo>
                      <a:pt x="878" y="583"/>
                      <a:pt x="792" y="615"/>
                      <a:pt x="707" y="635"/>
                    </a:cubicBezTo>
                    <a:cubicBezTo>
                      <a:pt x="708" y="598"/>
                      <a:pt x="715" y="561"/>
                      <a:pt x="725" y="526"/>
                    </a:cubicBezTo>
                    <a:cubicBezTo>
                      <a:pt x="739" y="480"/>
                      <a:pt x="760" y="436"/>
                      <a:pt x="788" y="39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693;p40">
              <a:extLst>
                <a:ext uri="{FF2B5EF4-FFF2-40B4-BE49-F238E27FC236}">
                  <a16:creationId xmlns:a16="http://schemas.microsoft.com/office/drawing/2014/main" id="{9BA2E26C-19C3-F29C-8F1D-697C64B134E2}"/>
                </a:ext>
              </a:extLst>
            </p:cNvPr>
            <p:cNvSpPr/>
            <p:nvPr/>
          </p:nvSpPr>
          <p:spPr>
            <a:xfrm>
              <a:off x="4989175" y="219127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94;p40">
              <a:extLst>
                <a:ext uri="{FF2B5EF4-FFF2-40B4-BE49-F238E27FC236}">
                  <a16:creationId xmlns:a16="http://schemas.microsoft.com/office/drawing/2014/main" id="{CF107EA4-3100-1C8E-1877-BC37647AE0E2}"/>
                </a:ext>
              </a:extLst>
            </p:cNvPr>
            <p:cNvSpPr/>
            <p:nvPr/>
          </p:nvSpPr>
          <p:spPr>
            <a:xfrm rot="10800000">
              <a:off x="4283425" y="327817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B4656255-A482-0726-28E7-DD832901F2D7}"/>
              </a:ext>
            </a:extLst>
          </p:cNvPr>
          <p:cNvSpPr/>
          <p:nvPr/>
        </p:nvSpPr>
        <p:spPr>
          <a:xfrm>
            <a:off x="3874419" y="3864064"/>
            <a:ext cx="1494656" cy="8640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Server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609FD46-1AE9-8AC6-B7AE-8A9F7F336463}"/>
              </a:ext>
            </a:extLst>
          </p:cNvPr>
          <p:cNvSpPr/>
          <p:nvPr/>
        </p:nvSpPr>
        <p:spPr>
          <a:xfrm>
            <a:off x="6469380" y="4080088"/>
            <a:ext cx="1195725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DB</a:t>
            </a:r>
          </a:p>
        </p:txBody>
      </p:sp>
      <p:cxnSp>
        <p:nvCxnSpPr>
          <p:cNvPr id="15" name="Straight Arrow Connector 11">
            <a:extLst>
              <a:ext uri="{FF2B5EF4-FFF2-40B4-BE49-F238E27FC236}">
                <a16:creationId xmlns:a16="http://schemas.microsoft.com/office/drawing/2014/main" id="{3FD8D0D6-1EAA-9F42-4960-C3A4957F4460}"/>
              </a:ext>
            </a:extLst>
          </p:cNvPr>
          <p:cNvCxnSpPr>
            <a:cxnSpLocks/>
          </p:cNvCxnSpPr>
          <p:nvPr/>
        </p:nvCxnSpPr>
        <p:spPr>
          <a:xfrm>
            <a:off x="3417417" y="4289109"/>
            <a:ext cx="4336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A34E311C-7736-C641-C346-DF29BA6728DA}"/>
              </a:ext>
            </a:extLst>
          </p:cNvPr>
          <p:cNvCxnSpPr>
            <a:cxnSpLocks/>
          </p:cNvCxnSpPr>
          <p:nvPr/>
        </p:nvCxnSpPr>
        <p:spPr>
          <a:xfrm>
            <a:off x="5369075" y="4296112"/>
            <a:ext cx="110030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">
            <a:extLst>
              <a:ext uri="{FF2B5EF4-FFF2-40B4-BE49-F238E27FC236}">
                <a16:creationId xmlns:a16="http://schemas.microsoft.com/office/drawing/2014/main" id="{42525B90-E7B0-E21C-426C-E470B49326E0}"/>
              </a:ext>
            </a:extLst>
          </p:cNvPr>
          <p:cNvSpPr/>
          <p:nvPr/>
        </p:nvSpPr>
        <p:spPr>
          <a:xfrm>
            <a:off x="1899359" y="3857061"/>
            <a:ext cx="1494656" cy="8640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</a:t>
            </a:r>
            <a:r>
              <a:rPr lang="en-IN" sz="2400" b="1" dirty="0"/>
              <a:t>ser</a:t>
            </a:r>
          </a:p>
        </p:txBody>
      </p:sp>
    </p:spTree>
    <p:extLst>
      <p:ext uri="{BB962C8B-B14F-4D97-AF65-F5344CB8AC3E}">
        <p14:creationId xmlns:p14="http://schemas.microsoft.com/office/powerpoint/2010/main" val="427127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35B0-8EDE-19A9-2FB1-B80027E7A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49" y="299009"/>
            <a:ext cx="7710900" cy="572700"/>
          </a:xfrm>
        </p:spPr>
        <p:txBody>
          <a:bodyPr/>
          <a:lstStyle/>
          <a:p>
            <a:r>
              <a:rPr lang="en-IN" dirty="0"/>
              <a:t>WORKING OF MAP REDUCE </a:t>
            </a:r>
          </a:p>
        </p:txBody>
      </p:sp>
      <p:sp>
        <p:nvSpPr>
          <p:cNvPr id="5" name="Google Shape;1016;p51">
            <a:extLst>
              <a:ext uri="{FF2B5EF4-FFF2-40B4-BE49-F238E27FC236}">
                <a16:creationId xmlns:a16="http://schemas.microsoft.com/office/drawing/2014/main" id="{67B75304-EC33-4DE9-AD51-05200553EFAF}"/>
              </a:ext>
            </a:extLst>
          </p:cNvPr>
          <p:cNvSpPr/>
          <p:nvPr/>
        </p:nvSpPr>
        <p:spPr>
          <a:xfrm>
            <a:off x="4089807" y="4141944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7;p51">
            <a:extLst>
              <a:ext uri="{FF2B5EF4-FFF2-40B4-BE49-F238E27FC236}">
                <a16:creationId xmlns:a16="http://schemas.microsoft.com/office/drawing/2014/main" id="{980570C1-9194-CBCD-8D9F-2B4671FC0A19}"/>
              </a:ext>
            </a:extLst>
          </p:cNvPr>
          <p:cNvSpPr/>
          <p:nvPr/>
        </p:nvSpPr>
        <p:spPr>
          <a:xfrm>
            <a:off x="1717937" y="993762"/>
            <a:ext cx="5708125" cy="3026129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18;p51">
            <a:extLst>
              <a:ext uri="{FF2B5EF4-FFF2-40B4-BE49-F238E27FC236}">
                <a16:creationId xmlns:a16="http://schemas.microsoft.com/office/drawing/2014/main" id="{E284DED6-5B82-E2A8-CBD2-0BE363B5245D}"/>
              </a:ext>
            </a:extLst>
          </p:cNvPr>
          <p:cNvSpPr/>
          <p:nvPr/>
        </p:nvSpPr>
        <p:spPr>
          <a:xfrm>
            <a:off x="3985483" y="4648892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2" descr="Image result for example for map reduce">
            <a:extLst>
              <a:ext uri="{FF2B5EF4-FFF2-40B4-BE49-F238E27FC236}">
                <a16:creationId xmlns:a16="http://schemas.microsoft.com/office/drawing/2014/main" id="{70E20FB5-B43C-FECC-1FC4-A8E803899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0955" y="1121907"/>
            <a:ext cx="4962088" cy="2769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5009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350B-FA3B-2ED9-2CEF-C670603D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BIG DATA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B7995-3514-F266-43D7-1512EB9CD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374865"/>
            <a:ext cx="4294800" cy="2130600"/>
          </a:xfrm>
        </p:spPr>
        <p:txBody>
          <a:bodyPr/>
          <a:lstStyle/>
          <a:p>
            <a:pPr algn="just"/>
            <a:r>
              <a:rPr lang="en-US" dirty="0"/>
              <a:t>Hadoop is an Apache open source framework written in the language on Java.</a:t>
            </a:r>
          </a:p>
          <a:p>
            <a:pPr algn="just"/>
            <a:r>
              <a:rPr lang="en-US" dirty="0"/>
              <a:t>It is distributed storage model.</a:t>
            </a:r>
          </a:p>
          <a:p>
            <a:pPr algn="just"/>
            <a:r>
              <a:rPr lang="en-US" dirty="0"/>
              <a:t>It is parallel CPU processing.</a:t>
            </a:r>
          </a:p>
          <a:p>
            <a:pPr algn="just"/>
            <a:r>
              <a:rPr lang="en-US" dirty="0"/>
              <a:t>It is low cost, scalability and stores the processed data is speed. </a:t>
            </a:r>
          </a:p>
          <a:p>
            <a:pPr algn="just"/>
            <a:r>
              <a:rPr lang="en-US" dirty="0"/>
              <a:t>It is designed on single server to compute and store process of 1000 machines.</a:t>
            </a:r>
          </a:p>
          <a:p>
            <a:endParaRPr lang="en-IN" dirty="0"/>
          </a:p>
        </p:txBody>
      </p:sp>
      <p:sp>
        <p:nvSpPr>
          <p:cNvPr id="4" name="Google Shape;1016;p51">
            <a:extLst>
              <a:ext uri="{FF2B5EF4-FFF2-40B4-BE49-F238E27FC236}">
                <a16:creationId xmlns:a16="http://schemas.microsoft.com/office/drawing/2014/main" id="{4BB51A75-4B07-16A6-D995-6DE4829239F6}"/>
              </a:ext>
            </a:extLst>
          </p:cNvPr>
          <p:cNvSpPr/>
          <p:nvPr/>
        </p:nvSpPr>
        <p:spPr>
          <a:xfrm>
            <a:off x="6512318" y="3589560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17;p51">
            <a:extLst>
              <a:ext uri="{FF2B5EF4-FFF2-40B4-BE49-F238E27FC236}">
                <a16:creationId xmlns:a16="http://schemas.microsoft.com/office/drawing/2014/main" id="{782B1CAB-0611-D90A-649C-94D830AEEC88}"/>
              </a:ext>
            </a:extLst>
          </p:cNvPr>
          <p:cNvSpPr/>
          <p:nvPr/>
        </p:nvSpPr>
        <p:spPr>
          <a:xfrm>
            <a:off x="5014800" y="1140753"/>
            <a:ext cx="3959425" cy="2364712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8;p51">
            <a:extLst>
              <a:ext uri="{FF2B5EF4-FFF2-40B4-BE49-F238E27FC236}">
                <a16:creationId xmlns:a16="http://schemas.microsoft.com/office/drawing/2014/main" id="{EEA9ACEB-F1DE-A928-0FEF-C08750DC4318}"/>
              </a:ext>
            </a:extLst>
          </p:cNvPr>
          <p:cNvSpPr/>
          <p:nvPr/>
        </p:nvSpPr>
        <p:spPr>
          <a:xfrm>
            <a:off x="6407996" y="4058551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0" name="Picture 6" descr="Hadoop Tutorial | Getting Started With Big Data And Hadoop | Edureka">
            <a:extLst>
              <a:ext uri="{FF2B5EF4-FFF2-40B4-BE49-F238E27FC236}">
                <a16:creationId xmlns:a16="http://schemas.microsoft.com/office/drawing/2014/main" id="{8FD549B1-2DB7-6A5B-3CD8-004039483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800" y="1714348"/>
            <a:ext cx="3959425" cy="102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99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1D29-8BE2-B03E-3788-617F0901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560" y="310707"/>
            <a:ext cx="7710900" cy="572700"/>
          </a:xfrm>
        </p:spPr>
        <p:txBody>
          <a:bodyPr/>
          <a:lstStyle/>
          <a:p>
            <a:r>
              <a:rPr lang="en-IN" dirty="0"/>
              <a:t>	HDFS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A0861-72F0-423C-3D51-B16D7498D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440" y="1506450"/>
            <a:ext cx="3859620" cy="2130600"/>
          </a:xfrm>
        </p:spPr>
        <p:txBody>
          <a:bodyPr/>
          <a:lstStyle/>
          <a:p>
            <a:pPr algn="just"/>
            <a:r>
              <a:rPr lang="en-US" dirty="0"/>
              <a:t>HDFS-Hadoop Distributed File System</a:t>
            </a:r>
          </a:p>
          <a:p>
            <a:pPr algn="just"/>
            <a:r>
              <a:rPr lang="en-US" dirty="0"/>
              <a:t>HDFS is the large set of data which process and store the data.</a:t>
            </a:r>
          </a:p>
          <a:p>
            <a:endParaRPr lang="en-IN" dirty="0"/>
          </a:p>
        </p:txBody>
      </p:sp>
      <p:sp>
        <p:nvSpPr>
          <p:cNvPr id="5" name="Google Shape;1016;p51">
            <a:extLst>
              <a:ext uri="{FF2B5EF4-FFF2-40B4-BE49-F238E27FC236}">
                <a16:creationId xmlns:a16="http://schemas.microsoft.com/office/drawing/2014/main" id="{A85CD53B-199A-3B3F-A029-1BF67235EAD1}"/>
              </a:ext>
            </a:extLst>
          </p:cNvPr>
          <p:cNvSpPr/>
          <p:nvPr/>
        </p:nvSpPr>
        <p:spPr>
          <a:xfrm>
            <a:off x="6332443" y="3580943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7;p51">
            <a:extLst>
              <a:ext uri="{FF2B5EF4-FFF2-40B4-BE49-F238E27FC236}">
                <a16:creationId xmlns:a16="http://schemas.microsoft.com/office/drawing/2014/main" id="{E4D92ECA-27C2-4648-174E-AA51701C763F}"/>
              </a:ext>
            </a:extLst>
          </p:cNvPr>
          <p:cNvSpPr/>
          <p:nvPr/>
        </p:nvSpPr>
        <p:spPr>
          <a:xfrm>
            <a:off x="4754135" y="1163953"/>
            <a:ext cx="3959425" cy="2364712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18;p51">
            <a:extLst>
              <a:ext uri="{FF2B5EF4-FFF2-40B4-BE49-F238E27FC236}">
                <a16:creationId xmlns:a16="http://schemas.microsoft.com/office/drawing/2014/main" id="{D59F55C5-0574-3CF6-8DD2-4E7073F70CF3}"/>
              </a:ext>
            </a:extLst>
          </p:cNvPr>
          <p:cNvSpPr/>
          <p:nvPr/>
        </p:nvSpPr>
        <p:spPr>
          <a:xfrm>
            <a:off x="6228119" y="4019891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6AC6A0D-1868-939D-CDCD-9982A94C9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87857" y="1216231"/>
            <a:ext cx="3691980" cy="226015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36274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p51"/>
          <p:cNvGrpSpPr/>
          <p:nvPr/>
        </p:nvGrpSpPr>
        <p:grpSpPr>
          <a:xfrm rot="20175292">
            <a:off x="1837898" y="1015624"/>
            <a:ext cx="1019213" cy="1122272"/>
            <a:chOff x="7916950" y="539505"/>
            <a:chExt cx="1027628" cy="1122230"/>
          </a:xfrm>
        </p:grpSpPr>
        <p:sp>
          <p:nvSpPr>
            <p:cNvPr id="1011" name="Google Shape;1011;p51"/>
            <p:cNvSpPr/>
            <p:nvPr/>
          </p:nvSpPr>
          <p:spPr>
            <a:xfrm rot="-63144">
              <a:off x="7926065" y="650884"/>
              <a:ext cx="1009397" cy="1001665"/>
            </a:xfrm>
            <a:custGeom>
              <a:avLst/>
              <a:gdLst/>
              <a:ahLst/>
              <a:cxnLst/>
              <a:rect l="l" t="t" r="r" b="b"/>
              <a:pathLst>
                <a:path w="2551" h="1808" extrusionOk="0">
                  <a:moveTo>
                    <a:pt x="304" y="1807"/>
                  </a:moveTo>
                  <a:lnTo>
                    <a:pt x="2547" y="1807"/>
                  </a:lnTo>
                  <a:cubicBezTo>
                    <a:pt x="2549" y="1803"/>
                    <a:pt x="2550" y="1799"/>
                    <a:pt x="2548" y="1794"/>
                  </a:cubicBezTo>
                  <a:cubicBezTo>
                    <a:pt x="2366" y="1339"/>
                    <a:pt x="2276" y="865"/>
                    <a:pt x="2279" y="390"/>
                  </a:cubicBezTo>
                  <a:cubicBezTo>
                    <a:pt x="2280" y="260"/>
                    <a:pt x="2288" y="129"/>
                    <a:pt x="2302" y="0"/>
                  </a:cubicBezTo>
                  <a:lnTo>
                    <a:pt x="54" y="0"/>
                  </a:lnTo>
                  <a:cubicBezTo>
                    <a:pt x="0" y="472"/>
                    <a:pt x="39" y="951"/>
                    <a:pt x="170" y="1415"/>
                  </a:cubicBezTo>
                  <a:cubicBezTo>
                    <a:pt x="207" y="1547"/>
                    <a:pt x="252" y="1678"/>
                    <a:pt x="304" y="180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51"/>
            <p:cNvSpPr/>
            <p:nvPr/>
          </p:nvSpPr>
          <p:spPr>
            <a:xfrm rot="-63144">
              <a:off x="8274460" y="541453"/>
              <a:ext cx="214067" cy="208311"/>
            </a:xfrm>
            <a:custGeom>
              <a:avLst/>
              <a:gdLst/>
              <a:ahLst/>
              <a:cxnLst/>
              <a:rect l="l" t="t" r="r" b="b"/>
              <a:pathLst>
                <a:path w="541" h="376" extrusionOk="0">
                  <a:moveTo>
                    <a:pt x="35" y="361"/>
                  </a:moveTo>
                  <a:cubicBezTo>
                    <a:pt x="36" y="365"/>
                    <a:pt x="36" y="370"/>
                    <a:pt x="36" y="375"/>
                  </a:cubicBezTo>
                  <a:lnTo>
                    <a:pt x="540" y="375"/>
                  </a:lnTo>
                  <a:cubicBezTo>
                    <a:pt x="538" y="358"/>
                    <a:pt x="533" y="340"/>
                    <a:pt x="530" y="324"/>
                  </a:cubicBezTo>
                  <a:cubicBezTo>
                    <a:pt x="517" y="223"/>
                    <a:pt x="504" y="122"/>
                    <a:pt x="491" y="21"/>
                  </a:cubicBezTo>
                  <a:cubicBezTo>
                    <a:pt x="490" y="13"/>
                    <a:pt x="488" y="6"/>
                    <a:pt x="486" y="0"/>
                  </a:cubicBezTo>
                  <a:lnTo>
                    <a:pt x="0" y="0"/>
                  </a:lnTo>
                  <a:cubicBezTo>
                    <a:pt x="6" y="96"/>
                    <a:pt x="14" y="191"/>
                    <a:pt x="26" y="286"/>
                  </a:cubicBezTo>
                  <a:cubicBezTo>
                    <a:pt x="29" y="311"/>
                    <a:pt x="32" y="336"/>
                    <a:pt x="35" y="36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51"/>
            <p:cNvSpPr/>
            <p:nvPr/>
          </p:nvSpPr>
          <p:spPr>
            <a:xfrm rot="-63144">
              <a:off x="8020830" y="853382"/>
              <a:ext cx="789395" cy="618285"/>
            </a:xfrm>
            <a:custGeom>
              <a:avLst/>
              <a:gdLst/>
              <a:ahLst/>
              <a:cxnLst/>
              <a:rect l="l" t="t" r="r" b="b"/>
              <a:pathLst>
                <a:path w="1995" h="1116" extrusionOk="0">
                  <a:moveTo>
                    <a:pt x="1935" y="52"/>
                  </a:moveTo>
                  <a:cubicBezTo>
                    <a:pt x="1797" y="62"/>
                    <a:pt x="1659" y="66"/>
                    <a:pt x="1520" y="67"/>
                  </a:cubicBezTo>
                  <a:cubicBezTo>
                    <a:pt x="1045" y="71"/>
                    <a:pt x="568" y="34"/>
                    <a:pt x="96" y="84"/>
                  </a:cubicBezTo>
                  <a:cubicBezTo>
                    <a:pt x="74" y="87"/>
                    <a:pt x="22" y="85"/>
                    <a:pt x="11" y="68"/>
                  </a:cubicBezTo>
                  <a:cubicBezTo>
                    <a:pt x="0" y="49"/>
                    <a:pt x="39" y="40"/>
                    <a:pt x="59" y="38"/>
                  </a:cubicBezTo>
                  <a:cubicBezTo>
                    <a:pt x="196" y="24"/>
                    <a:pt x="334" y="16"/>
                    <a:pt x="472" y="13"/>
                  </a:cubicBezTo>
                  <a:cubicBezTo>
                    <a:pt x="948" y="0"/>
                    <a:pt x="1425" y="40"/>
                    <a:pt x="1899" y="6"/>
                  </a:cubicBezTo>
                  <a:cubicBezTo>
                    <a:pt x="1921" y="4"/>
                    <a:pt x="1972" y="4"/>
                    <a:pt x="1983" y="22"/>
                  </a:cubicBezTo>
                  <a:cubicBezTo>
                    <a:pt x="1994" y="41"/>
                    <a:pt x="1956" y="50"/>
                    <a:pt x="1935" y="52"/>
                  </a:cubicBezTo>
                  <a:moveTo>
                    <a:pt x="1883" y="220"/>
                  </a:moveTo>
                  <a:cubicBezTo>
                    <a:pt x="1410" y="220"/>
                    <a:pt x="937" y="216"/>
                    <a:pt x="464" y="219"/>
                  </a:cubicBezTo>
                  <a:cubicBezTo>
                    <a:pt x="330" y="220"/>
                    <a:pt x="197" y="223"/>
                    <a:pt x="65" y="236"/>
                  </a:cubicBezTo>
                  <a:cubicBezTo>
                    <a:pt x="45" y="238"/>
                    <a:pt x="5" y="247"/>
                    <a:pt x="17" y="265"/>
                  </a:cubicBezTo>
                  <a:cubicBezTo>
                    <a:pt x="28" y="283"/>
                    <a:pt x="79" y="284"/>
                    <a:pt x="101" y="282"/>
                  </a:cubicBezTo>
                  <a:cubicBezTo>
                    <a:pt x="328" y="260"/>
                    <a:pt x="559" y="266"/>
                    <a:pt x="788" y="266"/>
                  </a:cubicBezTo>
                  <a:cubicBezTo>
                    <a:pt x="1019" y="267"/>
                    <a:pt x="1251" y="267"/>
                    <a:pt x="1482" y="267"/>
                  </a:cubicBezTo>
                  <a:cubicBezTo>
                    <a:pt x="1616" y="267"/>
                    <a:pt x="1750" y="268"/>
                    <a:pt x="1883" y="268"/>
                  </a:cubicBezTo>
                  <a:cubicBezTo>
                    <a:pt x="1904" y="268"/>
                    <a:pt x="1951" y="263"/>
                    <a:pt x="1952" y="244"/>
                  </a:cubicBezTo>
                  <a:cubicBezTo>
                    <a:pt x="1953" y="225"/>
                    <a:pt x="1902" y="220"/>
                    <a:pt x="1883" y="220"/>
                  </a:cubicBezTo>
                  <a:moveTo>
                    <a:pt x="1894" y="411"/>
                  </a:moveTo>
                  <a:cubicBezTo>
                    <a:pt x="1663" y="400"/>
                    <a:pt x="1430" y="410"/>
                    <a:pt x="1199" y="413"/>
                  </a:cubicBezTo>
                  <a:cubicBezTo>
                    <a:pt x="968" y="415"/>
                    <a:pt x="736" y="418"/>
                    <a:pt x="505" y="421"/>
                  </a:cubicBezTo>
                  <a:lnTo>
                    <a:pt x="111" y="426"/>
                  </a:lnTo>
                  <a:cubicBezTo>
                    <a:pt x="90" y="426"/>
                    <a:pt x="43" y="430"/>
                    <a:pt x="42" y="450"/>
                  </a:cubicBezTo>
                  <a:cubicBezTo>
                    <a:pt x="41" y="469"/>
                    <a:pt x="92" y="474"/>
                    <a:pt x="111" y="473"/>
                  </a:cubicBezTo>
                  <a:lnTo>
                    <a:pt x="1478" y="457"/>
                  </a:lnTo>
                  <a:cubicBezTo>
                    <a:pt x="1604" y="455"/>
                    <a:pt x="1731" y="451"/>
                    <a:pt x="1857" y="457"/>
                  </a:cubicBezTo>
                  <a:cubicBezTo>
                    <a:pt x="1882" y="458"/>
                    <a:pt x="1929" y="459"/>
                    <a:pt x="1941" y="440"/>
                  </a:cubicBezTo>
                  <a:cubicBezTo>
                    <a:pt x="1954" y="422"/>
                    <a:pt x="1913" y="412"/>
                    <a:pt x="1894" y="411"/>
                  </a:cubicBezTo>
                  <a:moveTo>
                    <a:pt x="1842" y="606"/>
                  </a:moveTo>
                  <a:cubicBezTo>
                    <a:pt x="1283" y="619"/>
                    <a:pt x="725" y="633"/>
                    <a:pt x="167" y="646"/>
                  </a:cubicBezTo>
                  <a:cubicBezTo>
                    <a:pt x="146" y="647"/>
                    <a:pt x="99" y="650"/>
                    <a:pt x="98" y="670"/>
                  </a:cubicBezTo>
                  <a:cubicBezTo>
                    <a:pt x="97" y="689"/>
                    <a:pt x="148" y="694"/>
                    <a:pt x="167" y="694"/>
                  </a:cubicBezTo>
                  <a:cubicBezTo>
                    <a:pt x="725" y="680"/>
                    <a:pt x="1283" y="667"/>
                    <a:pt x="1842" y="653"/>
                  </a:cubicBezTo>
                  <a:cubicBezTo>
                    <a:pt x="1863" y="653"/>
                    <a:pt x="1909" y="649"/>
                    <a:pt x="1910" y="629"/>
                  </a:cubicBezTo>
                  <a:cubicBezTo>
                    <a:pt x="1911" y="610"/>
                    <a:pt x="1860" y="605"/>
                    <a:pt x="1842" y="606"/>
                  </a:cubicBezTo>
                  <a:moveTo>
                    <a:pt x="1875" y="830"/>
                  </a:moveTo>
                  <a:cubicBezTo>
                    <a:pt x="1307" y="832"/>
                    <a:pt x="738" y="846"/>
                    <a:pt x="171" y="872"/>
                  </a:cubicBezTo>
                  <a:cubicBezTo>
                    <a:pt x="151" y="873"/>
                    <a:pt x="104" y="876"/>
                    <a:pt x="103" y="896"/>
                  </a:cubicBezTo>
                  <a:cubicBezTo>
                    <a:pt x="102" y="914"/>
                    <a:pt x="153" y="920"/>
                    <a:pt x="171" y="920"/>
                  </a:cubicBezTo>
                  <a:cubicBezTo>
                    <a:pt x="738" y="893"/>
                    <a:pt x="1307" y="879"/>
                    <a:pt x="1875" y="878"/>
                  </a:cubicBezTo>
                  <a:cubicBezTo>
                    <a:pt x="1896" y="878"/>
                    <a:pt x="1942" y="874"/>
                    <a:pt x="1943" y="854"/>
                  </a:cubicBezTo>
                  <a:cubicBezTo>
                    <a:pt x="1944" y="835"/>
                    <a:pt x="1893" y="830"/>
                    <a:pt x="1875" y="830"/>
                  </a:cubicBezTo>
                  <a:moveTo>
                    <a:pt x="1884" y="1039"/>
                  </a:moveTo>
                  <a:cubicBezTo>
                    <a:pt x="1337" y="1061"/>
                    <a:pt x="789" y="1067"/>
                    <a:pt x="241" y="1059"/>
                  </a:cubicBezTo>
                  <a:cubicBezTo>
                    <a:pt x="220" y="1059"/>
                    <a:pt x="174" y="1064"/>
                    <a:pt x="173" y="1083"/>
                  </a:cubicBezTo>
                  <a:cubicBezTo>
                    <a:pt x="172" y="1103"/>
                    <a:pt x="223" y="1107"/>
                    <a:pt x="241" y="1107"/>
                  </a:cubicBezTo>
                  <a:cubicBezTo>
                    <a:pt x="789" y="1115"/>
                    <a:pt x="1337" y="1108"/>
                    <a:pt x="1884" y="1087"/>
                  </a:cubicBezTo>
                  <a:cubicBezTo>
                    <a:pt x="1905" y="1086"/>
                    <a:pt x="1951" y="1083"/>
                    <a:pt x="1952" y="1063"/>
                  </a:cubicBezTo>
                  <a:cubicBezTo>
                    <a:pt x="1953" y="1044"/>
                    <a:pt x="1902" y="1038"/>
                    <a:pt x="1884" y="1039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51"/>
          <p:cNvSpPr txBox="1">
            <a:spLocks noGrp="1"/>
          </p:cNvSpPr>
          <p:nvPr>
            <p:ph type="title"/>
          </p:nvPr>
        </p:nvSpPr>
        <p:spPr>
          <a:xfrm>
            <a:off x="2368224" y="272329"/>
            <a:ext cx="4698305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MARKET OF BIG DATA</a:t>
            </a:r>
            <a:endParaRPr dirty="0"/>
          </a:p>
        </p:txBody>
      </p:sp>
      <p:sp>
        <p:nvSpPr>
          <p:cNvPr id="1016" name="Google Shape;1016;p51"/>
          <p:cNvSpPr/>
          <p:nvPr/>
        </p:nvSpPr>
        <p:spPr>
          <a:xfrm>
            <a:off x="4089807" y="3788027"/>
            <a:ext cx="964383" cy="384895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51"/>
          <p:cNvSpPr/>
          <p:nvPr/>
        </p:nvSpPr>
        <p:spPr>
          <a:xfrm>
            <a:off x="2543202" y="1379266"/>
            <a:ext cx="3959425" cy="2364712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51"/>
          <p:cNvSpPr/>
          <p:nvPr/>
        </p:nvSpPr>
        <p:spPr>
          <a:xfrm>
            <a:off x="3985483" y="4239837"/>
            <a:ext cx="1173029" cy="123216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51"/>
          <p:cNvSpPr/>
          <p:nvPr/>
        </p:nvSpPr>
        <p:spPr>
          <a:xfrm>
            <a:off x="7772677" y="928877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1" name="Google Shape;1021;p51"/>
          <p:cNvGrpSpPr/>
          <p:nvPr/>
        </p:nvGrpSpPr>
        <p:grpSpPr>
          <a:xfrm>
            <a:off x="374278" y="3776045"/>
            <a:ext cx="964373" cy="1377150"/>
            <a:chOff x="3046964" y="2594414"/>
            <a:chExt cx="522894" cy="746625"/>
          </a:xfrm>
        </p:grpSpPr>
        <p:sp>
          <p:nvSpPr>
            <p:cNvPr id="1022" name="Google Shape;1022;p51"/>
            <p:cNvSpPr/>
            <p:nvPr/>
          </p:nvSpPr>
          <p:spPr>
            <a:xfrm>
              <a:off x="3124802" y="3060833"/>
              <a:ext cx="377755" cy="280206"/>
            </a:xfrm>
            <a:custGeom>
              <a:avLst/>
              <a:gdLst/>
              <a:ahLst/>
              <a:cxnLst/>
              <a:rect l="l" t="t" r="r" b="b"/>
              <a:pathLst>
                <a:path w="1913" h="1419" extrusionOk="0">
                  <a:moveTo>
                    <a:pt x="377" y="1418"/>
                  </a:moveTo>
                  <a:lnTo>
                    <a:pt x="1535" y="1418"/>
                  </a:lnTo>
                  <a:cubicBezTo>
                    <a:pt x="1764" y="1243"/>
                    <a:pt x="1912" y="968"/>
                    <a:pt x="1912" y="657"/>
                  </a:cubicBezTo>
                  <a:cubicBezTo>
                    <a:pt x="1912" y="403"/>
                    <a:pt x="1812" y="171"/>
                    <a:pt x="1650" y="0"/>
                  </a:cubicBezTo>
                  <a:lnTo>
                    <a:pt x="262" y="0"/>
                  </a:lnTo>
                  <a:cubicBezTo>
                    <a:pt x="100" y="171"/>
                    <a:pt x="0" y="403"/>
                    <a:pt x="0" y="657"/>
                  </a:cubicBezTo>
                  <a:cubicBezTo>
                    <a:pt x="0" y="968"/>
                    <a:pt x="148" y="1243"/>
                    <a:pt x="377" y="141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51"/>
            <p:cNvSpPr/>
            <p:nvPr/>
          </p:nvSpPr>
          <p:spPr>
            <a:xfrm>
              <a:off x="3046964" y="2594414"/>
              <a:ext cx="522894" cy="569694"/>
            </a:xfrm>
            <a:custGeom>
              <a:avLst/>
              <a:gdLst/>
              <a:ahLst/>
              <a:cxnLst/>
              <a:rect l="l" t="t" r="r" b="b"/>
              <a:pathLst>
                <a:path w="2648" h="2885" extrusionOk="0">
                  <a:moveTo>
                    <a:pt x="2576" y="1649"/>
                  </a:moveTo>
                  <a:cubicBezTo>
                    <a:pt x="2573" y="1686"/>
                    <a:pt x="2566" y="1733"/>
                    <a:pt x="2598" y="1759"/>
                  </a:cubicBezTo>
                  <a:cubicBezTo>
                    <a:pt x="2619" y="1776"/>
                    <a:pt x="2568" y="1782"/>
                    <a:pt x="2558" y="1779"/>
                  </a:cubicBezTo>
                  <a:cubicBezTo>
                    <a:pt x="2463" y="1746"/>
                    <a:pt x="2367" y="1712"/>
                    <a:pt x="2272" y="1678"/>
                  </a:cubicBezTo>
                  <a:cubicBezTo>
                    <a:pt x="2235" y="1665"/>
                    <a:pt x="2198" y="1653"/>
                    <a:pt x="2162" y="1639"/>
                  </a:cubicBezTo>
                  <a:cubicBezTo>
                    <a:pt x="2072" y="1617"/>
                    <a:pt x="1980" y="1598"/>
                    <a:pt x="1894" y="1564"/>
                  </a:cubicBezTo>
                  <a:cubicBezTo>
                    <a:pt x="1822" y="1536"/>
                    <a:pt x="1760" y="1491"/>
                    <a:pt x="1706" y="1437"/>
                  </a:cubicBezTo>
                  <a:cubicBezTo>
                    <a:pt x="1603" y="1332"/>
                    <a:pt x="1530" y="1202"/>
                    <a:pt x="1420" y="1104"/>
                  </a:cubicBezTo>
                  <a:cubicBezTo>
                    <a:pt x="1362" y="1052"/>
                    <a:pt x="1294" y="1022"/>
                    <a:pt x="1225" y="988"/>
                  </a:cubicBezTo>
                  <a:cubicBezTo>
                    <a:pt x="1161" y="955"/>
                    <a:pt x="1098" y="910"/>
                    <a:pt x="1079" y="837"/>
                  </a:cubicBezTo>
                  <a:cubicBezTo>
                    <a:pt x="1059" y="763"/>
                    <a:pt x="1086" y="682"/>
                    <a:pt x="1138" y="628"/>
                  </a:cubicBezTo>
                  <a:cubicBezTo>
                    <a:pt x="1195" y="568"/>
                    <a:pt x="1278" y="537"/>
                    <a:pt x="1359" y="528"/>
                  </a:cubicBezTo>
                  <a:cubicBezTo>
                    <a:pt x="1408" y="522"/>
                    <a:pt x="1457" y="524"/>
                    <a:pt x="1506" y="529"/>
                  </a:cubicBezTo>
                  <a:cubicBezTo>
                    <a:pt x="1517" y="530"/>
                    <a:pt x="1617" y="545"/>
                    <a:pt x="1647" y="552"/>
                  </a:cubicBezTo>
                  <a:cubicBezTo>
                    <a:pt x="1648" y="550"/>
                    <a:pt x="1649" y="548"/>
                    <a:pt x="1649" y="546"/>
                  </a:cubicBezTo>
                  <a:cubicBezTo>
                    <a:pt x="1649" y="541"/>
                    <a:pt x="1649" y="535"/>
                    <a:pt x="1649" y="529"/>
                  </a:cubicBezTo>
                  <a:cubicBezTo>
                    <a:pt x="1649" y="519"/>
                    <a:pt x="1649" y="508"/>
                    <a:pt x="1649" y="497"/>
                  </a:cubicBezTo>
                  <a:cubicBezTo>
                    <a:pt x="1649" y="472"/>
                    <a:pt x="1647" y="448"/>
                    <a:pt x="1645" y="424"/>
                  </a:cubicBezTo>
                  <a:cubicBezTo>
                    <a:pt x="1639" y="375"/>
                    <a:pt x="1628" y="328"/>
                    <a:pt x="1616" y="280"/>
                  </a:cubicBezTo>
                  <a:cubicBezTo>
                    <a:pt x="1597" y="202"/>
                    <a:pt x="1587" y="113"/>
                    <a:pt x="1658" y="57"/>
                  </a:cubicBezTo>
                  <a:cubicBezTo>
                    <a:pt x="1719" y="9"/>
                    <a:pt x="1804" y="0"/>
                    <a:pt x="1878" y="4"/>
                  </a:cubicBezTo>
                  <a:cubicBezTo>
                    <a:pt x="2035" y="14"/>
                    <a:pt x="2187" y="99"/>
                    <a:pt x="2269" y="235"/>
                  </a:cubicBezTo>
                  <a:cubicBezTo>
                    <a:pt x="2360" y="386"/>
                    <a:pt x="2357" y="574"/>
                    <a:pt x="2455" y="722"/>
                  </a:cubicBezTo>
                  <a:cubicBezTo>
                    <a:pt x="2500" y="791"/>
                    <a:pt x="2560" y="850"/>
                    <a:pt x="2599" y="923"/>
                  </a:cubicBezTo>
                  <a:cubicBezTo>
                    <a:pt x="2645" y="1007"/>
                    <a:pt x="2647" y="1100"/>
                    <a:pt x="2635" y="1192"/>
                  </a:cubicBezTo>
                  <a:cubicBezTo>
                    <a:pt x="2622" y="1293"/>
                    <a:pt x="2604" y="1392"/>
                    <a:pt x="2592" y="1493"/>
                  </a:cubicBezTo>
                  <a:cubicBezTo>
                    <a:pt x="2586" y="1545"/>
                    <a:pt x="2581" y="1597"/>
                    <a:pt x="2576" y="1649"/>
                  </a:cubicBezTo>
                  <a:moveTo>
                    <a:pt x="1406" y="1381"/>
                  </a:moveTo>
                  <a:cubicBezTo>
                    <a:pt x="1366" y="1351"/>
                    <a:pt x="1317" y="1331"/>
                    <a:pt x="1270" y="1314"/>
                  </a:cubicBezTo>
                  <a:cubicBezTo>
                    <a:pt x="1184" y="1283"/>
                    <a:pt x="1094" y="1258"/>
                    <a:pt x="1002" y="1258"/>
                  </a:cubicBezTo>
                  <a:cubicBezTo>
                    <a:pt x="910" y="1259"/>
                    <a:pt x="816" y="1288"/>
                    <a:pt x="751" y="1353"/>
                  </a:cubicBezTo>
                  <a:cubicBezTo>
                    <a:pt x="742" y="1237"/>
                    <a:pt x="669" y="1048"/>
                    <a:pt x="537" y="1034"/>
                  </a:cubicBezTo>
                  <a:cubicBezTo>
                    <a:pt x="375" y="1016"/>
                    <a:pt x="239" y="1148"/>
                    <a:pt x="146" y="1265"/>
                  </a:cubicBezTo>
                  <a:cubicBezTo>
                    <a:pt x="59" y="1373"/>
                    <a:pt x="25" y="1465"/>
                    <a:pt x="17" y="1603"/>
                  </a:cubicBezTo>
                  <a:cubicBezTo>
                    <a:pt x="8" y="1754"/>
                    <a:pt x="0" y="1908"/>
                    <a:pt x="34" y="2055"/>
                  </a:cubicBezTo>
                  <a:cubicBezTo>
                    <a:pt x="48" y="2117"/>
                    <a:pt x="70" y="2178"/>
                    <a:pt x="75" y="2241"/>
                  </a:cubicBezTo>
                  <a:cubicBezTo>
                    <a:pt x="85" y="2352"/>
                    <a:pt x="45" y="2461"/>
                    <a:pt x="24" y="2570"/>
                  </a:cubicBezTo>
                  <a:cubicBezTo>
                    <a:pt x="3" y="2679"/>
                    <a:pt x="8" y="2806"/>
                    <a:pt x="88" y="2884"/>
                  </a:cubicBezTo>
                  <a:cubicBezTo>
                    <a:pt x="128" y="2807"/>
                    <a:pt x="189" y="2741"/>
                    <a:pt x="263" y="2695"/>
                  </a:cubicBezTo>
                  <a:cubicBezTo>
                    <a:pt x="313" y="2664"/>
                    <a:pt x="370" y="2642"/>
                    <a:pt x="416" y="2605"/>
                  </a:cubicBezTo>
                  <a:cubicBezTo>
                    <a:pt x="459" y="2572"/>
                    <a:pt x="491" y="2530"/>
                    <a:pt x="532" y="2496"/>
                  </a:cubicBezTo>
                  <a:cubicBezTo>
                    <a:pt x="676" y="2377"/>
                    <a:pt x="892" y="2386"/>
                    <a:pt x="1040" y="2273"/>
                  </a:cubicBezTo>
                  <a:cubicBezTo>
                    <a:pt x="1088" y="2236"/>
                    <a:pt x="1126" y="2188"/>
                    <a:pt x="1164" y="2140"/>
                  </a:cubicBezTo>
                  <a:cubicBezTo>
                    <a:pt x="1259" y="2021"/>
                    <a:pt x="1354" y="1900"/>
                    <a:pt x="1427" y="1767"/>
                  </a:cubicBezTo>
                  <a:cubicBezTo>
                    <a:pt x="1481" y="1669"/>
                    <a:pt x="1522" y="1547"/>
                    <a:pt x="1468" y="1450"/>
                  </a:cubicBezTo>
                  <a:cubicBezTo>
                    <a:pt x="1452" y="1422"/>
                    <a:pt x="1431" y="1400"/>
                    <a:pt x="1406" y="138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51"/>
            <p:cNvSpPr/>
            <p:nvPr/>
          </p:nvSpPr>
          <p:spPr>
            <a:xfrm>
              <a:off x="3080929" y="2869684"/>
              <a:ext cx="231827" cy="245255"/>
            </a:xfrm>
            <a:custGeom>
              <a:avLst/>
              <a:gdLst/>
              <a:ahLst/>
              <a:cxnLst/>
              <a:rect l="l" t="t" r="r" b="b"/>
              <a:pathLst>
                <a:path w="1174" h="1242" extrusionOk="0">
                  <a:moveTo>
                    <a:pt x="974" y="488"/>
                  </a:moveTo>
                  <a:cubicBezTo>
                    <a:pt x="973" y="468"/>
                    <a:pt x="970" y="447"/>
                    <a:pt x="975" y="427"/>
                  </a:cubicBezTo>
                  <a:cubicBezTo>
                    <a:pt x="991" y="366"/>
                    <a:pt x="1075" y="340"/>
                    <a:pt x="1111" y="291"/>
                  </a:cubicBezTo>
                  <a:cubicBezTo>
                    <a:pt x="1149" y="239"/>
                    <a:pt x="1173" y="163"/>
                    <a:pt x="1141" y="102"/>
                  </a:cubicBezTo>
                  <a:cubicBezTo>
                    <a:pt x="1110" y="43"/>
                    <a:pt x="1035" y="12"/>
                    <a:pt x="971" y="31"/>
                  </a:cubicBezTo>
                  <a:cubicBezTo>
                    <a:pt x="950" y="37"/>
                    <a:pt x="929" y="49"/>
                    <a:pt x="906" y="51"/>
                  </a:cubicBezTo>
                  <a:cubicBezTo>
                    <a:pt x="866" y="56"/>
                    <a:pt x="829" y="30"/>
                    <a:pt x="790" y="20"/>
                  </a:cubicBezTo>
                  <a:cubicBezTo>
                    <a:pt x="716" y="0"/>
                    <a:pt x="640" y="33"/>
                    <a:pt x="571" y="66"/>
                  </a:cubicBezTo>
                  <a:cubicBezTo>
                    <a:pt x="560" y="71"/>
                    <a:pt x="550" y="76"/>
                    <a:pt x="540" y="82"/>
                  </a:cubicBezTo>
                  <a:cubicBezTo>
                    <a:pt x="501" y="135"/>
                    <a:pt x="467" y="193"/>
                    <a:pt x="437" y="251"/>
                  </a:cubicBezTo>
                  <a:cubicBezTo>
                    <a:pt x="341" y="432"/>
                    <a:pt x="257" y="620"/>
                    <a:pt x="176" y="807"/>
                  </a:cubicBezTo>
                  <a:cubicBezTo>
                    <a:pt x="114" y="950"/>
                    <a:pt x="55" y="1095"/>
                    <a:pt x="0" y="1241"/>
                  </a:cubicBezTo>
                  <a:cubicBezTo>
                    <a:pt x="131" y="1117"/>
                    <a:pt x="252" y="1001"/>
                    <a:pt x="438" y="962"/>
                  </a:cubicBezTo>
                  <a:cubicBezTo>
                    <a:pt x="467" y="956"/>
                    <a:pt x="497" y="952"/>
                    <a:pt x="520" y="935"/>
                  </a:cubicBezTo>
                  <a:cubicBezTo>
                    <a:pt x="588" y="886"/>
                    <a:pt x="565" y="767"/>
                    <a:pt x="631" y="716"/>
                  </a:cubicBezTo>
                  <a:cubicBezTo>
                    <a:pt x="678" y="681"/>
                    <a:pt x="744" y="697"/>
                    <a:pt x="802" y="689"/>
                  </a:cubicBezTo>
                  <a:cubicBezTo>
                    <a:pt x="897" y="676"/>
                    <a:pt x="975" y="584"/>
                    <a:pt x="974" y="48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1"/>
            <p:cNvSpPr/>
            <p:nvPr/>
          </p:nvSpPr>
          <p:spPr>
            <a:xfrm>
              <a:off x="3256873" y="3019562"/>
              <a:ext cx="29225" cy="42061"/>
            </a:xfrm>
            <a:custGeom>
              <a:avLst/>
              <a:gdLst/>
              <a:ahLst/>
              <a:cxnLst/>
              <a:rect l="l" t="t" r="r" b="b"/>
              <a:pathLst>
                <a:path w="148" h="213" extrusionOk="0">
                  <a:moveTo>
                    <a:pt x="115" y="58"/>
                  </a:moveTo>
                  <a:cubicBezTo>
                    <a:pt x="108" y="38"/>
                    <a:pt x="100" y="19"/>
                    <a:pt x="91" y="0"/>
                  </a:cubicBezTo>
                  <a:cubicBezTo>
                    <a:pt x="63" y="35"/>
                    <a:pt x="34" y="71"/>
                    <a:pt x="0" y="101"/>
                  </a:cubicBezTo>
                  <a:cubicBezTo>
                    <a:pt x="0" y="102"/>
                    <a:pt x="1" y="103"/>
                    <a:pt x="1" y="104"/>
                  </a:cubicBezTo>
                  <a:cubicBezTo>
                    <a:pt x="7" y="140"/>
                    <a:pt x="9" y="176"/>
                    <a:pt x="11" y="212"/>
                  </a:cubicBezTo>
                  <a:lnTo>
                    <a:pt x="147" y="212"/>
                  </a:lnTo>
                  <a:cubicBezTo>
                    <a:pt x="141" y="160"/>
                    <a:pt x="131" y="109"/>
                    <a:pt x="115" y="5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1"/>
            <p:cNvSpPr/>
            <p:nvPr/>
          </p:nvSpPr>
          <p:spPr>
            <a:xfrm>
              <a:off x="3060392" y="2809582"/>
              <a:ext cx="114136" cy="304890"/>
            </a:xfrm>
            <a:custGeom>
              <a:avLst/>
              <a:gdLst/>
              <a:ahLst/>
              <a:cxnLst/>
              <a:rect l="l" t="t" r="r" b="b"/>
              <a:pathLst>
                <a:path w="578" h="1544" extrusionOk="0">
                  <a:moveTo>
                    <a:pt x="370" y="735"/>
                  </a:moveTo>
                  <a:cubicBezTo>
                    <a:pt x="432" y="603"/>
                    <a:pt x="493" y="467"/>
                    <a:pt x="577" y="346"/>
                  </a:cubicBezTo>
                  <a:cubicBezTo>
                    <a:pt x="562" y="305"/>
                    <a:pt x="556" y="261"/>
                    <a:pt x="547" y="218"/>
                  </a:cubicBezTo>
                  <a:cubicBezTo>
                    <a:pt x="538" y="173"/>
                    <a:pt x="526" y="126"/>
                    <a:pt x="501" y="87"/>
                  </a:cubicBezTo>
                  <a:cubicBezTo>
                    <a:pt x="495" y="77"/>
                    <a:pt x="488" y="68"/>
                    <a:pt x="479" y="59"/>
                  </a:cubicBezTo>
                  <a:cubicBezTo>
                    <a:pt x="425" y="2"/>
                    <a:pt x="365" y="0"/>
                    <a:pt x="309" y="48"/>
                  </a:cubicBezTo>
                  <a:cubicBezTo>
                    <a:pt x="241" y="108"/>
                    <a:pt x="265" y="216"/>
                    <a:pt x="198" y="268"/>
                  </a:cubicBezTo>
                  <a:cubicBezTo>
                    <a:pt x="179" y="282"/>
                    <a:pt x="155" y="287"/>
                    <a:pt x="133" y="298"/>
                  </a:cubicBezTo>
                  <a:cubicBezTo>
                    <a:pt x="72" y="330"/>
                    <a:pt x="45" y="415"/>
                    <a:pt x="78" y="476"/>
                  </a:cubicBezTo>
                  <a:cubicBezTo>
                    <a:pt x="103" y="522"/>
                    <a:pt x="158" y="561"/>
                    <a:pt x="149" y="613"/>
                  </a:cubicBezTo>
                  <a:cubicBezTo>
                    <a:pt x="140" y="667"/>
                    <a:pt x="68" y="691"/>
                    <a:pt x="55" y="744"/>
                  </a:cubicBezTo>
                  <a:cubicBezTo>
                    <a:pt x="37" y="814"/>
                    <a:pt x="131" y="866"/>
                    <a:pt x="137" y="938"/>
                  </a:cubicBezTo>
                  <a:cubicBezTo>
                    <a:pt x="143" y="1012"/>
                    <a:pt x="57" y="1062"/>
                    <a:pt x="44" y="1135"/>
                  </a:cubicBezTo>
                  <a:cubicBezTo>
                    <a:pt x="36" y="1184"/>
                    <a:pt x="63" y="1233"/>
                    <a:pt x="63" y="1283"/>
                  </a:cubicBezTo>
                  <a:cubicBezTo>
                    <a:pt x="65" y="1363"/>
                    <a:pt x="0" y="1436"/>
                    <a:pt x="14" y="1515"/>
                  </a:cubicBezTo>
                  <a:cubicBezTo>
                    <a:pt x="16" y="1525"/>
                    <a:pt x="20" y="1537"/>
                    <a:pt x="28" y="1543"/>
                  </a:cubicBezTo>
                  <a:cubicBezTo>
                    <a:pt x="58" y="1464"/>
                    <a:pt x="88" y="1385"/>
                    <a:pt x="120" y="1306"/>
                  </a:cubicBezTo>
                  <a:cubicBezTo>
                    <a:pt x="198" y="1113"/>
                    <a:pt x="281" y="923"/>
                    <a:pt x="370" y="7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51"/>
            <p:cNvSpPr/>
            <p:nvPr/>
          </p:nvSpPr>
          <p:spPr>
            <a:xfrm>
              <a:off x="3304857" y="2862181"/>
              <a:ext cx="83331" cy="199640"/>
            </a:xfrm>
            <a:custGeom>
              <a:avLst/>
              <a:gdLst/>
              <a:ahLst/>
              <a:cxnLst/>
              <a:rect l="l" t="t" r="r" b="b"/>
              <a:pathLst>
                <a:path w="422" h="1011" extrusionOk="0">
                  <a:moveTo>
                    <a:pt x="400" y="81"/>
                  </a:moveTo>
                  <a:cubicBezTo>
                    <a:pt x="375" y="55"/>
                    <a:pt x="351" y="28"/>
                    <a:pt x="329" y="0"/>
                  </a:cubicBezTo>
                  <a:cubicBezTo>
                    <a:pt x="329" y="47"/>
                    <a:pt x="330" y="94"/>
                    <a:pt x="329" y="141"/>
                  </a:cubicBezTo>
                  <a:cubicBezTo>
                    <a:pt x="326" y="273"/>
                    <a:pt x="305" y="402"/>
                    <a:pt x="215" y="503"/>
                  </a:cubicBezTo>
                  <a:cubicBezTo>
                    <a:pt x="173" y="550"/>
                    <a:pt x="125" y="593"/>
                    <a:pt x="92" y="647"/>
                  </a:cubicBezTo>
                  <a:cubicBezTo>
                    <a:pt x="59" y="702"/>
                    <a:pt x="42" y="765"/>
                    <a:pt x="30" y="827"/>
                  </a:cubicBezTo>
                  <a:cubicBezTo>
                    <a:pt x="18" y="888"/>
                    <a:pt x="8" y="948"/>
                    <a:pt x="0" y="1010"/>
                  </a:cubicBezTo>
                  <a:lnTo>
                    <a:pt x="99" y="1010"/>
                  </a:lnTo>
                  <a:cubicBezTo>
                    <a:pt x="108" y="967"/>
                    <a:pt x="118" y="924"/>
                    <a:pt x="127" y="882"/>
                  </a:cubicBezTo>
                  <a:cubicBezTo>
                    <a:pt x="141" y="815"/>
                    <a:pt x="155" y="747"/>
                    <a:pt x="183" y="685"/>
                  </a:cubicBezTo>
                  <a:cubicBezTo>
                    <a:pt x="209" y="628"/>
                    <a:pt x="250" y="582"/>
                    <a:pt x="290" y="535"/>
                  </a:cubicBezTo>
                  <a:cubicBezTo>
                    <a:pt x="328" y="491"/>
                    <a:pt x="366" y="445"/>
                    <a:pt x="389" y="391"/>
                  </a:cubicBezTo>
                  <a:cubicBezTo>
                    <a:pt x="414" y="331"/>
                    <a:pt x="421" y="266"/>
                    <a:pt x="420" y="202"/>
                  </a:cubicBezTo>
                  <a:cubicBezTo>
                    <a:pt x="420" y="167"/>
                    <a:pt x="419" y="133"/>
                    <a:pt x="418" y="98"/>
                  </a:cubicBezTo>
                  <a:cubicBezTo>
                    <a:pt x="412" y="93"/>
                    <a:pt x="406" y="87"/>
                    <a:pt x="400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1"/>
            <p:cNvSpPr/>
            <p:nvPr/>
          </p:nvSpPr>
          <p:spPr>
            <a:xfrm>
              <a:off x="3273855" y="2709341"/>
              <a:ext cx="266186" cy="210895"/>
            </a:xfrm>
            <a:custGeom>
              <a:avLst/>
              <a:gdLst/>
              <a:ahLst/>
              <a:cxnLst/>
              <a:rect l="l" t="t" r="r" b="b"/>
              <a:pathLst>
                <a:path w="1348" h="1068" extrusionOk="0">
                  <a:moveTo>
                    <a:pt x="1069" y="649"/>
                  </a:moveTo>
                  <a:cubicBezTo>
                    <a:pt x="1011" y="572"/>
                    <a:pt x="961" y="489"/>
                    <a:pt x="906" y="410"/>
                  </a:cubicBezTo>
                  <a:cubicBezTo>
                    <a:pt x="800" y="256"/>
                    <a:pt x="671" y="123"/>
                    <a:pt x="516" y="18"/>
                  </a:cubicBezTo>
                  <a:cubicBezTo>
                    <a:pt x="515" y="17"/>
                    <a:pt x="514" y="16"/>
                    <a:pt x="513" y="15"/>
                  </a:cubicBezTo>
                  <a:cubicBezTo>
                    <a:pt x="454" y="0"/>
                    <a:pt x="388" y="33"/>
                    <a:pt x="326" y="27"/>
                  </a:cubicBezTo>
                  <a:cubicBezTo>
                    <a:pt x="301" y="25"/>
                    <a:pt x="276" y="24"/>
                    <a:pt x="251" y="26"/>
                  </a:cubicBezTo>
                  <a:cubicBezTo>
                    <a:pt x="182" y="32"/>
                    <a:pt x="0" y="97"/>
                    <a:pt x="1" y="181"/>
                  </a:cubicBezTo>
                  <a:cubicBezTo>
                    <a:pt x="2" y="228"/>
                    <a:pt x="40" y="269"/>
                    <a:pt x="84" y="285"/>
                  </a:cubicBezTo>
                  <a:cubicBezTo>
                    <a:pt x="128" y="301"/>
                    <a:pt x="177" y="298"/>
                    <a:pt x="223" y="289"/>
                  </a:cubicBezTo>
                  <a:cubicBezTo>
                    <a:pt x="250" y="283"/>
                    <a:pt x="280" y="277"/>
                    <a:pt x="306" y="288"/>
                  </a:cubicBezTo>
                  <a:cubicBezTo>
                    <a:pt x="338" y="302"/>
                    <a:pt x="354" y="339"/>
                    <a:pt x="384" y="357"/>
                  </a:cubicBezTo>
                  <a:cubicBezTo>
                    <a:pt x="423" y="379"/>
                    <a:pt x="472" y="361"/>
                    <a:pt x="511" y="338"/>
                  </a:cubicBezTo>
                  <a:cubicBezTo>
                    <a:pt x="549" y="315"/>
                    <a:pt x="588" y="286"/>
                    <a:pt x="632" y="285"/>
                  </a:cubicBezTo>
                  <a:cubicBezTo>
                    <a:pt x="677" y="284"/>
                    <a:pt x="725" y="330"/>
                    <a:pt x="704" y="370"/>
                  </a:cubicBezTo>
                  <a:cubicBezTo>
                    <a:pt x="699" y="380"/>
                    <a:pt x="691" y="387"/>
                    <a:pt x="682" y="394"/>
                  </a:cubicBezTo>
                  <a:cubicBezTo>
                    <a:pt x="646" y="421"/>
                    <a:pt x="600" y="430"/>
                    <a:pt x="559" y="447"/>
                  </a:cubicBezTo>
                  <a:cubicBezTo>
                    <a:pt x="517" y="465"/>
                    <a:pt x="476" y="496"/>
                    <a:pt x="470" y="541"/>
                  </a:cubicBezTo>
                  <a:cubicBezTo>
                    <a:pt x="462" y="607"/>
                    <a:pt x="533" y="653"/>
                    <a:pt x="596" y="672"/>
                  </a:cubicBezTo>
                  <a:cubicBezTo>
                    <a:pt x="659" y="690"/>
                    <a:pt x="733" y="703"/>
                    <a:pt x="768" y="758"/>
                  </a:cubicBezTo>
                  <a:cubicBezTo>
                    <a:pt x="780" y="777"/>
                    <a:pt x="786" y="799"/>
                    <a:pt x="800" y="817"/>
                  </a:cubicBezTo>
                  <a:cubicBezTo>
                    <a:pt x="859" y="891"/>
                    <a:pt x="984" y="822"/>
                    <a:pt x="1069" y="862"/>
                  </a:cubicBezTo>
                  <a:cubicBezTo>
                    <a:pt x="1097" y="875"/>
                    <a:pt x="1118" y="898"/>
                    <a:pt x="1140" y="920"/>
                  </a:cubicBezTo>
                  <a:cubicBezTo>
                    <a:pt x="1200" y="980"/>
                    <a:pt x="1270" y="1030"/>
                    <a:pt x="1347" y="1067"/>
                  </a:cubicBezTo>
                  <a:cubicBezTo>
                    <a:pt x="1326" y="986"/>
                    <a:pt x="1280" y="915"/>
                    <a:pt x="1230" y="850"/>
                  </a:cubicBezTo>
                  <a:cubicBezTo>
                    <a:pt x="1178" y="782"/>
                    <a:pt x="1120" y="718"/>
                    <a:pt x="1069" y="64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51"/>
            <p:cNvSpPr/>
            <p:nvPr/>
          </p:nvSpPr>
          <p:spPr>
            <a:xfrm>
              <a:off x="3383845" y="2608435"/>
              <a:ext cx="169032" cy="277837"/>
            </a:xfrm>
            <a:custGeom>
              <a:avLst/>
              <a:gdLst/>
              <a:ahLst/>
              <a:cxnLst/>
              <a:rect l="l" t="t" r="r" b="b"/>
              <a:pathLst>
                <a:path w="856" h="1407" extrusionOk="0">
                  <a:moveTo>
                    <a:pt x="854" y="1046"/>
                  </a:moveTo>
                  <a:cubicBezTo>
                    <a:pt x="852" y="1007"/>
                    <a:pt x="836" y="965"/>
                    <a:pt x="801" y="946"/>
                  </a:cubicBezTo>
                  <a:cubicBezTo>
                    <a:pt x="785" y="937"/>
                    <a:pt x="765" y="934"/>
                    <a:pt x="750" y="924"/>
                  </a:cubicBezTo>
                  <a:cubicBezTo>
                    <a:pt x="724" y="907"/>
                    <a:pt x="712" y="876"/>
                    <a:pt x="695" y="851"/>
                  </a:cubicBezTo>
                  <a:cubicBezTo>
                    <a:pt x="659" y="800"/>
                    <a:pt x="598" y="776"/>
                    <a:pt x="545" y="745"/>
                  </a:cubicBezTo>
                  <a:cubicBezTo>
                    <a:pt x="492" y="714"/>
                    <a:pt x="440" y="662"/>
                    <a:pt x="446" y="601"/>
                  </a:cubicBezTo>
                  <a:cubicBezTo>
                    <a:pt x="452" y="535"/>
                    <a:pt x="523" y="490"/>
                    <a:pt x="531" y="424"/>
                  </a:cubicBezTo>
                  <a:cubicBezTo>
                    <a:pt x="537" y="369"/>
                    <a:pt x="488" y="314"/>
                    <a:pt x="433" y="314"/>
                  </a:cubicBezTo>
                  <a:cubicBezTo>
                    <a:pt x="407" y="314"/>
                    <a:pt x="381" y="324"/>
                    <a:pt x="357" y="316"/>
                  </a:cubicBezTo>
                  <a:cubicBezTo>
                    <a:pt x="324" y="306"/>
                    <a:pt x="308" y="267"/>
                    <a:pt x="307" y="233"/>
                  </a:cubicBezTo>
                  <a:cubicBezTo>
                    <a:pt x="306" y="198"/>
                    <a:pt x="314" y="163"/>
                    <a:pt x="309" y="129"/>
                  </a:cubicBezTo>
                  <a:cubicBezTo>
                    <a:pt x="302" y="74"/>
                    <a:pt x="259" y="27"/>
                    <a:pt x="205" y="14"/>
                  </a:cubicBezTo>
                  <a:cubicBezTo>
                    <a:pt x="152" y="0"/>
                    <a:pt x="92" y="23"/>
                    <a:pt x="60" y="68"/>
                  </a:cubicBezTo>
                  <a:cubicBezTo>
                    <a:pt x="0" y="153"/>
                    <a:pt x="50" y="259"/>
                    <a:pt x="59" y="351"/>
                  </a:cubicBezTo>
                  <a:cubicBezTo>
                    <a:pt x="65" y="410"/>
                    <a:pt x="55" y="473"/>
                    <a:pt x="30" y="528"/>
                  </a:cubicBezTo>
                  <a:cubicBezTo>
                    <a:pt x="110" y="584"/>
                    <a:pt x="185" y="649"/>
                    <a:pt x="253" y="720"/>
                  </a:cubicBezTo>
                  <a:cubicBezTo>
                    <a:pt x="385" y="862"/>
                    <a:pt x="474" y="1033"/>
                    <a:pt x="592" y="1185"/>
                  </a:cubicBezTo>
                  <a:cubicBezTo>
                    <a:pt x="649" y="1258"/>
                    <a:pt x="715" y="1328"/>
                    <a:pt x="768" y="1406"/>
                  </a:cubicBezTo>
                  <a:cubicBezTo>
                    <a:pt x="765" y="1361"/>
                    <a:pt x="771" y="1315"/>
                    <a:pt x="793" y="1260"/>
                  </a:cubicBezTo>
                  <a:cubicBezTo>
                    <a:pt x="811" y="1216"/>
                    <a:pt x="832" y="1172"/>
                    <a:pt x="844" y="1126"/>
                  </a:cubicBezTo>
                  <a:cubicBezTo>
                    <a:pt x="851" y="1100"/>
                    <a:pt x="855" y="1073"/>
                    <a:pt x="854" y="10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0" name="Google Shape;1030;p51"/>
          <p:cNvSpPr/>
          <p:nvPr/>
        </p:nvSpPr>
        <p:spPr>
          <a:xfrm rot="10800000">
            <a:off x="258237" y="3437801"/>
            <a:ext cx="238425" cy="35159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51"/>
          <p:cNvSpPr/>
          <p:nvPr/>
        </p:nvSpPr>
        <p:spPr>
          <a:xfrm flipH="1">
            <a:off x="1448291" y="4376654"/>
            <a:ext cx="413592" cy="463180"/>
          </a:xfrm>
          <a:custGeom>
            <a:avLst/>
            <a:gdLst/>
            <a:ahLst/>
            <a:cxnLst/>
            <a:rect l="l" t="t" r="r" b="b"/>
            <a:pathLst>
              <a:path w="759" h="850" extrusionOk="0">
                <a:moveTo>
                  <a:pt x="424" y="290"/>
                </a:moveTo>
                <a:cubicBezTo>
                  <a:pt x="420" y="301"/>
                  <a:pt x="409" y="305"/>
                  <a:pt x="400" y="307"/>
                </a:cubicBezTo>
                <a:cubicBezTo>
                  <a:pt x="334" y="323"/>
                  <a:pt x="265" y="318"/>
                  <a:pt x="198" y="329"/>
                </a:cubicBezTo>
                <a:cubicBezTo>
                  <a:pt x="131" y="340"/>
                  <a:pt x="61" y="372"/>
                  <a:pt x="24" y="442"/>
                </a:cubicBezTo>
                <a:cubicBezTo>
                  <a:pt x="9" y="470"/>
                  <a:pt x="0" y="509"/>
                  <a:pt x="10" y="542"/>
                </a:cubicBezTo>
                <a:cubicBezTo>
                  <a:pt x="14" y="555"/>
                  <a:pt x="22" y="565"/>
                  <a:pt x="26" y="578"/>
                </a:cubicBezTo>
                <a:cubicBezTo>
                  <a:pt x="30" y="595"/>
                  <a:pt x="30" y="614"/>
                  <a:pt x="35" y="632"/>
                </a:cubicBezTo>
                <a:cubicBezTo>
                  <a:pt x="62" y="733"/>
                  <a:pt x="138" y="808"/>
                  <a:pt x="222" y="826"/>
                </a:cubicBezTo>
                <a:cubicBezTo>
                  <a:pt x="222" y="829"/>
                  <a:pt x="222" y="832"/>
                  <a:pt x="223" y="836"/>
                </a:cubicBezTo>
                <a:cubicBezTo>
                  <a:pt x="229" y="848"/>
                  <a:pt x="245" y="849"/>
                  <a:pt x="254" y="846"/>
                </a:cubicBezTo>
                <a:cubicBezTo>
                  <a:pt x="264" y="843"/>
                  <a:pt x="273" y="836"/>
                  <a:pt x="281" y="828"/>
                </a:cubicBezTo>
                <a:cubicBezTo>
                  <a:pt x="284" y="828"/>
                  <a:pt x="287" y="828"/>
                  <a:pt x="290" y="827"/>
                </a:cubicBezTo>
                <a:cubicBezTo>
                  <a:pt x="294" y="826"/>
                  <a:pt x="302" y="823"/>
                  <a:pt x="299" y="817"/>
                </a:cubicBezTo>
                <a:cubicBezTo>
                  <a:pt x="299" y="815"/>
                  <a:pt x="298" y="814"/>
                  <a:pt x="297" y="813"/>
                </a:cubicBezTo>
                <a:cubicBezTo>
                  <a:pt x="328" y="780"/>
                  <a:pt x="349" y="734"/>
                  <a:pt x="371" y="692"/>
                </a:cubicBezTo>
                <a:cubicBezTo>
                  <a:pt x="398" y="641"/>
                  <a:pt x="434" y="619"/>
                  <a:pt x="479" y="600"/>
                </a:cubicBezTo>
                <a:cubicBezTo>
                  <a:pt x="516" y="584"/>
                  <a:pt x="553" y="565"/>
                  <a:pt x="588" y="544"/>
                </a:cubicBezTo>
                <a:cubicBezTo>
                  <a:pt x="600" y="536"/>
                  <a:pt x="614" y="525"/>
                  <a:pt x="613" y="508"/>
                </a:cubicBezTo>
                <a:cubicBezTo>
                  <a:pt x="612" y="500"/>
                  <a:pt x="608" y="492"/>
                  <a:pt x="609" y="484"/>
                </a:cubicBezTo>
                <a:cubicBezTo>
                  <a:pt x="610" y="478"/>
                  <a:pt x="615" y="473"/>
                  <a:pt x="619" y="468"/>
                </a:cubicBezTo>
                <a:cubicBezTo>
                  <a:pt x="640" y="450"/>
                  <a:pt x="664" y="439"/>
                  <a:pt x="687" y="424"/>
                </a:cubicBezTo>
                <a:cubicBezTo>
                  <a:pt x="709" y="408"/>
                  <a:pt x="730" y="387"/>
                  <a:pt x="738" y="357"/>
                </a:cubicBezTo>
                <a:cubicBezTo>
                  <a:pt x="750" y="308"/>
                  <a:pt x="720" y="257"/>
                  <a:pt x="684" y="234"/>
                </a:cubicBezTo>
                <a:cubicBezTo>
                  <a:pt x="662" y="219"/>
                  <a:pt x="635" y="208"/>
                  <a:pt x="627" y="179"/>
                </a:cubicBezTo>
                <a:cubicBezTo>
                  <a:pt x="619" y="150"/>
                  <a:pt x="636" y="120"/>
                  <a:pt x="655" y="99"/>
                </a:cubicBezTo>
                <a:cubicBezTo>
                  <a:pt x="684" y="65"/>
                  <a:pt x="720" y="38"/>
                  <a:pt x="758" y="21"/>
                </a:cubicBezTo>
                <a:cubicBezTo>
                  <a:pt x="679" y="0"/>
                  <a:pt x="596" y="19"/>
                  <a:pt x="519" y="51"/>
                </a:cubicBezTo>
                <a:cubicBezTo>
                  <a:pt x="494" y="61"/>
                  <a:pt x="470" y="73"/>
                  <a:pt x="450" y="92"/>
                </a:cubicBezTo>
                <a:cubicBezTo>
                  <a:pt x="429" y="111"/>
                  <a:pt x="413" y="140"/>
                  <a:pt x="410" y="171"/>
                </a:cubicBezTo>
                <a:cubicBezTo>
                  <a:pt x="408" y="205"/>
                  <a:pt x="421" y="238"/>
                  <a:pt x="424" y="271"/>
                </a:cubicBezTo>
                <a:cubicBezTo>
                  <a:pt x="425" y="278"/>
                  <a:pt x="426" y="284"/>
                  <a:pt x="424" y="290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51"/>
          <p:cNvSpPr/>
          <p:nvPr/>
        </p:nvSpPr>
        <p:spPr>
          <a:xfrm flipH="1">
            <a:off x="1393254" y="4707419"/>
            <a:ext cx="501324" cy="435934"/>
          </a:xfrm>
          <a:custGeom>
            <a:avLst/>
            <a:gdLst/>
            <a:ahLst/>
            <a:cxnLst/>
            <a:rect l="l" t="t" r="r" b="b"/>
            <a:pathLst>
              <a:path w="920" h="800" extrusionOk="0">
                <a:moveTo>
                  <a:pt x="919" y="339"/>
                </a:moveTo>
                <a:cubicBezTo>
                  <a:pt x="919" y="200"/>
                  <a:pt x="821" y="105"/>
                  <a:pt x="671" y="94"/>
                </a:cubicBezTo>
                <a:lnTo>
                  <a:pt x="678" y="0"/>
                </a:lnTo>
                <a:lnTo>
                  <a:pt x="478" y="0"/>
                </a:lnTo>
                <a:lnTo>
                  <a:pt x="200" y="0"/>
                </a:lnTo>
                <a:lnTo>
                  <a:pt x="0" y="0"/>
                </a:lnTo>
                <a:lnTo>
                  <a:pt x="60" y="799"/>
                </a:lnTo>
                <a:lnTo>
                  <a:pt x="200" y="799"/>
                </a:lnTo>
                <a:lnTo>
                  <a:pt x="478" y="799"/>
                </a:lnTo>
                <a:lnTo>
                  <a:pt x="618" y="799"/>
                </a:lnTo>
                <a:lnTo>
                  <a:pt x="629" y="655"/>
                </a:lnTo>
                <a:cubicBezTo>
                  <a:pt x="763" y="609"/>
                  <a:pt x="919" y="475"/>
                  <a:pt x="919" y="339"/>
                </a:cubicBezTo>
                <a:moveTo>
                  <a:pt x="635" y="567"/>
                </a:moveTo>
                <a:lnTo>
                  <a:pt x="665" y="174"/>
                </a:lnTo>
                <a:cubicBezTo>
                  <a:pt x="753" y="180"/>
                  <a:pt x="839" y="226"/>
                  <a:pt x="839" y="339"/>
                </a:cubicBezTo>
                <a:cubicBezTo>
                  <a:pt x="839" y="421"/>
                  <a:pt x="735" y="521"/>
                  <a:pt x="635" y="56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0785E504-EB1E-763C-4CF0-D84209D7B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7818" y="1460229"/>
            <a:ext cx="3648363" cy="22027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MARKET OF BIG DATA</a:t>
            </a:r>
          </a:p>
        </p:txBody>
      </p:sp>
      <p:sp>
        <p:nvSpPr>
          <p:cNvPr id="990" name="Google Shape;990;p50"/>
          <p:cNvSpPr txBox="1">
            <a:spLocks noGrp="1"/>
          </p:cNvSpPr>
          <p:nvPr>
            <p:ph type="subTitle" idx="4294967295"/>
          </p:nvPr>
        </p:nvSpPr>
        <p:spPr>
          <a:xfrm>
            <a:off x="938500" y="3221957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Kdam Thmor Pro"/>
                <a:ea typeface="Kdam Thmor Pro"/>
                <a:cs typeface="Kdam Thmor Pro"/>
                <a:sym typeface="Kdam Thmor Pro"/>
              </a:rPr>
              <a:t>Health care</a:t>
            </a:r>
            <a:endParaRPr sz="2400" dirty="0"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2" name="Google Shape;992;p50"/>
          <p:cNvSpPr txBox="1">
            <a:spLocks noGrp="1"/>
          </p:cNvSpPr>
          <p:nvPr>
            <p:ph type="subTitle" idx="4294967295"/>
          </p:nvPr>
        </p:nvSpPr>
        <p:spPr>
          <a:xfrm>
            <a:off x="3485400" y="3221957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Kdam Thmor Pro"/>
                <a:ea typeface="Kdam Thmor Pro"/>
                <a:cs typeface="Kdam Thmor Pro"/>
                <a:sym typeface="Kdam Thmor Pro"/>
              </a:rPr>
              <a:t>Technology</a:t>
            </a:r>
            <a:endParaRPr sz="2400" dirty="0"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4" name="Google Shape;994;p50"/>
          <p:cNvSpPr txBox="1">
            <a:spLocks noGrp="1"/>
          </p:cNvSpPr>
          <p:nvPr>
            <p:ph type="subTitle" idx="4294967295"/>
          </p:nvPr>
        </p:nvSpPr>
        <p:spPr>
          <a:xfrm>
            <a:off x="6032300" y="3221957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Kdam Thmor Pro"/>
                <a:ea typeface="Kdam Thmor Pro"/>
                <a:cs typeface="Kdam Thmor Pro"/>
                <a:sym typeface="Kdam Thmor Pro"/>
              </a:rPr>
              <a:t>Banking</a:t>
            </a:r>
            <a:endParaRPr sz="2400" dirty="0"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5" name="Google Shape;995;p50"/>
          <p:cNvSpPr/>
          <p:nvPr/>
        </p:nvSpPr>
        <p:spPr>
          <a:xfrm>
            <a:off x="1333750" y="1550475"/>
            <a:ext cx="1382700" cy="1382700"/>
          </a:xfrm>
          <a:prstGeom prst="donut">
            <a:avLst>
              <a:gd name="adj" fmla="val 1193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50"/>
          <p:cNvSpPr/>
          <p:nvPr/>
        </p:nvSpPr>
        <p:spPr>
          <a:xfrm flipH="1">
            <a:off x="1326250" y="1542850"/>
            <a:ext cx="1397700" cy="1397700"/>
          </a:xfrm>
          <a:prstGeom prst="blockArc">
            <a:avLst>
              <a:gd name="adj1" fmla="val 12989475"/>
              <a:gd name="adj2" fmla="val 16256715"/>
              <a:gd name="adj3" fmla="val 1271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50"/>
          <p:cNvSpPr/>
          <p:nvPr/>
        </p:nvSpPr>
        <p:spPr>
          <a:xfrm>
            <a:off x="3880650" y="1550475"/>
            <a:ext cx="1382700" cy="1382700"/>
          </a:xfrm>
          <a:prstGeom prst="donut">
            <a:avLst>
              <a:gd name="adj" fmla="val 1193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50"/>
          <p:cNvSpPr/>
          <p:nvPr/>
        </p:nvSpPr>
        <p:spPr>
          <a:xfrm flipH="1">
            <a:off x="3873150" y="1542850"/>
            <a:ext cx="1397700" cy="1397700"/>
          </a:xfrm>
          <a:prstGeom prst="blockArc">
            <a:avLst>
              <a:gd name="adj1" fmla="val 11643279"/>
              <a:gd name="adj2" fmla="val 16256715"/>
              <a:gd name="adj3" fmla="val 1271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50"/>
          <p:cNvSpPr/>
          <p:nvPr/>
        </p:nvSpPr>
        <p:spPr>
          <a:xfrm>
            <a:off x="6427550" y="1550475"/>
            <a:ext cx="1382700" cy="1382700"/>
          </a:xfrm>
          <a:prstGeom prst="donut">
            <a:avLst>
              <a:gd name="adj" fmla="val 1193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50"/>
          <p:cNvSpPr/>
          <p:nvPr/>
        </p:nvSpPr>
        <p:spPr>
          <a:xfrm flipH="1">
            <a:off x="6420050" y="1542850"/>
            <a:ext cx="1397700" cy="1397700"/>
          </a:xfrm>
          <a:prstGeom prst="blockArc">
            <a:avLst>
              <a:gd name="adj1" fmla="val 6943544"/>
              <a:gd name="adj2" fmla="val 16256715"/>
              <a:gd name="adj3" fmla="val 1271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50"/>
          <p:cNvSpPr txBox="1">
            <a:spLocks noGrp="1"/>
          </p:cNvSpPr>
          <p:nvPr>
            <p:ph type="title" idx="4294967295"/>
          </p:nvPr>
        </p:nvSpPr>
        <p:spPr>
          <a:xfrm>
            <a:off x="4018800" y="2038350"/>
            <a:ext cx="11064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/>
                </a:solidFill>
              </a:rPr>
              <a:t>14%</a:t>
            </a:r>
            <a:endParaRPr sz="3000" dirty="0">
              <a:solidFill>
                <a:schemeClr val="accent1"/>
              </a:solidFill>
            </a:endParaRPr>
          </a:p>
        </p:txBody>
      </p:sp>
      <p:sp>
        <p:nvSpPr>
          <p:cNvPr id="1002" name="Google Shape;1002;p50"/>
          <p:cNvSpPr txBox="1">
            <a:spLocks noGrp="1"/>
          </p:cNvSpPr>
          <p:nvPr>
            <p:ph type="title" idx="4294967295"/>
          </p:nvPr>
        </p:nvSpPr>
        <p:spPr>
          <a:xfrm>
            <a:off x="6565700" y="2038350"/>
            <a:ext cx="11064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/>
                </a:solidFill>
              </a:rPr>
              <a:t>43%</a:t>
            </a:r>
            <a:endParaRPr sz="3000" dirty="0">
              <a:solidFill>
                <a:schemeClr val="accent1"/>
              </a:solidFill>
            </a:endParaRPr>
          </a:p>
        </p:txBody>
      </p:sp>
      <p:sp>
        <p:nvSpPr>
          <p:cNvPr id="1003" name="Google Shape;1003;p50"/>
          <p:cNvSpPr txBox="1">
            <a:spLocks noGrp="1"/>
          </p:cNvSpPr>
          <p:nvPr>
            <p:ph type="title" idx="4294967295"/>
          </p:nvPr>
        </p:nvSpPr>
        <p:spPr>
          <a:xfrm>
            <a:off x="1471900" y="2038350"/>
            <a:ext cx="11064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/>
                </a:solidFill>
              </a:rPr>
              <a:t>11%</a:t>
            </a:r>
            <a:endParaRPr sz="3000" dirty="0">
              <a:solidFill>
                <a:schemeClr val="accent1"/>
              </a:solidFill>
            </a:endParaRPr>
          </a:p>
        </p:txBody>
      </p:sp>
      <p:sp>
        <p:nvSpPr>
          <p:cNvPr id="1004" name="Google Shape;1004;p50"/>
          <p:cNvSpPr/>
          <p:nvPr/>
        </p:nvSpPr>
        <p:spPr>
          <a:xfrm rot="10800000">
            <a:off x="5737887" y="2077451"/>
            <a:ext cx="222761" cy="328500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50"/>
          <p:cNvSpPr/>
          <p:nvPr/>
        </p:nvSpPr>
        <p:spPr>
          <a:xfrm>
            <a:off x="3183487" y="2077451"/>
            <a:ext cx="222761" cy="328500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E81A-E09B-4DDB-37E4-04AF684E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 OF HADOOP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2E145-57BC-3597-5FA2-5E44225A09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US" dirty="0"/>
              <a:t>Secure of data</a:t>
            </a:r>
          </a:p>
          <a:p>
            <a:pPr algn="just"/>
            <a:r>
              <a:rPr lang="en-US" dirty="0"/>
              <a:t>Slow processing of speed</a:t>
            </a:r>
          </a:p>
          <a:p>
            <a:pPr algn="just"/>
            <a:r>
              <a:rPr lang="en-US" dirty="0"/>
              <a:t>No caching </a:t>
            </a:r>
          </a:p>
          <a:p>
            <a:pPr algn="just"/>
            <a:r>
              <a:rPr lang="en-US" dirty="0"/>
              <a:t>Not easy to use </a:t>
            </a:r>
          </a:p>
          <a:p>
            <a:pPr algn="just"/>
            <a:r>
              <a:rPr lang="en-US" dirty="0"/>
              <a:t>No real time data processing </a:t>
            </a:r>
          </a:p>
          <a:p>
            <a:pPr algn="just"/>
            <a:r>
              <a:rPr lang="en-US" dirty="0"/>
              <a:t>Support for only batch processing only</a:t>
            </a:r>
          </a:p>
          <a:p>
            <a:endParaRPr lang="en-IN" dirty="0"/>
          </a:p>
        </p:txBody>
      </p:sp>
      <p:grpSp>
        <p:nvGrpSpPr>
          <p:cNvPr id="4" name="Google Shape;414;p33">
            <a:extLst>
              <a:ext uri="{FF2B5EF4-FFF2-40B4-BE49-F238E27FC236}">
                <a16:creationId xmlns:a16="http://schemas.microsoft.com/office/drawing/2014/main" id="{BBA84EC0-14F7-83AD-001F-9C6AF19F8A57}"/>
              </a:ext>
            </a:extLst>
          </p:cNvPr>
          <p:cNvGrpSpPr/>
          <p:nvPr/>
        </p:nvGrpSpPr>
        <p:grpSpPr>
          <a:xfrm>
            <a:off x="5375782" y="1372552"/>
            <a:ext cx="4145177" cy="3770948"/>
            <a:chOff x="5167774" y="1124853"/>
            <a:chExt cx="4436666" cy="4036121"/>
          </a:xfrm>
        </p:grpSpPr>
        <p:sp>
          <p:nvSpPr>
            <p:cNvPr id="5" name="Google Shape;415;p33">
              <a:extLst>
                <a:ext uri="{FF2B5EF4-FFF2-40B4-BE49-F238E27FC236}">
                  <a16:creationId xmlns:a16="http://schemas.microsoft.com/office/drawing/2014/main" id="{05B0866E-55CF-0E6D-6B0A-DCEB2F4D9722}"/>
                </a:ext>
              </a:extLst>
            </p:cNvPr>
            <p:cNvSpPr/>
            <p:nvPr/>
          </p:nvSpPr>
          <p:spPr>
            <a:xfrm>
              <a:off x="5167774" y="2868527"/>
              <a:ext cx="3384096" cy="2292447"/>
            </a:xfrm>
            <a:custGeom>
              <a:avLst/>
              <a:gdLst/>
              <a:ahLst/>
              <a:cxnLst/>
              <a:rect l="l" t="t" r="r" b="b"/>
              <a:pathLst>
                <a:path w="3252" h="2203" extrusionOk="0">
                  <a:moveTo>
                    <a:pt x="290" y="2202"/>
                  </a:moveTo>
                  <a:cubicBezTo>
                    <a:pt x="177" y="2003"/>
                    <a:pt x="113" y="1776"/>
                    <a:pt x="113" y="1536"/>
                  </a:cubicBezTo>
                  <a:cubicBezTo>
                    <a:pt x="113" y="751"/>
                    <a:pt x="792" y="113"/>
                    <a:pt x="1626" y="113"/>
                  </a:cubicBezTo>
                  <a:cubicBezTo>
                    <a:pt x="2460" y="113"/>
                    <a:pt x="3138" y="751"/>
                    <a:pt x="3138" y="1536"/>
                  </a:cubicBezTo>
                  <a:cubicBezTo>
                    <a:pt x="3138" y="1776"/>
                    <a:pt x="3074" y="2003"/>
                    <a:pt x="2962" y="2202"/>
                  </a:cubicBezTo>
                  <a:lnTo>
                    <a:pt x="3090" y="2202"/>
                  </a:lnTo>
                  <a:cubicBezTo>
                    <a:pt x="3193" y="2001"/>
                    <a:pt x="3251" y="1774"/>
                    <a:pt x="3251" y="1536"/>
                  </a:cubicBezTo>
                  <a:cubicBezTo>
                    <a:pt x="3251" y="689"/>
                    <a:pt x="2522" y="0"/>
                    <a:pt x="1625" y="0"/>
                  </a:cubicBezTo>
                  <a:cubicBezTo>
                    <a:pt x="729" y="0"/>
                    <a:pt x="0" y="689"/>
                    <a:pt x="0" y="1536"/>
                  </a:cubicBezTo>
                  <a:cubicBezTo>
                    <a:pt x="0" y="1774"/>
                    <a:pt x="58" y="2000"/>
                    <a:pt x="161" y="2202"/>
                  </a:cubicBezTo>
                  <a:lnTo>
                    <a:pt x="290" y="220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6;p33">
              <a:extLst>
                <a:ext uri="{FF2B5EF4-FFF2-40B4-BE49-F238E27FC236}">
                  <a16:creationId xmlns:a16="http://schemas.microsoft.com/office/drawing/2014/main" id="{97F760A1-747D-765E-52CD-FD336CFEE799}"/>
                </a:ext>
              </a:extLst>
            </p:cNvPr>
            <p:cNvSpPr/>
            <p:nvPr/>
          </p:nvSpPr>
          <p:spPr>
            <a:xfrm>
              <a:off x="5285364" y="2979872"/>
              <a:ext cx="3149957" cy="2181103"/>
            </a:xfrm>
            <a:custGeom>
              <a:avLst/>
              <a:gdLst/>
              <a:ahLst/>
              <a:cxnLst/>
              <a:rect l="l" t="t" r="r" b="b"/>
              <a:pathLst>
                <a:path w="3027" h="2096" extrusionOk="0">
                  <a:moveTo>
                    <a:pt x="306" y="2095"/>
                  </a:moveTo>
                  <a:cubicBezTo>
                    <a:pt x="183" y="1900"/>
                    <a:pt x="113" y="1672"/>
                    <a:pt x="113" y="1429"/>
                  </a:cubicBezTo>
                  <a:cubicBezTo>
                    <a:pt x="113" y="703"/>
                    <a:pt x="741" y="113"/>
                    <a:pt x="1513" y="113"/>
                  </a:cubicBezTo>
                  <a:cubicBezTo>
                    <a:pt x="2285" y="113"/>
                    <a:pt x="2913" y="703"/>
                    <a:pt x="2913" y="1429"/>
                  </a:cubicBezTo>
                  <a:cubicBezTo>
                    <a:pt x="2913" y="1672"/>
                    <a:pt x="2842" y="1900"/>
                    <a:pt x="2719" y="2095"/>
                  </a:cubicBezTo>
                  <a:lnTo>
                    <a:pt x="2851" y="2095"/>
                  </a:lnTo>
                  <a:cubicBezTo>
                    <a:pt x="2962" y="1896"/>
                    <a:pt x="3026" y="1669"/>
                    <a:pt x="3026" y="1429"/>
                  </a:cubicBezTo>
                  <a:cubicBezTo>
                    <a:pt x="3026" y="641"/>
                    <a:pt x="2347" y="0"/>
                    <a:pt x="1513" y="0"/>
                  </a:cubicBezTo>
                  <a:cubicBezTo>
                    <a:pt x="679" y="0"/>
                    <a:pt x="0" y="641"/>
                    <a:pt x="0" y="1429"/>
                  </a:cubicBezTo>
                  <a:cubicBezTo>
                    <a:pt x="0" y="1669"/>
                    <a:pt x="64" y="1896"/>
                    <a:pt x="175" y="2095"/>
                  </a:cubicBezTo>
                  <a:lnTo>
                    <a:pt x="306" y="209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17;p33">
              <a:extLst>
                <a:ext uri="{FF2B5EF4-FFF2-40B4-BE49-F238E27FC236}">
                  <a16:creationId xmlns:a16="http://schemas.microsoft.com/office/drawing/2014/main" id="{468EA91F-4AB6-C692-7C0D-49F60E5E92FA}"/>
                </a:ext>
              </a:extLst>
            </p:cNvPr>
            <p:cNvSpPr/>
            <p:nvPr/>
          </p:nvSpPr>
          <p:spPr>
            <a:xfrm>
              <a:off x="5405036" y="3092257"/>
              <a:ext cx="2909574" cy="2068718"/>
            </a:xfrm>
            <a:custGeom>
              <a:avLst/>
              <a:gdLst/>
              <a:ahLst/>
              <a:cxnLst/>
              <a:rect l="l" t="t" r="r" b="b"/>
              <a:pathLst>
                <a:path w="2796" h="1988" extrusionOk="0">
                  <a:moveTo>
                    <a:pt x="326" y="1987"/>
                  </a:moveTo>
                  <a:cubicBezTo>
                    <a:pt x="191" y="1796"/>
                    <a:pt x="113" y="1567"/>
                    <a:pt x="113" y="1321"/>
                  </a:cubicBezTo>
                  <a:cubicBezTo>
                    <a:pt x="113" y="655"/>
                    <a:pt x="689" y="113"/>
                    <a:pt x="1398" y="113"/>
                  </a:cubicBezTo>
                  <a:cubicBezTo>
                    <a:pt x="2106" y="113"/>
                    <a:pt x="2683" y="655"/>
                    <a:pt x="2683" y="1321"/>
                  </a:cubicBezTo>
                  <a:cubicBezTo>
                    <a:pt x="2683" y="1567"/>
                    <a:pt x="2604" y="1796"/>
                    <a:pt x="2469" y="1987"/>
                  </a:cubicBezTo>
                  <a:lnTo>
                    <a:pt x="2604" y="1987"/>
                  </a:lnTo>
                  <a:cubicBezTo>
                    <a:pt x="2726" y="1791"/>
                    <a:pt x="2795" y="1564"/>
                    <a:pt x="2795" y="1321"/>
                  </a:cubicBezTo>
                  <a:cubicBezTo>
                    <a:pt x="2795" y="592"/>
                    <a:pt x="2168" y="0"/>
                    <a:pt x="1398" y="0"/>
                  </a:cubicBezTo>
                  <a:cubicBezTo>
                    <a:pt x="627" y="0"/>
                    <a:pt x="0" y="592"/>
                    <a:pt x="0" y="1321"/>
                  </a:cubicBezTo>
                  <a:cubicBezTo>
                    <a:pt x="0" y="1564"/>
                    <a:pt x="69" y="1791"/>
                    <a:pt x="191" y="1987"/>
                  </a:cubicBezTo>
                  <a:lnTo>
                    <a:pt x="326" y="198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18;p33">
              <a:extLst>
                <a:ext uri="{FF2B5EF4-FFF2-40B4-BE49-F238E27FC236}">
                  <a16:creationId xmlns:a16="http://schemas.microsoft.com/office/drawing/2014/main" id="{77038E97-5854-0890-516C-F6915F6F1636}"/>
                </a:ext>
              </a:extLst>
            </p:cNvPr>
            <p:cNvSpPr/>
            <p:nvPr/>
          </p:nvSpPr>
          <p:spPr>
            <a:xfrm>
              <a:off x="5520545" y="3201520"/>
              <a:ext cx="2678556" cy="1959455"/>
            </a:xfrm>
            <a:custGeom>
              <a:avLst/>
              <a:gdLst/>
              <a:ahLst/>
              <a:cxnLst/>
              <a:rect l="l" t="t" r="r" b="b"/>
              <a:pathLst>
                <a:path w="2574" h="1883" extrusionOk="0">
                  <a:moveTo>
                    <a:pt x="352" y="1882"/>
                  </a:moveTo>
                  <a:cubicBezTo>
                    <a:pt x="202" y="1697"/>
                    <a:pt x="113" y="1466"/>
                    <a:pt x="113" y="1216"/>
                  </a:cubicBezTo>
                  <a:cubicBezTo>
                    <a:pt x="113" y="607"/>
                    <a:pt x="639" y="112"/>
                    <a:pt x="1287" y="112"/>
                  </a:cubicBezTo>
                  <a:cubicBezTo>
                    <a:pt x="1934" y="112"/>
                    <a:pt x="2461" y="607"/>
                    <a:pt x="2461" y="1216"/>
                  </a:cubicBezTo>
                  <a:cubicBezTo>
                    <a:pt x="2461" y="1466"/>
                    <a:pt x="2371" y="1697"/>
                    <a:pt x="2221" y="1882"/>
                  </a:cubicBezTo>
                  <a:lnTo>
                    <a:pt x="2362" y="1882"/>
                  </a:lnTo>
                  <a:cubicBezTo>
                    <a:pt x="2496" y="1691"/>
                    <a:pt x="2573" y="1462"/>
                    <a:pt x="2573" y="1216"/>
                  </a:cubicBezTo>
                  <a:cubicBezTo>
                    <a:pt x="2573" y="545"/>
                    <a:pt x="1996" y="0"/>
                    <a:pt x="1286" y="0"/>
                  </a:cubicBezTo>
                  <a:cubicBezTo>
                    <a:pt x="577" y="0"/>
                    <a:pt x="0" y="545"/>
                    <a:pt x="0" y="1216"/>
                  </a:cubicBezTo>
                  <a:cubicBezTo>
                    <a:pt x="0" y="1461"/>
                    <a:pt x="77" y="1691"/>
                    <a:pt x="210" y="1882"/>
                  </a:cubicBezTo>
                  <a:lnTo>
                    <a:pt x="352" y="188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19;p33">
              <a:extLst>
                <a:ext uri="{FF2B5EF4-FFF2-40B4-BE49-F238E27FC236}">
                  <a16:creationId xmlns:a16="http://schemas.microsoft.com/office/drawing/2014/main" id="{525DB69F-9893-3236-9922-351ADFD845D9}"/>
                </a:ext>
              </a:extLst>
            </p:cNvPr>
            <p:cNvSpPr/>
            <p:nvPr/>
          </p:nvSpPr>
          <p:spPr>
            <a:xfrm rot="-1190507">
              <a:off x="8520416" y="1411754"/>
              <a:ext cx="796510" cy="942190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0;p33">
              <a:extLst>
                <a:ext uri="{FF2B5EF4-FFF2-40B4-BE49-F238E27FC236}">
                  <a16:creationId xmlns:a16="http://schemas.microsoft.com/office/drawing/2014/main" id="{D4E7E4FB-6DCE-E71F-F73F-3F84C0DB68A9}"/>
                </a:ext>
              </a:extLst>
            </p:cNvPr>
            <p:cNvSpPr/>
            <p:nvPr/>
          </p:nvSpPr>
          <p:spPr>
            <a:xfrm rot="-1190507">
              <a:off x="8564441" y="1510893"/>
              <a:ext cx="649191" cy="744847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;p33">
              <a:extLst>
                <a:ext uri="{FF2B5EF4-FFF2-40B4-BE49-F238E27FC236}">
                  <a16:creationId xmlns:a16="http://schemas.microsoft.com/office/drawing/2014/main" id="{FDCA2C25-D8B8-5B7A-4E0A-CEBA6F61436E}"/>
                </a:ext>
              </a:extLst>
            </p:cNvPr>
            <p:cNvSpPr/>
            <p:nvPr/>
          </p:nvSpPr>
          <p:spPr>
            <a:xfrm rot="-1190507">
              <a:off x="8483113" y="1571867"/>
              <a:ext cx="257258" cy="506276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2;p33">
              <a:extLst>
                <a:ext uri="{FF2B5EF4-FFF2-40B4-BE49-F238E27FC236}">
                  <a16:creationId xmlns:a16="http://schemas.microsoft.com/office/drawing/2014/main" id="{FF70A9B7-A8C4-D570-5F36-08661E005A09}"/>
                </a:ext>
              </a:extLst>
            </p:cNvPr>
            <p:cNvSpPr/>
            <p:nvPr/>
          </p:nvSpPr>
          <p:spPr>
            <a:xfrm rot="319144" flipH="1">
              <a:off x="7508004" y="1930265"/>
              <a:ext cx="1430938" cy="1827172"/>
            </a:xfrm>
            <a:custGeom>
              <a:avLst/>
              <a:gdLst/>
              <a:ahLst/>
              <a:cxnLst/>
              <a:rect l="l" t="t" r="r" b="b"/>
              <a:pathLst>
                <a:path w="2712" h="3463" extrusionOk="0">
                  <a:moveTo>
                    <a:pt x="2672" y="2640"/>
                  </a:moveTo>
                  <a:cubicBezTo>
                    <a:pt x="2697" y="2624"/>
                    <a:pt x="2711" y="2613"/>
                    <a:pt x="2708" y="2607"/>
                  </a:cubicBezTo>
                  <a:cubicBezTo>
                    <a:pt x="2618" y="2353"/>
                    <a:pt x="2518" y="2103"/>
                    <a:pt x="2409" y="1857"/>
                  </a:cubicBezTo>
                  <a:cubicBezTo>
                    <a:pt x="2299" y="1610"/>
                    <a:pt x="2204" y="1364"/>
                    <a:pt x="2112" y="1109"/>
                  </a:cubicBezTo>
                  <a:cubicBezTo>
                    <a:pt x="2040" y="907"/>
                    <a:pt x="1967" y="706"/>
                    <a:pt x="1890" y="507"/>
                  </a:cubicBezTo>
                  <a:cubicBezTo>
                    <a:pt x="1851" y="405"/>
                    <a:pt x="1811" y="303"/>
                    <a:pt x="1769" y="202"/>
                  </a:cubicBezTo>
                  <a:cubicBezTo>
                    <a:pt x="1739" y="129"/>
                    <a:pt x="1719" y="18"/>
                    <a:pt x="1625" y="5"/>
                  </a:cubicBezTo>
                  <a:cubicBezTo>
                    <a:pt x="1581" y="0"/>
                    <a:pt x="1536" y="13"/>
                    <a:pt x="1494" y="26"/>
                  </a:cubicBezTo>
                  <a:cubicBezTo>
                    <a:pt x="1196" y="117"/>
                    <a:pt x="895" y="201"/>
                    <a:pt x="588" y="252"/>
                  </a:cubicBezTo>
                  <a:cubicBezTo>
                    <a:pt x="434" y="277"/>
                    <a:pt x="280" y="292"/>
                    <a:pt x="125" y="299"/>
                  </a:cubicBezTo>
                  <a:cubicBezTo>
                    <a:pt x="71" y="301"/>
                    <a:pt x="0" y="292"/>
                    <a:pt x="1" y="360"/>
                  </a:cubicBezTo>
                  <a:cubicBezTo>
                    <a:pt x="2" y="403"/>
                    <a:pt x="49" y="474"/>
                    <a:pt x="62" y="518"/>
                  </a:cubicBezTo>
                  <a:cubicBezTo>
                    <a:pt x="330" y="1436"/>
                    <a:pt x="547" y="2367"/>
                    <a:pt x="844" y="3278"/>
                  </a:cubicBezTo>
                  <a:cubicBezTo>
                    <a:pt x="850" y="3297"/>
                    <a:pt x="856" y="3315"/>
                    <a:pt x="862" y="3333"/>
                  </a:cubicBezTo>
                  <a:cubicBezTo>
                    <a:pt x="904" y="3462"/>
                    <a:pt x="1568" y="3121"/>
                    <a:pt x="1661" y="3081"/>
                  </a:cubicBezTo>
                  <a:cubicBezTo>
                    <a:pt x="1743" y="3045"/>
                    <a:pt x="2496" y="2747"/>
                    <a:pt x="2672" y="264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23;p33">
              <a:extLst>
                <a:ext uri="{FF2B5EF4-FFF2-40B4-BE49-F238E27FC236}">
                  <a16:creationId xmlns:a16="http://schemas.microsoft.com/office/drawing/2014/main" id="{1A621920-1B27-BC4C-E583-EADF10B857F1}"/>
                </a:ext>
              </a:extLst>
            </p:cNvPr>
            <p:cNvSpPr/>
            <p:nvPr/>
          </p:nvSpPr>
          <p:spPr>
            <a:xfrm rot="319144" flipH="1">
              <a:off x="7655542" y="2010844"/>
              <a:ext cx="1219358" cy="1514817"/>
            </a:xfrm>
            <a:custGeom>
              <a:avLst/>
              <a:gdLst/>
              <a:ahLst/>
              <a:cxnLst/>
              <a:rect l="l" t="t" r="r" b="b"/>
              <a:pathLst>
                <a:path w="2311" h="2871" extrusionOk="0">
                  <a:moveTo>
                    <a:pt x="1484" y="45"/>
                  </a:moveTo>
                  <a:cubicBezTo>
                    <a:pt x="1004" y="140"/>
                    <a:pt x="551" y="336"/>
                    <a:pt x="71" y="428"/>
                  </a:cubicBezTo>
                  <a:cubicBezTo>
                    <a:pt x="34" y="435"/>
                    <a:pt x="0" y="400"/>
                    <a:pt x="50" y="390"/>
                  </a:cubicBezTo>
                  <a:cubicBezTo>
                    <a:pt x="531" y="298"/>
                    <a:pt x="983" y="102"/>
                    <a:pt x="1463" y="8"/>
                  </a:cubicBezTo>
                  <a:cubicBezTo>
                    <a:pt x="1500" y="0"/>
                    <a:pt x="1535" y="36"/>
                    <a:pt x="1484" y="45"/>
                  </a:cubicBezTo>
                  <a:moveTo>
                    <a:pt x="1591" y="222"/>
                  </a:moveTo>
                  <a:cubicBezTo>
                    <a:pt x="1580" y="209"/>
                    <a:pt x="1552" y="211"/>
                    <a:pt x="1538" y="215"/>
                  </a:cubicBezTo>
                  <a:cubicBezTo>
                    <a:pt x="1065" y="347"/>
                    <a:pt x="592" y="478"/>
                    <a:pt x="120" y="610"/>
                  </a:cubicBezTo>
                  <a:cubicBezTo>
                    <a:pt x="106" y="614"/>
                    <a:pt x="95" y="624"/>
                    <a:pt x="106" y="637"/>
                  </a:cubicBezTo>
                  <a:cubicBezTo>
                    <a:pt x="117" y="650"/>
                    <a:pt x="144" y="648"/>
                    <a:pt x="159" y="644"/>
                  </a:cubicBezTo>
                  <a:cubicBezTo>
                    <a:pt x="631" y="512"/>
                    <a:pt x="1104" y="380"/>
                    <a:pt x="1577" y="249"/>
                  </a:cubicBezTo>
                  <a:cubicBezTo>
                    <a:pt x="1590" y="245"/>
                    <a:pt x="1602" y="234"/>
                    <a:pt x="1591" y="222"/>
                  </a:cubicBezTo>
                  <a:moveTo>
                    <a:pt x="1625" y="429"/>
                  </a:moveTo>
                  <a:cubicBezTo>
                    <a:pt x="1610" y="419"/>
                    <a:pt x="1587" y="422"/>
                    <a:pt x="1571" y="429"/>
                  </a:cubicBezTo>
                  <a:cubicBezTo>
                    <a:pt x="1135" y="601"/>
                    <a:pt x="682" y="730"/>
                    <a:pt x="222" y="814"/>
                  </a:cubicBezTo>
                  <a:cubicBezTo>
                    <a:pt x="171" y="824"/>
                    <a:pt x="206" y="859"/>
                    <a:pt x="242" y="852"/>
                  </a:cubicBezTo>
                  <a:cubicBezTo>
                    <a:pt x="715" y="766"/>
                    <a:pt x="1178" y="633"/>
                    <a:pt x="1625" y="456"/>
                  </a:cubicBezTo>
                  <a:cubicBezTo>
                    <a:pt x="1641" y="450"/>
                    <a:pt x="1637" y="436"/>
                    <a:pt x="1625" y="429"/>
                  </a:cubicBezTo>
                  <a:moveTo>
                    <a:pt x="1762" y="663"/>
                  </a:moveTo>
                  <a:cubicBezTo>
                    <a:pt x="1751" y="650"/>
                    <a:pt x="1723" y="652"/>
                    <a:pt x="1709" y="656"/>
                  </a:cubicBezTo>
                  <a:cubicBezTo>
                    <a:pt x="1222" y="780"/>
                    <a:pt x="741" y="927"/>
                    <a:pt x="269" y="1097"/>
                  </a:cubicBezTo>
                  <a:cubicBezTo>
                    <a:pt x="221" y="1114"/>
                    <a:pt x="280" y="1141"/>
                    <a:pt x="308" y="1131"/>
                  </a:cubicBezTo>
                  <a:cubicBezTo>
                    <a:pt x="781" y="961"/>
                    <a:pt x="1261" y="814"/>
                    <a:pt x="1748" y="690"/>
                  </a:cubicBezTo>
                  <a:cubicBezTo>
                    <a:pt x="1761" y="687"/>
                    <a:pt x="1772" y="676"/>
                    <a:pt x="1762" y="663"/>
                  </a:cubicBezTo>
                  <a:moveTo>
                    <a:pt x="1750" y="868"/>
                  </a:moveTo>
                  <a:cubicBezTo>
                    <a:pt x="1298" y="1027"/>
                    <a:pt x="840" y="1169"/>
                    <a:pt x="377" y="1291"/>
                  </a:cubicBezTo>
                  <a:cubicBezTo>
                    <a:pt x="363" y="1295"/>
                    <a:pt x="352" y="1306"/>
                    <a:pt x="363" y="1318"/>
                  </a:cubicBezTo>
                  <a:cubicBezTo>
                    <a:pt x="374" y="1331"/>
                    <a:pt x="402" y="1329"/>
                    <a:pt x="416" y="1325"/>
                  </a:cubicBezTo>
                  <a:cubicBezTo>
                    <a:pt x="879" y="1202"/>
                    <a:pt x="1337" y="1061"/>
                    <a:pt x="1789" y="901"/>
                  </a:cubicBezTo>
                  <a:cubicBezTo>
                    <a:pt x="1836" y="885"/>
                    <a:pt x="1777" y="858"/>
                    <a:pt x="1750" y="868"/>
                  </a:cubicBezTo>
                  <a:moveTo>
                    <a:pt x="1865" y="1102"/>
                  </a:moveTo>
                  <a:cubicBezTo>
                    <a:pt x="1854" y="1089"/>
                    <a:pt x="1826" y="1091"/>
                    <a:pt x="1812" y="1095"/>
                  </a:cubicBezTo>
                  <a:cubicBezTo>
                    <a:pt x="1344" y="1238"/>
                    <a:pt x="880" y="1396"/>
                    <a:pt x="422" y="1568"/>
                  </a:cubicBezTo>
                  <a:cubicBezTo>
                    <a:pt x="375" y="1585"/>
                    <a:pt x="433" y="1612"/>
                    <a:pt x="461" y="1602"/>
                  </a:cubicBezTo>
                  <a:cubicBezTo>
                    <a:pt x="919" y="1430"/>
                    <a:pt x="1383" y="1272"/>
                    <a:pt x="1851" y="1129"/>
                  </a:cubicBezTo>
                  <a:cubicBezTo>
                    <a:pt x="1864" y="1125"/>
                    <a:pt x="1876" y="1115"/>
                    <a:pt x="1865" y="1102"/>
                  </a:cubicBezTo>
                  <a:moveTo>
                    <a:pt x="1879" y="1355"/>
                  </a:moveTo>
                  <a:cubicBezTo>
                    <a:pt x="1397" y="1526"/>
                    <a:pt x="915" y="1697"/>
                    <a:pt x="433" y="1869"/>
                  </a:cubicBezTo>
                  <a:cubicBezTo>
                    <a:pt x="386" y="1885"/>
                    <a:pt x="444" y="1912"/>
                    <a:pt x="472" y="1903"/>
                  </a:cubicBezTo>
                  <a:cubicBezTo>
                    <a:pt x="954" y="1731"/>
                    <a:pt x="1436" y="1560"/>
                    <a:pt x="1918" y="1389"/>
                  </a:cubicBezTo>
                  <a:cubicBezTo>
                    <a:pt x="1965" y="1373"/>
                    <a:pt x="1906" y="1345"/>
                    <a:pt x="1879" y="1355"/>
                  </a:cubicBezTo>
                  <a:moveTo>
                    <a:pt x="1986" y="1572"/>
                  </a:moveTo>
                  <a:cubicBezTo>
                    <a:pt x="1517" y="1734"/>
                    <a:pt x="1052" y="1909"/>
                    <a:pt x="591" y="2097"/>
                  </a:cubicBezTo>
                  <a:cubicBezTo>
                    <a:pt x="575" y="2103"/>
                    <a:pt x="580" y="2117"/>
                    <a:pt x="591" y="2125"/>
                  </a:cubicBezTo>
                  <a:cubicBezTo>
                    <a:pt x="607" y="2134"/>
                    <a:pt x="630" y="2131"/>
                    <a:pt x="646" y="2125"/>
                  </a:cubicBezTo>
                  <a:cubicBezTo>
                    <a:pt x="1101" y="1939"/>
                    <a:pt x="1561" y="1766"/>
                    <a:pt x="2025" y="1606"/>
                  </a:cubicBezTo>
                  <a:cubicBezTo>
                    <a:pt x="2073" y="1589"/>
                    <a:pt x="2014" y="1562"/>
                    <a:pt x="1986" y="1572"/>
                  </a:cubicBezTo>
                  <a:moveTo>
                    <a:pt x="2084" y="1796"/>
                  </a:moveTo>
                  <a:lnTo>
                    <a:pt x="706" y="2320"/>
                  </a:lnTo>
                  <a:cubicBezTo>
                    <a:pt x="659" y="2338"/>
                    <a:pt x="717" y="2364"/>
                    <a:pt x="745" y="2354"/>
                  </a:cubicBezTo>
                  <a:lnTo>
                    <a:pt x="2123" y="1830"/>
                  </a:lnTo>
                  <a:cubicBezTo>
                    <a:pt x="2170" y="1812"/>
                    <a:pt x="2112" y="1785"/>
                    <a:pt x="2084" y="1796"/>
                  </a:cubicBezTo>
                  <a:moveTo>
                    <a:pt x="2213" y="2025"/>
                  </a:moveTo>
                  <a:cubicBezTo>
                    <a:pt x="2198" y="2015"/>
                    <a:pt x="2174" y="2019"/>
                    <a:pt x="2158" y="2025"/>
                  </a:cubicBezTo>
                  <a:cubicBezTo>
                    <a:pt x="1705" y="2211"/>
                    <a:pt x="1255" y="2404"/>
                    <a:pt x="809" y="2605"/>
                  </a:cubicBezTo>
                  <a:cubicBezTo>
                    <a:pt x="793" y="2612"/>
                    <a:pt x="797" y="2625"/>
                    <a:pt x="809" y="2632"/>
                  </a:cubicBezTo>
                  <a:cubicBezTo>
                    <a:pt x="824" y="2642"/>
                    <a:pt x="848" y="2639"/>
                    <a:pt x="863" y="2632"/>
                  </a:cubicBezTo>
                  <a:cubicBezTo>
                    <a:pt x="1310" y="2432"/>
                    <a:pt x="1760" y="2239"/>
                    <a:pt x="2213" y="2053"/>
                  </a:cubicBezTo>
                  <a:cubicBezTo>
                    <a:pt x="2229" y="2047"/>
                    <a:pt x="2225" y="2033"/>
                    <a:pt x="2213" y="2025"/>
                  </a:cubicBezTo>
                  <a:moveTo>
                    <a:pt x="2295" y="2265"/>
                  </a:moveTo>
                  <a:cubicBezTo>
                    <a:pt x="2280" y="2255"/>
                    <a:pt x="2256" y="2258"/>
                    <a:pt x="2240" y="2265"/>
                  </a:cubicBezTo>
                  <a:cubicBezTo>
                    <a:pt x="1815" y="2447"/>
                    <a:pt x="1392" y="2636"/>
                    <a:pt x="974" y="2832"/>
                  </a:cubicBezTo>
                  <a:cubicBezTo>
                    <a:pt x="958" y="2839"/>
                    <a:pt x="961" y="2852"/>
                    <a:pt x="974" y="2860"/>
                  </a:cubicBezTo>
                  <a:cubicBezTo>
                    <a:pt x="988" y="2870"/>
                    <a:pt x="1013" y="2867"/>
                    <a:pt x="1028" y="2860"/>
                  </a:cubicBezTo>
                  <a:cubicBezTo>
                    <a:pt x="1447" y="2664"/>
                    <a:pt x="1869" y="2474"/>
                    <a:pt x="2295" y="2293"/>
                  </a:cubicBezTo>
                  <a:cubicBezTo>
                    <a:pt x="2310" y="2286"/>
                    <a:pt x="2306" y="2272"/>
                    <a:pt x="2295" y="226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424;p33">
              <a:extLst>
                <a:ext uri="{FF2B5EF4-FFF2-40B4-BE49-F238E27FC236}">
                  <a16:creationId xmlns:a16="http://schemas.microsoft.com/office/drawing/2014/main" id="{7FDFD521-40D6-56E8-3ED9-CAB6CCFBBD87}"/>
                </a:ext>
              </a:extLst>
            </p:cNvPr>
            <p:cNvGrpSpPr/>
            <p:nvPr/>
          </p:nvGrpSpPr>
          <p:grpSpPr>
            <a:xfrm>
              <a:off x="5824189" y="1124853"/>
              <a:ext cx="3780251" cy="3948600"/>
              <a:chOff x="5533308" y="924898"/>
              <a:chExt cx="4038730" cy="4218590"/>
            </a:xfrm>
          </p:grpSpPr>
          <p:sp>
            <p:nvSpPr>
              <p:cNvPr id="17" name="Google Shape;425;p33">
                <a:extLst>
                  <a:ext uri="{FF2B5EF4-FFF2-40B4-BE49-F238E27FC236}">
                    <a16:creationId xmlns:a16="http://schemas.microsoft.com/office/drawing/2014/main" id="{F7721159-B39C-9393-CAF5-047821BE68A9}"/>
                  </a:ext>
                </a:extLst>
              </p:cNvPr>
              <p:cNvSpPr/>
              <p:nvPr/>
            </p:nvSpPr>
            <p:spPr>
              <a:xfrm rot="-662413" flipH="1">
                <a:off x="5642001" y="3134210"/>
                <a:ext cx="3151017" cy="1439700"/>
              </a:xfrm>
              <a:custGeom>
                <a:avLst/>
                <a:gdLst/>
                <a:ahLst/>
                <a:cxnLst/>
                <a:rect l="l" t="t" r="r" b="b"/>
                <a:pathLst>
                  <a:path w="5461" h="1782" extrusionOk="0">
                    <a:moveTo>
                      <a:pt x="2037" y="933"/>
                    </a:moveTo>
                    <a:lnTo>
                      <a:pt x="2003" y="963"/>
                    </a:lnTo>
                    <a:lnTo>
                      <a:pt x="2001" y="962"/>
                    </a:lnTo>
                    <a:cubicBezTo>
                      <a:pt x="2001" y="962"/>
                      <a:pt x="1755" y="951"/>
                      <a:pt x="1688" y="948"/>
                    </a:cubicBezTo>
                    <a:cubicBezTo>
                      <a:pt x="1678" y="947"/>
                      <a:pt x="1667" y="945"/>
                      <a:pt x="1658" y="942"/>
                    </a:cubicBezTo>
                    <a:lnTo>
                      <a:pt x="1654" y="941"/>
                    </a:lnTo>
                    <a:lnTo>
                      <a:pt x="382" y="504"/>
                    </a:lnTo>
                    <a:cubicBezTo>
                      <a:pt x="328" y="485"/>
                      <a:pt x="304" y="451"/>
                      <a:pt x="325" y="422"/>
                    </a:cubicBezTo>
                    <a:cubicBezTo>
                      <a:pt x="328" y="418"/>
                      <a:pt x="331" y="415"/>
                      <a:pt x="334" y="411"/>
                    </a:cubicBezTo>
                    <a:cubicBezTo>
                      <a:pt x="336" y="409"/>
                      <a:pt x="339" y="407"/>
                      <a:pt x="342" y="405"/>
                    </a:cubicBezTo>
                    <a:cubicBezTo>
                      <a:pt x="379" y="378"/>
                      <a:pt x="453" y="372"/>
                      <a:pt x="513" y="390"/>
                    </a:cubicBezTo>
                    <a:lnTo>
                      <a:pt x="1845" y="782"/>
                    </a:lnTo>
                    <a:cubicBezTo>
                      <a:pt x="1854" y="785"/>
                      <a:pt x="1862" y="789"/>
                      <a:pt x="1868" y="794"/>
                    </a:cubicBezTo>
                    <a:lnTo>
                      <a:pt x="2036" y="932"/>
                    </a:lnTo>
                    <a:lnTo>
                      <a:pt x="2037" y="933"/>
                    </a:lnTo>
                    <a:moveTo>
                      <a:pt x="650" y="352"/>
                    </a:moveTo>
                    <a:cubicBezTo>
                      <a:pt x="676" y="337"/>
                      <a:pt x="701" y="319"/>
                      <a:pt x="710" y="297"/>
                    </a:cubicBezTo>
                    <a:cubicBezTo>
                      <a:pt x="714" y="285"/>
                      <a:pt x="715" y="274"/>
                      <a:pt x="715" y="262"/>
                    </a:cubicBezTo>
                    <a:cubicBezTo>
                      <a:pt x="715" y="230"/>
                      <a:pt x="710" y="197"/>
                      <a:pt x="701" y="165"/>
                    </a:cubicBezTo>
                    <a:cubicBezTo>
                      <a:pt x="699" y="159"/>
                      <a:pt x="698" y="152"/>
                      <a:pt x="692" y="148"/>
                    </a:cubicBezTo>
                    <a:cubicBezTo>
                      <a:pt x="689" y="146"/>
                      <a:pt x="681" y="145"/>
                      <a:pt x="676" y="143"/>
                    </a:cubicBezTo>
                    <a:cubicBezTo>
                      <a:pt x="665" y="140"/>
                      <a:pt x="654" y="137"/>
                      <a:pt x="642" y="134"/>
                    </a:cubicBezTo>
                    <a:cubicBezTo>
                      <a:pt x="588" y="118"/>
                      <a:pt x="533" y="102"/>
                      <a:pt x="478" y="86"/>
                    </a:cubicBezTo>
                    <a:cubicBezTo>
                      <a:pt x="407" y="65"/>
                      <a:pt x="336" y="45"/>
                      <a:pt x="266" y="24"/>
                    </a:cubicBezTo>
                    <a:cubicBezTo>
                      <a:pt x="182" y="0"/>
                      <a:pt x="84" y="22"/>
                      <a:pt x="40" y="75"/>
                    </a:cubicBezTo>
                    <a:cubicBezTo>
                      <a:pt x="37" y="79"/>
                      <a:pt x="34" y="83"/>
                      <a:pt x="31" y="87"/>
                    </a:cubicBezTo>
                    <a:cubicBezTo>
                      <a:pt x="27" y="95"/>
                      <a:pt x="23" y="104"/>
                      <a:pt x="20" y="112"/>
                    </a:cubicBezTo>
                    <a:cubicBezTo>
                      <a:pt x="0" y="167"/>
                      <a:pt x="39" y="223"/>
                      <a:pt x="112" y="249"/>
                    </a:cubicBezTo>
                    <a:cubicBezTo>
                      <a:pt x="182" y="273"/>
                      <a:pt x="251" y="298"/>
                      <a:pt x="320" y="322"/>
                    </a:cubicBezTo>
                    <a:cubicBezTo>
                      <a:pt x="370" y="339"/>
                      <a:pt x="420" y="357"/>
                      <a:pt x="470" y="374"/>
                    </a:cubicBezTo>
                    <a:cubicBezTo>
                      <a:pt x="487" y="380"/>
                      <a:pt x="509" y="392"/>
                      <a:pt x="528" y="392"/>
                    </a:cubicBezTo>
                    <a:cubicBezTo>
                      <a:pt x="568" y="392"/>
                      <a:pt x="610" y="374"/>
                      <a:pt x="640" y="358"/>
                    </a:cubicBezTo>
                    <a:cubicBezTo>
                      <a:pt x="643" y="356"/>
                      <a:pt x="647" y="354"/>
                      <a:pt x="650" y="353"/>
                    </a:cubicBezTo>
                    <a:cubicBezTo>
                      <a:pt x="650" y="352"/>
                      <a:pt x="650" y="352"/>
                      <a:pt x="650" y="352"/>
                    </a:cubicBezTo>
                    <a:moveTo>
                      <a:pt x="5460" y="1781"/>
                    </a:moveTo>
                    <a:lnTo>
                      <a:pt x="5460" y="178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426;p33">
                <a:extLst>
                  <a:ext uri="{FF2B5EF4-FFF2-40B4-BE49-F238E27FC236}">
                    <a16:creationId xmlns:a16="http://schemas.microsoft.com/office/drawing/2014/main" id="{103AB5A9-BE33-5A02-53A3-905D8EE977EB}"/>
                  </a:ext>
                </a:extLst>
              </p:cNvPr>
              <p:cNvSpPr/>
              <p:nvPr/>
            </p:nvSpPr>
            <p:spPr>
              <a:xfrm rot="-662413" flipH="1">
                <a:off x="6114596" y="3292697"/>
                <a:ext cx="2213963" cy="1134309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404" extrusionOk="0">
                    <a:moveTo>
                      <a:pt x="3836" y="1284"/>
                    </a:moveTo>
                    <a:lnTo>
                      <a:pt x="3774" y="1376"/>
                    </a:lnTo>
                    <a:lnTo>
                      <a:pt x="3769" y="1376"/>
                    </a:lnTo>
                    <a:lnTo>
                      <a:pt x="3067" y="1403"/>
                    </a:lnTo>
                    <a:lnTo>
                      <a:pt x="3025" y="1388"/>
                    </a:lnTo>
                    <a:lnTo>
                      <a:pt x="0" y="347"/>
                    </a:lnTo>
                    <a:cubicBezTo>
                      <a:pt x="8" y="281"/>
                      <a:pt x="7" y="213"/>
                      <a:pt x="43" y="152"/>
                    </a:cubicBezTo>
                    <a:cubicBezTo>
                      <a:pt x="79" y="91"/>
                      <a:pt x="169" y="45"/>
                      <a:pt x="236" y="0"/>
                    </a:cubicBezTo>
                    <a:lnTo>
                      <a:pt x="3375" y="892"/>
                    </a:lnTo>
                    <a:lnTo>
                      <a:pt x="3407" y="901"/>
                    </a:lnTo>
                    <a:lnTo>
                      <a:pt x="3833" y="1281"/>
                    </a:lnTo>
                    <a:lnTo>
                      <a:pt x="3836" y="1284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427;p33">
                <a:extLst>
                  <a:ext uri="{FF2B5EF4-FFF2-40B4-BE49-F238E27FC236}">
                    <a16:creationId xmlns:a16="http://schemas.microsoft.com/office/drawing/2014/main" id="{7FD50E0F-9214-A620-E2FA-ADD0CFD90E66}"/>
                  </a:ext>
                </a:extLst>
              </p:cNvPr>
              <p:cNvSpPr/>
              <p:nvPr/>
            </p:nvSpPr>
            <p:spPr>
              <a:xfrm rot="-662413" flipH="1">
                <a:off x="6425499" y="3769485"/>
                <a:ext cx="950325" cy="711771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881" extrusionOk="0">
                    <a:moveTo>
                      <a:pt x="1246" y="585"/>
                    </a:moveTo>
                    <a:cubicBezTo>
                      <a:pt x="1277" y="528"/>
                      <a:pt x="1332" y="478"/>
                      <a:pt x="1402" y="440"/>
                    </a:cubicBezTo>
                    <a:cubicBezTo>
                      <a:pt x="1459" y="409"/>
                      <a:pt x="1568" y="361"/>
                      <a:pt x="1646" y="383"/>
                    </a:cubicBezTo>
                    <a:lnTo>
                      <a:pt x="1342" y="297"/>
                    </a:lnTo>
                    <a:lnTo>
                      <a:pt x="1303" y="286"/>
                    </a:lnTo>
                    <a:lnTo>
                      <a:pt x="1168" y="248"/>
                    </a:lnTo>
                    <a:lnTo>
                      <a:pt x="1130" y="237"/>
                    </a:lnTo>
                    <a:lnTo>
                      <a:pt x="995" y="199"/>
                    </a:lnTo>
                    <a:lnTo>
                      <a:pt x="957" y="188"/>
                    </a:lnTo>
                    <a:lnTo>
                      <a:pt x="822" y="149"/>
                    </a:lnTo>
                    <a:lnTo>
                      <a:pt x="784" y="139"/>
                    </a:lnTo>
                    <a:lnTo>
                      <a:pt x="649" y="100"/>
                    </a:lnTo>
                    <a:lnTo>
                      <a:pt x="619" y="92"/>
                    </a:lnTo>
                    <a:lnTo>
                      <a:pt x="612" y="90"/>
                    </a:lnTo>
                    <a:lnTo>
                      <a:pt x="476" y="51"/>
                    </a:lnTo>
                    <a:lnTo>
                      <a:pt x="440" y="41"/>
                    </a:lnTo>
                    <a:lnTo>
                      <a:pt x="296" y="0"/>
                    </a:lnTo>
                    <a:cubicBezTo>
                      <a:pt x="247" y="13"/>
                      <a:pt x="200" y="33"/>
                      <a:pt x="157" y="61"/>
                    </a:cubicBezTo>
                    <a:cubicBezTo>
                      <a:pt x="74" y="114"/>
                      <a:pt x="23" y="201"/>
                      <a:pt x="10" y="289"/>
                    </a:cubicBezTo>
                    <a:cubicBezTo>
                      <a:pt x="2" y="339"/>
                      <a:pt x="0" y="388"/>
                      <a:pt x="7" y="436"/>
                    </a:cubicBezTo>
                    <a:lnTo>
                      <a:pt x="180" y="496"/>
                    </a:lnTo>
                    <a:lnTo>
                      <a:pt x="217" y="508"/>
                    </a:lnTo>
                    <a:lnTo>
                      <a:pt x="346" y="553"/>
                    </a:lnTo>
                    <a:lnTo>
                      <a:pt x="383" y="566"/>
                    </a:lnTo>
                    <a:lnTo>
                      <a:pt x="512" y="610"/>
                    </a:lnTo>
                    <a:lnTo>
                      <a:pt x="549" y="623"/>
                    </a:lnTo>
                    <a:lnTo>
                      <a:pt x="656" y="660"/>
                    </a:lnTo>
                    <a:lnTo>
                      <a:pt x="677" y="667"/>
                    </a:lnTo>
                    <a:lnTo>
                      <a:pt x="715" y="680"/>
                    </a:lnTo>
                    <a:lnTo>
                      <a:pt x="843" y="724"/>
                    </a:lnTo>
                    <a:lnTo>
                      <a:pt x="881" y="737"/>
                    </a:lnTo>
                    <a:lnTo>
                      <a:pt x="1009" y="781"/>
                    </a:lnTo>
                    <a:lnTo>
                      <a:pt x="1047" y="794"/>
                    </a:lnTo>
                    <a:lnTo>
                      <a:pt x="1296" y="880"/>
                    </a:lnTo>
                    <a:cubicBezTo>
                      <a:pt x="1196" y="807"/>
                      <a:pt x="1196" y="674"/>
                      <a:pt x="1246" y="58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428;p33">
                <a:extLst>
                  <a:ext uri="{FF2B5EF4-FFF2-40B4-BE49-F238E27FC236}">
                    <a16:creationId xmlns:a16="http://schemas.microsoft.com/office/drawing/2014/main" id="{406C1A71-F6AD-E4EE-C951-BD3171DC2C54}"/>
                  </a:ext>
                </a:extLst>
              </p:cNvPr>
              <p:cNvSpPr/>
              <p:nvPr/>
            </p:nvSpPr>
            <p:spPr>
              <a:xfrm rot="-662413" flipH="1">
                <a:off x="6176612" y="3387432"/>
                <a:ext cx="1914498" cy="898398"/>
              </a:xfrm>
              <a:custGeom>
                <a:avLst/>
                <a:gdLst/>
                <a:ahLst/>
                <a:cxnLst/>
                <a:rect l="l" t="t" r="r" b="b"/>
                <a:pathLst>
                  <a:path w="3318" h="1112" extrusionOk="0">
                    <a:moveTo>
                      <a:pt x="3279" y="1105"/>
                    </a:moveTo>
                    <a:cubicBezTo>
                      <a:pt x="3196" y="1038"/>
                      <a:pt x="3113" y="972"/>
                      <a:pt x="3028" y="906"/>
                    </a:cubicBezTo>
                    <a:cubicBezTo>
                      <a:pt x="3017" y="898"/>
                      <a:pt x="3049" y="895"/>
                      <a:pt x="3056" y="900"/>
                    </a:cubicBezTo>
                    <a:cubicBezTo>
                      <a:pt x="3141" y="966"/>
                      <a:pt x="3225" y="1032"/>
                      <a:pt x="3307" y="1099"/>
                    </a:cubicBezTo>
                    <a:cubicBezTo>
                      <a:pt x="3317" y="1108"/>
                      <a:pt x="3285" y="1111"/>
                      <a:pt x="3279" y="1105"/>
                    </a:cubicBezTo>
                    <a:moveTo>
                      <a:pt x="1061" y="291"/>
                    </a:moveTo>
                    <a:cubicBezTo>
                      <a:pt x="930" y="248"/>
                      <a:pt x="797" y="207"/>
                      <a:pt x="664" y="169"/>
                    </a:cubicBezTo>
                    <a:cubicBezTo>
                      <a:pt x="530" y="130"/>
                      <a:pt x="395" y="93"/>
                      <a:pt x="259" y="58"/>
                    </a:cubicBezTo>
                    <a:cubicBezTo>
                      <a:pt x="182" y="39"/>
                      <a:pt x="105" y="20"/>
                      <a:pt x="28" y="2"/>
                    </a:cubicBezTo>
                    <a:cubicBezTo>
                      <a:pt x="22" y="0"/>
                      <a:pt x="11" y="0"/>
                      <a:pt x="6" y="4"/>
                    </a:cubicBezTo>
                    <a:cubicBezTo>
                      <a:pt x="0" y="7"/>
                      <a:pt x="7" y="10"/>
                      <a:pt x="12" y="12"/>
                    </a:cubicBezTo>
                    <a:cubicBezTo>
                      <a:pt x="148" y="44"/>
                      <a:pt x="283" y="78"/>
                      <a:pt x="417" y="114"/>
                    </a:cubicBezTo>
                    <a:cubicBezTo>
                      <a:pt x="551" y="151"/>
                      <a:pt x="684" y="189"/>
                      <a:pt x="815" y="229"/>
                    </a:cubicBezTo>
                    <a:cubicBezTo>
                      <a:pt x="890" y="252"/>
                      <a:pt x="964" y="275"/>
                      <a:pt x="1037" y="299"/>
                    </a:cubicBezTo>
                    <a:cubicBezTo>
                      <a:pt x="1044" y="301"/>
                      <a:pt x="1054" y="301"/>
                      <a:pt x="1061" y="299"/>
                    </a:cubicBezTo>
                    <a:cubicBezTo>
                      <a:pt x="1066" y="297"/>
                      <a:pt x="1067" y="293"/>
                      <a:pt x="1061" y="291"/>
                    </a:cubicBezTo>
                    <a:moveTo>
                      <a:pt x="1505" y="426"/>
                    </a:moveTo>
                    <a:cubicBezTo>
                      <a:pt x="1449" y="409"/>
                      <a:pt x="1392" y="392"/>
                      <a:pt x="1336" y="375"/>
                    </a:cubicBezTo>
                    <a:cubicBezTo>
                      <a:pt x="1329" y="373"/>
                      <a:pt x="1320" y="373"/>
                      <a:pt x="1313" y="375"/>
                    </a:cubicBezTo>
                    <a:cubicBezTo>
                      <a:pt x="1307" y="377"/>
                      <a:pt x="1306" y="381"/>
                      <a:pt x="1313" y="383"/>
                    </a:cubicBezTo>
                    <a:cubicBezTo>
                      <a:pt x="1369" y="400"/>
                      <a:pt x="1425" y="417"/>
                      <a:pt x="1482" y="434"/>
                    </a:cubicBezTo>
                    <a:cubicBezTo>
                      <a:pt x="1488" y="436"/>
                      <a:pt x="1498" y="436"/>
                      <a:pt x="1505" y="434"/>
                    </a:cubicBezTo>
                    <a:cubicBezTo>
                      <a:pt x="1511" y="432"/>
                      <a:pt x="1511" y="428"/>
                      <a:pt x="1505" y="42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29;p33">
                <a:extLst>
                  <a:ext uri="{FF2B5EF4-FFF2-40B4-BE49-F238E27FC236}">
                    <a16:creationId xmlns:a16="http://schemas.microsoft.com/office/drawing/2014/main" id="{FBA0AD9A-0885-4CDA-71A6-D864BA4FCDD2}"/>
                  </a:ext>
                </a:extLst>
              </p:cNvPr>
              <p:cNvSpPr/>
              <p:nvPr/>
            </p:nvSpPr>
            <p:spPr>
              <a:xfrm rot="-662413" flipH="1">
                <a:off x="6596752" y="3795148"/>
                <a:ext cx="680864" cy="609974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755" extrusionOk="0">
                    <a:moveTo>
                      <a:pt x="1140" y="245"/>
                    </a:moveTo>
                    <a:cubicBezTo>
                      <a:pt x="1017" y="294"/>
                      <a:pt x="916" y="382"/>
                      <a:pt x="867" y="487"/>
                    </a:cubicBezTo>
                    <a:cubicBezTo>
                      <a:pt x="828" y="571"/>
                      <a:pt x="821" y="659"/>
                      <a:pt x="846" y="741"/>
                    </a:cubicBezTo>
                    <a:lnTo>
                      <a:pt x="884" y="754"/>
                    </a:lnTo>
                    <a:cubicBezTo>
                      <a:pt x="854" y="671"/>
                      <a:pt x="858" y="580"/>
                      <a:pt x="898" y="494"/>
                    </a:cubicBezTo>
                    <a:cubicBezTo>
                      <a:pt x="948" y="387"/>
                      <a:pt x="1053" y="300"/>
                      <a:pt x="1179" y="256"/>
                    </a:cubicBezTo>
                    <a:lnTo>
                      <a:pt x="1140" y="245"/>
                    </a:lnTo>
                    <a:moveTo>
                      <a:pt x="1005" y="207"/>
                    </a:moveTo>
                    <a:lnTo>
                      <a:pt x="967" y="196"/>
                    </a:lnTo>
                    <a:cubicBezTo>
                      <a:pt x="848" y="246"/>
                      <a:pt x="751" y="332"/>
                      <a:pt x="702" y="435"/>
                    </a:cubicBezTo>
                    <a:cubicBezTo>
                      <a:pt x="664" y="517"/>
                      <a:pt x="657" y="603"/>
                      <a:pt x="680" y="683"/>
                    </a:cubicBezTo>
                    <a:lnTo>
                      <a:pt x="718" y="696"/>
                    </a:lnTo>
                    <a:cubicBezTo>
                      <a:pt x="690" y="615"/>
                      <a:pt x="694" y="526"/>
                      <a:pt x="734" y="441"/>
                    </a:cubicBezTo>
                    <a:cubicBezTo>
                      <a:pt x="783" y="337"/>
                      <a:pt x="883" y="252"/>
                      <a:pt x="1005" y="207"/>
                    </a:cubicBezTo>
                    <a:moveTo>
                      <a:pt x="832" y="158"/>
                    </a:moveTo>
                    <a:lnTo>
                      <a:pt x="794" y="147"/>
                    </a:lnTo>
                    <a:cubicBezTo>
                      <a:pt x="679" y="197"/>
                      <a:pt x="585" y="281"/>
                      <a:pt x="538" y="382"/>
                    </a:cubicBezTo>
                    <a:cubicBezTo>
                      <a:pt x="500" y="463"/>
                      <a:pt x="493" y="547"/>
                      <a:pt x="514" y="626"/>
                    </a:cubicBezTo>
                    <a:lnTo>
                      <a:pt x="552" y="639"/>
                    </a:lnTo>
                    <a:cubicBezTo>
                      <a:pt x="525" y="559"/>
                      <a:pt x="530" y="472"/>
                      <a:pt x="569" y="389"/>
                    </a:cubicBezTo>
                    <a:cubicBezTo>
                      <a:pt x="617" y="287"/>
                      <a:pt x="714" y="204"/>
                      <a:pt x="832" y="158"/>
                    </a:cubicBezTo>
                    <a:moveTo>
                      <a:pt x="659" y="108"/>
                    </a:moveTo>
                    <a:lnTo>
                      <a:pt x="621" y="98"/>
                    </a:lnTo>
                    <a:cubicBezTo>
                      <a:pt x="510" y="148"/>
                      <a:pt x="419" y="231"/>
                      <a:pt x="373" y="329"/>
                    </a:cubicBezTo>
                    <a:cubicBezTo>
                      <a:pt x="336" y="408"/>
                      <a:pt x="328" y="491"/>
                      <a:pt x="349" y="569"/>
                    </a:cubicBezTo>
                    <a:lnTo>
                      <a:pt x="386" y="582"/>
                    </a:lnTo>
                    <a:cubicBezTo>
                      <a:pt x="361" y="503"/>
                      <a:pt x="367" y="417"/>
                      <a:pt x="405" y="336"/>
                    </a:cubicBezTo>
                    <a:cubicBezTo>
                      <a:pt x="451" y="237"/>
                      <a:pt x="544" y="155"/>
                      <a:pt x="659" y="108"/>
                    </a:cubicBezTo>
                    <a:moveTo>
                      <a:pt x="486" y="59"/>
                    </a:moveTo>
                    <a:lnTo>
                      <a:pt x="456" y="51"/>
                    </a:lnTo>
                    <a:lnTo>
                      <a:pt x="449" y="49"/>
                    </a:lnTo>
                    <a:cubicBezTo>
                      <a:pt x="341" y="100"/>
                      <a:pt x="254" y="181"/>
                      <a:pt x="209" y="277"/>
                    </a:cubicBezTo>
                    <a:cubicBezTo>
                      <a:pt x="172" y="354"/>
                      <a:pt x="164" y="436"/>
                      <a:pt x="183" y="512"/>
                    </a:cubicBezTo>
                    <a:lnTo>
                      <a:pt x="220" y="525"/>
                    </a:lnTo>
                    <a:cubicBezTo>
                      <a:pt x="197" y="447"/>
                      <a:pt x="203" y="363"/>
                      <a:pt x="240" y="284"/>
                    </a:cubicBezTo>
                    <a:cubicBezTo>
                      <a:pt x="286" y="187"/>
                      <a:pt x="375" y="106"/>
                      <a:pt x="486" y="59"/>
                    </a:cubicBezTo>
                    <a:moveTo>
                      <a:pt x="313" y="10"/>
                    </a:moveTo>
                    <a:lnTo>
                      <a:pt x="277" y="0"/>
                    </a:lnTo>
                    <a:cubicBezTo>
                      <a:pt x="173" y="51"/>
                      <a:pt x="88" y="131"/>
                      <a:pt x="44" y="224"/>
                    </a:cubicBezTo>
                    <a:cubicBezTo>
                      <a:pt x="9" y="300"/>
                      <a:pt x="0" y="380"/>
                      <a:pt x="18" y="455"/>
                    </a:cubicBezTo>
                    <a:lnTo>
                      <a:pt x="54" y="468"/>
                    </a:lnTo>
                    <a:cubicBezTo>
                      <a:pt x="32" y="391"/>
                      <a:pt x="39" y="309"/>
                      <a:pt x="76" y="231"/>
                    </a:cubicBezTo>
                    <a:cubicBezTo>
                      <a:pt x="120" y="137"/>
                      <a:pt x="206" y="58"/>
                      <a:pt x="313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30;p33">
                <a:extLst>
                  <a:ext uri="{FF2B5EF4-FFF2-40B4-BE49-F238E27FC236}">
                    <a16:creationId xmlns:a16="http://schemas.microsoft.com/office/drawing/2014/main" id="{1704C911-F9E3-EF54-09E8-C7B2D6F2292A}"/>
                  </a:ext>
                </a:extLst>
              </p:cNvPr>
              <p:cNvSpPr/>
              <p:nvPr/>
            </p:nvSpPr>
            <p:spPr>
              <a:xfrm rot="-662413" flipH="1">
                <a:off x="5757275" y="4460231"/>
                <a:ext cx="3022922" cy="397493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492" extrusionOk="0">
                    <a:moveTo>
                      <a:pt x="3302" y="475"/>
                    </a:moveTo>
                    <a:cubicBezTo>
                      <a:pt x="3320" y="471"/>
                      <a:pt x="3341" y="464"/>
                      <a:pt x="3351" y="448"/>
                    </a:cubicBezTo>
                    <a:cubicBezTo>
                      <a:pt x="3358" y="439"/>
                      <a:pt x="3358" y="428"/>
                      <a:pt x="3351" y="419"/>
                    </a:cubicBezTo>
                    <a:cubicBezTo>
                      <a:pt x="3337" y="401"/>
                      <a:pt x="3301" y="389"/>
                      <a:pt x="3230" y="379"/>
                    </a:cubicBezTo>
                    <a:cubicBezTo>
                      <a:pt x="3154" y="368"/>
                      <a:pt x="3075" y="362"/>
                      <a:pt x="2999" y="356"/>
                    </a:cubicBezTo>
                    <a:cubicBezTo>
                      <a:pt x="2956" y="353"/>
                      <a:pt x="2911" y="349"/>
                      <a:pt x="2867" y="345"/>
                    </a:cubicBezTo>
                    <a:cubicBezTo>
                      <a:pt x="2859" y="344"/>
                      <a:pt x="2849" y="343"/>
                      <a:pt x="2839" y="342"/>
                    </a:cubicBezTo>
                    <a:cubicBezTo>
                      <a:pt x="2785" y="337"/>
                      <a:pt x="2620" y="323"/>
                      <a:pt x="2600" y="296"/>
                    </a:cubicBezTo>
                    <a:cubicBezTo>
                      <a:pt x="2598" y="292"/>
                      <a:pt x="2599" y="291"/>
                      <a:pt x="2599" y="290"/>
                    </a:cubicBezTo>
                    <a:cubicBezTo>
                      <a:pt x="2609" y="277"/>
                      <a:pt x="2658" y="259"/>
                      <a:pt x="2836" y="242"/>
                    </a:cubicBezTo>
                    <a:cubicBezTo>
                      <a:pt x="2846" y="241"/>
                      <a:pt x="2854" y="240"/>
                      <a:pt x="2860" y="240"/>
                    </a:cubicBezTo>
                    <a:cubicBezTo>
                      <a:pt x="2956" y="229"/>
                      <a:pt x="3063" y="224"/>
                      <a:pt x="3186" y="223"/>
                    </a:cubicBezTo>
                    <a:cubicBezTo>
                      <a:pt x="3320" y="223"/>
                      <a:pt x="3456" y="228"/>
                      <a:pt x="3588" y="233"/>
                    </a:cubicBezTo>
                    <a:cubicBezTo>
                      <a:pt x="3672" y="236"/>
                      <a:pt x="3758" y="239"/>
                      <a:pt x="3843" y="241"/>
                    </a:cubicBezTo>
                    <a:cubicBezTo>
                      <a:pt x="3921" y="243"/>
                      <a:pt x="4001" y="245"/>
                      <a:pt x="4078" y="248"/>
                    </a:cubicBezTo>
                    <a:cubicBezTo>
                      <a:pt x="4234" y="253"/>
                      <a:pt x="4394" y="258"/>
                      <a:pt x="4553" y="256"/>
                    </a:cubicBezTo>
                    <a:cubicBezTo>
                      <a:pt x="4689" y="255"/>
                      <a:pt x="4808" y="249"/>
                      <a:pt x="4915" y="238"/>
                    </a:cubicBezTo>
                    <a:lnTo>
                      <a:pt x="4938" y="236"/>
                    </a:lnTo>
                    <a:cubicBezTo>
                      <a:pt x="4992" y="231"/>
                      <a:pt x="5047" y="225"/>
                      <a:pt x="5100" y="214"/>
                    </a:cubicBezTo>
                    <a:cubicBezTo>
                      <a:pt x="5159" y="202"/>
                      <a:pt x="5216" y="187"/>
                      <a:pt x="5231" y="158"/>
                    </a:cubicBezTo>
                    <a:cubicBezTo>
                      <a:pt x="5238" y="146"/>
                      <a:pt x="5235" y="133"/>
                      <a:pt x="5223" y="121"/>
                    </a:cubicBezTo>
                    <a:cubicBezTo>
                      <a:pt x="5208" y="105"/>
                      <a:pt x="5182" y="96"/>
                      <a:pt x="5159" y="89"/>
                    </a:cubicBezTo>
                    <a:cubicBezTo>
                      <a:pt x="4999" y="43"/>
                      <a:pt x="4806" y="15"/>
                      <a:pt x="4553" y="1"/>
                    </a:cubicBezTo>
                    <a:cubicBezTo>
                      <a:pt x="4534" y="0"/>
                      <a:pt x="4518" y="9"/>
                      <a:pt x="4517" y="22"/>
                    </a:cubicBezTo>
                    <a:cubicBezTo>
                      <a:pt x="4515" y="34"/>
                      <a:pt x="4529" y="45"/>
                      <a:pt x="4547" y="46"/>
                    </a:cubicBezTo>
                    <a:cubicBezTo>
                      <a:pt x="4794" y="59"/>
                      <a:pt x="4980" y="86"/>
                      <a:pt x="5133" y="131"/>
                    </a:cubicBezTo>
                    <a:cubicBezTo>
                      <a:pt x="5143" y="133"/>
                      <a:pt x="5161" y="139"/>
                      <a:pt x="5168" y="145"/>
                    </a:cubicBezTo>
                    <a:cubicBezTo>
                      <a:pt x="5163" y="149"/>
                      <a:pt x="5145" y="158"/>
                      <a:pt x="5080" y="171"/>
                    </a:cubicBezTo>
                    <a:cubicBezTo>
                      <a:pt x="5032" y="181"/>
                      <a:pt x="4980" y="187"/>
                      <a:pt x="4929" y="192"/>
                    </a:cubicBezTo>
                    <a:cubicBezTo>
                      <a:pt x="4921" y="192"/>
                      <a:pt x="4913" y="193"/>
                      <a:pt x="4905" y="194"/>
                    </a:cubicBezTo>
                    <a:cubicBezTo>
                      <a:pt x="4801" y="204"/>
                      <a:pt x="4685" y="210"/>
                      <a:pt x="4552" y="211"/>
                    </a:cubicBezTo>
                    <a:cubicBezTo>
                      <a:pt x="4395" y="213"/>
                      <a:pt x="4236" y="208"/>
                      <a:pt x="4081" y="203"/>
                    </a:cubicBezTo>
                    <a:cubicBezTo>
                      <a:pt x="4004" y="201"/>
                      <a:pt x="3924" y="198"/>
                      <a:pt x="3845" y="196"/>
                    </a:cubicBezTo>
                    <a:cubicBezTo>
                      <a:pt x="3760" y="195"/>
                      <a:pt x="3675" y="191"/>
                      <a:pt x="3592" y="188"/>
                    </a:cubicBezTo>
                    <a:cubicBezTo>
                      <a:pt x="3459" y="183"/>
                      <a:pt x="3321" y="178"/>
                      <a:pt x="3185" y="179"/>
                    </a:cubicBezTo>
                    <a:cubicBezTo>
                      <a:pt x="3059" y="179"/>
                      <a:pt x="2949" y="185"/>
                      <a:pt x="2849" y="195"/>
                    </a:cubicBezTo>
                    <a:cubicBezTo>
                      <a:pt x="2843" y="196"/>
                      <a:pt x="2836" y="197"/>
                      <a:pt x="2827" y="197"/>
                    </a:cubicBezTo>
                    <a:cubicBezTo>
                      <a:pt x="2698" y="209"/>
                      <a:pt x="2574" y="226"/>
                      <a:pt x="2541" y="269"/>
                    </a:cubicBezTo>
                    <a:cubicBezTo>
                      <a:pt x="2533" y="279"/>
                      <a:pt x="2526" y="295"/>
                      <a:pt x="2541" y="316"/>
                    </a:cubicBezTo>
                    <a:cubicBezTo>
                      <a:pt x="2574" y="361"/>
                      <a:pt x="2702" y="375"/>
                      <a:pt x="2830" y="387"/>
                    </a:cubicBezTo>
                    <a:cubicBezTo>
                      <a:pt x="2841" y="388"/>
                      <a:pt x="2850" y="389"/>
                      <a:pt x="2857" y="389"/>
                    </a:cubicBezTo>
                    <a:cubicBezTo>
                      <a:pt x="2902" y="394"/>
                      <a:pt x="2948" y="397"/>
                      <a:pt x="2992" y="401"/>
                    </a:cubicBezTo>
                    <a:cubicBezTo>
                      <a:pt x="3066" y="407"/>
                      <a:pt x="3143" y="412"/>
                      <a:pt x="3217" y="423"/>
                    </a:cubicBezTo>
                    <a:cubicBezTo>
                      <a:pt x="3246" y="427"/>
                      <a:pt x="3265" y="431"/>
                      <a:pt x="3276" y="434"/>
                    </a:cubicBezTo>
                    <a:cubicBezTo>
                      <a:pt x="3222" y="448"/>
                      <a:pt x="3165" y="446"/>
                      <a:pt x="3103" y="444"/>
                    </a:cubicBezTo>
                    <a:cubicBezTo>
                      <a:pt x="3092" y="444"/>
                      <a:pt x="3081" y="444"/>
                      <a:pt x="3069" y="444"/>
                    </a:cubicBezTo>
                    <a:cubicBezTo>
                      <a:pt x="2871" y="440"/>
                      <a:pt x="2667" y="423"/>
                      <a:pt x="2469" y="407"/>
                    </a:cubicBezTo>
                    <a:cubicBezTo>
                      <a:pt x="2404" y="401"/>
                      <a:pt x="2336" y="396"/>
                      <a:pt x="2270" y="390"/>
                    </a:cubicBezTo>
                    <a:cubicBezTo>
                      <a:pt x="2165" y="383"/>
                      <a:pt x="2059" y="373"/>
                      <a:pt x="1955" y="365"/>
                    </a:cubicBezTo>
                    <a:cubicBezTo>
                      <a:pt x="1754" y="347"/>
                      <a:pt x="1545" y="330"/>
                      <a:pt x="1339" y="319"/>
                    </a:cubicBezTo>
                    <a:cubicBezTo>
                      <a:pt x="1018" y="303"/>
                      <a:pt x="691" y="299"/>
                      <a:pt x="367" y="308"/>
                    </a:cubicBezTo>
                    <a:cubicBezTo>
                      <a:pt x="256" y="311"/>
                      <a:pt x="143" y="316"/>
                      <a:pt x="32" y="322"/>
                    </a:cubicBezTo>
                    <a:cubicBezTo>
                      <a:pt x="14" y="323"/>
                      <a:pt x="0" y="334"/>
                      <a:pt x="2" y="346"/>
                    </a:cubicBezTo>
                    <a:cubicBezTo>
                      <a:pt x="3" y="359"/>
                      <a:pt x="19" y="368"/>
                      <a:pt x="37" y="367"/>
                    </a:cubicBezTo>
                    <a:cubicBezTo>
                      <a:pt x="147" y="361"/>
                      <a:pt x="259" y="356"/>
                      <a:pt x="370" y="353"/>
                    </a:cubicBezTo>
                    <a:cubicBezTo>
                      <a:pt x="691" y="344"/>
                      <a:pt x="1016" y="348"/>
                      <a:pt x="1334" y="364"/>
                    </a:cubicBezTo>
                    <a:cubicBezTo>
                      <a:pt x="1539" y="374"/>
                      <a:pt x="1746" y="392"/>
                      <a:pt x="1947" y="409"/>
                    </a:cubicBezTo>
                    <a:cubicBezTo>
                      <a:pt x="2050" y="418"/>
                      <a:pt x="2158" y="427"/>
                      <a:pt x="2263" y="435"/>
                    </a:cubicBezTo>
                    <a:cubicBezTo>
                      <a:pt x="2329" y="440"/>
                      <a:pt x="2396" y="446"/>
                      <a:pt x="2461" y="451"/>
                    </a:cubicBezTo>
                    <a:cubicBezTo>
                      <a:pt x="2660" y="468"/>
                      <a:pt x="2866" y="485"/>
                      <a:pt x="3067" y="488"/>
                    </a:cubicBezTo>
                    <a:cubicBezTo>
                      <a:pt x="3079" y="489"/>
                      <a:pt x="3090" y="489"/>
                      <a:pt x="3101" y="489"/>
                    </a:cubicBezTo>
                    <a:cubicBezTo>
                      <a:pt x="3121" y="490"/>
                      <a:pt x="3141" y="490"/>
                      <a:pt x="3161" y="490"/>
                    </a:cubicBezTo>
                    <a:cubicBezTo>
                      <a:pt x="3208" y="491"/>
                      <a:pt x="3255" y="488"/>
                      <a:pt x="3302" y="4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431;p33">
                <a:extLst>
                  <a:ext uri="{FF2B5EF4-FFF2-40B4-BE49-F238E27FC236}">
                    <a16:creationId xmlns:a16="http://schemas.microsoft.com/office/drawing/2014/main" id="{F039AE2C-A51B-0098-B455-E46D2151DB74}"/>
                  </a:ext>
                </a:extLst>
              </p:cNvPr>
              <p:cNvSpPr/>
              <p:nvPr/>
            </p:nvSpPr>
            <p:spPr>
              <a:xfrm rot="-662413" flipH="1">
                <a:off x="6197433" y="4149876"/>
                <a:ext cx="526227" cy="432233"/>
              </a:xfrm>
              <a:custGeom>
                <a:avLst/>
                <a:gdLst/>
                <a:ahLst/>
                <a:cxnLst/>
                <a:rect l="l" t="t" r="r" b="b"/>
                <a:pathLst>
                  <a:path w="912" h="535" extrusionOk="0">
                    <a:moveTo>
                      <a:pt x="911" y="415"/>
                    </a:moveTo>
                    <a:lnTo>
                      <a:pt x="849" y="507"/>
                    </a:lnTo>
                    <a:lnTo>
                      <a:pt x="844" y="507"/>
                    </a:lnTo>
                    <a:lnTo>
                      <a:pt x="142" y="534"/>
                    </a:lnTo>
                    <a:lnTo>
                      <a:pt x="100" y="519"/>
                    </a:lnTo>
                    <a:cubicBezTo>
                      <a:pt x="0" y="446"/>
                      <a:pt x="0" y="313"/>
                      <a:pt x="50" y="224"/>
                    </a:cubicBezTo>
                    <a:cubicBezTo>
                      <a:pt x="81" y="167"/>
                      <a:pt x="136" y="117"/>
                      <a:pt x="206" y="79"/>
                    </a:cubicBezTo>
                    <a:cubicBezTo>
                      <a:pt x="263" y="48"/>
                      <a:pt x="372" y="0"/>
                      <a:pt x="450" y="23"/>
                    </a:cubicBezTo>
                    <a:lnTo>
                      <a:pt x="482" y="32"/>
                    </a:lnTo>
                    <a:lnTo>
                      <a:pt x="908" y="412"/>
                    </a:lnTo>
                    <a:lnTo>
                      <a:pt x="911" y="41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432;p33">
                <a:extLst>
                  <a:ext uri="{FF2B5EF4-FFF2-40B4-BE49-F238E27FC236}">
                    <a16:creationId xmlns:a16="http://schemas.microsoft.com/office/drawing/2014/main" id="{645620AC-9075-65E0-F9A5-C9A355A11518}"/>
                  </a:ext>
                </a:extLst>
              </p:cNvPr>
              <p:cNvSpPr/>
              <p:nvPr/>
            </p:nvSpPr>
            <p:spPr>
              <a:xfrm rot="-662415" flipH="1">
                <a:off x="6168233" y="4482722"/>
                <a:ext cx="156368" cy="135729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68" extrusionOk="0">
                    <a:moveTo>
                      <a:pt x="21" y="66"/>
                    </a:moveTo>
                    <a:cubicBezTo>
                      <a:pt x="48" y="37"/>
                      <a:pt x="103" y="0"/>
                      <a:pt x="133" y="24"/>
                    </a:cubicBezTo>
                    <a:cubicBezTo>
                      <a:pt x="134" y="25"/>
                      <a:pt x="208" y="84"/>
                      <a:pt x="208" y="84"/>
                    </a:cubicBezTo>
                    <a:lnTo>
                      <a:pt x="254" y="121"/>
                    </a:lnTo>
                    <a:cubicBezTo>
                      <a:pt x="270" y="134"/>
                      <a:pt x="246" y="167"/>
                      <a:pt x="221" y="165"/>
                    </a:cubicBezTo>
                    <a:lnTo>
                      <a:pt x="150" y="161"/>
                    </a:lnTo>
                    <a:cubicBezTo>
                      <a:pt x="119" y="159"/>
                      <a:pt x="89" y="157"/>
                      <a:pt x="58" y="155"/>
                    </a:cubicBezTo>
                    <a:cubicBezTo>
                      <a:pt x="45" y="155"/>
                      <a:pt x="26" y="155"/>
                      <a:pt x="17" y="148"/>
                    </a:cubicBezTo>
                    <a:cubicBezTo>
                      <a:pt x="0" y="134"/>
                      <a:pt x="2" y="103"/>
                      <a:pt x="7" y="87"/>
                    </a:cubicBezTo>
                    <a:cubicBezTo>
                      <a:pt x="8" y="81"/>
                      <a:pt x="14" y="74"/>
                      <a:pt x="2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33;p33">
                <a:extLst>
                  <a:ext uri="{FF2B5EF4-FFF2-40B4-BE49-F238E27FC236}">
                    <a16:creationId xmlns:a16="http://schemas.microsoft.com/office/drawing/2014/main" id="{DE1E77C8-56C8-7DA2-621F-054CB20ADB61}"/>
                  </a:ext>
                </a:extLst>
              </p:cNvPr>
              <p:cNvSpPr/>
              <p:nvPr/>
            </p:nvSpPr>
            <p:spPr>
              <a:xfrm rot="-662413" flipH="1">
                <a:off x="8155224" y="2956669"/>
                <a:ext cx="297157" cy="11230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139" extrusionOk="0">
                    <a:moveTo>
                      <a:pt x="503" y="126"/>
                    </a:moveTo>
                    <a:cubicBezTo>
                      <a:pt x="379" y="94"/>
                      <a:pt x="256" y="61"/>
                      <a:pt x="133" y="29"/>
                    </a:cubicBezTo>
                    <a:cubicBezTo>
                      <a:pt x="98" y="20"/>
                      <a:pt x="63" y="10"/>
                      <a:pt x="28" y="1"/>
                    </a:cubicBezTo>
                    <a:cubicBezTo>
                      <a:pt x="22" y="0"/>
                      <a:pt x="11" y="0"/>
                      <a:pt x="6" y="3"/>
                    </a:cubicBezTo>
                    <a:cubicBezTo>
                      <a:pt x="0" y="7"/>
                      <a:pt x="7" y="10"/>
                      <a:pt x="12" y="11"/>
                    </a:cubicBezTo>
                    <a:cubicBezTo>
                      <a:pt x="135" y="44"/>
                      <a:pt x="258" y="76"/>
                      <a:pt x="381" y="109"/>
                    </a:cubicBezTo>
                    <a:cubicBezTo>
                      <a:pt x="416" y="118"/>
                      <a:pt x="451" y="127"/>
                      <a:pt x="486" y="136"/>
                    </a:cubicBezTo>
                    <a:cubicBezTo>
                      <a:pt x="492" y="138"/>
                      <a:pt x="504" y="138"/>
                      <a:pt x="509" y="134"/>
                    </a:cubicBezTo>
                    <a:cubicBezTo>
                      <a:pt x="514" y="131"/>
                      <a:pt x="508" y="128"/>
                      <a:pt x="503" y="1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434;p33">
                <a:extLst>
                  <a:ext uri="{FF2B5EF4-FFF2-40B4-BE49-F238E27FC236}">
                    <a16:creationId xmlns:a16="http://schemas.microsoft.com/office/drawing/2014/main" id="{5FDF046E-DCA2-8226-66ED-B7E5343DB81C}"/>
                  </a:ext>
                </a:extLst>
              </p:cNvPr>
              <p:cNvSpPr/>
              <p:nvPr/>
            </p:nvSpPr>
            <p:spPr>
              <a:xfrm rot="-2412589" flipH="1">
                <a:off x="7835095" y="3253518"/>
                <a:ext cx="1896037" cy="201170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249" extrusionOk="0">
                    <a:moveTo>
                      <a:pt x="1841" y="23"/>
                    </a:moveTo>
                    <a:lnTo>
                      <a:pt x="40" y="23"/>
                    </a:lnTo>
                    <a:cubicBezTo>
                      <a:pt x="0" y="23"/>
                      <a:pt x="0" y="0"/>
                      <a:pt x="40" y="0"/>
                    </a:cubicBezTo>
                    <a:lnTo>
                      <a:pt x="1841" y="0"/>
                    </a:lnTo>
                    <a:cubicBezTo>
                      <a:pt x="1881" y="0"/>
                      <a:pt x="1881" y="23"/>
                      <a:pt x="1841" y="23"/>
                    </a:cubicBezTo>
                    <a:moveTo>
                      <a:pt x="1227" y="120"/>
                    </a:moveTo>
                    <a:lnTo>
                      <a:pt x="721" y="120"/>
                    </a:lnTo>
                    <a:cubicBezTo>
                      <a:pt x="682" y="120"/>
                      <a:pt x="681" y="143"/>
                      <a:pt x="721" y="143"/>
                    </a:cubicBezTo>
                    <a:lnTo>
                      <a:pt x="1227" y="143"/>
                    </a:lnTo>
                    <a:cubicBezTo>
                      <a:pt x="1267" y="142"/>
                      <a:pt x="1267" y="120"/>
                      <a:pt x="1227" y="120"/>
                    </a:cubicBezTo>
                    <a:moveTo>
                      <a:pt x="3245" y="225"/>
                    </a:moveTo>
                    <a:lnTo>
                      <a:pt x="1349" y="225"/>
                    </a:lnTo>
                    <a:cubicBezTo>
                      <a:pt x="1309" y="225"/>
                      <a:pt x="1309" y="248"/>
                      <a:pt x="1349" y="248"/>
                    </a:cubicBezTo>
                    <a:lnTo>
                      <a:pt x="3245" y="248"/>
                    </a:lnTo>
                    <a:cubicBezTo>
                      <a:pt x="3285" y="248"/>
                      <a:pt x="3285" y="225"/>
                      <a:pt x="3245" y="225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435;p33">
                <a:extLst>
                  <a:ext uri="{FF2B5EF4-FFF2-40B4-BE49-F238E27FC236}">
                    <a16:creationId xmlns:a16="http://schemas.microsoft.com/office/drawing/2014/main" id="{1A6894D5-6239-87DE-E8FE-47BAAEFFBBB2}"/>
                  </a:ext>
                </a:extLst>
              </p:cNvPr>
              <p:cNvSpPr/>
              <p:nvPr/>
            </p:nvSpPr>
            <p:spPr>
              <a:xfrm rot="-662413" flipH="1">
                <a:off x="8058721" y="2897673"/>
                <a:ext cx="570657" cy="45000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57" extrusionOk="0">
                    <a:moveTo>
                      <a:pt x="774" y="358"/>
                    </a:moveTo>
                    <a:cubicBezTo>
                      <a:pt x="809" y="297"/>
                      <a:pt x="899" y="251"/>
                      <a:pt x="966" y="206"/>
                    </a:cubicBezTo>
                    <a:lnTo>
                      <a:pt x="988" y="212"/>
                    </a:lnTo>
                    <a:cubicBezTo>
                      <a:pt x="987" y="212"/>
                      <a:pt x="986" y="211"/>
                      <a:pt x="985" y="210"/>
                    </a:cubicBezTo>
                    <a:cubicBezTo>
                      <a:pt x="980" y="207"/>
                      <a:pt x="968" y="205"/>
                      <a:pt x="962" y="204"/>
                    </a:cubicBezTo>
                    <a:cubicBezTo>
                      <a:pt x="946" y="199"/>
                      <a:pt x="930" y="194"/>
                      <a:pt x="914" y="190"/>
                    </a:cubicBezTo>
                    <a:cubicBezTo>
                      <a:pt x="836" y="167"/>
                      <a:pt x="758" y="144"/>
                      <a:pt x="680" y="122"/>
                    </a:cubicBezTo>
                    <a:lnTo>
                      <a:pt x="378" y="34"/>
                    </a:lnTo>
                    <a:cubicBezTo>
                      <a:pt x="260" y="0"/>
                      <a:pt x="120" y="30"/>
                      <a:pt x="57" y="107"/>
                    </a:cubicBezTo>
                    <a:cubicBezTo>
                      <a:pt x="53" y="112"/>
                      <a:pt x="49" y="118"/>
                      <a:pt x="45" y="124"/>
                    </a:cubicBezTo>
                    <a:cubicBezTo>
                      <a:pt x="38" y="135"/>
                      <a:pt x="33" y="147"/>
                      <a:pt x="29" y="159"/>
                    </a:cubicBezTo>
                    <a:cubicBezTo>
                      <a:pt x="0" y="236"/>
                      <a:pt x="55" y="317"/>
                      <a:pt x="160" y="354"/>
                    </a:cubicBezTo>
                    <a:cubicBezTo>
                      <a:pt x="258" y="388"/>
                      <a:pt x="357" y="423"/>
                      <a:pt x="455" y="457"/>
                    </a:cubicBezTo>
                    <a:cubicBezTo>
                      <a:pt x="526" y="482"/>
                      <a:pt x="597" y="507"/>
                      <a:pt x="668" y="532"/>
                    </a:cubicBezTo>
                    <a:cubicBezTo>
                      <a:pt x="689" y="539"/>
                      <a:pt x="716" y="552"/>
                      <a:pt x="740" y="556"/>
                    </a:cubicBezTo>
                    <a:lnTo>
                      <a:pt x="731" y="553"/>
                    </a:lnTo>
                    <a:cubicBezTo>
                      <a:pt x="738" y="487"/>
                      <a:pt x="737" y="419"/>
                      <a:pt x="774" y="358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" name="Google Shape;436;p33">
                <a:extLst>
                  <a:ext uri="{FF2B5EF4-FFF2-40B4-BE49-F238E27FC236}">
                    <a16:creationId xmlns:a16="http://schemas.microsoft.com/office/drawing/2014/main" id="{CE9FECF0-6531-5BDD-2E43-929B578D79DC}"/>
                  </a:ext>
                </a:extLst>
              </p:cNvPr>
              <p:cNvGrpSpPr/>
              <p:nvPr/>
            </p:nvGrpSpPr>
            <p:grpSpPr>
              <a:xfrm rot="-355334">
                <a:off x="6283469" y="1004392"/>
                <a:ext cx="1700784" cy="3090584"/>
                <a:chOff x="6486895" y="1254340"/>
                <a:chExt cx="1514103" cy="2751355"/>
              </a:xfrm>
            </p:grpSpPr>
            <p:sp>
              <p:nvSpPr>
                <p:cNvPr id="29" name="Google Shape;437;p33">
                  <a:extLst>
                    <a:ext uri="{FF2B5EF4-FFF2-40B4-BE49-F238E27FC236}">
                      <a16:creationId xmlns:a16="http://schemas.microsoft.com/office/drawing/2014/main" id="{DCFF98AF-3811-17E3-8FA1-648840C2307A}"/>
                    </a:ext>
                  </a:extLst>
                </p:cNvPr>
                <p:cNvSpPr/>
                <p:nvPr/>
              </p:nvSpPr>
              <p:spPr>
                <a:xfrm rot="-662413" flipH="1">
                  <a:off x="6630863" y="2086522"/>
                  <a:ext cx="1329993" cy="54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678" extrusionOk="0">
                      <a:moveTo>
                        <a:pt x="2298" y="0"/>
                      </a:moveTo>
                      <a:cubicBezTo>
                        <a:pt x="2300" y="22"/>
                        <a:pt x="2304" y="44"/>
                        <a:pt x="2302" y="66"/>
                      </a:cubicBezTo>
                      <a:cubicBezTo>
                        <a:pt x="2300" y="119"/>
                        <a:pt x="2289" y="173"/>
                        <a:pt x="2281" y="227"/>
                      </a:cubicBezTo>
                      <a:cubicBezTo>
                        <a:pt x="2271" y="284"/>
                        <a:pt x="2259" y="341"/>
                        <a:pt x="2242" y="397"/>
                      </a:cubicBezTo>
                      <a:cubicBezTo>
                        <a:pt x="2239" y="407"/>
                        <a:pt x="2236" y="418"/>
                        <a:pt x="2231" y="427"/>
                      </a:cubicBezTo>
                      <a:cubicBezTo>
                        <a:pt x="2243" y="459"/>
                        <a:pt x="2243" y="494"/>
                        <a:pt x="2242" y="526"/>
                      </a:cubicBezTo>
                      <a:cubicBezTo>
                        <a:pt x="2242" y="539"/>
                        <a:pt x="2241" y="553"/>
                        <a:pt x="2234" y="565"/>
                      </a:cubicBezTo>
                      <a:cubicBezTo>
                        <a:pt x="2218" y="597"/>
                        <a:pt x="2174" y="601"/>
                        <a:pt x="2130" y="605"/>
                      </a:cubicBezTo>
                      <a:cubicBezTo>
                        <a:pt x="2101" y="607"/>
                        <a:pt x="2071" y="609"/>
                        <a:pt x="2042" y="611"/>
                      </a:cubicBezTo>
                      <a:cubicBezTo>
                        <a:pt x="2034" y="612"/>
                        <a:pt x="2022" y="611"/>
                        <a:pt x="2021" y="605"/>
                      </a:cubicBezTo>
                      <a:cubicBezTo>
                        <a:pt x="2020" y="602"/>
                        <a:pt x="2042" y="563"/>
                        <a:pt x="2034" y="562"/>
                      </a:cubicBezTo>
                      <a:cubicBezTo>
                        <a:pt x="2025" y="561"/>
                        <a:pt x="2018" y="568"/>
                        <a:pt x="2009" y="569"/>
                      </a:cubicBezTo>
                      <a:cubicBezTo>
                        <a:pt x="1999" y="570"/>
                        <a:pt x="1991" y="563"/>
                        <a:pt x="1990" y="557"/>
                      </a:cubicBezTo>
                      <a:cubicBezTo>
                        <a:pt x="1989" y="550"/>
                        <a:pt x="1994" y="543"/>
                        <a:pt x="1996" y="537"/>
                      </a:cubicBezTo>
                      <a:cubicBezTo>
                        <a:pt x="2001" y="519"/>
                        <a:pt x="1992" y="501"/>
                        <a:pt x="1991" y="482"/>
                      </a:cubicBezTo>
                      <a:cubicBezTo>
                        <a:pt x="1989" y="462"/>
                        <a:pt x="2001" y="440"/>
                        <a:pt x="2017" y="421"/>
                      </a:cubicBezTo>
                      <a:cubicBezTo>
                        <a:pt x="2032" y="403"/>
                        <a:pt x="2051" y="388"/>
                        <a:pt x="2070" y="376"/>
                      </a:cubicBezTo>
                      <a:cubicBezTo>
                        <a:pt x="2070" y="376"/>
                        <a:pt x="2071" y="375"/>
                        <a:pt x="2072" y="375"/>
                      </a:cubicBezTo>
                      <a:cubicBezTo>
                        <a:pt x="2072" y="366"/>
                        <a:pt x="2072" y="358"/>
                        <a:pt x="2073" y="350"/>
                      </a:cubicBezTo>
                      <a:cubicBezTo>
                        <a:pt x="2076" y="302"/>
                        <a:pt x="2074" y="254"/>
                        <a:pt x="2064" y="208"/>
                      </a:cubicBezTo>
                      <a:cubicBezTo>
                        <a:pt x="2063" y="204"/>
                        <a:pt x="2063" y="200"/>
                        <a:pt x="2062" y="196"/>
                      </a:cubicBezTo>
                      <a:cubicBezTo>
                        <a:pt x="2050" y="149"/>
                        <a:pt x="2034" y="103"/>
                        <a:pt x="2029" y="55"/>
                      </a:cubicBezTo>
                      <a:cubicBezTo>
                        <a:pt x="2069" y="41"/>
                        <a:pt x="2109" y="25"/>
                        <a:pt x="2151" y="15"/>
                      </a:cubicBezTo>
                      <a:cubicBezTo>
                        <a:pt x="2180" y="7"/>
                        <a:pt x="2211" y="2"/>
                        <a:pt x="2242" y="2"/>
                      </a:cubicBezTo>
                      <a:cubicBezTo>
                        <a:pt x="2261" y="2"/>
                        <a:pt x="2281" y="3"/>
                        <a:pt x="2298" y="0"/>
                      </a:cubicBezTo>
                      <a:moveTo>
                        <a:pt x="513" y="251"/>
                      </a:moveTo>
                      <a:cubicBezTo>
                        <a:pt x="485" y="236"/>
                        <a:pt x="447" y="224"/>
                        <a:pt x="412" y="231"/>
                      </a:cubicBezTo>
                      <a:cubicBezTo>
                        <a:pt x="401" y="234"/>
                        <a:pt x="381" y="243"/>
                        <a:pt x="367" y="244"/>
                      </a:cubicBezTo>
                      <a:cubicBezTo>
                        <a:pt x="363" y="254"/>
                        <a:pt x="360" y="264"/>
                        <a:pt x="352" y="274"/>
                      </a:cubicBezTo>
                      <a:cubicBezTo>
                        <a:pt x="343" y="286"/>
                        <a:pt x="331" y="297"/>
                        <a:pt x="318" y="308"/>
                      </a:cubicBezTo>
                      <a:cubicBezTo>
                        <a:pt x="299" y="323"/>
                        <a:pt x="278" y="338"/>
                        <a:pt x="261" y="354"/>
                      </a:cubicBezTo>
                      <a:cubicBezTo>
                        <a:pt x="224" y="389"/>
                        <a:pt x="187" y="424"/>
                        <a:pt x="160" y="463"/>
                      </a:cubicBezTo>
                      <a:cubicBezTo>
                        <a:pt x="146" y="467"/>
                        <a:pt x="133" y="472"/>
                        <a:pt x="121" y="478"/>
                      </a:cubicBezTo>
                      <a:cubicBezTo>
                        <a:pt x="95" y="490"/>
                        <a:pt x="76" y="508"/>
                        <a:pt x="59" y="526"/>
                      </a:cubicBezTo>
                      <a:cubicBezTo>
                        <a:pt x="34" y="552"/>
                        <a:pt x="12" y="581"/>
                        <a:pt x="3" y="612"/>
                      </a:cubicBezTo>
                      <a:cubicBezTo>
                        <a:pt x="1" y="617"/>
                        <a:pt x="0" y="622"/>
                        <a:pt x="0" y="628"/>
                      </a:cubicBezTo>
                      <a:cubicBezTo>
                        <a:pt x="1" y="645"/>
                        <a:pt x="17" y="659"/>
                        <a:pt x="36" y="669"/>
                      </a:cubicBezTo>
                      <a:cubicBezTo>
                        <a:pt x="45" y="674"/>
                        <a:pt x="51" y="677"/>
                        <a:pt x="62" y="676"/>
                      </a:cubicBezTo>
                      <a:cubicBezTo>
                        <a:pt x="65" y="676"/>
                        <a:pt x="96" y="667"/>
                        <a:pt x="88" y="664"/>
                      </a:cubicBezTo>
                      <a:cubicBezTo>
                        <a:pt x="97" y="668"/>
                        <a:pt x="107" y="670"/>
                        <a:pt x="117" y="668"/>
                      </a:cubicBezTo>
                      <a:cubicBezTo>
                        <a:pt x="127" y="666"/>
                        <a:pt x="135" y="659"/>
                        <a:pt x="133" y="653"/>
                      </a:cubicBezTo>
                      <a:cubicBezTo>
                        <a:pt x="142" y="659"/>
                        <a:pt x="157" y="660"/>
                        <a:pt x="168" y="656"/>
                      </a:cubicBezTo>
                      <a:cubicBezTo>
                        <a:pt x="178" y="652"/>
                        <a:pt x="184" y="642"/>
                        <a:pt x="181" y="634"/>
                      </a:cubicBezTo>
                      <a:cubicBezTo>
                        <a:pt x="192" y="637"/>
                        <a:pt x="205" y="641"/>
                        <a:pt x="214" y="635"/>
                      </a:cubicBezTo>
                      <a:cubicBezTo>
                        <a:pt x="219" y="632"/>
                        <a:pt x="220" y="626"/>
                        <a:pt x="218" y="621"/>
                      </a:cubicBezTo>
                      <a:cubicBezTo>
                        <a:pt x="216" y="616"/>
                        <a:pt x="212" y="612"/>
                        <a:pt x="207" y="607"/>
                      </a:cubicBezTo>
                      <a:cubicBezTo>
                        <a:pt x="198" y="599"/>
                        <a:pt x="189" y="590"/>
                        <a:pt x="185" y="580"/>
                      </a:cubicBezTo>
                      <a:cubicBezTo>
                        <a:pt x="181" y="570"/>
                        <a:pt x="183" y="558"/>
                        <a:pt x="194" y="550"/>
                      </a:cubicBezTo>
                      <a:cubicBezTo>
                        <a:pt x="204" y="542"/>
                        <a:pt x="224" y="540"/>
                        <a:pt x="235" y="547"/>
                      </a:cubicBezTo>
                      <a:cubicBezTo>
                        <a:pt x="243" y="553"/>
                        <a:pt x="245" y="561"/>
                        <a:pt x="245" y="569"/>
                      </a:cubicBezTo>
                      <a:cubicBezTo>
                        <a:pt x="244" y="577"/>
                        <a:pt x="241" y="584"/>
                        <a:pt x="242" y="592"/>
                      </a:cubicBezTo>
                      <a:cubicBezTo>
                        <a:pt x="242" y="597"/>
                        <a:pt x="244" y="601"/>
                        <a:pt x="249" y="604"/>
                      </a:cubicBezTo>
                      <a:cubicBezTo>
                        <a:pt x="253" y="608"/>
                        <a:pt x="261" y="609"/>
                        <a:pt x="267" y="606"/>
                      </a:cubicBezTo>
                      <a:cubicBezTo>
                        <a:pt x="269" y="606"/>
                        <a:pt x="271" y="604"/>
                        <a:pt x="272" y="603"/>
                      </a:cubicBezTo>
                      <a:lnTo>
                        <a:pt x="306" y="572"/>
                      </a:lnTo>
                      <a:cubicBezTo>
                        <a:pt x="318" y="562"/>
                        <a:pt x="329" y="552"/>
                        <a:pt x="336" y="540"/>
                      </a:cubicBezTo>
                      <a:cubicBezTo>
                        <a:pt x="343" y="527"/>
                        <a:pt x="343" y="513"/>
                        <a:pt x="338" y="500"/>
                      </a:cubicBezTo>
                      <a:cubicBezTo>
                        <a:pt x="357" y="492"/>
                        <a:pt x="373" y="486"/>
                        <a:pt x="380" y="482"/>
                      </a:cubicBezTo>
                      <a:cubicBezTo>
                        <a:pt x="446" y="448"/>
                        <a:pt x="513" y="410"/>
                        <a:pt x="565" y="366"/>
                      </a:cubicBezTo>
                      <a:cubicBezTo>
                        <a:pt x="580" y="353"/>
                        <a:pt x="589" y="338"/>
                        <a:pt x="597" y="323"/>
                      </a:cubicBezTo>
                      <a:cubicBezTo>
                        <a:pt x="601" y="316"/>
                        <a:pt x="605" y="309"/>
                        <a:pt x="609" y="301"/>
                      </a:cubicBezTo>
                      <a:cubicBezTo>
                        <a:pt x="606" y="300"/>
                        <a:pt x="602" y="299"/>
                        <a:pt x="599" y="298"/>
                      </a:cubicBezTo>
                      <a:cubicBezTo>
                        <a:pt x="567" y="286"/>
                        <a:pt x="542" y="267"/>
                        <a:pt x="513" y="251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438;p33">
                  <a:extLst>
                    <a:ext uri="{FF2B5EF4-FFF2-40B4-BE49-F238E27FC236}">
                      <a16:creationId xmlns:a16="http://schemas.microsoft.com/office/drawing/2014/main" id="{4E954F36-41A0-A987-9317-B18B43133227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439;p33">
                  <a:extLst>
                    <a:ext uri="{FF2B5EF4-FFF2-40B4-BE49-F238E27FC236}">
                      <a16:creationId xmlns:a16="http://schemas.microsoft.com/office/drawing/2014/main" id="{294D155D-507D-897A-ED67-2687F667BBA2}"/>
                    </a:ext>
                  </a:extLst>
                </p:cNvPr>
                <p:cNvSpPr/>
                <p:nvPr/>
              </p:nvSpPr>
              <p:spPr>
                <a:xfrm rot="-662413" flipH="1">
                  <a:off x="7143362" y="1284043"/>
                  <a:ext cx="345048" cy="360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" h="446" extrusionOk="0">
                      <a:moveTo>
                        <a:pt x="596" y="103"/>
                      </a:moveTo>
                      <a:cubicBezTo>
                        <a:pt x="592" y="42"/>
                        <a:pt x="495" y="0"/>
                        <a:pt x="412" y="7"/>
                      </a:cubicBezTo>
                      <a:cubicBezTo>
                        <a:pt x="369" y="10"/>
                        <a:pt x="332" y="25"/>
                        <a:pt x="292" y="33"/>
                      </a:cubicBezTo>
                      <a:cubicBezTo>
                        <a:pt x="252" y="41"/>
                        <a:pt x="209" y="44"/>
                        <a:pt x="171" y="55"/>
                      </a:cubicBezTo>
                      <a:cubicBezTo>
                        <a:pt x="141" y="64"/>
                        <a:pt x="113" y="76"/>
                        <a:pt x="86" y="89"/>
                      </a:cubicBezTo>
                      <a:cubicBezTo>
                        <a:pt x="83" y="91"/>
                        <a:pt x="80" y="92"/>
                        <a:pt x="78" y="95"/>
                      </a:cubicBezTo>
                      <a:cubicBezTo>
                        <a:pt x="76" y="100"/>
                        <a:pt x="83" y="104"/>
                        <a:pt x="89" y="108"/>
                      </a:cubicBezTo>
                      <a:cubicBezTo>
                        <a:pt x="95" y="111"/>
                        <a:pt x="101" y="114"/>
                        <a:pt x="107" y="118"/>
                      </a:cubicBezTo>
                      <a:cubicBezTo>
                        <a:pt x="110" y="119"/>
                        <a:pt x="113" y="121"/>
                        <a:pt x="113" y="123"/>
                      </a:cubicBezTo>
                      <a:cubicBezTo>
                        <a:pt x="113" y="125"/>
                        <a:pt x="111" y="127"/>
                        <a:pt x="109" y="128"/>
                      </a:cubicBezTo>
                      <a:cubicBezTo>
                        <a:pt x="69" y="155"/>
                        <a:pt x="36" y="185"/>
                        <a:pt x="11" y="219"/>
                      </a:cubicBezTo>
                      <a:cubicBezTo>
                        <a:pt x="5" y="227"/>
                        <a:pt x="0" y="237"/>
                        <a:pt x="10" y="243"/>
                      </a:cubicBezTo>
                      <a:cubicBezTo>
                        <a:pt x="13" y="246"/>
                        <a:pt x="18" y="247"/>
                        <a:pt x="23" y="247"/>
                      </a:cubicBezTo>
                      <a:cubicBezTo>
                        <a:pt x="41" y="251"/>
                        <a:pt x="58" y="256"/>
                        <a:pt x="74" y="261"/>
                      </a:cubicBezTo>
                      <a:cubicBezTo>
                        <a:pt x="76" y="262"/>
                        <a:pt x="77" y="263"/>
                        <a:pt x="78" y="264"/>
                      </a:cubicBezTo>
                      <a:cubicBezTo>
                        <a:pt x="78" y="264"/>
                        <a:pt x="78" y="265"/>
                        <a:pt x="78" y="266"/>
                      </a:cubicBezTo>
                      <a:cubicBezTo>
                        <a:pt x="66" y="298"/>
                        <a:pt x="32" y="326"/>
                        <a:pt x="36" y="359"/>
                      </a:cubicBezTo>
                      <a:cubicBezTo>
                        <a:pt x="36" y="360"/>
                        <a:pt x="36" y="362"/>
                        <a:pt x="38" y="363"/>
                      </a:cubicBezTo>
                      <a:cubicBezTo>
                        <a:pt x="40" y="365"/>
                        <a:pt x="44" y="365"/>
                        <a:pt x="48" y="366"/>
                      </a:cubicBezTo>
                      <a:cubicBezTo>
                        <a:pt x="63" y="366"/>
                        <a:pt x="76" y="367"/>
                        <a:pt x="90" y="368"/>
                      </a:cubicBezTo>
                      <a:cubicBezTo>
                        <a:pt x="94" y="368"/>
                        <a:pt x="97" y="368"/>
                        <a:pt x="100" y="369"/>
                      </a:cubicBezTo>
                      <a:cubicBezTo>
                        <a:pt x="105" y="371"/>
                        <a:pt x="106" y="376"/>
                        <a:pt x="106" y="380"/>
                      </a:cubicBezTo>
                      <a:cubicBezTo>
                        <a:pt x="106" y="389"/>
                        <a:pt x="103" y="399"/>
                        <a:pt x="101" y="408"/>
                      </a:cubicBezTo>
                      <a:cubicBezTo>
                        <a:pt x="100" y="417"/>
                        <a:pt x="102" y="428"/>
                        <a:pt x="111" y="435"/>
                      </a:cubicBezTo>
                      <a:cubicBezTo>
                        <a:pt x="121" y="443"/>
                        <a:pt x="137" y="445"/>
                        <a:pt x="152" y="445"/>
                      </a:cubicBezTo>
                      <a:cubicBezTo>
                        <a:pt x="178" y="445"/>
                        <a:pt x="202" y="440"/>
                        <a:pt x="226" y="434"/>
                      </a:cubicBezTo>
                      <a:cubicBezTo>
                        <a:pt x="246" y="429"/>
                        <a:pt x="266" y="425"/>
                        <a:pt x="282" y="415"/>
                      </a:cubicBezTo>
                      <a:cubicBezTo>
                        <a:pt x="278" y="405"/>
                        <a:pt x="274" y="397"/>
                        <a:pt x="269" y="388"/>
                      </a:cubicBezTo>
                      <a:cubicBezTo>
                        <a:pt x="268" y="386"/>
                        <a:pt x="266" y="383"/>
                        <a:pt x="265" y="381"/>
                      </a:cubicBezTo>
                      <a:cubicBezTo>
                        <a:pt x="234" y="375"/>
                        <a:pt x="208" y="360"/>
                        <a:pt x="193" y="340"/>
                      </a:cubicBezTo>
                      <a:cubicBezTo>
                        <a:pt x="185" y="330"/>
                        <a:pt x="180" y="319"/>
                        <a:pt x="182" y="308"/>
                      </a:cubicBezTo>
                      <a:cubicBezTo>
                        <a:pt x="182" y="306"/>
                        <a:pt x="183" y="305"/>
                        <a:pt x="183" y="303"/>
                      </a:cubicBezTo>
                      <a:cubicBezTo>
                        <a:pt x="192" y="314"/>
                        <a:pt x="200" y="325"/>
                        <a:pt x="208" y="336"/>
                      </a:cubicBezTo>
                      <a:cubicBezTo>
                        <a:pt x="216" y="346"/>
                        <a:pt x="225" y="356"/>
                        <a:pt x="237" y="364"/>
                      </a:cubicBezTo>
                      <a:cubicBezTo>
                        <a:pt x="241" y="367"/>
                        <a:pt x="247" y="370"/>
                        <a:pt x="253" y="369"/>
                      </a:cubicBezTo>
                      <a:cubicBezTo>
                        <a:pt x="265" y="369"/>
                        <a:pt x="261" y="362"/>
                        <a:pt x="261" y="357"/>
                      </a:cubicBezTo>
                      <a:cubicBezTo>
                        <a:pt x="260" y="353"/>
                        <a:pt x="263" y="342"/>
                        <a:pt x="261" y="339"/>
                      </a:cubicBezTo>
                      <a:cubicBezTo>
                        <a:pt x="256" y="335"/>
                        <a:pt x="265" y="325"/>
                        <a:pt x="265" y="320"/>
                      </a:cubicBezTo>
                      <a:cubicBezTo>
                        <a:pt x="264" y="310"/>
                        <a:pt x="257" y="299"/>
                        <a:pt x="252" y="288"/>
                      </a:cubicBezTo>
                      <a:lnTo>
                        <a:pt x="251" y="286"/>
                      </a:lnTo>
                      <a:cubicBezTo>
                        <a:pt x="251" y="285"/>
                        <a:pt x="251" y="284"/>
                        <a:pt x="251" y="284"/>
                      </a:cubicBezTo>
                      <a:cubicBezTo>
                        <a:pt x="250" y="284"/>
                        <a:pt x="250" y="283"/>
                        <a:pt x="250" y="283"/>
                      </a:cubicBezTo>
                      <a:cubicBezTo>
                        <a:pt x="250" y="282"/>
                        <a:pt x="250" y="282"/>
                        <a:pt x="250" y="282"/>
                      </a:cubicBezTo>
                      <a:cubicBezTo>
                        <a:pt x="249" y="281"/>
                        <a:pt x="249" y="280"/>
                        <a:pt x="249" y="280"/>
                      </a:cubicBezTo>
                      <a:cubicBezTo>
                        <a:pt x="247" y="275"/>
                        <a:pt x="246" y="270"/>
                        <a:pt x="245" y="265"/>
                      </a:cubicBezTo>
                      <a:lnTo>
                        <a:pt x="243" y="258"/>
                      </a:lnTo>
                      <a:cubicBezTo>
                        <a:pt x="243" y="257"/>
                        <a:pt x="243" y="256"/>
                        <a:pt x="243" y="255"/>
                      </a:cubicBezTo>
                      <a:cubicBezTo>
                        <a:pt x="242" y="252"/>
                        <a:pt x="242" y="248"/>
                        <a:pt x="242" y="245"/>
                      </a:cubicBezTo>
                      <a:cubicBezTo>
                        <a:pt x="242" y="240"/>
                        <a:pt x="242" y="235"/>
                        <a:pt x="242" y="230"/>
                      </a:cubicBezTo>
                      <a:cubicBezTo>
                        <a:pt x="244" y="213"/>
                        <a:pt x="252" y="196"/>
                        <a:pt x="267" y="183"/>
                      </a:cubicBezTo>
                      <a:cubicBezTo>
                        <a:pt x="270" y="180"/>
                        <a:pt x="274" y="177"/>
                        <a:pt x="278" y="174"/>
                      </a:cubicBezTo>
                      <a:cubicBezTo>
                        <a:pt x="280" y="173"/>
                        <a:pt x="282" y="172"/>
                        <a:pt x="284" y="171"/>
                      </a:cubicBezTo>
                      <a:cubicBezTo>
                        <a:pt x="285" y="171"/>
                        <a:pt x="285" y="170"/>
                        <a:pt x="286" y="170"/>
                      </a:cubicBezTo>
                      <a:cubicBezTo>
                        <a:pt x="289" y="168"/>
                        <a:pt x="292" y="167"/>
                        <a:pt x="295" y="166"/>
                      </a:cubicBezTo>
                      <a:cubicBezTo>
                        <a:pt x="303" y="162"/>
                        <a:pt x="311" y="161"/>
                        <a:pt x="318" y="158"/>
                      </a:cubicBezTo>
                      <a:cubicBezTo>
                        <a:pt x="319" y="158"/>
                        <a:pt x="320" y="158"/>
                        <a:pt x="321" y="157"/>
                      </a:cubicBezTo>
                      <a:cubicBezTo>
                        <a:pt x="322" y="157"/>
                        <a:pt x="323" y="157"/>
                        <a:pt x="323" y="156"/>
                      </a:cubicBezTo>
                      <a:cubicBezTo>
                        <a:pt x="328" y="154"/>
                        <a:pt x="332" y="152"/>
                        <a:pt x="335" y="149"/>
                      </a:cubicBezTo>
                      <a:cubicBezTo>
                        <a:pt x="338" y="145"/>
                        <a:pt x="342" y="141"/>
                        <a:pt x="346" y="138"/>
                      </a:cubicBezTo>
                      <a:cubicBezTo>
                        <a:pt x="347" y="138"/>
                        <a:pt x="347" y="138"/>
                        <a:pt x="347" y="138"/>
                      </a:cubicBezTo>
                      <a:cubicBezTo>
                        <a:pt x="355" y="131"/>
                        <a:pt x="365" y="126"/>
                        <a:pt x="376" y="123"/>
                      </a:cubicBezTo>
                      <a:cubicBezTo>
                        <a:pt x="377" y="122"/>
                        <a:pt x="378" y="122"/>
                        <a:pt x="379" y="122"/>
                      </a:cubicBezTo>
                      <a:cubicBezTo>
                        <a:pt x="382" y="121"/>
                        <a:pt x="386" y="120"/>
                        <a:pt x="389" y="120"/>
                      </a:cubicBezTo>
                      <a:cubicBezTo>
                        <a:pt x="395" y="119"/>
                        <a:pt x="400" y="118"/>
                        <a:pt x="406" y="118"/>
                      </a:cubicBezTo>
                      <a:lnTo>
                        <a:pt x="409" y="118"/>
                      </a:lnTo>
                      <a:cubicBezTo>
                        <a:pt x="416" y="118"/>
                        <a:pt x="423" y="119"/>
                        <a:pt x="430" y="120"/>
                      </a:cubicBezTo>
                      <a:cubicBezTo>
                        <a:pt x="437" y="120"/>
                        <a:pt x="443" y="121"/>
                        <a:pt x="449" y="122"/>
                      </a:cubicBezTo>
                      <a:cubicBezTo>
                        <a:pt x="450" y="122"/>
                        <a:pt x="452" y="122"/>
                        <a:pt x="453" y="122"/>
                      </a:cubicBezTo>
                      <a:cubicBezTo>
                        <a:pt x="467" y="123"/>
                        <a:pt x="480" y="124"/>
                        <a:pt x="493" y="121"/>
                      </a:cubicBezTo>
                      <a:cubicBezTo>
                        <a:pt x="496" y="120"/>
                        <a:pt x="498" y="119"/>
                        <a:pt x="501" y="118"/>
                      </a:cubicBezTo>
                      <a:cubicBezTo>
                        <a:pt x="506" y="116"/>
                        <a:pt x="509" y="114"/>
                        <a:pt x="514" y="112"/>
                      </a:cubicBezTo>
                      <a:cubicBezTo>
                        <a:pt x="516" y="112"/>
                        <a:pt x="517" y="112"/>
                        <a:pt x="518" y="112"/>
                      </a:cubicBezTo>
                      <a:cubicBezTo>
                        <a:pt x="519" y="112"/>
                        <a:pt x="520" y="112"/>
                        <a:pt x="521" y="112"/>
                      </a:cubicBezTo>
                      <a:cubicBezTo>
                        <a:pt x="523" y="111"/>
                        <a:pt x="525" y="111"/>
                        <a:pt x="528" y="112"/>
                      </a:cubicBezTo>
                      <a:cubicBezTo>
                        <a:pt x="529" y="112"/>
                        <a:pt x="530" y="112"/>
                        <a:pt x="531" y="112"/>
                      </a:cubicBezTo>
                      <a:cubicBezTo>
                        <a:pt x="533" y="112"/>
                        <a:pt x="535" y="112"/>
                        <a:pt x="536" y="113"/>
                      </a:cubicBezTo>
                      <a:cubicBezTo>
                        <a:pt x="543" y="115"/>
                        <a:pt x="549" y="118"/>
                        <a:pt x="555" y="120"/>
                      </a:cubicBezTo>
                      <a:cubicBezTo>
                        <a:pt x="557" y="121"/>
                        <a:pt x="559" y="122"/>
                        <a:pt x="562" y="123"/>
                      </a:cubicBezTo>
                      <a:cubicBezTo>
                        <a:pt x="563" y="123"/>
                        <a:pt x="564" y="123"/>
                        <a:pt x="565" y="124"/>
                      </a:cubicBezTo>
                      <a:lnTo>
                        <a:pt x="566" y="124"/>
                      </a:lnTo>
                      <a:cubicBezTo>
                        <a:pt x="567" y="124"/>
                        <a:pt x="567" y="124"/>
                        <a:pt x="568" y="124"/>
                      </a:cubicBezTo>
                      <a:cubicBezTo>
                        <a:pt x="569" y="125"/>
                        <a:pt x="569" y="125"/>
                        <a:pt x="570" y="125"/>
                      </a:cubicBezTo>
                      <a:lnTo>
                        <a:pt x="571" y="125"/>
                      </a:lnTo>
                      <a:cubicBezTo>
                        <a:pt x="572" y="125"/>
                        <a:pt x="573" y="125"/>
                        <a:pt x="573" y="126"/>
                      </a:cubicBezTo>
                      <a:cubicBezTo>
                        <a:pt x="574" y="126"/>
                        <a:pt x="574" y="126"/>
                        <a:pt x="575" y="126"/>
                      </a:cubicBezTo>
                      <a:cubicBezTo>
                        <a:pt x="578" y="127"/>
                        <a:pt x="582" y="127"/>
                        <a:pt x="585" y="128"/>
                      </a:cubicBezTo>
                      <a:cubicBezTo>
                        <a:pt x="587" y="129"/>
                        <a:pt x="588" y="131"/>
                        <a:pt x="590" y="133"/>
                      </a:cubicBezTo>
                      <a:cubicBezTo>
                        <a:pt x="594" y="123"/>
                        <a:pt x="597" y="113"/>
                        <a:pt x="596" y="10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440;p33">
                  <a:extLst>
                    <a:ext uri="{FF2B5EF4-FFF2-40B4-BE49-F238E27FC236}">
                      <a16:creationId xmlns:a16="http://schemas.microsoft.com/office/drawing/2014/main" id="{7D277CAF-2ADC-BC5C-A1BE-1EB046FFB1E9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441;p33">
                  <a:extLst>
                    <a:ext uri="{FF2B5EF4-FFF2-40B4-BE49-F238E27FC236}">
                      <a16:creationId xmlns:a16="http://schemas.microsoft.com/office/drawing/2014/main" id="{97581AB2-E957-007E-B4CC-26FACDC25A0A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783F04"/>
                </a:solidFill>
                <a:ln w="9525" cap="flat" cmpd="sng">
                  <a:solidFill>
                    <a:srgbClr val="783F0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442;p33">
                  <a:extLst>
                    <a:ext uri="{FF2B5EF4-FFF2-40B4-BE49-F238E27FC236}">
                      <a16:creationId xmlns:a16="http://schemas.microsoft.com/office/drawing/2014/main" id="{DFD13073-AEF0-FCC4-4876-D947B0EAAD02}"/>
                    </a:ext>
                  </a:extLst>
                </p:cNvPr>
                <p:cNvSpPr/>
                <p:nvPr/>
              </p:nvSpPr>
              <p:spPr>
                <a:xfrm rot="-662413" flipH="1">
                  <a:off x="6795421" y="3256079"/>
                  <a:ext cx="980906" cy="50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" h="621" extrusionOk="0">
                      <a:moveTo>
                        <a:pt x="135" y="3"/>
                      </a:moveTo>
                      <a:cubicBezTo>
                        <a:pt x="166" y="11"/>
                        <a:pt x="185" y="32"/>
                        <a:pt x="198" y="52"/>
                      </a:cubicBezTo>
                      <a:cubicBezTo>
                        <a:pt x="246" y="121"/>
                        <a:pt x="234" y="196"/>
                        <a:pt x="260" y="269"/>
                      </a:cubicBezTo>
                      <a:cubicBezTo>
                        <a:pt x="262" y="277"/>
                        <a:pt x="265" y="285"/>
                        <a:pt x="259" y="291"/>
                      </a:cubicBezTo>
                      <a:cubicBezTo>
                        <a:pt x="255" y="294"/>
                        <a:pt x="248" y="296"/>
                        <a:pt x="242" y="298"/>
                      </a:cubicBezTo>
                      <a:cubicBezTo>
                        <a:pt x="189" y="312"/>
                        <a:pt x="133" y="319"/>
                        <a:pt x="77" y="319"/>
                      </a:cubicBezTo>
                      <a:cubicBezTo>
                        <a:pt x="70" y="319"/>
                        <a:pt x="62" y="319"/>
                        <a:pt x="56" y="317"/>
                      </a:cubicBezTo>
                      <a:cubicBezTo>
                        <a:pt x="35" y="310"/>
                        <a:pt x="45" y="290"/>
                        <a:pt x="47" y="278"/>
                      </a:cubicBezTo>
                      <a:cubicBezTo>
                        <a:pt x="51" y="257"/>
                        <a:pt x="47" y="234"/>
                        <a:pt x="40" y="213"/>
                      </a:cubicBezTo>
                      <a:cubicBezTo>
                        <a:pt x="27" y="168"/>
                        <a:pt x="2" y="125"/>
                        <a:pt x="0" y="79"/>
                      </a:cubicBezTo>
                      <a:cubicBezTo>
                        <a:pt x="0" y="58"/>
                        <a:pt x="5" y="37"/>
                        <a:pt x="24" y="21"/>
                      </a:cubicBezTo>
                      <a:cubicBezTo>
                        <a:pt x="40" y="10"/>
                        <a:pt x="62" y="3"/>
                        <a:pt x="85" y="1"/>
                      </a:cubicBezTo>
                      <a:cubicBezTo>
                        <a:pt x="99" y="0"/>
                        <a:pt x="114" y="0"/>
                        <a:pt x="128" y="1"/>
                      </a:cubicBezTo>
                      <a:cubicBezTo>
                        <a:pt x="131" y="2"/>
                        <a:pt x="133" y="3"/>
                        <a:pt x="135" y="3"/>
                      </a:cubicBezTo>
                      <a:moveTo>
                        <a:pt x="1487" y="315"/>
                      </a:moveTo>
                      <a:cubicBezTo>
                        <a:pt x="1472" y="314"/>
                        <a:pt x="1457" y="316"/>
                        <a:pt x="1443" y="320"/>
                      </a:cubicBezTo>
                      <a:cubicBezTo>
                        <a:pt x="1429" y="323"/>
                        <a:pt x="1415" y="328"/>
                        <a:pt x="1404" y="335"/>
                      </a:cubicBezTo>
                      <a:cubicBezTo>
                        <a:pt x="1387" y="346"/>
                        <a:pt x="1378" y="362"/>
                        <a:pt x="1376" y="378"/>
                      </a:cubicBezTo>
                      <a:cubicBezTo>
                        <a:pt x="1371" y="427"/>
                        <a:pt x="1416" y="465"/>
                        <a:pt x="1447" y="507"/>
                      </a:cubicBezTo>
                      <a:cubicBezTo>
                        <a:pt x="1455" y="518"/>
                        <a:pt x="1462" y="528"/>
                        <a:pt x="1475" y="537"/>
                      </a:cubicBezTo>
                      <a:cubicBezTo>
                        <a:pt x="1485" y="544"/>
                        <a:pt x="1495" y="550"/>
                        <a:pt x="1503" y="559"/>
                      </a:cubicBezTo>
                      <a:cubicBezTo>
                        <a:pt x="1518" y="576"/>
                        <a:pt x="1529" y="598"/>
                        <a:pt x="1557" y="609"/>
                      </a:cubicBezTo>
                      <a:cubicBezTo>
                        <a:pt x="1586" y="620"/>
                        <a:pt x="1625" y="614"/>
                        <a:pt x="1650" y="598"/>
                      </a:cubicBezTo>
                      <a:cubicBezTo>
                        <a:pt x="1699" y="566"/>
                        <a:pt x="1698" y="524"/>
                        <a:pt x="1665" y="488"/>
                      </a:cubicBezTo>
                      <a:cubicBezTo>
                        <a:pt x="1646" y="467"/>
                        <a:pt x="1634" y="441"/>
                        <a:pt x="1620" y="419"/>
                      </a:cubicBezTo>
                      <a:cubicBezTo>
                        <a:pt x="1600" y="390"/>
                        <a:pt x="1591" y="371"/>
                        <a:pt x="1558" y="347"/>
                      </a:cubicBezTo>
                      <a:cubicBezTo>
                        <a:pt x="1538" y="333"/>
                        <a:pt x="1516" y="318"/>
                        <a:pt x="1487" y="315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443;p33">
                  <a:extLst>
                    <a:ext uri="{FF2B5EF4-FFF2-40B4-BE49-F238E27FC236}">
                      <a16:creationId xmlns:a16="http://schemas.microsoft.com/office/drawing/2014/main" id="{34389ADF-BDE1-D981-D91E-AE14C8423662}"/>
                    </a:ext>
                  </a:extLst>
                </p:cNvPr>
                <p:cNvSpPr/>
                <p:nvPr/>
              </p:nvSpPr>
              <p:spPr>
                <a:xfrm rot="-662413" flipH="1">
                  <a:off x="6712076" y="2283095"/>
                  <a:ext cx="1114771" cy="1381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1710" extrusionOk="0">
                      <a:moveTo>
                        <a:pt x="1853" y="1470"/>
                      </a:moveTo>
                      <a:cubicBezTo>
                        <a:pt x="1824" y="1429"/>
                        <a:pt x="1798" y="1387"/>
                        <a:pt x="1766" y="1346"/>
                      </a:cubicBezTo>
                      <a:cubicBezTo>
                        <a:pt x="1697" y="1258"/>
                        <a:pt x="1603" y="1180"/>
                        <a:pt x="1501" y="1109"/>
                      </a:cubicBezTo>
                      <a:cubicBezTo>
                        <a:pt x="1475" y="1091"/>
                        <a:pt x="1449" y="1074"/>
                        <a:pt x="1428" y="1054"/>
                      </a:cubicBezTo>
                      <a:cubicBezTo>
                        <a:pt x="1393" y="1018"/>
                        <a:pt x="1385" y="980"/>
                        <a:pt x="1373" y="939"/>
                      </a:cubicBezTo>
                      <a:cubicBezTo>
                        <a:pt x="1357" y="889"/>
                        <a:pt x="1358" y="838"/>
                        <a:pt x="1361" y="787"/>
                      </a:cubicBezTo>
                      <a:cubicBezTo>
                        <a:pt x="1361" y="778"/>
                        <a:pt x="1362" y="770"/>
                        <a:pt x="1362" y="762"/>
                      </a:cubicBezTo>
                      <a:cubicBezTo>
                        <a:pt x="1369" y="668"/>
                        <a:pt x="1383" y="574"/>
                        <a:pt x="1404" y="480"/>
                      </a:cubicBezTo>
                      <a:cubicBezTo>
                        <a:pt x="1416" y="432"/>
                        <a:pt x="1434" y="384"/>
                        <a:pt x="1430" y="335"/>
                      </a:cubicBezTo>
                      <a:cubicBezTo>
                        <a:pt x="1426" y="285"/>
                        <a:pt x="1413" y="236"/>
                        <a:pt x="1395" y="188"/>
                      </a:cubicBezTo>
                      <a:cubicBezTo>
                        <a:pt x="1380" y="148"/>
                        <a:pt x="1360" y="109"/>
                        <a:pt x="1336" y="71"/>
                      </a:cubicBezTo>
                      <a:cubicBezTo>
                        <a:pt x="1312" y="32"/>
                        <a:pt x="1302" y="0"/>
                        <a:pt x="1232" y="2"/>
                      </a:cubicBezTo>
                      <a:cubicBezTo>
                        <a:pt x="1132" y="6"/>
                        <a:pt x="1018" y="50"/>
                        <a:pt x="942" y="93"/>
                      </a:cubicBezTo>
                      <a:cubicBezTo>
                        <a:pt x="939" y="95"/>
                        <a:pt x="937" y="96"/>
                        <a:pt x="934" y="98"/>
                      </a:cubicBezTo>
                      <a:cubicBezTo>
                        <a:pt x="919" y="89"/>
                        <a:pt x="902" y="81"/>
                        <a:pt x="884" y="76"/>
                      </a:cubicBezTo>
                      <a:cubicBezTo>
                        <a:pt x="855" y="69"/>
                        <a:pt x="823" y="68"/>
                        <a:pt x="793" y="71"/>
                      </a:cubicBezTo>
                      <a:cubicBezTo>
                        <a:pt x="759" y="73"/>
                        <a:pt x="723" y="77"/>
                        <a:pt x="692" y="88"/>
                      </a:cubicBezTo>
                      <a:cubicBezTo>
                        <a:pt x="613" y="117"/>
                        <a:pt x="548" y="161"/>
                        <a:pt x="490" y="207"/>
                      </a:cubicBezTo>
                      <a:cubicBezTo>
                        <a:pt x="430" y="255"/>
                        <a:pt x="371" y="301"/>
                        <a:pt x="314" y="351"/>
                      </a:cubicBezTo>
                      <a:cubicBezTo>
                        <a:pt x="220" y="434"/>
                        <a:pt x="136" y="522"/>
                        <a:pt x="62" y="614"/>
                      </a:cubicBezTo>
                      <a:cubicBezTo>
                        <a:pt x="24" y="661"/>
                        <a:pt x="0" y="713"/>
                        <a:pt x="3" y="767"/>
                      </a:cubicBezTo>
                      <a:cubicBezTo>
                        <a:pt x="7" y="826"/>
                        <a:pt x="35" y="882"/>
                        <a:pt x="57" y="938"/>
                      </a:cubicBezTo>
                      <a:lnTo>
                        <a:pt x="201" y="1306"/>
                      </a:lnTo>
                      <a:cubicBezTo>
                        <a:pt x="214" y="1341"/>
                        <a:pt x="228" y="1377"/>
                        <a:pt x="242" y="1412"/>
                      </a:cubicBezTo>
                      <a:cubicBezTo>
                        <a:pt x="249" y="1430"/>
                        <a:pt x="341" y="1426"/>
                        <a:pt x="366" y="1427"/>
                      </a:cubicBezTo>
                      <a:cubicBezTo>
                        <a:pt x="422" y="1429"/>
                        <a:pt x="478" y="1427"/>
                        <a:pt x="532" y="1418"/>
                      </a:cubicBezTo>
                      <a:cubicBezTo>
                        <a:pt x="566" y="1413"/>
                        <a:pt x="606" y="1403"/>
                        <a:pt x="607" y="1377"/>
                      </a:cubicBezTo>
                      <a:cubicBezTo>
                        <a:pt x="609" y="1351"/>
                        <a:pt x="586" y="1314"/>
                        <a:pt x="577" y="1288"/>
                      </a:cubicBezTo>
                      <a:cubicBezTo>
                        <a:pt x="543" y="1190"/>
                        <a:pt x="501" y="1094"/>
                        <a:pt x="464" y="996"/>
                      </a:cubicBezTo>
                      <a:cubicBezTo>
                        <a:pt x="444" y="945"/>
                        <a:pt x="409" y="878"/>
                        <a:pt x="442" y="827"/>
                      </a:cubicBezTo>
                      <a:cubicBezTo>
                        <a:pt x="467" y="788"/>
                        <a:pt x="503" y="754"/>
                        <a:pt x="543" y="722"/>
                      </a:cubicBezTo>
                      <a:cubicBezTo>
                        <a:pt x="574" y="696"/>
                        <a:pt x="607" y="671"/>
                        <a:pt x="641" y="646"/>
                      </a:cubicBezTo>
                      <a:cubicBezTo>
                        <a:pt x="707" y="599"/>
                        <a:pt x="779" y="554"/>
                        <a:pt x="855" y="516"/>
                      </a:cubicBezTo>
                      <a:cubicBezTo>
                        <a:pt x="860" y="514"/>
                        <a:pt x="865" y="512"/>
                        <a:pt x="870" y="509"/>
                      </a:cubicBezTo>
                      <a:cubicBezTo>
                        <a:pt x="874" y="544"/>
                        <a:pt x="878" y="579"/>
                        <a:pt x="882" y="613"/>
                      </a:cubicBezTo>
                      <a:cubicBezTo>
                        <a:pt x="893" y="728"/>
                        <a:pt x="914" y="843"/>
                        <a:pt x="946" y="955"/>
                      </a:cubicBezTo>
                      <a:cubicBezTo>
                        <a:pt x="958" y="1000"/>
                        <a:pt x="979" y="1042"/>
                        <a:pt x="997" y="1086"/>
                      </a:cubicBezTo>
                      <a:cubicBezTo>
                        <a:pt x="1017" y="1137"/>
                        <a:pt x="1062" y="1179"/>
                        <a:pt x="1111" y="1218"/>
                      </a:cubicBezTo>
                      <a:cubicBezTo>
                        <a:pt x="1168" y="1263"/>
                        <a:pt x="1218" y="1314"/>
                        <a:pt x="1269" y="1363"/>
                      </a:cubicBezTo>
                      <a:cubicBezTo>
                        <a:pt x="1371" y="1462"/>
                        <a:pt x="1468" y="1564"/>
                        <a:pt x="1569" y="1663"/>
                      </a:cubicBezTo>
                      <a:cubicBezTo>
                        <a:pt x="1578" y="1672"/>
                        <a:pt x="1587" y="1681"/>
                        <a:pt x="1596" y="1690"/>
                      </a:cubicBezTo>
                      <a:cubicBezTo>
                        <a:pt x="1615" y="1709"/>
                        <a:pt x="1646" y="1701"/>
                        <a:pt x="1674" y="1695"/>
                      </a:cubicBezTo>
                      <a:cubicBezTo>
                        <a:pt x="1761" y="1677"/>
                        <a:pt x="1847" y="1656"/>
                        <a:pt x="1931" y="1632"/>
                      </a:cubicBezTo>
                      <a:cubicBezTo>
                        <a:pt x="1913" y="1578"/>
                        <a:pt x="1889" y="1521"/>
                        <a:pt x="1853" y="147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444;p33">
                  <a:extLst>
                    <a:ext uri="{FF2B5EF4-FFF2-40B4-BE49-F238E27FC236}">
                      <a16:creationId xmlns:a16="http://schemas.microsoft.com/office/drawing/2014/main" id="{DF14BBC0-29AC-D042-52EC-708C9A456FBA}"/>
                    </a:ext>
                  </a:extLst>
                </p:cNvPr>
                <p:cNvSpPr/>
                <p:nvPr/>
              </p:nvSpPr>
              <p:spPr>
                <a:xfrm rot="-662413" flipH="1">
                  <a:off x="6812813" y="3450823"/>
                  <a:ext cx="1113617" cy="45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560" extrusionOk="0">
                      <a:moveTo>
                        <a:pt x="1922" y="325"/>
                      </a:moveTo>
                      <a:cubicBezTo>
                        <a:pt x="1915" y="340"/>
                        <a:pt x="1907" y="355"/>
                        <a:pt x="1900" y="370"/>
                      </a:cubicBezTo>
                      <a:cubicBezTo>
                        <a:pt x="1897" y="375"/>
                        <a:pt x="1894" y="380"/>
                        <a:pt x="1888" y="384"/>
                      </a:cubicBezTo>
                      <a:cubicBezTo>
                        <a:pt x="1882" y="387"/>
                        <a:pt x="1870" y="388"/>
                        <a:pt x="1866" y="383"/>
                      </a:cubicBezTo>
                      <a:cubicBezTo>
                        <a:pt x="1815" y="445"/>
                        <a:pt x="1731" y="559"/>
                        <a:pt x="1600" y="535"/>
                      </a:cubicBezTo>
                      <a:cubicBezTo>
                        <a:pt x="1592" y="534"/>
                        <a:pt x="1584" y="532"/>
                        <a:pt x="1576" y="528"/>
                      </a:cubicBezTo>
                      <a:cubicBezTo>
                        <a:pt x="1560" y="520"/>
                        <a:pt x="1553" y="505"/>
                        <a:pt x="1552" y="490"/>
                      </a:cubicBezTo>
                      <a:cubicBezTo>
                        <a:pt x="1551" y="480"/>
                        <a:pt x="1554" y="470"/>
                        <a:pt x="1559" y="461"/>
                      </a:cubicBezTo>
                      <a:cubicBezTo>
                        <a:pt x="1583" y="424"/>
                        <a:pt x="1603" y="386"/>
                        <a:pt x="1619" y="347"/>
                      </a:cubicBezTo>
                      <a:cubicBezTo>
                        <a:pt x="1631" y="319"/>
                        <a:pt x="1628" y="269"/>
                        <a:pt x="1681" y="265"/>
                      </a:cubicBezTo>
                      <a:cubicBezTo>
                        <a:pt x="1693" y="264"/>
                        <a:pt x="1705" y="263"/>
                        <a:pt x="1716" y="264"/>
                      </a:cubicBezTo>
                      <a:cubicBezTo>
                        <a:pt x="1736" y="265"/>
                        <a:pt x="1755" y="269"/>
                        <a:pt x="1772" y="279"/>
                      </a:cubicBezTo>
                      <a:cubicBezTo>
                        <a:pt x="1785" y="286"/>
                        <a:pt x="1827" y="317"/>
                        <a:pt x="1817" y="330"/>
                      </a:cubicBezTo>
                      <a:cubicBezTo>
                        <a:pt x="1831" y="311"/>
                        <a:pt x="1843" y="292"/>
                        <a:pt x="1854" y="272"/>
                      </a:cubicBezTo>
                      <a:cubicBezTo>
                        <a:pt x="1858" y="265"/>
                        <a:pt x="1873" y="228"/>
                        <a:pt x="1889" y="243"/>
                      </a:cubicBezTo>
                      <a:cubicBezTo>
                        <a:pt x="1900" y="253"/>
                        <a:pt x="1911" y="266"/>
                        <a:pt x="1918" y="280"/>
                      </a:cubicBezTo>
                      <a:cubicBezTo>
                        <a:pt x="1926" y="295"/>
                        <a:pt x="1929" y="311"/>
                        <a:pt x="1922" y="325"/>
                      </a:cubicBezTo>
                      <a:moveTo>
                        <a:pt x="8" y="184"/>
                      </a:moveTo>
                      <a:lnTo>
                        <a:pt x="328" y="135"/>
                      </a:lnTo>
                      <a:cubicBezTo>
                        <a:pt x="353" y="128"/>
                        <a:pt x="378" y="121"/>
                        <a:pt x="404" y="115"/>
                      </a:cubicBezTo>
                      <a:cubicBezTo>
                        <a:pt x="415" y="112"/>
                        <a:pt x="427" y="110"/>
                        <a:pt x="437" y="113"/>
                      </a:cubicBezTo>
                      <a:cubicBezTo>
                        <a:pt x="440" y="114"/>
                        <a:pt x="442" y="116"/>
                        <a:pt x="444" y="117"/>
                      </a:cubicBezTo>
                      <a:lnTo>
                        <a:pt x="540" y="102"/>
                      </a:lnTo>
                      <a:cubicBezTo>
                        <a:pt x="541" y="97"/>
                        <a:pt x="538" y="90"/>
                        <a:pt x="536" y="84"/>
                      </a:cubicBezTo>
                      <a:cubicBezTo>
                        <a:pt x="535" y="80"/>
                        <a:pt x="535" y="77"/>
                        <a:pt x="535" y="74"/>
                      </a:cubicBezTo>
                      <a:cubicBezTo>
                        <a:pt x="535" y="70"/>
                        <a:pt x="537" y="66"/>
                        <a:pt x="536" y="63"/>
                      </a:cubicBezTo>
                      <a:cubicBezTo>
                        <a:pt x="536" y="59"/>
                        <a:pt x="535" y="55"/>
                        <a:pt x="533" y="52"/>
                      </a:cubicBezTo>
                      <a:cubicBezTo>
                        <a:pt x="527" y="38"/>
                        <a:pt x="507" y="6"/>
                        <a:pt x="482" y="1"/>
                      </a:cubicBezTo>
                      <a:cubicBezTo>
                        <a:pt x="476" y="0"/>
                        <a:pt x="470" y="1"/>
                        <a:pt x="465" y="3"/>
                      </a:cubicBezTo>
                      <a:cubicBezTo>
                        <a:pt x="404" y="24"/>
                        <a:pt x="343" y="46"/>
                        <a:pt x="282" y="67"/>
                      </a:cubicBezTo>
                      <a:cubicBezTo>
                        <a:pt x="290" y="55"/>
                        <a:pt x="295" y="41"/>
                        <a:pt x="290" y="28"/>
                      </a:cubicBezTo>
                      <a:cubicBezTo>
                        <a:pt x="287" y="18"/>
                        <a:pt x="279" y="11"/>
                        <a:pt x="269" y="9"/>
                      </a:cubicBezTo>
                      <a:cubicBezTo>
                        <a:pt x="258" y="6"/>
                        <a:pt x="244" y="8"/>
                        <a:pt x="232" y="17"/>
                      </a:cubicBezTo>
                      <a:cubicBezTo>
                        <a:pt x="203" y="38"/>
                        <a:pt x="179" y="63"/>
                        <a:pt x="148" y="82"/>
                      </a:cubicBezTo>
                      <a:cubicBezTo>
                        <a:pt x="108" y="108"/>
                        <a:pt x="55" y="123"/>
                        <a:pt x="15" y="150"/>
                      </a:cubicBezTo>
                      <a:cubicBezTo>
                        <a:pt x="8" y="154"/>
                        <a:pt x="3" y="160"/>
                        <a:pt x="1" y="167"/>
                      </a:cubicBezTo>
                      <a:cubicBezTo>
                        <a:pt x="0" y="173"/>
                        <a:pt x="2" y="179"/>
                        <a:pt x="8" y="18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445;p33">
                  <a:extLst>
                    <a:ext uri="{FF2B5EF4-FFF2-40B4-BE49-F238E27FC236}">
                      <a16:creationId xmlns:a16="http://schemas.microsoft.com/office/drawing/2014/main" id="{1FD5E594-BD01-F3C0-A268-BFE4FAD58C5A}"/>
                    </a:ext>
                  </a:extLst>
                </p:cNvPr>
                <p:cNvSpPr/>
                <p:nvPr/>
              </p:nvSpPr>
              <p:spPr>
                <a:xfrm rot="-662413" flipH="1">
                  <a:off x="6817531" y="3499649"/>
                  <a:ext cx="1113617" cy="40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499" extrusionOk="0">
                      <a:moveTo>
                        <a:pt x="3" y="106"/>
                      </a:moveTo>
                      <a:lnTo>
                        <a:pt x="4" y="105"/>
                      </a:lnTo>
                      <a:lnTo>
                        <a:pt x="5" y="105"/>
                      </a:lnTo>
                      <a:cubicBezTo>
                        <a:pt x="6" y="105"/>
                        <a:pt x="6" y="105"/>
                        <a:pt x="7" y="105"/>
                      </a:cubicBezTo>
                      <a:cubicBezTo>
                        <a:pt x="8" y="105"/>
                        <a:pt x="8" y="105"/>
                        <a:pt x="9" y="105"/>
                      </a:cubicBezTo>
                      <a:cubicBezTo>
                        <a:pt x="10" y="104"/>
                        <a:pt x="11" y="104"/>
                        <a:pt x="12" y="104"/>
                      </a:cubicBezTo>
                      <a:cubicBezTo>
                        <a:pt x="13" y="104"/>
                        <a:pt x="14" y="104"/>
                        <a:pt x="15" y="104"/>
                      </a:cubicBezTo>
                      <a:cubicBezTo>
                        <a:pt x="16" y="104"/>
                        <a:pt x="17" y="103"/>
                        <a:pt x="18" y="103"/>
                      </a:cubicBezTo>
                      <a:cubicBezTo>
                        <a:pt x="19" y="103"/>
                        <a:pt x="20" y="103"/>
                        <a:pt x="22" y="103"/>
                      </a:cubicBezTo>
                      <a:cubicBezTo>
                        <a:pt x="23" y="102"/>
                        <a:pt x="24" y="102"/>
                        <a:pt x="25" y="102"/>
                      </a:cubicBezTo>
                      <a:lnTo>
                        <a:pt x="30" y="101"/>
                      </a:lnTo>
                      <a:cubicBezTo>
                        <a:pt x="31" y="101"/>
                        <a:pt x="33" y="101"/>
                        <a:pt x="34" y="101"/>
                      </a:cubicBezTo>
                      <a:cubicBezTo>
                        <a:pt x="36" y="100"/>
                        <a:pt x="37" y="100"/>
                        <a:pt x="39" y="100"/>
                      </a:cubicBezTo>
                      <a:cubicBezTo>
                        <a:pt x="41" y="100"/>
                        <a:pt x="43" y="99"/>
                        <a:pt x="44" y="99"/>
                      </a:cubicBezTo>
                      <a:cubicBezTo>
                        <a:pt x="46" y="99"/>
                        <a:pt x="48" y="99"/>
                        <a:pt x="50" y="98"/>
                      </a:cubicBezTo>
                      <a:cubicBezTo>
                        <a:pt x="51" y="98"/>
                        <a:pt x="53" y="98"/>
                        <a:pt x="55" y="97"/>
                      </a:cubicBezTo>
                      <a:cubicBezTo>
                        <a:pt x="57" y="97"/>
                        <a:pt x="59" y="97"/>
                        <a:pt x="61" y="96"/>
                      </a:cubicBezTo>
                      <a:lnTo>
                        <a:pt x="67" y="95"/>
                      </a:lnTo>
                      <a:cubicBezTo>
                        <a:pt x="70" y="95"/>
                        <a:pt x="72" y="95"/>
                        <a:pt x="74" y="94"/>
                      </a:cubicBezTo>
                      <a:cubicBezTo>
                        <a:pt x="76" y="94"/>
                        <a:pt x="78" y="94"/>
                        <a:pt x="81" y="93"/>
                      </a:cubicBezTo>
                      <a:cubicBezTo>
                        <a:pt x="83" y="93"/>
                        <a:pt x="85" y="93"/>
                        <a:pt x="88" y="92"/>
                      </a:cubicBezTo>
                      <a:cubicBezTo>
                        <a:pt x="90" y="92"/>
                        <a:pt x="92" y="92"/>
                        <a:pt x="95" y="91"/>
                      </a:cubicBezTo>
                      <a:cubicBezTo>
                        <a:pt x="97" y="91"/>
                        <a:pt x="100" y="90"/>
                        <a:pt x="102" y="90"/>
                      </a:cubicBezTo>
                      <a:cubicBezTo>
                        <a:pt x="104" y="90"/>
                        <a:pt x="107" y="89"/>
                        <a:pt x="109" y="89"/>
                      </a:cubicBezTo>
                      <a:cubicBezTo>
                        <a:pt x="112" y="88"/>
                        <a:pt x="114" y="88"/>
                        <a:pt x="117" y="88"/>
                      </a:cubicBezTo>
                      <a:cubicBezTo>
                        <a:pt x="120" y="87"/>
                        <a:pt x="122" y="87"/>
                        <a:pt x="125" y="87"/>
                      </a:cubicBezTo>
                      <a:lnTo>
                        <a:pt x="133" y="85"/>
                      </a:lnTo>
                      <a:cubicBezTo>
                        <a:pt x="136" y="85"/>
                        <a:pt x="138" y="84"/>
                        <a:pt x="141" y="84"/>
                      </a:cubicBezTo>
                      <a:cubicBezTo>
                        <a:pt x="144" y="84"/>
                        <a:pt x="147" y="83"/>
                        <a:pt x="150" y="83"/>
                      </a:cubicBezTo>
                      <a:cubicBezTo>
                        <a:pt x="152" y="82"/>
                        <a:pt x="155" y="82"/>
                        <a:pt x="158" y="81"/>
                      </a:cubicBezTo>
                      <a:lnTo>
                        <a:pt x="166" y="80"/>
                      </a:lnTo>
                      <a:cubicBezTo>
                        <a:pt x="169" y="80"/>
                        <a:pt x="172" y="79"/>
                        <a:pt x="175" y="79"/>
                      </a:cubicBezTo>
                      <a:cubicBezTo>
                        <a:pt x="178" y="78"/>
                        <a:pt x="181" y="78"/>
                        <a:pt x="184" y="77"/>
                      </a:cubicBezTo>
                      <a:cubicBezTo>
                        <a:pt x="187" y="77"/>
                        <a:pt x="190" y="76"/>
                        <a:pt x="193" y="76"/>
                      </a:cubicBezTo>
                      <a:cubicBezTo>
                        <a:pt x="196" y="75"/>
                        <a:pt x="199" y="75"/>
                        <a:pt x="202" y="74"/>
                      </a:cubicBezTo>
                      <a:cubicBezTo>
                        <a:pt x="205" y="74"/>
                        <a:pt x="208" y="73"/>
                        <a:pt x="211" y="73"/>
                      </a:cubicBezTo>
                      <a:cubicBezTo>
                        <a:pt x="214" y="73"/>
                        <a:pt x="217" y="72"/>
                        <a:pt x="220" y="72"/>
                      </a:cubicBezTo>
                      <a:cubicBezTo>
                        <a:pt x="223" y="71"/>
                        <a:pt x="226" y="71"/>
                        <a:pt x="229" y="70"/>
                      </a:cubicBezTo>
                      <a:cubicBezTo>
                        <a:pt x="232" y="70"/>
                        <a:pt x="235" y="69"/>
                        <a:pt x="238" y="69"/>
                      </a:cubicBezTo>
                      <a:cubicBezTo>
                        <a:pt x="241" y="68"/>
                        <a:pt x="244" y="68"/>
                        <a:pt x="247" y="67"/>
                      </a:cubicBezTo>
                      <a:cubicBezTo>
                        <a:pt x="250" y="67"/>
                        <a:pt x="254" y="66"/>
                        <a:pt x="257" y="66"/>
                      </a:cubicBezTo>
                      <a:cubicBezTo>
                        <a:pt x="260" y="66"/>
                        <a:pt x="263" y="65"/>
                        <a:pt x="266" y="65"/>
                      </a:cubicBezTo>
                      <a:cubicBezTo>
                        <a:pt x="269" y="64"/>
                        <a:pt x="272" y="64"/>
                        <a:pt x="275" y="63"/>
                      </a:cubicBezTo>
                      <a:cubicBezTo>
                        <a:pt x="278" y="63"/>
                        <a:pt x="281" y="62"/>
                        <a:pt x="284" y="62"/>
                      </a:cubicBezTo>
                      <a:cubicBezTo>
                        <a:pt x="287" y="61"/>
                        <a:pt x="290" y="61"/>
                        <a:pt x="293" y="60"/>
                      </a:cubicBezTo>
                      <a:cubicBezTo>
                        <a:pt x="296" y="60"/>
                        <a:pt x="300" y="60"/>
                        <a:pt x="303" y="59"/>
                      </a:cubicBezTo>
                      <a:cubicBezTo>
                        <a:pt x="306" y="59"/>
                        <a:pt x="309" y="58"/>
                        <a:pt x="312" y="58"/>
                      </a:cubicBezTo>
                      <a:cubicBezTo>
                        <a:pt x="315" y="57"/>
                        <a:pt x="318" y="57"/>
                        <a:pt x="321" y="56"/>
                      </a:cubicBezTo>
                      <a:cubicBezTo>
                        <a:pt x="324" y="56"/>
                        <a:pt x="327" y="55"/>
                        <a:pt x="330" y="55"/>
                      </a:cubicBezTo>
                      <a:cubicBezTo>
                        <a:pt x="333" y="54"/>
                        <a:pt x="336" y="54"/>
                        <a:pt x="339" y="53"/>
                      </a:cubicBezTo>
                      <a:cubicBezTo>
                        <a:pt x="342" y="53"/>
                        <a:pt x="345" y="53"/>
                        <a:pt x="348" y="52"/>
                      </a:cubicBezTo>
                      <a:cubicBezTo>
                        <a:pt x="351" y="52"/>
                        <a:pt x="354" y="51"/>
                        <a:pt x="357" y="51"/>
                      </a:cubicBezTo>
                      <a:cubicBezTo>
                        <a:pt x="360" y="50"/>
                        <a:pt x="363" y="50"/>
                        <a:pt x="365" y="49"/>
                      </a:cubicBezTo>
                      <a:cubicBezTo>
                        <a:pt x="368" y="49"/>
                        <a:pt x="371" y="48"/>
                        <a:pt x="374" y="48"/>
                      </a:cubicBezTo>
                      <a:lnTo>
                        <a:pt x="382" y="47"/>
                      </a:lnTo>
                      <a:cubicBezTo>
                        <a:pt x="385" y="46"/>
                        <a:pt x="388" y="46"/>
                        <a:pt x="391" y="45"/>
                      </a:cubicBezTo>
                      <a:cubicBezTo>
                        <a:pt x="394" y="45"/>
                        <a:pt x="396" y="45"/>
                        <a:pt x="399" y="44"/>
                      </a:cubicBezTo>
                      <a:lnTo>
                        <a:pt x="407" y="43"/>
                      </a:lnTo>
                      <a:cubicBezTo>
                        <a:pt x="410" y="42"/>
                        <a:pt x="413" y="42"/>
                        <a:pt x="415" y="42"/>
                      </a:cubicBezTo>
                      <a:cubicBezTo>
                        <a:pt x="418" y="41"/>
                        <a:pt x="420" y="41"/>
                        <a:pt x="423" y="40"/>
                      </a:cubicBezTo>
                      <a:cubicBezTo>
                        <a:pt x="425" y="40"/>
                        <a:pt x="428" y="40"/>
                        <a:pt x="430" y="39"/>
                      </a:cubicBezTo>
                      <a:cubicBezTo>
                        <a:pt x="433" y="39"/>
                        <a:pt x="435" y="38"/>
                        <a:pt x="438" y="38"/>
                      </a:cubicBezTo>
                      <a:cubicBezTo>
                        <a:pt x="440" y="38"/>
                        <a:pt x="443" y="37"/>
                        <a:pt x="445" y="37"/>
                      </a:cubicBezTo>
                      <a:cubicBezTo>
                        <a:pt x="448" y="36"/>
                        <a:pt x="450" y="36"/>
                        <a:pt x="452" y="36"/>
                      </a:cubicBezTo>
                      <a:cubicBezTo>
                        <a:pt x="455" y="35"/>
                        <a:pt x="457" y="35"/>
                        <a:pt x="459" y="35"/>
                      </a:cubicBezTo>
                      <a:cubicBezTo>
                        <a:pt x="461" y="34"/>
                        <a:pt x="463" y="34"/>
                        <a:pt x="466" y="34"/>
                      </a:cubicBezTo>
                      <a:cubicBezTo>
                        <a:pt x="468" y="33"/>
                        <a:pt x="470" y="33"/>
                        <a:pt x="472" y="33"/>
                      </a:cubicBezTo>
                      <a:lnTo>
                        <a:pt x="478" y="32"/>
                      </a:lnTo>
                      <a:cubicBezTo>
                        <a:pt x="480" y="31"/>
                        <a:pt x="482" y="31"/>
                        <a:pt x="484" y="31"/>
                      </a:cubicBezTo>
                      <a:cubicBezTo>
                        <a:pt x="486" y="30"/>
                        <a:pt x="488" y="30"/>
                        <a:pt x="490" y="30"/>
                      </a:cubicBezTo>
                      <a:cubicBezTo>
                        <a:pt x="491" y="29"/>
                        <a:pt x="493" y="29"/>
                        <a:pt x="495" y="29"/>
                      </a:cubicBezTo>
                      <a:cubicBezTo>
                        <a:pt x="497" y="29"/>
                        <a:pt x="499" y="28"/>
                        <a:pt x="500" y="28"/>
                      </a:cubicBezTo>
                      <a:cubicBezTo>
                        <a:pt x="502" y="28"/>
                        <a:pt x="503" y="28"/>
                        <a:pt x="505" y="27"/>
                      </a:cubicBezTo>
                      <a:cubicBezTo>
                        <a:pt x="506" y="27"/>
                        <a:pt x="508" y="27"/>
                        <a:pt x="509" y="27"/>
                      </a:cubicBezTo>
                      <a:cubicBezTo>
                        <a:pt x="511" y="27"/>
                        <a:pt x="512" y="26"/>
                        <a:pt x="513" y="26"/>
                      </a:cubicBezTo>
                      <a:lnTo>
                        <a:pt x="517" y="26"/>
                      </a:lnTo>
                      <a:cubicBezTo>
                        <a:pt x="518" y="25"/>
                        <a:pt x="520" y="25"/>
                        <a:pt x="521" y="25"/>
                      </a:cubicBezTo>
                      <a:cubicBezTo>
                        <a:pt x="522" y="25"/>
                        <a:pt x="523" y="25"/>
                        <a:pt x="524" y="24"/>
                      </a:cubicBezTo>
                      <a:cubicBezTo>
                        <a:pt x="525" y="24"/>
                        <a:pt x="526" y="24"/>
                        <a:pt x="527" y="24"/>
                      </a:cubicBezTo>
                      <a:cubicBezTo>
                        <a:pt x="528" y="24"/>
                        <a:pt x="528" y="24"/>
                        <a:pt x="529" y="24"/>
                      </a:cubicBezTo>
                      <a:cubicBezTo>
                        <a:pt x="530" y="23"/>
                        <a:pt x="531" y="23"/>
                        <a:pt x="531" y="23"/>
                      </a:cubicBezTo>
                      <a:cubicBezTo>
                        <a:pt x="532" y="23"/>
                        <a:pt x="532" y="23"/>
                        <a:pt x="533" y="23"/>
                      </a:cubicBezTo>
                      <a:cubicBezTo>
                        <a:pt x="534" y="23"/>
                        <a:pt x="534" y="23"/>
                        <a:pt x="534" y="23"/>
                      </a:cubicBezTo>
                      <a:cubicBezTo>
                        <a:pt x="535" y="23"/>
                        <a:pt x="535" y="23"/>
                        <a:pt x="535" y="23"/>
                      </a:cubicBezTo>
                      <a:lnTo>
                        <a:pt x="536" y="23"/>
                      </a:lnTo>
                      <a:cubicBezTo>
                        <a:pt x="538" y="29"/>
                        <a:pt x="541" y="36"/>
                        <a:pt x="539" y="41"/>
                      </a:cubicBezTo>
                      <a:lnTo>
                        <a:pt x="444" y="56"/>
                      </a:lnTo>
                      <a:cubicBezTo>
                        <a:pt x="442" y="55"/>
                        <a:pt x="439" y="54"/>
                        <a:pt x="437" y="53"/>
                      </a:cubicBezTo>
                      <a:cubicBezTo>
                        <a:pt x="426" y="49"/>
                        <a:pt x="414" y="51"/>
                        <a:pt x="403" y="54"/>
                      </a:cubicBezTo>
                      <a:cubicBezTo>
                        <a:pt x="378" y="61"/>
                        <a:pt x="353" y="67"/>
                        <a:pt x="327" y="74"/>
                      </a:cubicBezTo>
                      <a:lnTo>
                        <a:pt x="8" y="124"/>
                      </a:lnTo>
                      <a:cubicBezTo>
                        <a:pt x="8" y="124"/>
                        <a:pt x="7" y="122"/>
                        <a:pt x="6" y="122"/>
                      </a:cubicBezTo>
                      <a:lnTo>
                        <a:pt x="5" y="121"/>
                      </a:lnTo>
                      <a:cubicBezTo>
                        <a:pt x="4" y="120"/>
                        <a:pt x="4" y="119"/>
                        <a:pt x="3" y="118"/>
                      </a:cubicBezTo>
                      <a:cubicBezTo>
                        <a:pt x="2" y="116"/>
                        <a:pt x="1" y="114"/>
                        <a:pt x="1" y="112"/>
                      </a:cubicBezTo>
                      <a:cubicBezTo>
                        <a:pt x="1" y="111"/>
                        <a:pt x="1" y="110"/>
                        <a:pt x="1" y="109"/>
                      </a:cubicBezTo>
                      <a:cubicBezTo>
                        <a:pt x="1" y="108"/>
                        <a:pt x="0" y="106"/>
                        <a:pt x="2" y="106"/>
                      </a:cubicBezTo>
                      <a:cubicBezTo>
                        <a:pt x="3" y="106"/>
                        <a:pt x="3" y="106"/>
                        <a:pt x="3" y="106"/>
                      </a:cubicBezTo>
                      <a:moveTo>
                        <a:pt x="147" y="15"/>
                      </a:moveTo>
                      <a:cubicBezTo>
                        <a:pt x="172" y="23"/>
                        <a:pt x="194" y="34"/>
                        <a:pt x="214" y="47"/>
                      </a:cubicBezTo>
                      <a:cubicBezTo>
                        <a:pt x="221" y="51"/>
                        <a:pt x="232" y="50"/>
                        <a:pt x="239" y="48"/>
                      </a:cubicBezTo>
                      <a:cubicBezTo>
                        <a:pt x="244" y="47"/>
                        <a:pt x="256" y="41"/>
                        <a:pt x="250" y="37"/>
                      </a:cubicBezTo>
                      <a:cubicBezTo>
                        <a:pt x="228" y="23"/>
                        <a:pt x="204" y="12"/>
                        <a:pt x="177" y="3"/>
                      </a:cubicBezTo>
                      <a:cubicBezTo>
                        <a:pt x="169" y="0"/>
                        <a:pt x="158" y="1"/>
                        <a:pt x="151" y="4"/>
                      </a:cubicBezTo>
                      <a:cubicBezTo>
                        <a:pt x="146" y="6"/>
                        <a:pt x="139" y="12"/>
                        <a:pt x="147" y="15"/>
                      </a:cubicBezTo>
                      <a:moveTo>
                        <a:pt x="1922" y="264"/>
                      </a:moveTo>
                      <a:cubicBezTo>
                        <a:pt x="1915" y="279"/>
                        <a:pt x="1907" y="294"/>
                        <a:pt x="1900" y="309"/>
                      </a:cubicBezTo>
                      <a:cubicBezTo>
                        <a:pt x="1897" y="314"/>
                        <a:pt x="1894" y="319"/>
                        <a:pt x="1888" y="323"/>
                      </a:cubicBezTo>
                      <a:cubicBezTo>
                        <a:pt x="1882" y="326"/>
                        <a:pt x="1870" y="327"/>
                        <a:pt x="1866" y="322"/>
                      </a:cubicBezTo>
                      <a:cubicBezTo>
                        <a:pt x="1815" y="384"/>
                        <a:pt x="1731" y="498"/>
                        <a:pt x="1600" y="474"/>
                      </a:cubicBezTo>
                      <a:cubicBezTo>
                        <a:pt x="1592" y="473"/>
                        <a:pt x="1584" y="471"/>
                        <a:pt x="1576" y="467"/>
                      </a:cubicBezTo>
                      <a:cubicBezTo>
                        <a:pt x="1560" y="459"/>
                        <a:pt x="1553" y="444"/>
                        <a:pt x="1552" y="429"/>
                      </a:cubicBezTo>
                      <a:cubicBezTo>
                        <a:pt x="1557" y="435"/>
                        <a:pt x="1563" y="442"/>
                        <a:pt x="1570" y="447"/>
                      </a:cubicBezTo>
                      <a:cubicBezTo>
                        <a:pt x="1588" y="462"/>
                        <a:pt x="1612" y="466"/>
                        <a:pt x="1640" y="465"/>
                      </a:cubicBezTo>
                      <a:cubicBezTo>
                        <a:pt x="1679" y="464"/>
                        <a:pt x="1713" y="446"/>
                        <a:pt x="1740" y="428"/>
                      </a:cubicBezTo>
                      <a:cubicBezTo>
                        <a:pt x="1770" y="410"/>
                        <a:pt x="1794" y="388"/>
                        <a:pt x="1813" y="365"/>
                      </a:cubicBezTo>
                      <a:cubicBezTo>
                        <a:pt x="1829" y="345"/>
                        <a:pt x="1843" y="324"/>
                        <a:pt x="1863" y="307"/>
                      </a:cubicBezTo>
                      <a:cubicBezTo>
                        <a:pt x="1884" y="289"/>
                        <a:pt x="1898" y="269"/>
                        <a:pt x="1907" y="248"/>
                      </a:cubicBezTo>
                      <a:cubicBezTo>
                        <a:pt x="1910" y="238"/>
                        <a:pt x="1913" y="228"/>
                        <a:pt x="1918" y="219"/>
                      </a:cubicBezTo>
                      <a:cubicBezTo>
                        <a:pt x="1926" y="234"/>
                        <a:pt x="1929" y="250"/>
                        <a:pt x="1922" y="264"/>
                      </a:cubicBezTo>
                      <a:moveTo>
                        <a:pt x="1760" y="322"/>
                      </a:moveTo>
                      <a:cubicBezTo>
                        <a:pt x="1766" y="316"/>
                        <a:pt x="1782" y="307"/>
                        <a:pt x="1773" y="301"/>
                      </a:cubicBezTo>
                      <a:cubicBezTo>
                        <a:pt x="1766" y="296"/>
                        <a:pt x="1755" y="292"/>
                        <a:pt x="1747" y="289"/>
                      </a:cubicBezTo>
                      <a:cubicBezTo>
                        <a:pt x="1730" y="283"/>
                        <a:pt x="1712" y="279"/>
                        <a:pt x="1693" y="276"/>
                      </a:cubicBezTo>
                      <a:cubicBezTo>
                        <a:pt x="1674" y="273"/>
                        <a:pt x="1654" y="273"/>
                        <a:pt x="1635" y="274"/>
                      </a:cubicBezTo>
                      <a:cubicBezTo>
                        <a:pt x="1624" y="275"/>
                        <a:pt x="1619" y="276"/>
                        <a:pt x="1614" y="283"/>
                      </a:cubicBezTo>
                      <a:cubicBezTo>
                        <a:pt x="1610" y="289"/>
                        <a:pt x="1606" y="297"/>
                        <a:pt x="1605" y="304"/>
                      </a:cubicBezTo>
                      <a:cubicBezTo>
                        <a:pt x="1605" y="306"/>
                        <a:pt x="1605" y="308"/>
                        <a:pt x="1604" y="310"/>
                      </a:cubicBezTo>
                      <a:cubicBezTo>
                        <a:pt x="1604" y="312"/>
                        <a:pt x="1621" y="306"/>
                        <a:pt x="1622" y="306"/>
                      </a:cubicBezTo>
                      <a:cubicBezTo>
                        <a:pt x="1628" y="304"/>
                        <a:pt x="1635" y="303"/>
                        <a:pt x="1641" y="303"/>
                      </a:cubicBezTo>
                      <a:cubicBezTo>
                        <a:pt x="1656" y="301"/>
                        <a:pt x="1670" y="302"/>
                        <a:pt x="1684" y="304"/>
                      </a:cubicBezTo>
                      <a:cubicBezTo>
                        <a:pt x="1697" y="306"/>
                        <a:pt x="1709" y="309"/>
                        <a:pt x="1721" y="312"/>
                      </a:cubicBezTo>
                      <a:cubicBezTo>
                        <a:pt x="1732" y="316"/>
                        <a:pt x="1741" y="321"/>
                        <a:pt x="1753" y="323"/>
                      </a:cubicBezTo>
                      <a:cubicBezTo>
                        <a:pt x="1754" y="323"/>
                        <a:pt x="1755" y="324"/>
                        <a:pt x="1756" y="324"/>
                      </a:cubicBezTo>
                      <a:lnTo>
                        <a:pt x="1757" y="323"/>
                      </a:lnTo>
                      <a:cubicBezTo>
                        <a:pt x="1758" y="323"/>
                        <a:pt x="1759" y="322"/>
                        <a:pt x="1760" y="322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446;p33">
                  <a:extLst>
                    <a:ext uri="{FF2B5EF4-FFF2-40B4-BE49-F238E27FC236}">
                      <a16:creationId xmlns:a16="http://schemas.microsoft.com/office/drawing/2014/main" id="{F4F9E287-3C41-D24D-5A3A-3B369D956663}"/>
                    </a:ext>
                  </a:extLst>
                </p:cNvPr>
                <p:cNvSpPr/>
                <p:nvPr/>
              </p:nvSpPr>
              <p:spPr>
                <a:xfrm rot="-662413" flipH="1">
                  <a:off x="7478050" y="1799119"/>
                  <a:ext cx="228493" cy="47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582" extrusionOk="0">
                      <a:moveTo>
                        <a:pt x="10" y="518"/>
                      </a:moveTo>
                      <a:cubicBezTo>
                        <a:pt x="11" y="520"/>
                        <a:pt x="13" y="521"/>
                        <a:pt x="16" y="522"/>
                      </a:cubicBezTo>
                      <a:cubicBezTo>
                        <a:pt x="31" y="526"/>
                        <a:pt x="57" y="512"/>
                        <a:pt x="70" y="509"/>
                      </a:cubicBezTo>
                      <a:cubicBezTo>
                        <a:pt x="105" y="502"/>
                        <a:pt x="143" y="514"/>
                        <a:pt x="171" y="529"/>
                      </a:cubicBezTo>
                      <a:cubicBezTo>
                        <a:pt x="200" y="545"/>
                        <a:pt x="225" y="564"/>
                        <a:pt x="257" y="576"/>
                      </a:cubicBezTo>
                      <a:cubicBezTo>
                        <a:pt x="265" y="579"/>
                        <a:pt x="273" y="581"/>
                        <a:pt x="282" y="581"/>
                      </a:cubicBezTo>
                      <a:cubicBezTo>
                        <a:pt x="322" y="580"/>
                        <a:pt x="313" y="540"/>
                        <a:pt x="314" y="521"/>
                      </a:cubicBezTo>
                      <a:cubicBezTo>
                        <a:pt x="317" y="497"/>
                        <a:pt x="333" y="475"/>
                        <a:pt x="344" y="452"/>
                      </a:cubicBezTo>
                      <a:cubicBezTo>
                        <a:pt x="361" y="416"/>
                        <a:pt x="359" y="382"/>
                        <a:pt x="365" y="346"/>
                      </a:cubicBezTo>
                      <a:cubicBezTo>
                        <a:pt x="371" y="309"/>
                        <a:pt x="377" y="272"/>
                        <a:pt x="374" y="235"/>
                      </a:cubicBezTo>
                      <a:cubicBezTo>
                        <a:pt x="371" y="183"/>
                        <a:pt x="395" y="132"/>
                        <a:pt x="362" y="83"/>
                      </a:cubicBezTo>
                      <a:cubicBezTo>
                        <a:pt x="344" y="55"/>
                        <a:pt x="311" y="33"/>
                        <a:pt x="271" y="21"/>
                      </a:cubicBezTo>
                      <a:cubicBezTo>
                        <a:pt x="234" y="9"/>
                        <a:pt x="178" y="0"/>
                        <a:pt x="141" y="18"/>
                      </a:cubicBezTo>
                      <a:cubicBezTo>
                        <a:pt x="114" y="31"/>
                        <a:pt x="89" y="62"/>
                        <a:pt x="79" y="83"/>
                      </a:cubicBezTo>
                      <a:cubicBezTo>
                        <a:pt x="66" y="111"/>
                        <a:pt x="66" y="142"/>
                        <a:pt x="71" y="171"/>
                      </a:cubicBezTo>
                      <a:cubicBezTo>
                        <a:pt x="77" y="206"/>
                        <a:pt x="91" y="243"/>
                        <a:pt x="82" y="278"/>
                      </a:cubicBezTo>
                      <a:cubicBezTo>
                        <a:pt x="77" y="301"/>
                        <a:pt x="67" y="323"/>
                        <a:pt x="62" y="345"/>
                      </a:cubicBezTo>
                      <a:cubicBezTo>
                        <a:pt x="55" y="381"/>
                        <a:pt x="62" y="419"/>
                        <a:pt x="37" y="451"/>
                      </a:cubicBezTo>
                      <a:cubicBezTo>
                        <a:pt x="28" y="463"/>
                        <a:pt x="14" y="474"/>
                        <a:pt x="7" y="487"/>
                      </a:cubicBezTo>
                      <a:cubicBezTo>
                        <a:pt x="3" y="494"/>
                        <a:pt x="0" y="511"/>
                        <a:pt x="10" y="51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447;p33">
                  <a:extLst>
                    <a:ext uri="{FF2B5EF4-FFF2-40B4-BE49-F238E27FC236}">
                      <a16:creationId xmlns:a16="http://schemas.microsoft.com/office/drawing/2014/main" id="{C9BFF2ED-B5F6-59BC-15B8-639F5D6DDDF0}"/>
                    </a:ext>
                  </a:extLst>
                </p:cNvPr>
                <p:cNvSpPr/>
                <p:nvPr/>
              </p:nvSpPr>
              <p:spPr>
                <a:xfrm rot="-662413" flipH="1">
                  <a:off x="6527016" y="1756885"/>
                  <a:ext cx="512956" cy="46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" h="580" extrusionOk="0">
                      <a:moveTo>
                        <a:pt x="694" y="536"/>
                      </a:moveTo>
                      <a:cubicBezTo>
                        <a:pt x="724" y="528"/>
                        <a:pt x="754" y="523"/>
                        <a:pt x="786" y="523"/>
                      </a:cubicBezTo>
                      <a:cubicBezTo>
                        <a:pt x="811" y="523"/>
                        <a:pt x="839" y="526"/>
                        <a:pt x="859" y="516"/>
                      </a:cubicBezTo>
                      <a:cubicBezTo>
                        <a:pt x="886" y="504"/>
                        <a:pt x="888" y="478"/>
                        <a:pt x="887" y="457"/>
                      </a:cubicBezTo>
                      <a:cubicBezTo>
                        <a:pt x="887" y="449"/>
                        <a:pt x="887" y="438"/>
                        <a:pt x="879" y="431"/>
                      </a:cubicBezTo>
                      <a:cubicBezTo>
                        <a:pt x="872" y="425"/>
                        <a:pt x="861" y="425"/>
                        <a:pt x="858" y="417"/>
                      </a:cubicBezTo>
                      <a:cubicBezTo>
                        <a:pt x="852" y="404"/>
                        <a:pt x="856" y="398"/>
                        <a:pt x="845" y="386"/>
                      </a:cubicBezTo>
                      <a:cubicBezTo>
                        <a:pt x="833" y="373"/>
                        <a:pt x="824" y="360"/>
                        <a:pt x="807" y="349"/>
                      </a:cubicBezTo>
                      <a:cubicBezTo>
                        <a:pt x="764" y="323"/>
                        <a:pt x="698" y="320"/>
                        <a:pt x="656" y="293"/>
                      </a:cubicBezTo>
                      <a:cubicBezTo>
                        <a:pt x="643" y="284"/>
                        <a:pt x="632" y="273"/>
                        <a:pt x="623" y="261"/>
                      </a:cubicBezTo>
                      <a:cubicBezTo>
                        <a:pt x="600" y="235"/>
                        <a:pt x="584" y="194"/>
                        <a:pt x="547" y="176"/>
                      </a:cubicBezTo>
                      <a:cubicBezTo>
                        <a:pt x="511" y="159"/>
                        <a:pt x="466" y="155"/>
                        <a:pt x="427" y="142"/>
                      </a:cubicBezTo>
                      <a:cubicBezTo>
                        <a:pt x="383" y="127"/>
                        <a:pt x="349" y="102"/>
                        <a:pt x="317" y="78"/>
                      </a:cubicBezTo>
                      <a:cubicBezTo>
                        <a:pt x="284" y="53"/>
                        <a:pt x="250" y="28"/>
                        <a:pt x="206" y="14"/>
                      </a:cubicBezTo>
                      <a:cubicBezTo>
                        <a:pt x="164" y="1"/>
                        <a:pt x="117" y="0"/>
                        <a:pt x="77" y="17"/>
                      </a:cubicBezTo>
                      <a:cubicBezTo>
                        <a:pt x="39" y="32"/>
                        <a:pt x="22" y="61"/>
                        <a:pt x="15" y="90"/>
                      </a:cubicBezTo>
                      <a:cubicBezTo>
                        <a:pt x="0" y="155"/>
                        <a:pt x="28" y="224"/>
                        <a:pt x="89" y="275"/>
                      </a:cubicBezTo>
                      <a:cubicBezTo>
                        <a:pt x="151" y="327"/>
                        <a:pt x="259" y="342"/>
                        <a:pt x="319" y="395"/>
                      </a:cubicBezTo>
                      <a:cubicBezTo>
                        <a:pt x="336" y="410"/>
                        <a:pt x="349" y="427"/>
                        <a:pt x="367" y="440"/>
                      </a:cubicBezTo>
                      <a:cubicBezTo>
                        <a:pt x="414" y="474"/>
                        <a:pt x="486" y="482"/>
                        <a:pt x="548" y="502"/>
                      </a:cubicBezTo>
                      <a:cubicBezTo>
                        <a:pt x="557" y="505"/>
                        <a:pt x="568" y="510"/>
                        <a:pt x="568" y="517"/>
                      </a:cubicBezTo>
                      <a:cubicBezTo>
                        <a:pt x="568" y="521"/>
                        <a:pt x="564" y="525"/>
                        <a:pt x="561" y="528"/>
                      </a:cubicBezTo>
                      <a:cubicBezTo>
                        <a:pt x="553" y="536"/>
                        <a:pt x="547" y="546"/>
                        <a:pt x="544" y="555"/>
                      </a:cubicBezTo>
                      <a:cubicBezTo>
                        <a:pt x="542" y="560"/>
                        <a:pt x="541" y="565"/>
                        <a:pt x="543" y="570"/>
                      </a:cubicBezTo>
                      <a:cubicBezTo>
                        <a:pt x="545" y="575"/>
                        <a:pt x="551" y="579"/>
                        <a:pt x="558" y="579"/>
                      </a:cubicBezTo>
                      <a:cubicBezTo>
                        <a:pt x="563" y="579"/>
                        <a:pt x="567" y="578"/>
                        <a:pt x="571" y="576"/>
                      </a:cubicBezTo>
                      <a:cubicBezTo>
                        <a:pt x="611" y="562"/>
                        <a:pt x="652" y="546"/>
                        <a:pt x="694" y="536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48;p33">
                  <a:extLst>
                    <a:ext uri="{FF2B5EF4-FFF2-40B4-BE49-F238E27FC236}">
                      <a16:creationId xmlns:a16="http://schemas.microsoft.com/office/drawing/2014/main" id="{A868A722-00B5-61AA-A1BB-06E5A8E88225}"/>
                    </a:ext>
                  </a:extLst>
                </p:cNvPr>
                <p:cNvSpPr/>
                <p:nvPr/>
              </p:nvSpPr>
              <p:spPr>
                <a:xfrm rot="-662413" flipH="1">
                  <a:off x="7124296" y="1462304"/>
                  <a:ext cx="180025" cy="53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66" extrusionOk="0">
                      <a:moveTo>
                        <a:pt x="253" y="1"/>
                      </a:moveTo>
                      <a:cubicBezTo>
                        <a:pt x="261" y="0"/>
                        <a:pt x="269" y="1"/>
                        <a:pt x="279" y="3"/>
                      </a:cubicBezTo>
                      <a:cubicBezTo>
                        <a:pt x="284" y="5"/>
                        <a:pt x="311" y="12"/>
                        <a:pt x="299" y="19"/>
                      </a:cubicBezTo>
                      <a:cubicBezTo>
                        <a:pt x="294" y="23"/>
                        <a:pt x="275" y="19"/>
                        <a:pt x="268" y="19"/>
                      </a:cubicBezTo>
                      <a:cubicBezTo>
                        <a:pt x="257" y="19"/>
                        <a:pt x="246" y="20"/>
                        <a:pt x="235" y="23"/>
                      </a:cubicBezTo>
                      <a:cubicBezTo>
                        <a:pt x="231" y="24"/>
                        <a:pt x="223" y="26"/>
                        <a:pt x="219" y="23"/>
                      </a:cubicBezTo>
                      <a:cubicBezTo>
                        <a:pt x="209" y="18"/>
                        <a:pt x="221" y="7"/>
                        <a:pt x="228" y="6"/>
                      </a:cubicBezTo>
                      <a:cubicBezTo>
                        <a:pt x="237" y="3"/>
                        <a:pt x="245" y="2"/>
                        <a:pt x="253" y="1"/>
                      </a:cubicBezTo>
                      <a:moveTo>
                        <a:pt x="69" y="25"/>
                      </a:moveTo>
                      <a:cubicBezTo>
                        <a:pt x="56" y="28"/>
                        <a:pt x="44" y="32"/>
                        <a:pt x="34" y="38"/>
                      </a:cubicBezTo>
                      <a:cubicBezTo>
                        <a:pt x="30" y="40"/>
                        <a:pt x="0" y="63"/>
                        <a:pt x="12" y="65"/>
                      </a:cubicBezTo>
                      <a:cubicBezTo>
                        <a:pt x="13" y="65"/>
                        <a:pt x="13" y="65"/>
                        <a:pt x="14" y="65"/>
                      </a:cubicBezTo>
                      <a:cubicBezTo>
                        <a:pt x="30" y="61"/>
                        <a:pt x="43" y="53"/>
                        <a:pt x="59" y="49"/>
                      </a:cubicBezTo>
                      <a:cubicBezTo>
                        <a:pt x="76" y="44"/>
                        <a:pt x="94" y="40"/>
                        <a:pt x="113" y="38"/>
                      </a:cubicBezTo>
                      <a:cubicBezTo>
                        <a:pt x="117" y="37"/>
                        <a:pt x="122" y="37"/>
                        <a:pt x="125" y="35"/>
                      </a:cubicBezTo>
                      <a:cubicBezTo>
                        <a:pt x="136" y="31"/>
                        <a:pt x="131" y="18"/>
                        <a:pt x="118" y="19"/>
                      </a:cubicBezTo>
                      <a:cubicBezTo>
                        <a:pt x="101" y="19"/>
                        <a:pt x="85" y="21"/>
                        <a:pt x="69" y="2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49;p33">
                  <a:extLst>
                    <a:ext uri="{FF2B5EF4-FFF2-40B4-BE49-F238E27FC236}">
                      <a16:creationId xmlns:a16="http://schemas.microsoft.com/office/drawing/2014/main" id="{CA54CF8C-1C8F-D723-5565-72756DCBA04C}"/>
                    </a:ext>
                  </a:extLst>
                </p:cNvPr>
                <p:cNvSpPr/>
                <p:nvPr/>
              </p:nvSpPr>
              <p:spPr>
                <a:xfrm rot="-662413" flipH="1">
                  <a:off x="7141003" y="1506521"/>
                  <a:ext cx="122902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56" extrusionOk="0">
                      <a:moveTo>
                        <a:pt x="176" y="19"/>
                      </a:moveTo>
                      <a:cubicBezTo>
                        <a:pt x="176" y="13"/>
                        <a:pt x="177" y="5"/>
                        <a:pt x="186" y="2"/>
                      </a:cubicBezTo>
                      <a:cubicBezTo>
                        <a:pt x="191" y="0"/>
                        <a:pt x="196" y="1"/>
                        <a:pt x="201" y="3"/>
                      </a:cubicBezTo>
                      <a:cubicBezTo>
                        <a:pt x="202" y="3"/>
                        <a:pt x="203" y="4"/>
                        <a:pt x="203" y="5"/>
                      </a:cubicBezTo>
                      <a:cubicBezTo>
                        <a:pt x="204" y="5"/>
                        <a:pt x="205" y="6"/>
                        <a:pt x="205" y="6"/>
                      </a:cubicBezTo>
                      <a:cubicBezTo>
                        <a:pt x="210" y="10"/>
                        <a:pt x="212" y="14"/>
                        <a:pt x="212" y="19"/>
                      </a:cubicBezTo>
                      <a:cubicBezTo>
                        <a:pt x="212" y="23"/>
                        <a:pt x="212" y="26"/>
                        <a:pt x="208" y="29"/>
                      </a:cubicBezTo>
                      <a:cubicBezTo>
                        <a:pt x="204" y="33"/>
                        <a:pt x="195" y="34"/>
                        <a:pt x="189" y="33"/>
                      </a:cubicBezTo>
                      <a:cubicBezTo>
                        <a:pt x="180" y="31"/>
                        <a:pt x="176" y="25"/>
                        <a:pt x="176" y="19"/>
                      </a:cubicBezTo>
                      <a:moveTo>
                        <a:pt x="13" y="53"/>
                      </a:moveTo>
                      <a:cubicBezTo>
                        <a:pt x="19" y="55"/>
                        <a:pt x="28" y="54"/>
                        <a:pt x="32" y="50"/>
                      </a:cubicBezTo>
                      <a:cubicBezTo>
                        <a:pt x="36" y="47"/>
                        <a:pt x="36" y="44"/>
                        <a:pt x="36" y="40"/>
                      </a:cubicBezTo>
                      <a:cubicBezTo>
                        <a:pt x="36" y="36"/>
                        <a:pt x="34" y="31"/>
                        <a:pt x="30" y="27"/>
                      </a:cubicBezTo>
                      <a:cubicBezTo>
                        <a:pt x="29" y="27"/>
                        <a:pt x="28" y="26"/>
                        <a:pt x="28" y="26"/>
                      </a:cubicBezTo>
                      <a:cubicBezTo>
                        <a:pt x="27" y="25"/>
                        <a:pt x="26" y="24"/>
                        <a:pt x="25" y="24"/>
                      </a:cubicBezTo>
                      <a:cubicBezTo>
                        <a:pt x="21" y="22"/>
                        <a:pt x="15" y="21"/>
                        <a:pt x="11" y="23"/>
                      </a:cubicBezTo>
                      <a:cubicBezTo>
                        <a:pt x="1" y="26"/>
                        <a:pt x="0" y="34"/>
                        <a:pt x="0" y="40"/>
                      </a:cubicBezTo>
                      <a:cubicBezTo>
                        <a:pt x="1" y="46"/>
                        <a:pt x="4" y="52"/>
                        <a:pt x="13" y="5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50;p33">
                  <a:extLst>
                    <a:ext uri="{FF2B5EF4-FFF2-40B4-BE49-F238E27FC236}">
                      <a16:creationId xmlns:a16="http://schemas.microsoft.com/office/drawing/2014/main" id="{92489A94-770E-8DB7-6D20-070BA024038C}"/>
                    </a:ext>
                  </a:extLst>
                </p:cNvPr>
                <p:cNvSpPr/>
                <p:nvPr/>
              </p:nvSpPr>
              <p:spPr>
                <a:xfrm rot="-662413" flipH="1">
                  <a:off x="7173663" y="1602295"/>
                  <a:ext cx="79626" cy="4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2" extrusionOk="0">
                      <a:moveTo>
                        <a:pt x="127" y="0"/>
                      </a:moveTo>
                      <a:cubicBezTo>
                        <a:pt x="121" y="0"/>
                        <a:pt x="114" y="1"/>
                        <a:pt x="110" y="2"/>
                      </a:cubicBezTo>
                      <a:cubicBezTo>
                        <a:pt x="80" y="7"/>
                        <a:pt x="48" y="11"/>
                        <a:pt x="17" y="13"/>
                      </a:cubicBezTo>
                      <a:cubicBezTo>
                        <a:pt x="13" y="13"/>
                        <a:pt x="9" y="13"/>
                        <a:pt x="7" y="15"/>
                      </a:cubicBezTo>
                      <a:cubicBezTo>
                        <a:pt x="0" y="17"/>
                        <a:pt x="9" y="24"/>
                        <a:pt x="13" y="26"/>
                      </a:cubicBezTo>
                      <a:cubicBezTo>
                        <a:pt x="38" y="42"/>
                        <a:pt x="82" y="51"/>
                        <a:pt x="113" y="35"/>
                      </a:cubicBezTo>
                      <a:cubicBezTo>
                        <a:pt x="125" y="29"/>
                        <a:pt x="132" y="20"/>
                        <a:pt x="134" y="11"/>
                      </a:cubicBezTo>
                      <a:cubicBezTo>
                        <a:pt x="135" y="8"/>
                        <a:pt x="137" y="4"/>
                        <a:pt x="133" y="2"/>
                      </a:cubicBezTo>
                      <a:cubicBezTo>
                        <a:pt x="132" y="1"/>
                        <a:pt x="129" y="1"/>
                        <a:pt x="127" y="0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51;p33">
                  <a:extLst>
                    <a:ext uri="{FF2B5EF4-FFF2-40B4-BE49-F238E27FC236}">
                      <a16:creationId xmlns:a16="http://schemas.microsoft.com/office/drawing/2014/main" id="{B0154F09-541E-998B-71DA-887F92F6FB88}"/>
                    </a:ext>
                  </a:extLst>
                </p:cNvPr>
                <p:cNvSpPr/>
                <p:nvPr/>
              </p:nvSpPr>
              <p:spPr>
                <a:xfrm rot="-662413" flipH="1">
                  <a:off x="6623110" y="1507693"/>
                  <a:ext cx="1275755" cy="1118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1" h="1385" extrusionOk="0">
                      <a:moveTo>
                        <a:pt x="513" y="1001"/>
                      </a:moveTo>
                      <a:cubicBezTo>
                        <a:pt x="511" y="1003"/>
                        <a:pt x="506" y="1003"/>
                        <a:pt x="503" y="1002"/>
                      </a:cubicBezTo>
                      <a:lnTo>
                        <a:pt x="485" y="999"/>
                      </a:lnTo>
                      <a:cubicBezTo>
                        <a:pt x="479" y="998"/>
                        <a:pt x="473" y="997"/>
                        <a:pt x="468" y="997"/>
                      </a:cubicBezTo>
                      <a:cubicBezTo>
                        <a:pt x="456" y="996"/>
                        <a:pt x="444" y="997"/>
                        <a:pt x="433" y="995"/>
                      </a:cubicBezTo>
                      <a:cubicBezTo>
                        <a:pt x="431" y="994"/>
                        <a:pt x="428" y="993"/>
                        <a:pt x="430" y="991"/>
                      </a:cubicBezTo>
                      <a:cubicBezTo>
                        <a:pt x="432" y="990"/>
                        <a:pt x="437" y="989"/>
                        <a:pt x="440" y="990"/>
                      </a:cubicBezTo>
                      <a:cubicBezTo>
                        <a:pt x="451" y="992"/>
                        <a:pt x="463" y="991"/>
                        <a:pt x="474" y="992"/>
                      </a:cubicBezTo>
                      <a:cubicBezTo>
                        <a:pt x="486" y="993"/>
                        <a:pt x="498" y="996"/>
                        <a:pt x="510" y="997"/>
                      </a:cubicBezTo>
                      <a:cubicBezTo>
                        <a:pt x="512" y="998"/>
                        <a:pt x="515" y="999"/>
                        <a:pt x="513" y="1001"/>
                      </a:cubicBezTo>
                      <a:moveTo>
                        <a:pt x="204" y="1165"/>
                      </a:moveTo>
                      <a:cubicBezTo>
                        <a:pt x="203" y="1163"/>
                        <a:pt x="198" y="1163"/>
                        <a:pt x="195" y="1163"/>
                      </a:cubicBezTo>
                      <a:cubicBezTo>
                        <a:pt x="172" y="1166"/>
                        <a:pt x="153" y="1175"/>
                        <a:pt x="133" y="1183"/>
                      </a:cubicBezTo>
                      <a:cubicBezTo>
                        <a:pt x="131" y="1185"/>
                        <a:pt x="131" y="1186"/>
                        <a:pt x="134" y="1187"/>
                      </a:cubicBezTo>
                      <a:cubicBezTo>
                        <a:pt x="136" y="1188"/>
                        <a:pt x="141" y="1188"/>
                        <a:pt x="144" y="1187"/>
                      </a:cubicBezTo>
                      <a:cubicBezTo>
                        <a:pt x="161" y="1179"/>
                        <a:pt x="179" y="1171"/>
                        <a:pt x="199" y="1168"/>
                      </a:cubicBezTo>
                      <a:cubicBezTo>
                        <a:pt x="202" y="1168"/>
                        <a:pt x="206" y="1167"/>
                        <a:pt x="204" y="1165"/>
                      </a:cubicBezTo>
                      <a:moveTo>
                        <a:pt x="338" y="1211"/>
                      </a:moveTo>
                      <a:cubicBezTo>
                        <a:pt x="331" y="1200"/>
                        <a:pt x="317" y="1192"/>
                        <a:pt x="304" y="1185"/>
                      </a:cubicBezTo>
                      <a:cubicBezTo>
                        <a:pt x="289" y="1178"/>
                        <a:pt x="273" y="1170"/>
                        <a:pt x="254" y="1169"/>
                      </a:cubicBezTo>
                      <a:cubicBezTo>
                        <a:pt x="251" y="1169"/>
                        <a:pt x="246" y="1169"/>
                        <a:pt x="245" y="1171"/>
                      </a:cubicBezTo>
                      <a:cubicBezTo>
                        <a:pt x="244" y="1173"/>
                        <a:pt x="248" y="1174"/>
                        <a:pt x="250" y="1174"/>
                      </a:cubicBezTo>
                      <a:cubicBezTo>
                        <a:pt x="259" y="1174"/>
                        <a:pt x="266" y="1177"/>
                        <a:pt x="273" y="1180"/>
                      </a:cubicBezTo>
                      <a:cubicBezTo>
                        <a:pt x="280" y="1183"/>
                        <a:pt x="287" y="1186"/>
                        <a:pt x="293" y="1189"/>
                      </a:cubicBezTo>
                      <a:cubicBezTo>
                        <a:pt x="306" y="1196"/>
                        <a:pt x="317" y="1203"/>
                        <a:pt x="324" y="1213"/>
                      </a:cubicBezTo>
                      <a:cubicBezTo>
                        <a:pt x="326" y="1216"/>
                        <a:pt x="340" y="1215"/>
                        <a:pt x="338" y="1211"/>
                      </a:cubicBezTo>
                      <a:moveTo>
                        <a:pt x="205" y="1224"/>
                      </a:moveTo>
                      <a:cubicBezTo>
                        <a:pt x="202" y="1223"/>
                        <a:pt x="197" y="1223"/>
                        <a:pt x="195" y="1225"/>
                      </a:cubicBezTo>
                      <a:cubicBezTo>
                        <a:pt x="174" y="1239"/>
                        <a:pt x="164" y="1260"/>
                        <a:pt x="163" y="1280"/>
                      </a:cubicBezTo>
                      <a:cubicBezTo>
                        <a:pt x="163" y="1283"/>
                        <a:pt x="177" y="1283"/>
                        <a:pt x="177" y="1280"/>
                      </a:cubicBezTo>
                      <a:cubicBezTo>
                        <a:pt x="178" y="1260"/>
                        <a:pt x="187" y="1241"/>
                        <a:pt x="208" y="1227"/>
                      </a:cubicBezTo>
                      <a:cubicBezTo>
                        <a:pt x="210" y="1225"/>
                        <a:pt x="207" y="1224"/>
                        <a:pt x="205" y="1224"/>
                      </a:cubicBezTo>
                      <a:moveTo>
                        <a:pt x="165" y="1350"/>
                      </a:moveTo>
                      <a:cubicBezTo>
                        <a:pt x="121" y="1329"/>
                        <a:pt x="104" y="1290"/>
                        <a:pt x="122" y="1256"/>
                      </a:cubicBezTo>
                      <a:cubicBezTo>
                        <a:pt x="124" y="1253"/>
                        <a:pt x="109" y="1252"/>
                        <a:pt x="108" y="1255"/>
                      </a:cubicBezTo>
                      <a:cubicBezTo>
                        <a:pt x="88" y="1291"/>
                        <a:pt x="107" y="1331"/>
                        <a:pt x="152" y="1353"/>
                      </a:cubicBezTo>
                      <a:cubicBezTo>
                        <a:pt x="155" y="1354"/>
                        <a:pt x="159" y="1354"/>
                        <a:pt x="163" y="1353"/>
                      </a:cubicBezTo>
                      <a:cubicBezTo>
                        <a:pt x="164" y="1353"/>
                        <a:pt x="168" y="1351"/>
                        <a:pt x="165" y="1350"/>
                      </a:cubicBezTo>
                      <a:moveTo>
                        <a:pt x="117" y="1368"/>
                      </a:moveTo>
                      <a:cubicBezTo>
                        <a:pt x="75" y="1348"/>
                        <a:pt x="57" y="1311"/>
                        <a:pt x="73" y="1278"/>
                      </a:cubicBezTo>
                      <a:cubicBezTo>
                        <a:pt x="75" y="1274"/>
                        <a:pt x="61" y="1274"/>
                        <a:pt x="59" y="1277"/>
                      </a:cubicBezTo>
                      <a:cubicBezTo>
                        <a:pt x="42" y="1311"/>
                        <a:pt x="61" y="1350"/>
                        <a:pt x="105" y="1370"/>
                      </a:cubicBezTo>
                      <a:cubicBezTo>
                        <a:pt x="108" y="1372"/>
                        <a:pt x="112" y="1372"/>
                        <a:pt x="115" y="1371"/>
                      </a:cubicBezTo>
                      <a:cubicBezTo>
                        <a:pt x="117" y="1371"/>
                        <a:pt x="120" y="1369"/>
                        <a:pt x="117" y="1368"/>
                      </a:cubicBezTo>
                      <a:moveTo>
                        <a:pt x="72" y="1379"/>
                      </a:moveTo>
                      <a:cubicBezTo>
                        <a:pt x="51" y="1371"/>
                        <a:pt x="30" y="1363"/>
                        <a:pt x="23" y="1346"/>
                      </a:cubicBezTo>
                      <a:cubicBezTo>
                        <a:pt x="15" y="1329"/>
                        <a:pt x="22" y="1310"/>
                        <a:pt x="28" y="1293"/>
                      </a:cubicBezTo>
                      <a:cubicBezTo>
                        <a:pt x="30" y="1289"/>
                        <a:pt x="15" y="1289"/>
                        <a:pt x="14" y="1292"/>
                      </a:cubicBezTo>
                      <a:cubicBezTo>
                        <a:pt x="7" y="1310"/>
                        <a:pt x="0" y="1330"/>
                        <a:pt x="9" y="1348"/>
                      </a:cubicBezTo>
                      <a:cubicBezTo>
                        <a:pt x="17" y="1366"/>
                        <a:pt x="39" y="1375"/>
                        <a:pt x="62" y="1383"/>
                      </a:cubicBezTo>
                      <a:cubicBezTo>
                        <a:pt x="65" y="1384"/>
                        <a:pt x="70" y="1384"/>
                        <a:pt x="73" y="1383"/>
                      </a:cubicBezTo>
                      <a:cubicBezTo>
                        <a:pt x="75" y="1382"/>
                        <a:pt x="75" y="1380"/>
                        <a:pt x="72" y="1379"/>
                      </a:cubicBezTo>
                      <a:moveTo>
                        <a:pt x="259" y="1239"/>
                      </a:moveTo>
                      <a:cubicBezTo>
                        <a:pt x="258" y="1237"/>
                        <a:pt x="254" y="1236"/>
                        <a:pt x="251" y="1236"/>
                      </a:cubicBezTo>
                      <a:cubicBezTo>
                        <a:pt x="249" y="1236"/>
                        <a:pt x="243" y="1237"/>
                        <a:pt x="244" y="1239"/>
                      </a:cubicBezTo>
                      <a:cubicBezTo>
                        <a:pt x="247" y="1252"/>
                        <a:pt x="244" y="1265"/>
                        <a:pt x="234" y="1277"/>
                      </a:cubicBezTo>
                      <a:cubicBezTo>
                        <a:pt x="232" y="1279"/>
                        <a:pt x="238" y="1280"/>
                        <a:pt x="239" y="1280"/>
                      </a:cubicBezTo>
                      <a:cubicBezTo>
                        <a:pt x="242" y="1280"/>
                        <a:pt x="247" y="1280"/>
                        <a:pt x="248" y="1278"/>
                      </a:cubicBezTo>
                      <a:cubicBezTo>
                        <a:pt x="258" y="1266"/>
                        <a:pt x="262" y="1252"/>
                        <a:pt x="259" y="1239"/>
                      </a:cubicBezTo>
                      <a:moveTo>
                        <a:pt x="2036" y="1234"/>
                      </a:moveTo>
                      <a:cubicBezTo>
                        <a:pt x="2033" y="1220"/>
                        <a:pt x="2031" y="1205"/>
                        <a:pt x="2027" y="1190"/>
                      </a:cubicBezTo>
                      <a:cubicBezTo>
                        <a:pt x="2026" y="1186"/>
                        <a:pt x="2012" y="1187"/>
                        <a:pt x="2012" y="1190"/>
                      </a:cubicBezTo>
                      <a:cubicBezTo>
                        <a:pt x="2016" y="1205"/>
                        <a:pt x="2019" y="1220"/>
                        <a:pt x="2021" y="1235"/>
                      </a:cubicBezTo>
                      <a:cubicBezTo>
                        <a:pt x="2024" y="1249"/>
                        <a:pt x="2028" y="1264"/>
                        <a:pt x="2023" y="1278"/>
                      </a:cubicBezTo>
                      <a:cubicBezTo>
                        <a:pt x="2022" y="1281"/>
                        <a:pt x="2037" y="1281"/>
                        <a:pt x="2038" y="1278"/>
                      </a:cubicBezTo>
                      <a:cubicBezTo>
                        <a:pt x="2042" y="1263"/>
                        <a:pt x="2038" y="1248"/>
                        <a:pt x="2036" y="1234"/>
                      </a:cubicBezTo>
                      <a:moveTo>
                        <a:pt x="2109" y="1240"/>
                      </a:moveTo>
                      <a:cubicBezTo>
                        <a:pt x="2109" y="1255"/>
                        <a:pt x="2107" y="1271"/>
                        <a:pt x="2103" y="1286"/>
                      </a:cubicBezTo>
                      <a:cubicBezTo>
                        <a:pt x="2102" y="1293"/>
                        <a:pt x="2099" y="1300"/>
                        <a:pt x="2093" y="1306"/>
                      </a:cubicBezTo>
                      <a:cubicBezTo>
                        <a:pt x="2087" y="1312"/>
                        <a:pt x="2080" y="1317"/>
                        <a:pt x="2073" y="1322"/>
                      </a:cubicBezTo>
                      <a:cubicBezTo>
                        <a:pt x="2069" y="1324"/>
                        <a:pt x="2055" y="1323"/>
                        <a:pt x="2060" y="1320"/>
                      </a:cubicBezTo>
                      <a:cubicBezTo>
                        <a:pt x="2067" y="1315"/>
                        <a:pt x="2074" y="1309"/>
                        <a:pt x="2080" y="1303"/>
                      </a:cubicBezTo>
                      <a:cubicBezTo>
                        <a:pt x="2086" y="1297"/>
                        <a:pt x="2088" y="1291"/>
                        <a:pt x="2090" y="1284"/>
                      </a:cubicBezTo>
                      <a:cubicBezTo>
                        <a:pt x="2093" y="1270"/>
                        <a:pt x="2094" y="1255"/>
                        <a:pt x="2095" y="1240"/>
                      </a:cubicBezTo>
                      <a:cubicBezTo>
                        <a:pt x="2095" y="1236"/>
                        <a:pt x="2109" y="1236"/>
                        <a:pt x="2109" y="1240"/>
                      </a:cubicBezTo>
                      <a:moveTo>
                        <a:pt x="2163" y="1242"/>
                      </a:moveTo>
                      <a:cubicBezTo>
                        <a:pt x="2163" y="1256"/>
                        <a:pt x="2164" y="1270"/>
                        <a:pt x="2159" y="1284"/>
                      </a:cubicBezTo>
                      <a:cubicBezTo>
                        <a:pt x="2154" y="1296"/>
                        <a:pt x="2145" y="1307"/>
                        <a:pt x="2133" y="1316"/>
                      </a:cubicBezTo>
                      <a:cubicBezTo>
                        <a:pt x="2129" y="1319"/>
                        <a:pt x="2115" y="1318"/>
                        <a:pt x="2120" y="1314"/>
                      </a:cubicBezTo>
                      <a:cubicBezTo>
                        <a:pt x="2132" y="1305"/>
                        <a:pt x="2140" y="1294"/>
                        <a:pt x="2145" y="1283"/>
                      </a:cubicBezTo>
                      <a:cubicBezTo>
                        <a:pt x="2149" y="1270"/>
                        <a:pt x="2148" y="1256"/>
                        <a:pt x="2148" y="1243"/>
                      </a:cubicBezTo>
                      <a:cubicBezTo>
                        <a:pt x="2148" y="1239"/>
                        <a:pt x="2163" y="1239"/>
                        <a:pt x="2163" y="1242"/>
                      </a:cubicBezTo>
                      <a:moveTo>
                        <a:pt x="2209" y="1242"/>
                      </a:moveTo>
                      <a:cubicBezTo>
                        <a:pt x="2210" y="1267"/>
                        <a:pt x="2207" y="1294"/>
                        <a:pt x="2181" y="1314"/>
                      </a:cubicBezTo>
                      <a:cubicBezTo>
                        <a:pt x="2178" y="1316"/>
                        <a:pt x="2164" y="1315"/>
                        <a:pt x="2168" y="1311"/>
                      </a:cubicBezTo>
                      <a:cubicBezTo>
                        <a:pt x="2193" y="1292"/>
                        <a:pt x="2195" y="1266"/>
                        <a:pt x="2194" y="1242"/>
                      </a:cubicBezTo>
                      <a:cubicBezTo>
                        <a:pt x="2194" y="1239"/>
                        <a:pt x="2209" y="1239"/>
                        <a:pt x="2209" y="1242"/>
                      </a:cubicBezTo>
                      <a:moveTo>
                        <a:pt x="1096" y="70"/>
                      </a:moveTo>
                      <a:cubicBezTo>
                        <a:pt x="1096" y="69"/>
                        <a:pt x="1096" y="69"/>
                        <a:pt x="1096" y="68"/>
                      </a:cubicBezTo>
                      <a:cubicBezTo>
                        <a:pt x="1090" y="57"/>
                        <a:pt x="1077" y="48"/>
                        <a:pt x="1068" y="38"/>
                      </a:cubicBezTo>
                      <a:cubicBezTo>
                        <a:pt x="1056" y="27"/>
                        <a:pt x="1046" y="15"/>
                        <a:pt x="1036" y="3"/>
                      </a:cubicBezTo>
                      <a:cubicBezTo>
                        <a:pt x="1033" y="0"/>
                        <a:pt x="1021" y="1"/>
                        <a:pt x="1024" y="4"/>
                      </a:cubicBezTo>
                      <a:cubicBezTo>
                        <a:pt x="1035" y="16"/>
                        <a:pt x="1045" y="28"/>
                        <a:pt x="1056" y="39"/>
                      </a:cubicBezTo>
                      <a:cubicBezTo>
                        <a:pt x="1065" y="49"/>
                        <a:pt x="1077" y="57"/>
                        <a:pt x="1083" y="69"/>
                      </a:cubicBezTo>
                      <a:cubicBezTo>
                        <a:pt x="1083" y="69"/>
                        <a:pt x="1084" y="69"/>
                        <a:pt x="1084" y="70"/>
                      </a:cubicBezTo>
                      <a:cubicBezTo>
                        <a:pt x="1082" y="73"/>
                        <a:pt x="1078" y="75"/>
                        <a:pt x="1074" y="77"/>
                      </a:cubicBezTo>
                      <a:cubicBezTo>
                        <a:pt x="1069" y="79"/>
                        <a:pt x="1064" y="81"/>
                        <a:pt x="1059" y="83"/>
                      </a:cubicBezTo>
                      <a:cubicBezTo>
                        <a:pt x="1049" y="86"/>
                        <a:pt x="1038" y="89"/>
                        <a:pt x="1028" y="91"/>
                      </a:cubicBezTo>
                      <a:cubicBezTo>
                        <a:pt x="1026" y="92"/>
                        <a:pt x="1023" y="93"/>
                        <a:pt x="1025" y="94"/>
                      </a:cubicBezTo>
                      <a:cubicBezTo>
                        <a:pt x="1027" y="96"/>
                        <a:pt x="1031" y="96"/>
                        <a:pt x="1034" y="96"/>
                      </a:cubicBezTo>
                      <a:cubicBezTo>
                        <a:pt x="1045" y="94"/>
                        <a:pt x="1057" y="91"/>
                        <a:pt x="1068" y="87"/>
                      </a:cubicBezTo>
                      <a:cubicBezTo>
                        <a:pt x="1074" y="85"/>
                        <a:pt x="1079" y="82"/>
                        <a:pt x="1084" y="80"/>
                      </a:cubicBezTo>
                      <a:cubicBezTo>
                        <a:pt x="1089" y="78"/>
                        <a:pt x="1094" y="76"/>
                        <a:pt x="1096" y="72"/>
                      </a:cubicBezTo>
                      <a:cubicBezTo>
                        <a:pt x="1097" y="71"/>
                        <a:pt x="1096" y="70"/>
                        <a:pt x="1096" y="7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52;p33">
                  <a:extLst>
                    <a:ext uri="{FF2B5EF4-FFF2-40B4-BE49-F238E27FC236}">
                      <a16:creationId xmlns:a16="http://schemas.microsoft.com/office/drawing/2014/main" id="{CB2FBF9C-C4C0-8401-211D-F6F5B2A43D12}"/>
                    </a:ext>
                  </a:extLst>
                </p:cNvPr>
                <p:cNvSpPr/>
                <p:nvPr/>
              </p:nvSpPr>
              <p:spPr>
                <a:xfrm rot="-662413" flipH="1">
                  <a:off x="7147690" y="1326168"/>
                  <a:ext cx="308120" cy="257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319" extrusionOk="0">
                      <a:moveTo>
                        <a:pt x="400" y="54"/>
                      </a:moveTo>
                      <a:cubicBezTo>
                        <a:pt x="398" y="40"/>
                        <a:pt x="385" y="29"/>
                        <a:pt x="369" y="21"/>
                      </a:cubicBezTo>
                      <a:cubicBezTo>
                        <a:pt x="350" y="12"/>
                        <a:pt x="327" y="8"/>
                        <a:pt x="304" y="5"/>
                      </a:cubicBezTo>
                      <a:cubicBezTo>
                        <a:pt x="303" y="5"/>
                        <a:pt x="299" y="4"/>
                        <a:pt x="301" y="2"/>
                      </a:cubicBezTo>
                      <a:cubicBezTo>
                        <a:pt x="302" y="0"/>
                        <a:pt x="306" y="1"/>
                        <a:pt x="308" y="1"/>
                      </a:cubicBezTo>
                      <a:cubicBezTo>
                        <a:pt x="333" y="5"/>
                        <a:pt x="358" y="9"/>
                        <a:pt x="380" y="19"/>
                      </a:cubicBezTo>
                      <a:cubicBezTo>
                        <a:pt x="397" y="28"/>
                        <a:pt x="411" y="40"/>
                        <a:pt x="413" y="55"/>
                      </a:cubicBezTo>
                      <a:cubicBezTo>
                        <a:pt x="413" y="58"/>
                        <a:pt x="401" y="57"/>
                        <a:pt x="400" y="54"/>
                      </a:cubicBezTo>
                      <a:moveTo>
                        <a:pt x="435" y="14"/>
                      </a:moveTo>
                      <a:cubicBezTo>
                        <a:pt x="432" y="13"/>
                        <a:pt x="428" y="13"/>
                        <a:pt x="426" y="13"/>
                      </a:cubicBezTo>
                      <a:cubicBezTo>
                        <a:pt x="423" y="14"/>
                        <a:pt x="423" y="15"/>
                        <a:pt x="425" y="16"/>
                      </a:cubicBezTo>
                      <a:cubicBezTo>
                        <a:pt x="440" y="24"/>
                        <a:pt x="448" y="37"/>
                        <a:pt x="447" y="50"/>
                      </a:cubicBezTo>
                      <a:cubicBezTo>
                        <a:pt x="447" y="53"/>
                        <a:pt x="460" y="54"/>
                        <a:pt x="460" y="51"/>
                      </a:cubicBezTo>
                      <a:cubicBezTo>
                        <a:pt x="461" y="36"/>
                        <a:pt x="451" y="23"/>
                        <a:pt x="435" y="14"/>
                      </a:cubicBezTo>
                      <a:moveTo>
                        <a:pt x="194" y="117"/>
                      </a:moveTo>
                      <a:cubicBezTo>
                        <a:pt x="165" y="95"/>
                        <a:pt x="120" y="84"/>
                        <a:pt x="77" y="87"/>
                      </a:cubicBezTo>
                      <a:cubicBezTo>
                        <a:pt x="75" y="87"/>
                        <a:pt x="73" y="89"/>
                        <a:pt x="74" y="90"/>
                      </a:cubicBezTo>
                      <a:cubicBezTo>
                        <a:pt x="76" y="92"/>
                        <a:pt x="80" y="91"/>
                        <a:pt x="83" y="91"/>
                      </a:cubicBezTo>
                      <a:cubicBezTo>
                        <a:pt x="120" y="89"/>
                        <a:pt x="158" y="100"/>
                        <a:pt x="182" y="119"/>
                      </a:cubicBezTo>
                      <a:cubicBezTo>
                        <a:pt x="185" y="121"/>
                        <a:pt x="197" y="120"/>
                        <a:pt x="194" y="117"/>
                      </a:cubicBezTo>
                      <a:moveTo>
                        <a:pt x="161" y="193"/>
                      </a:moveTo>
                      <a:cubicBezTo>
                        <a:pt x="107" y="222"/>
                        <a:pt x="77" y="274"/>
                        <a:pt x="8" y="290"/>
                      </a:cubicBezTo>
                      <a:cubicBezTo>
                        <a:pt x="0" y="292"/>
                        <a:pt x="10" y="295"/>
                        <a:pt x="15" y="294"/>
                      </a:cubicBezTo>
                      <a:cubicBezTo>
                        <a:pt x="86" y="277"/>
                        <a:pt x="116" y="226"/>
                        <a:pt x="173" y="195"/>
                      </a:cubicBezTo>
                      <a:cubicBezTo>
                        <a:pt x="177" y="193"/>
                        <a:pt x="165" y="191"/>
                        <a:pt x="161" y="193"/>
                      </a:cubicBezTo>
                      <a:moveTo>
                        <a:pt x="91" y="284"/>
                      </a:moveTo>
                      <a:cubicBezTo>
                        <a:pt x="89" y="283"/>
                        <a:pt x="85" y="284"/>
                        <a:pt x="83" y="285"/>
                      </a:cubicBezTo>
                      <a:cubicBezTo>
                        <a:pt x="74" y="297"/>
                        <a:pt x="60" y="307"/>
                        <a:pt x="44" y="314"/>
                      </a:cubicBezTo>
                      <a:cubicBezTo>
                        <a:pt x="42" y="315"/>
                        <a:pt x="41" y="316"/>
                        <a:pt x="44" y="317"/>
                      </a:cubicBezTo>
                      <a:cubicBezTo>
                        <a:pt x="46" y="318"/>
                        <a:pt x="51" y="318"/>
                        <a:pt x="53" y="317"/>
                      </a:cubicBezTo>
                      <a:cubicBezTo>
                        <a:pt x="71" y="309"/>
                        <a:pt x="85" y="299"/>
                        <a:pt x="96" y="287"/>
                      </a:cubicBezTo>
                      <a:cubicBezTo>
                        <a:pt x="97" y="285"/>
                        <a:pt x="93" y="284"/>
                        <a:pt x="91" y="284"/>
                      </a:cubicBezTo>
                      <a:moveTo>
                        <a:pt x="509" y="12"/>
                      </a:moveTo>
                      <a:cubicBezTo>
                        <a:pt x="506" y="9"/>
                        <a:pt x="493" y="11"/>
                        <a:pt x="498" y="14"/>
                      </a:cubicBezTo>
                      <a:cubicBezTo>
                        <a:pt x="517" y="27"/>
                        <a:pt x="518" y="47"/>
                        <a:pt x="503" y="62"/>
                      </a:cubicBezTo>
                      <a:cubicBezTo>
                        <a:pt x="501" y="63"/>
                        <a:pt x="506" y="64"/>
                        <a:pt x="507" y="64"/>
                      </a:cubicBezTo>
                      <a:cubicBezTo>
                        <a:pt x="510" y="65"/>
                        <a:pt x="513" y="64"/>
                        <a:pt x="515" y="63"/>
                      </a:cubicBezTo>
                      <a:cubicBezTo>
                        <a:pt x="533" y="47"/>
                        <a:pt x="529" y="25"/>
                        <a:pt x="509" y="1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3;p33">
                  <a:extLst>
                    <a:ext uri="{FF2B5EF4-FFF2-40B4-BE49-F238E27FC236}">
                      <a16:creationId xmlns:a16="http://schemas.microsoft.com/office/drawing/2014/main" id="{EDBDD811-B452-CB93-A36B-00118D5E8DD2}"/>
                    </a:ext>
                  </a:extLst>
                </p:cNvPr>
                <p:cNvSpPr/>
                <p:nvPr/>
              </p:nvSpPr>
              <p:spPr>
                <a:xfrm rot="-662413" flipH="1">
                  <a:off x="7188898" y="1661412"/>
                  <a:ext cx="126941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" h="56" extrusionOk="0">
                      <a:moveTo>
                        <a:pt x="219" y="10"/>
                      </a:moveTo>
                      <a:cubicBezTo>
                        <a:pt x="211" y="14"/>
                        <a:pt x="204" y="17"/>
                        <a:pt x="194" y="19"/>
                      </a:cubicBezTo>
                      <a:cubicBezTo>
                        <a:pt x="178" y="24"/>
                        <a:pt x="160" y="25"/>
                        <a:pt x="143" y="26"/>
                      </a:cubicBezTo>
                      <a:cubicBezTo>
                        <a:pt x="137" y="26"/>
                        <a:pt x="130" y="26"/>
                        <a:pt x="124" y="26"/>
                      </a:cubicBezTo>
                      <a:cubicBezTo>
                        <a:pt x="106" y="27"/>
                        <a:pt x="84" y="23"/>
                        <a:pt x="66" y="20"/>
                      </a:cubicBezTo>
                      <a:cubicBezTo>
                        <a:pt x="43" y="17"/>
                        <a:pt x="21" y="9"/>
                        <a:pt x="0" y="0"/>
                      </a:cubicBezTo>
                      <a:cubicBezTo>
                        <a:pt x="2" y="10"/>
                        <a:pt x="10" y="21"/>
                        <a:pt x="28" y="31"/>
                      </a:cubicBezTo>
                      <a:cubicBezTo>
                        <a:pt x="45" y="41"/>
                        <a:pt x="68" y="47"/>
                        <a:pt x="90" y="51"/>
                      </a:cubicBezTo>
                      <a:cubicBezTo>
                        <a:pt x="105" y="53"/>
                        <a:pt x="119" y="55"/>
                        <a:pt x="134" y="54"/>
                      </a:cubicBezTo>
                      <a:cubicBezTo>
                        <a:pt x="143" y="54"/>
                        <a:pt x="152" y="53"/>
                        <a:pt x="162" y="50"/>
                      </a:cubicBezTo>
                      <a:cubicBezTo>
                        <a:pt x="176" y="39"/>
                        <a:pt x="191" y="29"/>
                        <a:pt x="206" y="19"/>
                      </a:cubicBezTo>
                      <a:cubicBezTo>
                        <a:pt x="210" y="16"/>
                        <a:pt x="214" y="13"/>
                        <a:pt x="219" y="1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54;p33">
                  <a:extLst>
                    <a:ext uri="{FF2B5EF4-FFF2-40B4-BE49-F238E27FC236}">
                      <a16:creationId xmlns:a16="http://schemas.microsoft.com/office/drawing/2014/main" id="{96A76CD3-9822-A66E-4A97-99E22F2BF32B}"/>
                    </a:ext>
                  </a:extLst>
                </p:cNvPr>
                <p:cNvSpPr/>
                <p:nvPr/>
              </p:nvSpPr>
              <p:spPr>
                <a:xfrm rot="-662413" flipH="1">
                  <a:off x="7311208" y="1581734"/>
                  <a:ext cx="334085" cy="89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1109" extrusionOk="0">
                      <a:moveTo>
                        <a:pt x="471" y="539"/>
                      </a:moveTo>
                      <a:cubicBezTo>
                        <a:pt x="446" y="498"/>
                        <a:pt x="426" y="456"/>
                        <a:pt x="409" y="413"/>
                      </a:cubicBezTo>
                      <a:cubicBezTo>
                        <a:pt x="400" y="391"/>
                        <a:pt x="387" y="367"/>
                        <a:pt x="386" y="345"/>
                      </a:cubicBezTo>
                      <a:cubicBezTo>
                        <a:pt x="386" y="320"/>
                        <a:pt x="380" y="295"/>
                        <a:pt x="376" y="271"/>
                      </a:cubicBezTo>
                      <a:cubicBezTo>
                        <a:pt x="368" y="217"/>
                        <a:pt x="364" y="162"/>
                        <a:pt x="377" y="108"/>
                      </a:cubicBezTo>
                      <a:cubicBezTo>
                        <a:pt x="378" y="94"/>
                        <a:pt x="380" y="81"/>
                        <a:pt x="376" y="68"/>
                      </a:cubicBezTo>
                      <a:cubicBezTo>
                        <a:pt x="371" y="45"/>
                        <a:pt x="362" y="21"/>
                        <a:pt x="351" y="0"/>
                      </a:cubicBezTo>
                      <a:cubicBezTo>
                        <a:pt x="347" y="1"/>
                        <a:pt x="343" y="3"/>
                        <a:pt x="340" y="5"/>
                      </a:cubicBezTo>
                      <a:cubicBezTo>
                        <a:pt x="321" y="15"/>
                        <a:pt x="310" y="33"/>
                        <a:pt x="300" y="48"/>
                      </a:cubicBezTo>
                      <a:cubicBezTo>
                        <a:pt x="287" y="64"/>
                        <a:pt x="277" y="82"/>
                        <a:pt x="267" y="100"/>
                      </a:cubicBezTo>
                      <a:cubicBezTo>
                        <a:pt x="258" y="117"/>
                        <a:pt x="254" y="137"/>
                        <a:pt x="241" y="153"/>
                      </a:cubicBezTo>
                      <a:cubicBezTo>
                        <a:pt x="219" y="180"/>
                        <a:pt x="181" y="203"/>
                        <a:pt x="147" y="223"/>
                      </a:cubicBezTo>
                      <a:cubicBezTo>
                        <a:pt x="105" y="249"/>
                        <a:pt x="69" y="280"/>
                        <a:pt x="34" y="311"/>
                      </a:cubicBezTo>
                      <a:cubicBezTo>
                        <a:pt x="12" y="330"/>
                        <a:pt x="0" y="351"/>
                        <a:pt x="5" y="376"/>
                      </a:cubicBezTo>
                      <a:cubicBezTo>
                        <a:pt x="21" y="451"/>
                        <a:pt x="129" y="486"/>
                        <a:pt x="197" y="538"/>
                      </a:cubicBezTo>
                      <a:cubicBezTo>
                        <a:pt x="241" y="572"/>
                        <a:pt x="276" y="610"/>
                        <a:pt x="294" y="653"/>
                      </a:cubicBezTo>
                      <a:cubicBezTo>
                        <a:pt x="307" y="684"/>
                        <a:pt x="319" y="714"/>
                        <a:pt x="330" y="745"/>
                      </a:cubicBezTo>
                      <a:cubicBezTo>
                        <a:pt x="339" y="772"/>
                        <a:pt x="348" y="800"/>
                        <a:pt x="353" y="828"/>
                      </a:cubicBezTo>
                      <a:cubicBezTo>
                        <a:pt x="358" y="854"/>
                        <a:pt x="359" y="880"/>
                        <a:pt x="359" y="907"/>
                      </a:cubicBezTo>
                      <a:cubicBezTo>
                        <a:pt x="361" y="947"/>
                        <a:pt x="362" y="987"/>
                        <a:pt x="364" y="1027"/>
                      </a:cubicBezTo>
                      <a:cubicBezTo>
                        <a:pt x="364" y="1054"/>
                        <a:pt x="366" y="1081"/>
                        <a:pt x="361" y="1108"/>
                      </a:cubicBezTo>
                      <a:cubicBezTo>
                        <a:pt x="384" y="1081"/>
                        <a:pt x="392" y="1054"/>
                        <a:pt x="408" y="1025"/>
                      </a:cubicBezTo>
                      <a:cubicBezTo>
                        <a:pt x="428" y="991"/>
                        <a:pt x="448" y="957"/>
                        <a:pt x="472" y="924"/>
                      </a:cubicBezTo>
                      <a:cubicBezTo>
                        <a:pt x="500" y="885"/>
                        <a:pt x="532" y="848"/>
                        <a:pt x="552" y="808"/>
                      </a:cubicBezTo>
                      <a:cubicBezTo>
                        <a:pt x="578" y="756"/>
                        <a:pt x="574" y="710"/>
                        <a:pt x="548" y="660"/>
                      </a:cubicBezTo>
                      <a:cubicBezTo>
                        <a:pt x="526" y="618"/>
                        <a:pt x="495" y="580"/>
                        <a:pt x="471" y="539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55;p33">
                  <a:extLst>
                    <a:ext uri="{FF2B5EF4-FFF2-40B4-BE49-F238E27FC236}">
                      <a16:creationId xmlns:a16="http://schemas.microsoft.com/office/drawing/2014/main" id="{BA83477F-E6E6-B88E-47F8-5A8C62E1CEB5}"/>
                    </a:ext>
                  </a:extLst>
                </p:cNvPr>
                <p:cNvSpPr/>
                <p:nvPr/>
              </p:nvSpPr>
              <p:spPr>
                <a:xfrm rot="-662413" flipH="1">
                  <a:off x="6782664" y="1672817"/>
                  <a:ext cx="549307" cy="885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1096" extrusionOk="0">
                      <a:moveTo>
                        <a:pt x="950" y="984"/>
                      </a:moveTo>
                      <a:cubicBezTo>
                        <a:pt x="948" y="901"/>
                        <a:pt x="926" y="818"/>
                        <a:pt x="881" y="741"/>
                      </a:cubicBezTo>
                      <a:cubicBezTo>
                        <a:pt x="838" y="666"/>
                        <a:pt x="774" y="598"/>
                        <a:pt x="740" y="520"/>
                      </a:cubicBezTo>
                      <a:cubicBezTo>
                        <a:pt x="723" y="480"/>
                        <a:pt x="713" y="439"/>
                        <a:pt x="693" y="399"/>
                      </a:cubicBezTo>
                      <a:cubicBezTo>
                        <a:pt x="672" y="360"/>
                        <a:pt x="638" y="318"/>
                        <a:pt x="647" y="275"/>
                      </a:cubicBezTo>
                      <a:cubicBezTo>
                        <a:pt x="657" y="232"/>
                        <a:pt x="676" y="194"/>
                        <a:pt x="670" y="150"/>
                      </a:cubicBezTo>
                      <a:cubicBezTo>
                        <a:pt x="666" y="120"/>
                        <a:pt x="653" y="88"/>
                        <a:pt x="621" y="66"/>
                      </a:cubicBezTo>
                      <a:cubicBezTo>
                        <a:pt x="583" y="41"/>
                        <a:pt x="531" y="39"/>
                        <a:pt x="481" y="34"/>
                      </a:cubicBezTo>
                      <a:cubicBezTo>
                        <a:pt x="373" y="25"/>
                        <a:pt x="263" y="22"/>
                        <a:pt x="159" y="0"/>
                      </a:cubicBezTo>
                      <a:cubicBezTo>
                        <a:pt x="151" y="15"/>
                        <a:pt x="140" y="29"/>
                        <a:pt x="124" y="42"/>
                      </a:cubicBezTo>
                      <a:lnTo>
                        <a:pt x="123" y="43"/>
                      </a:lnTo>
                      <a:cubicBezTo>
                        <a:pt x="113" y="49"/>
                        <a:pt x="104" y="56"/>
                        <a:pt x="97" y="60"/>
                      </a:cubicBezTo>
                      <a:cubicBezTo>
                        <a:pt x="63" y="83"/>
                        <a:pt x="32" y="108"/>
                        <a:pt x="0" y="132"/>
                      </a:cubicBezTo>
                      <a:cubicBezTo>
                        <a:pt x="38" y="153"/>
                        <a:pt x="69" y="182"/>
                        <a:pt x="90" y="213"/>
                      </a:cubicBezTo>
                      <a:cubicBezTo>
                        <a:pt x="90" y="231"/>
                        <a:pt x="91" y="249"/>
                        <a:pt x="93" y="267"/>
                      </a:cubicBezTo>
                      <a:cubicBezTo>
                        <a:pt x="97" y="294"/>
                        <a:pt x="111" y="319"/>
                        <a:pt x="122" y="344"/>
                      </a:cubicBezTo>
                      <a:cubicBezTo>
                        <a:pt x="135" y="374"/>
                        <a:pt x="151" y="403"/>
                        <a:pt x="170" y="431"/>
                      </a:cubicBezTo>
                      <a:cubicBezTo>
                        <a:pt x="247" y="544"/>
                        <a:pt x="374" y="639"/>
                        <a:pt x="445" y="753"/>
                      </a:cubicBezTo>
                      <a:cubicBezTo>
                        <a:pt x="462" y="780"/>
                        <a:pt x="475" y="808"/>
                        <a:pt x="486" y="837"/>
                      </a:cubicBezTo>
                      <a:cubicBezTo>
                        <a:pt x="495" y="863"/>
                        <a:pt x="493" y="884"/>
                        <a:pt x="495" y="910"/>
                      </a:cubicBezTo>
                      <a:cubicBezTo>
                        <a:pt x="498" y="971"/>
                        <a:pt x="512" y="1037"/>
                        <a:pt x="542" y="1095"/>
                      </a:cubicBezTo>
                      <a:cubicBezTo>
                        <a:pt x="582" y="1094"/>
                        <a:pt x="622" y="1091"/>
                        <a:pt x="662" y="1088"/>
                      </a:cubicBezTo>
                      <a:cubicBezTo>
                        <a:pt x="714" y="1084"/>
                        <a:pt x="767" y="1078"/>
                        <a:pt x="818" y="1070"/>
                      </a:cubicBezTo>
                      <a:cubicBezTo>
                        <a:pt x="867" y="1063"/>
                        <a:pt x="925" y="1067"/>
                        <a:pt x="943" y="1029"/>
                      </a:cubicBezTo>
                      <a:cubicBezTo>
                        <a:pt x="950" y="1014"/>
                        <a:pt x="951" y="999"/>
                        <a:pt x="950" y="98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56;p33">
                  <a:extLst>
                    <a:ext uri="{FF2B5EF4-FFF2-40B4-BE49-F238E27FC236}">
                      <a16:creationId xmlns:a16="http://schemas.microsoft.com/office/drawing/2014/main" id="{68556B85-2587-9A29-A919-17A42D8EE8D9}"/>
                    </a:ext>
                  </a:extLst>
                </p:cNvPr>
                <p:cNvSpPr/>
                <p:nvPr/>
              </p:nvSpPr>
              <p:spPr>
                <a:xfrm rot="-662413" flipH="1">
                  <a:off x="6582035" y="1679893"/>
                  <a:ext cx="1102654" cy="852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055" extrusionOk="0">
                      <a:moveTo>
                        <a:pt x="536" y="966"/>
                      </a:moveTo>
                      <a:cubicBezTo>
                        <a:pt x="499" y="995"/>
                        <a:pt x="462" y="1024"/>
                        <a:pt x="426" y="1054"/>
                      </a:cubicBezTo>
                      <a:cubicBezTo>
                        <a:pt x="441" y="1032"/>
                        <a:pt x="448" y="1010"/>
                        <a:pt x="462" y="987"/>
                      </a:cubicBezTo>
                      <a:cubicBezTo>
                        <a:pt x="481" y="953"/>
                        <a:pt x="501" y="919"/>
                        <a:pt x="526" y="886"/>
                      </a:cubicBezTo>
                      <a:cubicBezTo>
                        <a:pt x="549" y="853"/>
                        <a:pt x="576" y="820"/>
                        <a:pt x="596" y="786"/>
                      </a:cubicBezTo>
                      <a:cubicBezTo>
                        <a:pt x="609" y="818"/>
                        <a:pt x="616" y="851"/>
                        <a:pt x="610" y="886"/>
                      </a:cubicBezTo>
                      <a:cubicBezTo>
                        <a:pt x="609" y="894"/>
                        <a:pt x="607" y="903"/>
                        <a:pt x="611" y="911"/>
                      </a:cubicBezTo>
                      <a:cubicBezTo>
                        <a:pt x="585" y="928"/>
                        <a:pt x="560" y="947"/>
                        <a:pt x="536" y="966"/>
                      </a:cubicBezTo>
                      <a:moveTo>
                        <a:pt x="1321" y="361"/>
                      </a:moveTo>
                      <a:cubicBezTo>
                        <a:pt x="1286" y="335"/>
                        <a:pt x="1248" y="311"/>
                        <a:pt x="1208" y="289"/>
                      </a:cubicBezTo>
                      <a:cubicBezTo>
                        <a:pt x="1204" y="287"/>
                        <a:pt x="1197" y="286"/>
                        <a:pt x="1192" y="288"/>
                      </a:cubicBezTo>
                      <a:cubicBezTo>
                        <a:pt x="1189" y="288"/>
                        <a:pt x="1184" y="291"/>
                        <a:pt x="1188" y="293"/>
                      </a:cubicBezTo>
                      <a:cubicBezTo>
                        <a:pt x="1228" y="315"/>
                        <a:pt x="1266" y="339"/>
                        <a:pt x="1301" y="365"/>
                      </a:cubicBezTo>
                      <a:cubicBezTo>
                        <a:pt x="1305" y="369"/>
                        <a:pt x="1328" y="366"/>
                        <a:pt x="1321" y="361"/>
                      </a:cubicBezTo>
                      <a:moveTo>
                        <a:pt x="1910" y="441"/>
                      </a:moveTo>
                      <a:cubicBezTo>
                        <a:pt x="1910" y="445"/>
                        <a:pt x="1902" y="445"/>
                        <a:pt x="1898" y="445"/>
                      </a:cubicBezTo>
                      <a:cubicBezTo>
                        <a:pt x="1851" y="446"/>
                        <a:pt x="1806" y="461"/>
                        <a:pt x="1766" y="476"/>
                      </a:cubicBezTo>
                      <a:cubicBezTo>
                        <a:pt x="1726" y="490"/>
                        <a:pt x="1690" y="507"/>
                        <a:pt x="1660" y="529"/>
                      </a:cubicBezTo>
                      <a:cubicBezTo>
                        <a:pt x="1655" y="533"/>
                        <a:pt x="1632" y="531"/>
                        <a:pt x="1640" y="525"/>
                      </a:cubicBezTo>
                      <a:cubicBezTo>
                        <a:pt x="1672" y="501"/>
                        <a:pt x="1712" y="483"/>
                        <a:pt x="1754" y="468"/>
                      </a:cubicBezTo>
                      <a:cubicBezTo>
                        <a:pt x="1799" y="452"/>
                        <a:pt x="1847" y="438"/>
                        <a:pt x="1898" y="437"/>
                      </a:cubicBezTo>
                      <a:cubicBezTo>
                        <a:pt x="1901" y="437"/>
                        <a:pt x="1910" y="438"/>
                        <a:pt x="1910" y="441"/>
                      </a:cubicBezTo>
                      <a:moveTo>
                        <a:pt x="1812" y="385"/>
                      </a:moveTo>
                      <a:cubicBezTo>
                        <a:pt x="1811" y="388"/>
                        <a:pt x="1802" y="388"/>
                        <a:pt x="1798" y="388"/>
                      </a:cubicBezTo>
                      <a:cubicBezTo>
                        <a:pt x="1679" y="374"/>
                        <a:pt x="1562" y="351"/>
                        <a:pt x="1449" y="320"/>
                      </a:cubicBezTo>
                      <a:cubicBezTo>
                        <a:pt x="1445" y="319"/>
                        <a:pt x="1446" y="316"/>
                        <a:pt x="1449" y="315"/>
                      </a:cubicBezTo>
                      <a:cubicBezTo>
                        <a:pt x="1454" y="313"/>
                        <a:pt x="1461" y="313"/>
                        <a:pt x="1466" y="315"/>
                      </a:cubicBezTo>
                      <a:cubicBezTo>
                        <a:pt x="1575" y="345"/>
                        <a:pt x="1688" y="367"/>
                        <a:pt x="1804" y="380"/>
                      </a:cubicBezTo>
                      <a:cubicBezTo>
                        <a:pt x="1808" y="381"/>
                        <a:pt x="1814" y="382"/>
                        <a:pt x="1812" y="385"/>
                      </a:cubicBezTo>
                      <a:moveTo>
                        <a:pt x="1226" y="39"/>
                      </a:moveTo>
                      <a:cubicBezTo>
                        <a:pt x="1218" y="41"/>
                        <a:pt x="1212" y="42"/>
                        <a:pt x="1204" y="45"/>
                      </a:cubicBezTo>
                      <a:cubicBezTo>
                        <a:pt x="1198" y="48"/>
                        <a:pt x="1191" y="51"/>
                        <a:pt x="1186" y="55"/>
                      </a:cubicBezTo>
                      <a:cubicBezTo>
                        <a:pt x="1175" y="63"/>
                        <a:pt x="1167" y="74"/>
                        <a:pt x="1164" y="84"/>
                      </a:cubicBezTo>
                      <a:cubicBezTo>
                        <a:pt x="1163" y="88"/>
                        <a:pt x="1157" y="88"/>
                        <a:pt x="1153" y="88"/>
                      </a:cubicBezTo>
                      <a:cubicBezTo>
                        <a:pt x="1150" y="88"/>
                        <a:pt x="1147" y="88"/>
                        <a:pt x="1144" y="87"/>
                      </a:cubicBezTo>
                      <a:cubicBezTo>
                        <a:pt x="1143" y="87"/>
                        <a:pt x="1141" y="86"/>
                        <a:pt x="1141" y="84"/>
                      </a:cubicBezTo>
                      <a:cubicBezTo>
                        <a:pt x="1147" y="59"/>
                        <a:pt x="1178" y="38"/>
                        <a:pt x="1215" y="32"/>
                      </a:cubicBezTo>
                      <a:cubicBezTo>
                        <a:pt x="1220" y="32"/>
                        <a:pt x="1226" y="31"/>
                        <a:pt x="1230" y="34"/>
                      </a:cubicBezTo>
                      <a:cubicBezTo>
                        <a:pt x="1234" y="36"/>
                        <a:pt x="1230" y="39"/>
                        <a:pt x="1226" y="39"/>
                      </a:cubicBezTo>
                      <a:moveTo>
                        <a:pt x="233" y="783"/>
                      </a:moveTo>
                      <a:cubicBezTo>
                        <a:pt x="214" y="760"/>
                        <a:pt x="192" y="735"/>
                        <a:pt x="157" y="722"/>
                      </a:cubicBezTo>
                      <a:cubicBezTo>
                        <a:pt x="136" y="714"/>
                        <a:pt x="113" y="713"/>
                        <a:pt x="90" y="715"/>
                      </a:cubicBezTo>
                      <a:cubicBezTo>
                        <a:pt x="65" y="717"/>
                        <a:pt x="40" y="720"/>
                        <a:pt x="16" y="723"/>
                      </a:cubicBezTo>
                      <a:cubicBezTo>
                        <a:pt x="12" y="724"/>
                        <a:pt x="3" y="724"/>
                        <a:pt x="2" y="721"/>
                      </a:cubicBezTo>
                      <a:cubicBezTo>
                        <a:pt x="0" y="717"/>
                        <a:pt x="6" y="716"/>
                        <a:pt x="10" y="716"/>
                      </a:cubicBezTo>
                      <a:cubicBezTo>
                        <a:pt x="61" y="710"/>
                        <a:pt x="119" y="698"/>
                        <a:pt x="169" y="714"/>
                      </a:cubicBezTo>
                      <a:cubicBezTo>
                        <a:pt x="210" y="728"/>
                        <a:pt x="234" y="755"/>
                        <a:pt x="256" y="781"/>
                      </a:cubicBezTo>
                      <a:cubicBezTo>
                        <a:pt x="260" y="786"/>
                        <a:pt x="238" y="788"/>
                        <a:pt x="233" y="783"/>
                      </a:cubicBezTo>
                      <a:moveTo>
                        <a:pt x="728" y="203"/>
                      </a:moveTo>
                      <a:cubicBezTo>
                        <a:pt x="725" y="205"/>
                        <a:pt x="720" y="206"/>
                        <a:pt x="716" y="205"/>
                      </a:cubicBezTo>
                      <a:cubicBezTo>
                        <a:pt x="714" y="205"/>
                        <a:pt x="706" y="203"/>
                        <a:pt x="709" y="201"/>
                      </a:cubicBezTo>
                      <a:cubicBezTo>
                        <a:pt x="774" y="146"/>
                        <a:pt x="806" y="75"/>
                        <a:pt x="794" y="5"/>
                      </a:cubicBezTo>
                      <a:cubicBezTo>
                        <a:pt x="794" y="1"/>
                        <a:pt x="813" y="0"/>
                        <a:pt x="814" y="5"/>
                      </a:cubicBezTo>
                      <a:cubicBezTo>
                        <a:pt x="825" y="75"/>
                        <a:pt x="794" y="148"/>
                        <a:pt x="728" y="203"/>
                      </a:cubicBezTo>
                      <a:moveTo>
                        <a:pt x="407" y="184"/>
                      </a:moveTo>
                      <a:cubicBezTo>
                        <a:pt x="407" y="187"/>
                        <a:pt x="401" y="187"/>
                        <a:pt x="398" y="187"/>
                      </a:cubicBezTo>
                      <a:cubicBezTo>
                        <a:pt x="363" y="188"/>
                        <a:pt x="329" y="190"/>
                        <a:pt x="296" y="194"/>
                      </a:cubicBezTo>
                      <a:cubicBezTo>
                        <a:pt x="293" y="194"/>
                        <a:pt x="283" y="194"/>
                        <a:pt x="283" y="191"/>
                      </a:cubicBezTo>
                      <a:cubicBezTo>
                        <a:pt x="283" y="169"/>
                        <a:pt x="283" y="147"/>
                        <a:pt x="283" y="126"/>
                      </a:cubicBezTo>
                      <a:cubicBezTo>
                        <a:pt x="283" y="121"/>
                        <a:pt x="303" y="121"/>
                        <a:pt x="303" y="126"/>
                      </a:cubicBezTo>
                      <a:cubicBezTo>
                        <a:pt x="303" y="146"/>
                        <a:pt x="303" y="166"/>
                        <a:pt x="303" y="186"/>
                      </a:cubicBezTo>
                      <a:cubicBezTo>
                        <a:pt x="334" y="183"/>
                        <a:pt x="366" y="181"/>
                        <a:pt x="398" y="180"/>
                      </a:cubicBezTo>
                      <a:cubicBezTo>
                        <a:pt x="400" y="180"/>
                        <a:pt x="407" y="181"/>
                        <a:pt x="407" y="184"/>
                      </a:cubicBezTo>
                      <a:moveTo>
                        <a:pt x="302" y="560"/>
                      </a:moveTo>
                      <a:cubicBezTo>
                        <a:pt x="253" y="516"/>
                        <a:pt x="203" y="473"/>
                        <a:pt x="150" y="431"/>
                      </a:cubicBezTo>
                      <a:cubicBezTo>
                        <a:pt x="144" y="426"/>
                        <a:pt x="163" y="424"/>
                        <a:pt x="167" y="427"/>
                      </a:cubicBezTo>
                      <a:cubicBezTo>
                        <a:pt x="220" y="470"/>
                        <a:pt x="272" y="513"/>
                        <a:pt x="321" y="558"/>
                      </a:cubicBezTo>
                      <a:cubicBezTo>
                        <a:pt x="325" y="562"/>
                        <a:pt x="306" y="563"/>
                        <a:pt x="302" y="560"/>
                      </a:cubicBezTo>
                      <a:moveTo>
                        <a:pt x="234" y="527"/>
                      </a:moveTo>
                      <a:cubicBezTo>
                        <a:pt x="230" y="529"/>
                        <a:pt x="224" y="529"/>
                        <a:pt x="220" y="527"/>
                      </a:cubicBezTo>
                      <a:cubicBezTo>
                        <a:pt x="189" y="514"/>
                        <a:pt x="156" y="504"/>
                        <a:pt x="121" y="498"/>
                      </a:cubicBezTo>
                      <a:cubicBezTo>
                        <a:pt x="118" y="498"/>
                        <a:pt x="114" y="496"/>
                        <a:pt x="117" y="493"/>
                      </a:cubicBezTo>
                      <a:cubicBezTo>
                        <a:pt x="121" y="491"/>
                        <a:pt x="127" y="492"/>
                        <a:pt x="131" y="492"/>
                      </a:cubicBezTo>
                      <a:cubicBezTo>
                        <a:pt x="168" y="498"/>
                        <a:pt x="203" y="509"/>
                        <a:pt x="234" y="523"/>
                      </a:cubicBezTo>
                      <a:cubicBezTo>
                        <a:pt x="238" y="524"/>
                        <a:pt x="238" y="526"/>
                        <a:pt x="234" y="527"/>
                      </a:cubicBezTo>
                      <a:moveTo>
                        <a:pt x="300" y="617"/>
                      </a:moveTo>
                      <a:cubicBezTo>
                        <a:pt x="231" y="625"/>
                        <a:pt x="164" y="642"/>
                        <a:pt x="102" y="666"/>
                      </a:cubicBezTo>
                      <a:cubicBezTo>
                        <a:pt x="97" y="668"/>
                        <a:pt x="79" y="665"/>
                        <a:pt x="88" y="661"/>
                      </a:cubicBezTo>
                      <a:cubicBezTo>
                        <a:pt x="152" y="636"/>
                        <a:pt x="222" y="619"/>
                        <a:pt x="295" y="611"/>
                      </a:cubicBezTo>
                      <a:cubicBezTo>
                        <a:pt x="298" y="610"/>
                        <a:pt x="306" y="611"/>
                        <a:pt x="307" y="613"/>
                      </a:cubicBezTo>
                      <a:cubicBezTo>
                        <a:pt x="309" y="616"/>
                        <a:pt x="303" y="617"/>
                        <a:pt x="300" y="617"/>
                      </a:cubicBezTo>
                      <a:moveTo>
                        <a:pt x="831" y="331"/>
                      </a:moveTo>
                      <a:cubicBezTo>
                        <a:pt x="831" y="333"/>
                        <a:pt x="831" y="335"/>
                        <a:pt x="829" y="336"/>
                      </a:cubicBezTo>
                      <a:cubicBezTo>
                        <a:pt x="826" y="339"/>
                        <a:pt x="820" y="340"/>
                        <a:pt x="815" y="340"/>
                      </a:cubicBezTo>
                      <a:cubicBezTo>
                        <a:pt x="812" y="340"/>
                        <a:pt x="808" y="339"/>
                        <a:pt x="806" y="338"/>
                      </a:cubicBezTo>
                      <a:cubicBezTo>
                        <a:pt x="804" y="337"/>
                        <a:pt x="803" y="336"/>
                        <a:pt x="802" y="335"/>
                      </a:cubicBezTo>
                      <a:cubicBezTo>
                        <a:pt x="800" y="333"/>
                        <a:pt x="799" y="332"/>
                        <a:pt x="798" y="329"/>
                      </a:cubicBezTo>
                      <a:cubicBezTo>
                        <a:pt x="797" y="327"/>
                        <a:pt x="796" y="325"/>
                        <a:pt x="796" y="323"/>
                      </a:cubicBezTo>
                      <a:cubicBezTo>
                        <a:pt x="796" y="321"/>
                        <a:pt x="796" y="318"/>
                        <a:pt x="797" y="316"/>
                      </a:cubicBezTo>
                      <a:cubicBezTo>
                        <a:pt x="797" y="316"/>
                        <a:pt x="798" y="316"/>
                        <a:pt x="798" y="315"/>
                      </a:cubicBezTo>
                      <a:lnTo>
                        <a:pt x="798" y="314"/>
                      </a:lnTo>
                      <a:cubicBezTo>
                        <a:pt x="800" y="312"/>
                        <a:pt x="803" y="311"/>
                        <a:pt x="805" y="311"/>
                      </a:cubicBezTo>
                      <a:cubicBezTo>
                        <a:pt x="811" y="309"/>
                        <a:pt x="819" y="310"/>
                        <a:pt x="824" y="313"/>
                      </a:cubicBezTo>
                      <a:cubicBezTo>
                        <a:pt x="827" y="314"/>
                        <a:pt x="828" y="316"/>
                        <a:pt x="829" y="318"/>
                      </a:cubicBezTo>
                      <a:cubicBezTo>
                        <a:pt x="832" y="323"/>
                        <a:pt x="832" y="327"/>
                        <a:pt x="831" y="331"/>
                      </a:cubicBezTo>
                      <a:moveTo>
                        <a:pt x="943" y="488"/>
                      </a:moveTo>
                      <a:cubicBezTo>
                        <a:pt x="943" y="490"/>
                        <a:pt x="943" y="492"/>
                        <a:pt x="941" y="494"/>
                      </a:cubicBezTo>
                      <a:cubicBezTo>
                        <a:pt x="938" y="497"/>
                        <a:pt x="932" y="498"/>
                        <a:pt x="927" y="497"/>
                      </a:cubicBezTo>
                      <a:cubicBezTo>
                        <a:pt x="924" y="497"/>
                        <a:pt x="920" y="497"/>
                        <a:pt x="918" y="495"/>
                      </a:cubicBezTo>
                      <a:cubicBezTo>
                        <a:pt x="917" y="494"/>
                        <a:pt x="916" y="493"/>
                        <a:pt x="915" y="492"/>
                      </a:cubicBezTo>
                      <a:cubicBezTo>
                        <a:pt x="913" y="491"/>
                        <a:pt x="911" y="489"/>
                        <a:pt x="910" y="487"/>
                      </a:cubicBezTo>
                      <a:cubicBezTo>
                        <a:pt x="909" y="485"/>
                        <a:pt x="908" y="483"/>
                        <a:pt x="908" y="480"/>
                      </a:cubicBezTo>
                      <a:cubicBezTo>
                        <a:pt x="908" y="478"/>
                        <a:pt x="908" y="476"/>
                        <a:pt x="909" y="474"/>
                      </a:cubicBezTo>
                      <a:cubicBezTo>
                        <a:pt x="910" y="473"/>
                        <a:pt x="910" y="473"/>
                        <a:pt x="910" y="473"/>
                      </a:cubicBezTo>
                      <a:lnTo>
                        <a:pt x="911" y="471"/>
                      </a:lnTo>
                      <a:cubicBezTo>
                        <a:pt x="912" y="470"/>
                        <a:pt x="915" y="469"/>
                        <a:pt x="917" y="468"/>
                      </a:cubicBezTo>
                      <a:cubicBezTo>
                        <a:pt x="924" y="467"/>
                        <a:pt x="931" y="467"/>
                        <a:pt x="936" y="470"/>
                      </a:cubicBezTo>
                      <a:cubicBezTo>
                        <a:pt x="939" y="471"/>
                        <a:pt x="941" y="474"/>
                        <a:pt x="942" y="476"/>
                      </a:cubicBezTo>
                      <a:cubicBezTo>
                        <a:pt x="944" y="480"/>
                        <a:pt x="944" y="484"/>
                        <a:pt x="943" y="488"/>
                      </a:cubicBezTo>
                      <a:moveTo>
                        <a:pt x="1076" y="628"/>
                      </a:moveTo>
                      <a:cubicBezTo>
                        <a:pt x="1075" y="629"/>
                        <a:pt x="1075" y="631"/>
                        <a:pt x="1074" y="633"/>
                      </a:cubicBezTo>
                      <a:cubicBezTo>
                        <a:pt x="1071" y="636"/>
                        <a:pt x="1065" y="637"/>
                        <a:pt x="1060" y="637"/>
                      </a:cubicBezTo>
                      <a:cubicBezTo>
                        <a:pt x="1056" y="637"/>
                        <a:pt x="1053" y="636"/>
                        <a:pt x="1050" y="634"/>
                      </a:cubicBezTo>
                      <a:cubicBezTo>
                        <a:pt x="1049" y="634"/>
                        <a:pt x="1048" y="633"/>
                        <a:pt x="1047" y="632"/>
                      </a:cubicBezTo>
                      <a:cubicBezTo>
                        <a:pt x="1045" y="630"/>
                        <a:pt x="1044" y="628"/>
                        <a:pt x="1043" y="626"/>
                      </a:cubicBezTo>
                      <a:cubicBezTo>
                        <a:pt x="1042" y="624"/>
                        <a:pt x="1041" y="622"/>
                        <a:pt x="1041" y="620"/>
                      </a:cubicBezTo>
                      <a:cubicBezTo>
                        <a:pt x="1040" y="618"/>
                        <a:pt x="1040" y="615"/>
                        <a:pt x="1042" y="613"/>
                      </a:cubicBezTo>
                      <a:cubicBezTo>
                        <a:pt x="1042" y="613"/>
                        <a:pt x="1042" y="612"/>
                        <a:pt x="1043" y="612"/>
                      </a:cubicBezTo>
                      <a:lnTo>
                        <a:pt x="1043" y="611"/>
                      </a:lnTo>
                      <a:cubicBezTo>
                        <a:pt x="1044" y="609"/>
                        <a:pt x="1047" y="608"/>
                        <a:pt x="1050" y="607"/>
                      </a:cubicBezTo>
                      <a:cubicBezTo>
                        <a:pt x="1056" y="606"/>
                        <a:pt x="1063" y="607"/>
                        <a:pt x="1068" y="609"/>
                      </a:cubicBezTo>
                      <a:cubicBezTo>
                        <a:pt x="1071" y="611"/>
                        <a:pt x="1073" y="613"/>
                        <a:pt x="1074" y="615"/>
                      </a:cubicBezTo>
                      <a:cubicBezTo>
                        <a:pt x="1076" y="619"/>
                        <a:pt x="1076" y="623"/>
                        <a:pt x="1076" y="628"/>
                      </a:cubicBezTo>
                      <a:moveTo>
                        <a:pt x="1188" y="798"/>
                      </a:moveTo>
                      <a:cubicBezTo>
                        <a:pt x="1188" y="800"/>
                        <a:pt x="1187" y="802"/>
                        <a:pt x="1186" y="804"/>
                      </a:cubicBezTo>
                      <a:cubicBezTo>
                        <a:pt x="1183" y="807"/>
                        <a:pt x="1177" y="808"/>
                        <a:pt x="1172" y="807"/>
                      </a:cubicBezTo>
                      <a:cubicBezTo>
                        <a:pt x="1168" y="807"/>
                        <a:pt x="1165" y="807"/>
                        <a:pt x="1163" y="805"/>
                      </a:cubicBezTo>
                      <a:cubicBezTo>
                        <a:pt x="1161" y="804"/>
                        <a:pt x="1160" y="803"/>
                        <a:pt x="1159" y="802"/>
                      </a:cubicBezTo>
                      <a:cubicBezTo>
                        <a:pt x="1157" y="801"/>
                        <a:pt x="1156" y="799"/>
                        <a:pt x="1155" y="797"/>
                      </a:cubicBezTo>
                      <a:cubicBezTo>
                        <a:pt x="1154" y="795"/>
                        <a:pt x="1153" y="793"/>
                        <a:pt x="1153" y="790"/>
                      </a:cubicBezTo>
                      <a:cubicBezTo>
                        <a:pt x="1153" y="788"/>
                        <a:pt x="1152" y="786"/>
                        <a:pt x="1154" y="784"/>
                      </a:cubicBezTo>
                      <a:cubicBezTo>
                        <a:pt x="1154" y="783"/>
                        <a:pt x="1155" y="783"/>
                        <a:pt x="1155" y="783"/>
                      </a:cubicBezTo>
                      <a:lnTo>
                        <a:pt x="1155" y="782"/>
                      </a:lnTo>
                      <a:cubicBezTo>
                        <a:pt x="1156" y="780"/>
                        <a:pt x="1159" y="779"/>
                        <a:pt x="1162" y="778"/>
                      </a:cubicBezTo>
                      <a:cubicBezTo>
                        <a:pt x="1168" y="777"/>
                        <a:pt x="1175" y="778"/>
                        <a:pt x="1181" y="780"/>
                      </a:cubicBezTo>
                      <a:cubicBezTo>
                        <a:pt x="1183" y="782"/>
                        <a:pt x="1185" y="784"/>
                        <a:pt x="1186" y="786"/>
                      </a:cubicBezTo>
                      <a:cubicBezTo>
                        <a:pt x="1188" y="790"/>
                        <a:pt x="1188" y="794"/>
                        <a:pt x="1188" y="798"/>
                      </a:cubicBezTo>
                      <a:moveTo>
                        <a:pt x="1378" y="802"/>
                      </a:moveTo>
                      <a:cubicBezTo>
                        <a:pt x="1376" y="805"/>
                        <a:pt x="1363" y="804"/>
                        <a:pt x="1365" y="801"/>
                      </a:cubicBezTo>
                      <a:cubicBezTo>
                        <a:pt x="1407" y="728"/>
                        <a:pt x="1410" y="646"/>
                        <a:pt x="1373" y="571"/>
                      </a:cubicBezTo>
                      <a:cubicBezTo>
                        <a:pt x="1371" y="568"/>
                        <a:pt x="1384" y="567"/>
                        <a:pt x="1386" y="570"/>
                      </a:cubicBezTo>
                      <a:cubicBezTo>
                        <a:pt x="1424" y="645"/>
                        <a:pt x="1421" y="728"/>
                        <a:pt x="1378" y="802"/>
                      </a:cubicBezTo>
                      <a:moveTo>
                        <a:pt x="536" y="592"/>
                      </a:moveTo>
                      <a:cubicBezTo>
                        <a:pt x="517" y="619"/>
                        <a:pt x="500" y="647"/>
                        <a:pt x="486" y="676"/>
                      </a:cubicBezTo>
                      <a:cubicBezTo>
                        <a:pt x="485" y="679"/>
                        <a:pt x="472" y="678"/>
                        <a:pt x="473" y="675"/>
                      </a:cubicBezTo>
                      <a:lnTo>
                        <a:pt x="474" y="674"/>
                      </a:lnTo>
                      <a:cubicBezTo>
                        <a:pt x="439" y="665"/>
                        <a:pt x="403" y="656"/>
                        <a:pt x="369" y="648"/>
                      </a:cubicBezTo>
                      <a:cubicBezTo>
                        <a:pt x="366" y="647"/>
                        <a:pt x="364" y="646"/>
                        <a:pt x="366" y="645"/>
                      </a:cubicBezTo>
                      <a:cubicBezTo>
                        <a:pt x="368" y="643"/>
                        <a:pt x="373" y="643"/>
                        <a:pt x="375" y="644"/>
                      </a:cubicBezTo>
                      <a:cubicBezTo>
                        <a:pt x="409" y="652"/>
                        <a:pt x="443" y="661"/>
                        <a:pt x="476" y="669"/>
                      </a:cubicBezTo>
                      <a:cubicBezTo>
                        <a:pt x="489" y="642"/>
                        <a:pt x="505" y="616"/>
                        <a:pt x="524" y="590"/>
                      </a:cubicBezTo>
                      <a:cubicBezTo>
                        <a:pt x="524" y="590"/>
                        <a:pt x="525" y="589"/>
                        <a:pt x="527" y="589"/>
                      </a:cubicBezTo>
                      <a:cubicBezTo>
                        <a:pt x="496" y="545"/>
                        <a:pt x="464" y="502"/>
                        <a:pt x="433" y="458"/>
                      </a:cubicBezTo>
                      <a:cubicBezTo>
                        <a:pt x="385" y="474"/>
                        <a:pt x="337" y="490"/>
                        <a:pt x="290" y="507"/>
                      </a:cubicBezTo>
                      <a:cubicBezTo>
                        <a:pt x="286" y="509"/>
                        <a:pt x="274" y="506"/>
                        <a:pt x="281" y="504"/>
                      </a:cubicBezTo>
                      <a:cubicBezTo>
                        <a:pt x="331" y="486"/>
                        <a:pt x="382" y="469"/>
                        <a:pt x="433" y="452"/>
                      </a:cubicBezTo>
                      <a:cubicBezTo>
                        <a:pt x="436" y="452"/>
                        <a:pt x="440" y="451"/>
                        <a:pt x="443" y="452"/>
                      </a:cubicBezTo>
                      <a:cubicBezTo>
                        <a:pt x="444" y="453"/>
                        <a:pt x="445" y="454"/>
                        <a:pt x="444" y="455"/>
                      </a:cubicBezTo>
                      <a:lnTo>
                        <a:pt x="445" y="455"/>
                      </a:lnTo>
                      <a:cubicBezTo>
                        <a:pt x="477" y="500"/>
                        <a:pt x="509" y="545"/>
                        <a:pt x="541" y="590"/>
                      </a:cubicBezTo>
                      <a:cubicBezTo>
                        <a:pt x="542" y="591"/>
                        <a:pt x="539" y="592"/>
                        <a:pt x="536" y="59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57;p33">
                  <a:extLst>
                    <a:ext uri="{FF2B5EF4-FFF2-40B4-BE49-F238E27FC236}">
                      <a16:creationId xmlns:a16="http://schemas.microsoft.com/office/drawing/2014/main" id="{7A8EE9ED-A99F-55E5-83BE-DB556B99A271}"/>
                    </a:ext>
                  </a:extLst>
                </p:cNvPr>
                <p:cNvSpPr/>
                <p:nvPr/>
              </p:nvSpPr>
              <p:spPr>
                <a:xfrm rot="-662413" flipH="1">
                  <a:off x="7038555" y="1715636"/>
                  <a:ext cx="403326" cy="74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920" extrusionOk="0">
                      <a:moveTo>
                        <a:pt x="680" y="739"/>
                      </a:moveTo>
                      <a:cubicBezTo>
                        <a:pt x="670" y="711"/>
                        <a:pt x="656" y="683"/>
                        <a:pt x="639" y="656"/>
                      </a:cubicBezTo>
                      <a:cubicBezTo>
                        <a:pt x="568" y="542"/>
                        <a:pt x="442" y="447"/>
                        <a:pt x="364" y="334"/>
                      </a:cubicBezTo>
                      <a:cubicBezTo>
                        <a:pt x="345" y="306"/>
                        <a:pt x="329" y="277"/>
                        <a:pt x="316" y="247"/>
                      </a:cubicBezTo>
                      <a:cubicBezTo>
                        <a:pt x="305" y="221"/>
                        <a:pt x="291" y="197"/>
                        <a:pt x="287" y="170"/>
                      </a:cubicBezTo>
                      <a:cubicBezTo>
                        <a:pt x="285" y="152"/>
                        <a:pt x="284" y="134"/>
                        <a:pt x="285" y="116"/>
                      </a:cubicBezTo>
                      <a:cubicBezTo>
                        <a:pt x="279" y="108"/>
                        <a:pt x="274" y="101"/>
                        <a:pt x="267" y="94"/>
                      </a:cubicBezTo>
                      <a:cubicBezTo>
                        <a:pt x="246" y="104"/>
                        <a:pt x="220" y="109"/>
                        <a:pt x="194" y="110"/>
                      </a:cubicBezTo>
                      <a:cubicBezTo>
                        <a:pt x="164" y="111"/>
                        <a:pt x="134" y="106"/>
                        <a:pt x="108" y="96"/>
                      </a:cubicBezTo>
                      <a:cubicBezTo>
                        <a:pt x="87" y="89"/>
                        <a:pt x="68" y="78"/>
                        <a:pt x="51" y="66"/>
                      </a:cubicBezTo>
                      <a:cubicBezTo>
                        <a:pt x="40" y="58"/>
                        <a:pt x="29" y="50"/>
                        <a:pt x="22" y="40"/>
                      </a:cubicBezTo>
                      <a:cubicBezTo>
                        <a:pt x="12" y="27"/>
                        <a:pt x="12" y="13"/>
                        <a:pt x="12" y="0"/>
                      </a:cubicBezTo>
                      <a:cubicBezTo>
                        <a:pt x="0" y="54"/>
                        <a:pt x="3" y="109"/>
                        <a:pt x="12" y="163"/>
                      </a:cubicBezTo>
                      <a:cubicBezTo>
                        <a:pt x="16" y="187"/>
                        <a:pt x="21" y="212"/>
                        <a:pt x="22" y="237"/>
                      </a:cubicBezTo>
                      <a:cubicBezTo>
                        <a:pt x="22" y="259"/>
                        <a:pt x="36" y="283"/>
                        <a:pt x="45" y="305"/>
                      </a:cubicBezTo>
                      <a:cubicBezTo>
                        <a:pt x="62" y="348"/>
                        <a:pt x="82" y="390"/>
                        <a:pt x="107" y="431"/>
                      </a:cubicBezTo>
                      <a:cubicBezTo>
                        <a:pt x="131" y="472"/>
                        <a:pt x="162" y="510"/>
                        <a:pt x="184" y="552"/>
                      </a:cubicBezTo>
                      <a:cubicBezTo>
                        <a:pt x="211" y="602"/>
                        <a:pt x="214" y="648"/>
                        <a:pt x="188" y="700"/>
                      </a:cubicBezTo>
                      <a:cubicBezTo>
                        <a:pt x="185" y="705"/>
                        <a:pt x="182" y="711"/>
                        <a:pt x="179" y="716"/>
                      </a:cubicBezTo>
                      <a:cubicBezTo>
                        <a:pt x="192" y="748"/>
                        <a:pt x="199" y="781"/>
                        <a:pt x="193" y="816"/>
                      </a:cubicBezTo>
                      <a:cubicBezTo>
                        <a:pt x="192" y="825"/>
                        <a:pt x="190" y="834"/>
                        <a:pt x="195" y="842"/>
                      </a:cubicBezTo>
                      <a:cubicBezTo>
                        <a:pt x="200" y="851"/>
                        <a:pt x="212" y="856"/>
                        <a:pt x="224" y="861"/>
                      </a:cubicBezTo>
                      <a:cubicBezTo>
                        <a:pt x="366" y="916"/>
                        <a:pt x="543" y="919"/>
                        <a:pt x="698" y="885"/>
                      </a:cubicBezTo>
                      <a:cubicBezTo>
                        <a:pt x="693" y="861"/>
                        <a:pt x="690" y="836"/>
                        <a:pt x="689" y="813"/>
                      </a:cubicBezTo>
                      <a:cubicBezTo>
                        <a:pt x="687" y="787"/>
                        <a:pt x="689" y="766"/>
                        <a:pt x="680" y="739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458;p33">
                  <a:extLst>
                    <a:ext uri="{FF2B5EF4-FFF2-40B4-BE49-F238E27FC236}">
                      <a16:creationId xmlns:a16="http://schemas.microsoft.com/office/drawing/2014/main" id="{5794A86E-2E0F-B9EF-6671-06EF3E13279D}"/>
                    </a:ext>
                  </a:extLst>
                </p:cNvPr>
                <p:cNvSpPr/>
                <p:nvPr/>
              </p:nvSpPr>
              <p:spPr>
                <a:xfrm rot="-662413" flipH="1">
                  <a:off x="7156383" y="2196389"/>
                  <a:ext cx="189834" cy="190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" h="236" extrusionOk="0">
                      <a:moveTo>
                        <a:pt x="321" y="234"/>
                      </a:moveTo>
                      <a:cubicBezTo>
                        <a:pt x="317" y="235"/>
                        <a:pt x="311" y="235"/>
                        <a:pt x="307" y="233"/>
                      </a:cubicBezTo>
                      <a:cubicBezTo>
                        <a:pt x="280" y="219"/>
                        <a:pt x="255" y="205"/>
                        <a:pt x="230" y="189"/>
                      </a:cubicBezTo>
                      <a:cubicBezTo>
                        <a:pt x="142" y="136"/>
                        <a:pt x="66" y="75"/>
                        <a:pt x="4" y="8"/>
                      </a:cubicBezTo>
                      <a:cubicBezTo>
                        <a:pt x="0" y="4"/>
                        <a:pt x="19" y="2"/>
                        <a:pt x="23" y="6"/>
                      </a:cubicBezTo>
                      <a:cubicBezTo>
                        <a:pt x="40" y="25"/>
                        <a:pt x="59" y="44"/>
                        <a:pt x="79" y="61"/>
                      </a:cubicBezTo>
                      <a:cubicBezTo>
                        <a:pt x="148" y="125"/>
                        <a:pt x="232" y="181"/>
                        <a:pt x="324" y="229"/>
                      </a:cubicBezTo>
                      <a:cubicBezTo>
                        <a:pt x="328" y="231"/>
                        <a:pt x="323" y="233"/>
                        <a:pt x="321" y="234"/>
                      </a:cubicBezTo>
                      <a:moveTo>
                        <a:pt x="284" y="49"/>
                      </a:moveTo>
                      <a:cubicBezTo>
                        <a:pt x="247" y="34"/>
                        <a:pt x="211" y="19"/>
                        <a:pt x="176" y="2"/>
                      </a:cubicBezTo>
                      <a:cubicBezTo>
                        <a:pt x="172" y="1"/>
                        <a:pt x="166" y="0"/>
                        <a:pt x="162" y="1"/>
                      </a:cubicBezTo>
                      <a:cubicBezTo>
                        <a:pt x="159" y="2"/>
                        <a:pt x="155" y="4"/>
                        <a:pt x="158" y="6"/>
                      </a:cubicBezTo>
                      <a:cubicBezTo>
                        <a:pt x="195" y="23"/>
                        <a:pt x="232" y="39"/>
                        <a:pt x="270" y="54"/>
                      </a:cubicBezTo>
                      <a:cubicBezTo>
                        <a:pt x="273" y="55"/>
                        <a:pt x="280" y="55"/>
                        <a:pt x="284" y="54"/>
                      </a:cubicBezTo>
                      <a:cubicBezTo>
                        <a:pt x="287" y="52"/>
                        <a:pt x="287" y="50"/>
                        <a:pt x="284" y="49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459;p33">
                  <a:extLst>
                    <a:ext uri="{FF2B5EF4-FFF2-40B4-BE49-F238E27FC236}">
                      <a16:creationId xmlns:a16="http://schemas.microsoft.com/office/drawing/2014/main" id="{9B67BB84-5FE3-9C1D-53EB-DC296E931FF8}"/>
                    </a:ext>
                  </a:extLst>
                </p:cNvPr>
                <p:cNvSpPr/>
                <p:nvPr/>
              </p:nvSpPr>
              <p:spPr>
                <a:xfrm rot="-662413" flipH="1">
                  <a:off x="6782317" y="2538722"/>
                  <a:ext cx="909358" cy="1019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1262" extrusionOk="0">
                      <a:moveTo>
                        <a:pt x="619" y="195"/>
                      </a:moveTo>
                      <a:cubicBezTo>
                        <a:pt x="614" y="196"/>
                        <a:pt x="608" y="196"/>
                        <a:pt x="604" y="194"/>
                      </a:cubicBezTo>
                      <a:cubicBezTo>
                        <a:pt x="583" y="183"/>
                        <a:pt x="564" y="169"/>
                        <a:pt x="547" y="154"/>
                      </a:cubicBezTo>
                      <a:cubicBezTo>
                        <a:pt x="490" y="105"/>
                        <a:pt x="450" y="41"/>
                        <a:pt x="367" y="7"/>
                      </a:cubicBezTo>
                      <a:cubicBezTo>
                        <a:pt x="363" y="6"/>
                        <a:pt x="362" y="4"/>
                        <a:pt x="366" y="2"/>
                      </a:cubicBezTo>
                      <a:cubicBezTo>
                        <a:pt x="370" y="1"/>
                        <a:pt x="377" y="0"/>
                        <a:pt x="381" y="2"/>
                      </a:cubicBezTo>
                      <a:cubicBezTo>
                        <a:pt x="404" y="11"/>
                        <a:pt x="425" y="23"/>
                        <a:pt x="443" y="36"/>
                      </a:cubicBezTo>
                      <a:cubicBezTo>
                        <a:pt x="509" y="84"/>
                        <a:pt x="545" y="149"/>
                        <a:pt x="622" y="190"/>
                      </a:cubicBezTo>
                      <a:cubicBezTo>
                        <a:pt x="626" y="192"/>
                        <a:pt x="621" y="194"/>
                        <a:pt x="619" y="195"/>
                      </a:cubicBezTo>
                      <a:moveTo>
                        <a:pt x="439" y="78"/>
                      </a:moveTo>
                      <a:cubicBezTo>
                        <a:pt x="404" y="60"/>
                        <a:pt x="363" y="47"/>
                        <a:pt x="319" y="40"/>
                      </a:cubicBezTo>
                      <a:cubicBezTo>
                        <a:pt x="315" y="39"/>
                        <a:pt x="308" y="39"/>
                        <a:pt x="305" y="42"/>
                      </a:cubicBezTo>
                      <a:cubicBezTo>
                        <a:pt x="302" y="44"/>
                        <a:pt x="306" y="46"/>
                        <a:pt x="309" y="46"/>
                      </a:cubicBezTo>
                      <a:cubicBezTo>
                        <a:pt x="350" y="53"/>
                        <a:pt x="388" y="65"/>
                        <a:pt x="421" y="83"/>
                      </a:cubicBezTo>
                      <a:cubicBezTo>
                        <a:pt x="425" y="85"/>
                        <a:pt x="431" y="84"/>
                        <a:pt x="436" y="83"/>
                      </a:cubicBezTo>
                      <a:cubicBezTo>
                        <a:pt x="439" y="83"/>
                        <a:pt x="443" y="80"/>
                        <a:pt x="439" y="78"/>
                      </a:cubicBezTo>
                      <a:moveTo>
                        <a:pt x="864" y="13"/>
                      </a:moveTo>
                      <a:cubicBezTo>
                        <a:pt x="859" y="12"/>
                        <a:pt x="852" y="12"/>
                        <a:pt x="848" y="15"/>
                      </a:cubicBezTo>
                      <a:cubicBezTo>
                        <a:pt x="788" y="42"/>
                        <a:pt x="735" y="76"/>
                        <a:pt x="690" y="115"/>
                      </a:cubicBezTo>
                      <a:cubicBezTo>
                        <a:pt x="687" y="118"/>
                        <a:pt x="695" y="120"/>
                        <a:pt x="698" y="120"/>
                      </a:cubicBezTo>
                      <a:cubicBezTo>
                        <a:pt x="703" y="121"/>
                        <a:pt x="709" y="120"/>
                        <a:pt x="712" y="117"/>
                      </a:cubicBezTo>
                      <a:cubicBezTo>
                        <a:pt x="756" y="79"/>
                        <a:pt x="809" y="46"/>
                        <a:pt x="868" y="19"/>
                      </a:cubicBezTo>
                      <a:cubicBezTo>
                        <a:pt x="872" y="16"/>
                        <a:pt x="867" y="14"/>
                        <a:pt x="864" y="13"/>
                      </a:cubicBezTo>
                      <a:moveTo>
                        <a:pt x="944" y="622"/>
                      </a:moveTo>
                      <a:cubicBezTo>
                        <a:pt x="852" y="542"/>
                        <a:pt x="772" y="457"/>
                        <a:pt x="705" y="367"/>
                      </a:cubicBezTo>
                      <a:cubicBezTo>
                        <a:pt x="686" y="342"/>
                        <a:pt x="668" y="316"/>
                        <a:pt x="651" y="290"/>
                      </a:cubicBezTo>
                      <a:cubicBezTo>
                        <a:pt x="648" y="285"/>
                        <a:pt x="625" y="286"/>
                        <a:pt x="629" y="292"/>
                      </a:cubicBezTo>
                      <a:cubicBezTo>
                        <a:pt x="689" y="384"/>
                        <a:pt x="762" y="473"/>
                        <a:pt x="847" y="555"/>
                      </a:cubicBezTo>
                      <a:cubicBezTo>
                        <a:pt x="871" y="579"/>
                        <a:pt x="896" y="601"/>
                        <a:pt x="922" y="624"/>
                      </a:cubicBezTo>
                      <a:cubicBezTo>
                        <a:pt x="925" y="627"/>
                        <a:pt x="931" y="627"/>
                        <a:pt x="936" y="627"/>
                      </a:cubicBezTo>
                      <a:cubicBezTo>
                        <a:pt x="938" y="626"/>
                        <a:pt x="948" y="624"/>
                        <a:pt x="944" y="622"/>
                      </a:cubicBezTo>
                      <a:moveTo>
                        <a:pt x="1525" y="1254"/>
                      </a:moveTo>
                      <a:cubicBezTo>
                        <a:pt x="1380" y="1201"/>
                        <a:pt x="1246" y="1136"/>
                        <a:pt x="1126" y="1060"/>
                      </a:cubicBezTo>
                      <a:cubicBezTo>
                        <a:pt x="1092" y="1038"/>
                        <a:pt x="1059" y="1016"/>
                        <a:pt x="1028" y="993"/>
                      </a:cubicBezTo>
                      <a:cubicBezTo>
                        <a:pt x="1023" y="989"/>
                        <a:pt x="1000" y="991"/>
                        <a:pt x="1008" y="997"/>
                      </a:cubicBezTo>
                      <a:cubicBezTo>
                        <a:pt x="1120" y="1079"/>
                        <a:pt x="1248" y="1152"/>
                        <a:pt x="1387" y="1212"/>
                      </a:cubicBezTo>
                      <a:cubicBezTo>
                        <a:pt x="1427" y="1229"/>
                        <a:pt x="1467" y="1245"/>
                        <a:pt x="1509" y="1260"/>
                      </a:cubicBezTo>
                      <a:cubicBezTo>
                        <a:pt x="1513" y="1261"/>
                        <a:pt x="1521" y="1261"/>
                        <a:pt x="1525" y="1260"/>
                      </a:cubicBezTo>
                      <a:cubicBezTo>
                        <a:pt x="1529" y="1258"/>
                        <a:pt x="1529" y="1255"/>
                        <a:pt x="1525" y="1254"/>
                      </a:cubicBezTo>
                      <a:moveTo>
                        <a:pt x="1571" y="1206"/>
                      </a:moveTo>
                      <a:cubicBezTo>
                        <a:pt x="1554" y="1200"/>
                        <a:pt x="1536" y="1195"/>
                        <a:pt x="1519" y="1189"/>
                      </a:cubicBezTo>
                      <a:cubicBezTo>
                        <a:pt x="1514" y="1187"/>
                        <a:pt x="1507" y="1187"/>
                        <a:pt x="1503" y="1189"/>
                      </a:cubicBezTo>
                      <a:cubicBezTo>
                        <a:pt x="1501" y="1190"/>
                        <a:pt x="1499" y="1190"/>
                        <a:pt x="1499" y="1192"/>
                      </a:cubicBezTo>
                      <a:cubicBezTo>
                        <a:pt x="1499" y="1193"/>
                        <a:pt x="1501" y="1194"/>
                        <a:pt x="1503" y="1195"/>
                      </a:cubicBezTo>
                      <a:cubicBezTo>
                        <a:pt x="1520" y="1200"/>
                        <a:pt x="1537" y="1206"/>
                        <a:pt x="1555" y="1212"/>
                      </a:cubicBezTo>
                      <a:cubicBezTo>
                        <a:pt x="1560" y="1213"/>
                        <a:pt x="1566" y="1214"/>
                        <a:pt x="1571" y="1212"/>
                      </a:cubicBezTo>
                      <a:cubicBezTo>
                        <a:pt x="1573" y="1211"/>
                        <a:pt x="1574" y="1210"/>
                        <a:pt x="1574" y="1209"/>
                      </a:cubicBezTo>
                      <a:cubicBezTo>
                        <a:pt x="1575" y="1208"/>
                        <a:pt x="1573" y="1207"/>
                        <a:pt x="1571" y="1206"/>
                      </a:cubicBezTo>
                      <a:moveTo>
                        <a:pt x="158" y="532"/>
                      </a:moveTo>
                      <a:cubicBezTo>
                        <a:pt x="110" y="611"/>
                        <a:pt x="59" y="689"/>
                        <a:pt x="4" y="766"/>
                      </a:cubicBezTo>
                      <a:cubicBezTo>
                        <a:pt x="0" y="771"/>
                        <a:pt x="23" y="773"/>
                        <a:pt x="27" y="768"/>
                      </a:cubicBezTo>
                      <a:cubicBezTo>
                        <a:pt x="81" y="691"/>
                        <a:pt x="132" y="613"/>
                        <a:pt x="180" y="534"/>
                      </a:cubicBezTo>
                      <a:cubicBezTo>
                        <a:pt x="184" y="529"/>
                        <a:pt x="161" y="527"/>
                        <a:pt x="158" y="532"/>
                      </a:cubicBezTo>
                      <a:moveTo>
                        <a:pt x="139" y="644"/>
                      </a:moveTo>
                      <a:cubicBezTo>
                        <a:pt x="136" y="679"/>
                        <a:pt x="133" y="714"/>
                        <a:pt x="132" y="749"/>
                      </a:cubicBezTo>
                      <a:cubicBezTo>
                        <a:pt x="132" y="754"/>
                        <a:pt x="156" y="754"/>
                        <a:pt x="156" y="749"/>
                      </a:cubicBezTo>
                      <a:cubicBezTo>
                        <a:pt x="156" y="714"/>
                        <a:pt x="159" y="679"/>
                        <a:pt x="163" y="644"/>
                      </a:cubicBezTo>
                      <a:cubicBezTo>
                        <a:pt x="163" y="639"/>
                        <a:pt x="140" y="638"/>
                        <a:pt x="139" y="64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5" name="Google Shape;460;p33">
              <a:extLst>
                <a:ext uri="{FF2B5EF4-FFF2-40B4-BE49-F238E27FC236}">
                  <a16:creationId xmlns:a16="http://schemas.microsoft.com/office/drawing/2014/main" id="{D70956BC-1843-0FFB-8B5C-172FF02A1F88}"/>
                </a:ext>
              </a:extLst>
            </p:cNvPr>
            <p:cNvSpPr/>
            <p:nvPr/>
          </p:nvSpPr>
          <p:spPr>
            <a:xfrm>
              <a:off x="8104262" y="135512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61;p33">
              <a:extLst>
                <a:ext uri="{FF2B5EF4-FFF2-40B4-BE49-F238E27FC236}">
                  <a16:creationId xmlns:a16="http://schemas.microsoft.com/office/drawing/2014/main" id="{2A5DCC9C-80DF-5CC7-F1D6-372248681814}"/>
                </a:ext>
              </a:extLst>
            </p:cNvPr>
            <p:cNvSpPr/>
            <p:nvPr/>
          </p:nvSpPr>
          <p:spPr>
            <a:xfrm rot="10800000">
              <a:off x="6208350" y="3634725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9755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0"/>
          <p:cNvSpPr/>
          <p:nvPr/>
        </p:nvSpPr>
        <p:spPr>
          <a:xfrm>
            <a:off x="6643125" y="1540113"/>
            <a:ext cx="633900" cy="6339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681" name="Google Shape;681;p40"/>
          <p:cNvSpPr/>
          <p:nvPr/>
        </p:nvSpPr>
        <p:spPr>
          <a:xfrm>
            <a:off x="1866975" y="1540113"/>
            <a:ext cx="633900" cy="6339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682" name="Google Shape;682;p40"/>
          <p:cNvSpPr txBox="1">
            <a:spLocks noGrp="1"/>
          </p:cNvSpPr>
          <p:nvPr>
            <p:ph type="title"/>
          </p:nvPr>
        </p:nvSpPr>
        <p:spPr>
          <a:xfrm>
            <a:off x="369570" y="307865"/>
            <a:ext cx="84048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GOOGLE’S APPENGINE VS AMAZON’S EC2</a:t>
            </a:r>
          </a:p>
        </p:txBody>
      </p:sp>
      <p:sp>
        <p:nvSpPr>
          <p:cNvPr id="683" name="Google Shape;683;p40"/>
          <p:cNvSpPr txBox="1">
            <a:spLocks noGrp="1"/>
          </p:cNvSpPr>
          <p:nvPr>
            <p:ph type="subTitle" idx="1"/>
          </p:nvPr>
        </p:nvSpPr>
        <p:spPr>
          <a:xfrm>
            <a:off x="5767724" y="2734303"/>
            <a:ext cx="2652375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Offers greater customization and control over infrastructure, making it suitable for custom big data configurations, and leverages a broad ecosystem of AWS big data services such as Amazon EMR and Amazon Redshift for versatile big data processing and analytics.</a:t>
            </a:r>
            <a:endParaRPr dirty="0"/>
          </a:p>
        </p:txBody>
      </p:sp>
      <p:sp>
        <p:nvSpPr>
          <p:cNvPr id="684" name="Google Shape;684;p40"/>
          <p:cNvSpPr txBox="1">
            <a:spLocks noGrp="1"/>
          </p:cNvSpPr>
          <p:nvPr>
            <p:ph type="subTitle" idx="2"/>
          </p:nvPr>
        </p:nvSpPr>
        <p:spPr>
          <a:xfrm>
            <a:off x="991575" y="2828425"/>
            <a:ext cx="23847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Google App Engine abstracts infrastructure complexities, enabling developers to focus on code, and seamlessly integrates with Google Cloud Services like Big Query and Dataflow for streamlined big data development.</a:t>
            </a:r>
            <a:endParaRPr dirty="0"/>
          </a:p>
        </p:txBody>
      </p:sp>
      <p:sp>
        <p:nvSpPr>
          <p:cNvPr id="685" name="Google Shape;685;p40"/>
          <p:cNvSpPr txBox="1">
            <a:spLocks noGrp="1"/>
          </p:cNvSpPr>
          <p:nvPr>
            <p:ph type="subTitle" idx="3"/>
          </p:nvPr>
        </p:nvSpPr>
        <p:spPr>
          <a:xfrm>
            <a:off x="991575" y="2345725"/>
            <a:ext cx="2384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</a:t>
            </a:r>
            <a:endParaRPr dirty="0"/>
          </a:p>
        </p:txBody>
      </p:sp>
      <p:sp>
        <p:nvSpPr>
          <p:cNvPr id="686" name="Google Shape;686;p40"/>
          <p:cNvSpPr txBox="1">
            <a:spLocks noGrp="1"/>
          </p:cNvSpPr>
          <p:nvPr>
            <p:ph type="subTitle" idx="4"/>
          </p:nvPr>
        </p:nvSpPr>
        <p:spPr>
          <a:xfrm>
            <a:off x="5767725" y="2345725"/>
            <a:ext cx="2384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Amazon</a:t>
            </a:r>
            <a:endParaRPr dirty="0"/>
          </a:p>
        </p:txBody>
      </p:sp>
      <p:grpSp>
        <p:nvGrpSpPr>
          <p:cNvPr id="687" name="Google Shape;687;p40"/>
          <p:cNvGrpSpPr/>
          <p:nvPr/>
        </p:nvGrpSpPr>
        <p:grpSpPr>
          <a:xfrm>
            <a:off x="3774925" y="2191276"/>
            <a:ext cx="1594150" cy="1438499"/>
            <a:chOff x="3890290" y="2191276"/>
            <a:chExt cx="1594150" cy="1438499"/>
          </a:xfrm>
        </p:grpSpPr>
        <p:grpSp>
          <p:nvGrpSpPr>
            <p:cNvPr id="688" name="Google Shape;688;p40"/>
            <p:cNvGrpSpPr/>
            <p:nvPr/>
          </p:nvGrpSpPr>
          <p:grpSpPr>
            <a:xfrm>
              <a:off x="3890290" y="2542876"/>
              <a:ext cx="1594150" cy="623428"/>
              <a:chOff x="3523653" y="-869850"/>
              <a:chExt cx="3062728" cy="1197749"/>
            </a:xfrm>
          </p:grpSpPr>
          <p:sp>
            <p:nvSpPr>
              <p:cNvPr id="689" name="Google Shape;689;p40"/>
              <p:cNvSpPr/>
              <p:nvPr/>
            </p:nvSpPr>
            <p:spPr>
              <a:xfrm>
                <a:off x="4989616" y="-478193"/>
                <a:ext cx="1498298" cy="764208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1040" extrusionOk="0">
                    <a:moveTo>
                      <a:pt x="69" y="0"/>
                    </a:moveTo>
                    <a:lnTo>
                      <a:pt x="0" y="867"/>
                    </a:lnTo>
                    <a:lnTo>
                      <a:pt x="2038" y="1039"/>
                    </a:lnTo>
                    <a:lnTo>
                      <a:pt x="69" y="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90" name="Google Shape;690;p40"/>
              <p:cNvSpPr/>
              <p:nvPr/>
            </p:nvSpPr>
            <p:spPr>
              <a:xfrm>
                <a:off x="4443646" y="-714069"/>
                <a:ext cx="2142735" cy="1041968"/>
              </a:xfrm>
              <a:custGeom>
                <a:avLst/>
                <a:gdLst/>
                <a:ahLst/>
                <a:cxnLst/>
                <a:rect l="l" t="t" r="r" b="b"/>
                <a:pathLst>
                  <a:path w="2916" h="1418" extrusionOk="0">
                    <a:moveTo>
                      <a:pt x="2915" y="1417"/>
                    </a:moveTo>
                    <a:lnTo>
                      <a:pt x="0" y="960"/>
                    </a:lnTo>
                    <a:lnTo>
                      <a:pt x="526" y="539"/>
                    </a:lnTo>
                    <a:lnTo>
                      <a:pt x="811" y="613"/>
                    </a:lnTo>
                    <a:lnTo>
                      <a:pt x="823" y="617"/>
                    </a:lnTo>
                    <a:lnTo>
                      <a:pt x="812" y="313"/>
                    </a:lnTo>
                    <a:lnTo>
                      <a:pt x="812" y="308"/>
                    </a:lnTo>
                    <a:lnTo>
                      <a:pt x="1189" y="0"/>
                    </a:lnTo>
                    <a:lnTo>
                      <a:pt x="2915" y="1417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91" name="Google Shape;691;p40"/>
              <p:cNvSpPr/>
              <p:nvPr/>
            </p:nvSpPr>
            <p:spPr>
              <a:xfrm>
                <a:off x="5039584" y="-484072"/>
                <a:ext cx="1407180" cy="75318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025" extrusionOk="0">
                    <a:moveTo>
                      <a:pt x="1914" y="1024"/>
                    </a:moveTo>
                    <a:lnTo>
                      <a:pt x="1" y="304"/>
                    </a:lnTo>
                    <a:lnTo>
                      <a:pt x="0" y="300"/>
                    </a:lnTo>
                    <a:lnTo>
                      <a:pt x="12" y="304"/>
                    </a:lnTo>
                    <a:lnTo>
                      <a:pt x="1" y="0"/>
                    </a:lnTo>
                    <a:lnTo>
                      <a:pt x="1914" y="1024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92" name="Google Shape;692;p40"/>
              <p:cNvSpPr/>
              <p:nvPr/>
            </p:nvSpPr>
            <p:spPr>
              <a:xfrm>
                <a:off x="3523653" y="-869850"/>
                <a:ext cx="1138971" cy="735550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001" extrusionOk="0">
                    <a:moveTo>
                      <a:pt x="1477" y="664"/>
                    </a:moveTo>
                    <a:cubicBezTo>
                      <a:pt x="1432" y="758"/>
                      <a:pt x="1354" y="830"/>
                      <a:pt x="1263" y="877"/>
                    </a:cubicBezTo>
                    <a:cubicBezTo>
                      <a:pt x="1173" y="924"/>
                      <a:pt x="1067" y="955"/>
                      <a:pt x="965" y="948"/>
                    </a:cubicBezTo>
                    <a:cubicBezTo>
                      <a:pt x="864" y="941"/>
                      <a:pt x="778" y="887"/>
                      <a:pt x="736" y="794"/>
                    </a:cubicBezTo>
                    <a:cubicBezTo>
                      <a:pt x="719" y="755"/>
                      <a:pt x="710" y="713"/>
                      <a:pt x="708" y="671"/>
                    </a:cubicBezTo>
                    <a:cubicBezTo>
                      <a:pt x="798" y="651"/>
                      <a:pt x="887" y="622"/>
                      <a:pt x="960" y="566"/>
                    </a:cubicBezTo>
                    <a:cubicBezTo>
                      <a:pt x="1005" y="530"/>
                      <a:pt x="1048" y="480"/>
                      <a:pt x="1057" y="422"/>
                    </a:cubicBezTo>
                    <a:cubicBezTo>
                      <a:pt x="1066" y="368"/>
                      <a:pt x="1032" y="322"/>
                      <a:pt x="984" y="301"/>
                    </a:cubicBezTo>
                    <a:cubicBezTo>
                      <a:pt x="930" y="278"/>
                      <a:pt x="868" y="280"/>
                      <a:pt x="816" y="307"/>
                    </a:cubicBezTo>
                    <a:cubicBezTo>
                      <a:pt x="765" y="335"/>
                      <a:pt x="727" y="383"/>
                      <a:pt x="699" y="433"/>
                    </a:cubicBezTo>
                    <a:cubicBezTo>
                      <a:pt x="664" y="498"/>
                      <a:pt x="644" y="574"/>
                      <a:pt x="645" y="649"/>
                    </a:cubicBezTo>
                    <a:cubicBezTo>
                      <a:pt x="532" y="672"/>
                      <a:pt x="412" y="685"/>
                      <a:pt x="302" y="648"/>
                    </a:cubicBezTo>
                    <a:cubicBezTo>
                      <a:pt x="205" y="616"/>
                      <a:pt x="120" y="546"/>
                      <a:pt x="89" y="447"/>
                    </a:cubicBezTo>
                    <a:cubicBezTo>
                      <a:pt x="52" y="333"/>
                      <a:pt x="93" y="208"/>
                      <a:pt x="143" y="105"/>
                    </a:cubicBezTo>
                    <a:cubicBezTo>
                      <a:pt x="156" y="79"/>
                      <a:pt x="170" y="53"/>
                      <a:pt x="185" y="28"/>
                    </a:cubicBezTo>
                    <a:cubicBezTo>
                      <a:pt x="196" y="8"/>
                      <a:pt x="134" y="0"/>
                      <a:pt x="124" y="19"/>
                    </a:cubicBezTo>
                    <a:cubicBezTo>
                      <a:pt x="60" y="130"/>
                      <a:pt x="0" y="260"/>
                      <a:pt x="14" y="390"/>
                    </a:cubicBezTo>
                    <a:cubicBezTo>
                      <a:pt x="27" y="511"/>
                      <a:pt x="108" y="604"/>
                      <a:pt x="216" y="654"/>
                    </a:cubicBezTo>
                    <a:cubicBezTo>
                      <a:pt x="343" y="714"/>
                      <a:pt x="489" y="710"/>
                      <a:pt x="625" y="687"/>
                    </a:cubicBezTo>
                    <a:cubicBezTo>
                      <a:pt x="632" y="686"/>
                      <a:pt x="639" y="684"/>
                      <a:pt x="646" y="683"/>
                    </a:cubicBezTo>
                    <a:cubicBezTo>
                      <a:pt x="647" y="698"/>
                      <a:pt x="649" y="713"/>
                      <a:pt x="652" y="728"/>
                    </a:cubicBezTo>
                    <a:cubicBezTo>
                      <a:pt x="675" y="836"/>
                      <a:pt x="744" y="920"/>
                      <a:pt x="848" y="958"/>
                    </a:cubicBezTo>
                    <a:cubicBezTo>
                      <a:pt x="965" y="1000"/>
                      <a:pt x="1101" y="981"/>
                      <a:pt x="1216" y="940"/>
                    </a:cubicBezTo>
                    <a:cubicBezTo>
                      <a:pt x="1324" y="901"/>
                      <a:pt x="1425" y="838"/>
                      <a:pt x="1495" y="745"/>
                    </a:cubicBezTo>
                    <a:cubicBezTo>
                      <a:pt x="1512" y="722"/>
                      <a:pt x="1526" y="698"/>
                      <a:pt x="1539" y="673"/>
                    </a:cubicBezTo>
                    <a:cubicBezTo>
                      <a:pt x="1549" y="651"/>
                      <a:pt x="1487" y="645"/>
                      <a:pt x="1477" y="664"/>
                    </a:cubicBezTo>
                    <a:moveTo>
                      <a:pt x="788" y="397"/>
                    </a:moveTo>
                    <a:cubicBezTo>
                      <a:pt x="814" y="361"/>
                      <a:pt x="855" y="319"/>
                      <a:pt x="903" y="317"/>
                    </a:cubicBezTo>
                    <a:cubicBezTo>
                      <a:pt x="938" y="315"/>
                      <a:pt x="977" y="339"/>
                      <a:pt x="990" y="374"/>
                    </a:cubicBezTo>
                    <a:cubicBezTo>
                      <a:pt x="1010" y="425"/>
                      <a:pt x="973" y="483"/>
                      <a:pt x="939" y="519"/>
                    </a:cubicBezTo>
                    <a:cubicBezTo>
                      <a:pt x="878" y="583"/>
                      <a:pt x="792" y="615"/>
                      <a:pt x="707" y="635"/>
                    </a:cubicBezTo>
                    <a:cubicBezTo>
                      <a:pt x="708" y="598"/>
                      <a:pt x="715" y="561"/>
                      <a:pt x="725" y="526"/>
                    </a:cubicBezTo>
                    <a:cubicBezTo>
                      <a:pt x="739" y="480"/>
                      <a:pt x="760" y="436"/>
                      <a:pt x="788" y="39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3" name="Google Shape;693;p40"/>
            <p:cNvSpPr/>
            <p:nvPr/>
          </p:nvSpPr>
          <p:spPr>
            <a:xfrm>
              <a:off x="4989175" y="219127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 rot="10800000">
              <a:off x="4283425" y="327817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" name="Google Shape;695;p40"/>
          <p:cNvSpPr/>
          <p:nvPr/>
        </p:nvSpPr>
        <p:spPr>
          <a:xfrm>
            <a:off x="1954444" y="1629246"/>
            <a:ext cx="458964" cy="455638"/>
          </a:xfrm>
          <a:custGeom>
            <a:avLst/>
            <a:gdLst/>
            <a:ahLst/>
            <a:cxnLst/>
            <a:rect l="l" t="t" r="r" b="b"/>
            <a:pathLst>
              <a:path w="1518" h="1507" extrusionOk="0">
                <a:moveTo>
                  <a:pt x="47" y="915"/>
                </a:moveTo>
                <a:lnTo>
                  <a:pt x="481" y="915"/>
                </a:lnTo>
                <a:lnTo>
                  <a:pt x="481" y="1343"/>
                </a:lnTo>
                <a:cubicBezTo>
                  <a:pt x="481" y="1433"/>
                  <a:pt x="554" y="1506"/>
                  <a:pt x="644" y="1506"/>
                </a:cubicBezTo>
                <a:lnTo>
                  <a:pt x="1470" y="1506"/>
                </a:lnTo>
                <a:cubicBezTo>
                  <a:pt x="1487" y="1506"/>
                  <a:pt x="1502" y="1497"/>
                  <a:pt x="1509" y="1482"/>
                </a:cubicBezTo>
                <a:cubicBezTo>
                  <a:pt x="1517" y="1468"/>
                  <a:pt x="1516" y="1451"/>
                  <a:pt x="1507" y="1437"/>
                </a:cubicBezTo>
                <a:lnTo>
                  <a:pt x="1396" y="1271"/>
                </a:lnTo>
                <a:lnTo>
                  <a:pt x="1396" y="753"/>
                </a:lnTo>
                <a:cubicBezTo>
                  <a:pt x="1396" y="663"/>
                  <a:pt x="1324" y="590"/>
                  <a:pt x="1234" y="590"/>
                </a:cubicBezTo>
                <a:lnTo>
                  <a:pt x="1036" y="590"/>
                </a:lnTo>
                <a:lnTo>
                  <a:pt x="1036" y="162"/>
                </a:lnTo>
                <a:cubicBezTo>
                  <a:pt x="1036" y="73"/>
                  <a:pt x="963" y="0"/>
                  <a:pt x="874" y="0"/>
                </a:cubicBezTo>
                <a:lnTo>
                  <a:pt x="283" y="0"/>
                </a:lnTo>
                <a:cubicBezTo>
                  <a:pt x="194" y="0"/>
                  <a:pt x="121" y="72"/>
                  <a:pt x="121" y="162"/>
                </a:cubicBezTo>
                <a:lnTo>
                  <a:pt x="121" y="680"/>
                </a:lnTo>
                <a:lnTo>
                  <a:pt x="10" y="846"/>
                </a:lnTo>
                <a:cubicBezTo>
                  <a:pt x="1" y="860"/>
                  <a:pt x="0" y="877"/>
                  <a:pt x="8" y="892"/>
                </a:cubicBezTo>
                <a:cubicBezTo>
                  <a:pt x="16" y="906"/>
                  <a:pt x="31" y="915"/>
                  <a:pt x="47" y="915"/>
                </a:cubicBezTo>
                <a:moveTo>
                  <a:pt x="1175" y="827"/>
                </a:moveTo>
                <a:lnTo>
                  <a:pt x="1018" y="827"/>
                </a:lnTo>
                <a:cubicBezTo>
                  <a:pt x="1030" y="804"/>
                  <a:pt x="1036" y="779"/>
                  <a:pt x="1036" y="753"/>
                </a:cubicBezTo>
                <a:lnTo>
                  <a:pt x="1036" y="679"/>
                </a:lnTo>
                <a:lnTo>
                  <a:pt x="1234" y="679"/>
                </a:lnTo>
                <a:cubicBezTo>
                  <a:pt x="1275" y="679"/>
                  <a:pt x="1308" y="712"/>
                  <a:pt x="1308" y="753"/>
                </a:cubicBezTo>
                <a:lnTo>
                  <a:pt x="1308" y="1284"/>
                </a:lnTo>
                <a:cubicBezTo>
                  <a:pt x="1308" y="1293"/>
                  <a:pt x="1310" y="1301"/>
                  <a:pt x="1315" y="1309"/>
                </a:cubicBezTo>
                <a:lnTo>
                  <a:pt x="1387" y="1417"/>
                </a:lnTo>
                <a:lnTo>
                  <a:pt x="644" y="1417"/>
                </a:lnTo>
                <a:cubicBezTo>
                  <a:pt x="603" y="1417"/>
                  <a:pt x="570" y="1384"/>
                  <a:pt x="570" y="1343"/>
                </a:cubicBezTo>
                <a:lnTo>
                  <a:pt x="570" y="915"/>
                </a:lnTo>
                <a:lnTo>
                  <a:pt x="1175" y="915"/>
                </a:lnTo>
                <a:cubicBezTo>
                  <a:pt x="1199" y="915"/>
                  <a:pt x="1219" y="895"/>
                  <a:pt x="1219" y="871"/>
                </a:cubicBezTo>
                <a:cubicBezTo>
                  <a:pt x="1219" y="846"/>
                  <a:pt x="1199" y="827"/>
                  <a:pt x="1175" y="827"/>
                </a:cubicBezTo>
                <a:moveTo>
                  <a:pt x="202" y="718"/>
                </a:moveTo>
                <a:cubicBezTo>
                  <a:pt x="207" y="711"/>
                  <a:pt x="209" y="703"/>
                  <a:pt x="209" y="694"/>
                </a:cubicBezTo>
                <a:lnTo>
                  <a:pt x="209" y="162"/>
                </a:lnTo>
                <a:cubicBezTo>
                  <a:pt x="209" y="122"/>
                  <a:pt x="242" y="88"/>
                  <a:pt x="283" y="88"/>
                </a:cubicBezTo>
                <a:lnTo>
                  <a:pt x="874" y="88"/>
                </a:lnTo>
                <a:cubicBezTo>
                  <a:pt x="915" y="88"/>
                  <a:pt x="948" y="122"/>
                  <a:pt x="948" y="162"/>
                </a:cubicBezTo>
                <a:lnTo>
                  <a:pt x="948" y="753"/>
                </a:lnTo>
                <a:cubicBezTo>
                  <a:pt x="948" y="794"/>
                  <a:pt x="915" y="827"/>
                  <a:pt x="874" y="827"/>
                </a:cubicBezTo>
                <a:lnTo>
                  <a:pt x="130" y="827"/>
                </a:lnTo>
                <a:lnTo>
                  <a:pt x="202" y="718"/>
                </a:lnTo>
                <a:moveTo>
                  <a:pt x="859" y="457"/>
                </a:moveTo>
                <a:cubicBezTo>
                  <a:pt x="859" y="482"/>
                  <a:pt x="839" y="502"/>
                  <a:pt x="815" y="502"/>
                </a:cubicBezTo>
                <a:lnTo>
                  <a:pt x="342" y="502"/>
                </a:lnTo>
                <a:cubicBezTo>
                  <a:pt x="318" y="502"/>
                  <a:pt x="298" y="482"/>
                  <a:pt x="298" y="457"/>
                </a:cubicBezTo>
                <a:cubicBezTo>
                  <a:pt x="298" y="433"/>
                  <a:pt x="318" y="413"/>
                  <a:pt x="342" y="413"/>
                </a:cubicBezTo>
                <a:lnTo>
                  <a:pt x="815" y="413"/>
                </a:lnTo>
                <a:cubicBezTo>
                  <a:pt x="839" y="413"/>
                  <a:pt x="859" y="433"/>
                  <a:pt x="859" y="457"/>
                </a:cubicBezTo>
                <a:moveTo>
                  <a:pt x="859" y="280"/>
                </a:moveTo>
                <a:cubicBezTo>
                  <a:pt x="859" y="305"/>
                  <a:pt x="839" y="325"/>
                  <a:pt x="815" y="325"/>
                </a:cubicBezTo>
                <a:lnTo>
                  <a:pt x="342" y="325"/>
                </a:lnTo>
                <a:cubicBezTo>
                  <a:pt x="318" y="325"/>
                  <a:pt x="298" y="305"/>
                  <a:pt x="298" y="280"/>
                </a:cubicBezTo>
                <a:cubicBezTo>
                  <a:pt x="298" y="256"/>
                  <a:pt x="318" y="236"/>
                  <a:pt x="342" y="236"/>
                </a:cubicBezTo>
                <a:lnTo>
                  <a:pt x="815" y="236"/>
                </a:lnTo>
                <a:cubicBezTo>
                  <a:pt x="839" y="236"/>
                  <a:pt x="859" y="256"/>
                  <a:pt x="859" y="280"/>
                </a:cubicBezTo>
                <a:moveTo>
                  <a:pt x="859" y="635"/>
                </a:moveTo>
                <a:cubicBezTo>
                  <a:pt x="859" y="659"/>
                  <a:pt x="839" y="679"/>
                  <a:pt x="815" y="679"/>
                </a:cubicBezTo>
                <a:lnTo>
                  <a:pt x="342" y="679"/>
                </a:lnTo>
                <a:cubicBezTo>
                  <a:pt x="318" y="679"/>
                  <a:pt x="298" y="659"/>
                  <a:pt x="298" y="635"/>
                </a:cubicBezTo>
                <a:cubicBezTo>
                  <a:pt x="298" y="610"/>
                  <a:pt x="318" y="590"/>
                  <a:pt x="342" y="590"/>
                </a:cubicBezTo>
                <a:lnTo>
                  <a:pt x="815" y="590"/>
                </a:lnTo>
                <a:cubicBezTo>
                  <a:pt x="839" y="590"/>
                  <a:pt x="859" y="610"/>
                  <a:pt x="859" y="635"/>
                </a:cubicBezTo>
                <a:moveTo>
                  <a:pt x="1219" y="1048"/>
                </a:moveTo>
                <a:cubicBezTo>
                  <a:pt x="1219" y="1073"/>
                  <a:pt x="1199" y="1092"/>
                  <a:pt x="1175" y="1092"/>
                </a:cubicBezTo>
                <a:lnTo>
                  <a:pt x="703" y="1092"/>
                </a:lnTo>
                <a:cubicBezTo>
                  <a:pt x="678" y="1092"/>
                  <a:pt x="658" y="1073"/>
                  <a:pt x="658" y="1048"/>
                </a:cubicBezTo>
                <a:cubicBezTo>
                  <a:pt x="658" y="1024"/>
                  <a:pt x="678" y="1004"/>
                  <a:pt x="703" y="1004"/>
                </a:cubicBezTo>
                <a:lnTo>
                  <a:pt x="1175" y="1004"/>
                </a:lnTo>
                <a:cubicBezTo>
                  <a:pt x="1199" y="1004"/>
                  <a:pt x="1219" y="1024"/>
                  <a:pt x="1219" y="1048"/>
                </a:cubicBezTo>
                <a:moveTo>
                  <a:pt x="1219" y="1225"/>
                </a:moveTo>
                <a:cubicBezTo>
                  <a:pt x="1219" y="1250"/>
                  <a:pt x="1199" y="1270"/>
                  <a:pt x="1175" y="1270"/>
                </a:cubicBezTo>
                <a:lnTo>
                  <a:pt x="703" y="1270"/>
                </a:lnTo>
                <a:cubicBezTo>
                  <a:pt x="678" y="1270"/>
                  <a:pt x="658" y="1250"/>
                  <a:pt x="658" y="1225"/>
                </a:cubicBezTo>
                <a:cubicBezTo>
                  <a:pt x="658" y="1201"/>
                  <a:pt x="678" y="1181"/>
                  <a:pt x="703" y="1181"/>
                </a:cubicBezTo>
                <a:lnTo>
                  <a:pt x="1175" y="1181"/>
                </a:lnTo>
                <a:cubicBezTo>
                  <a:pt x="1199" y="1181"/>
                  <a:pt x="1219" y="1201"/>
                  <a:pt x="1219" y="122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0"/>
          <p:cNvSpPr/>
          <p:nvPr/>
        </p:nvSpPr>
        <p:spPr>
          <a:xfrm>
            <a:off x="6730442" y="1628337"/>
            <a:ext cx="459266" cy="457452"/>
          </a:xfrm>
          <a:custGeom>
            <a:avLst/>
            <a:gdLst/>
            <a:ahLst/>
            <a:cxnLst/>
            <a:rect l="l" t="t" r="r" b="b"/>
            <a:pathLst>
              <a:path w="1519" h="1513" extrusionOk="0">
                <a:moveTo>
                  <a:pt x="1204" y="1019"/>
                </a:moveTo>
                <a:lnTo>
                  <a:pt x="1251" y="925"/>
                </a:lnTo>
                <a:cubicBezTo>
                  <a:pt x="1258" y="911"/>
                  <a:pt x="1272" y="902"/>
                  <a:pt x="1288" y="901"/>
                </a:cubicBezTo>
                <a:cubicBezTo>
                  <a:pt x="1304" y="900"/>
                  <a:pt x="1319" y="907"/>
                  <a:pt x="1328" y="921"/>
                </a:cubicBezTo>
                <a:lnTo>
                  <a:pt x="1412" y="1047"/>
                </a:lnTo>
                <a:lnTo>
                  <a:pt x="1433" y="1022"/>
                </a:lnTo>
                <a:cubicBezTo>
                  <a:pt x="1448" y="1003"/>
                  <a:pt x="1475" y="999"/>
                  <a:pt x="1494" y="1013"/>
                </a:cubicBezTo>
                <a:cubicBezTo>
                  <a:pt x="1514" y="1028"/>
                  <a:pt x="1518" y="1057"/>
                  <a:pt x="1503" y="1076"/>
                </a:cubicBezTo>
                <a:lnTo>
                  <a:pt x="1444" y="1150"/>
                </a:lnTo>
                <a:cubicBezTo>
                  <a:pt x="1435" y="1161"/>
                  <a:pt x="1422" y="1167"/>
                  <a:pt x="1409" y="1167"/>
                </a:cubicBezTo>
                <a:cubicBezTo>
                  <a:pt x="1394" y="1167"/>
                  <a:pt x="1380" y="1159"/>
                  <a:pt x="1372" y="1147"/>
                </a:cubicBezTo>
                <a:lnTo>
                  <a:pt x="1296" y="1033"/>
                </a:lnTo>
                <a:lnTo>
                  <a:pt x="1271" y="1083"/>
                </a:lnTo>
                <a:cubicBezTo>
                  <a:pt x="1264" y="1098"/>
                  <a:pt x="1249" y="1108"/>
                  <a:pt x="1232" y="1108"/>
                </a:cubicBezTo>
                <a:lnTo>
                  <a:pt x="1143" y="1108"/>
                </a:lnTo>
                <a:cubicBezTo>
                  <a:pt x="1118" y="1108"/>
                  <a:pt x="1098" y="1087"/>
                  <a:pt x="1099" y="1061"/>
                </a:cubicBezTo>
                <a:cubicBezTo>
                  <a:pt x="1100" y="1037"/>
                  <a:pt x="1121" y="1019"/>
                  <a:pt x="1144" y="1019"/>
                </a:cubicBezTo>
                <a:lnTo>
                  <a:pt x="1204" y="1019"/>
                </a:lnTo>
                <a:moveTo>
                  <a:pt x="1093" y="546"/>
                </a:moveTo>
                <a:lnTo>
                  <a:pt x="1093" y="634"/>
                </a:lnTo>
                <a:lnTo>
                  <a:pt x="1201" y="770"/>
                </a:lnTo>
                <a:cubicBezTo>
                  <a:pt x="1210" y="780"/>
                  <a:pt x="1213" y="794"/>
                  <a:pt x="1210" y="807"/>
                </a:cubicBezTo>
                <a:cubicBezTo>
                  <a:pt x="1207" y="820"/>
                  <a:pt x="1199" y="831"/>
                  <a:pt x="1187" y="837"/>
                </a:cubicBezTo>
                <a:lnTo>
                  <a:pt x="1093" y="884"/>
                </a:lnTo>
                <a:lnTo>
                  <a:pt x="1093" y="945"/>
                </a:lnTo>
                <a:cubicBezTo>
                  <a:pt x="1093" y="959"/>
                  <a:pt x="1086" y="972"/>
                  <a:pt x="1075" y="981"/>
                </a:cubicBezTo>
                <a:lnTo>
                  <a:pt x="1000" y="1037"/>
                </a:lnTo>
                <a:lnTo>
                  <a:pt x="1034" y="1069"/>
                </a:lnTo>
                <a:cubicBezTo>
                  <a:pt x="1043" y="1077"/>
                  <a:pt x="1049" y="1089"/>
                  <a:pt x="1049" y="1102"/>
                </a:cubicBezTo>
                <a:lnTo>
                  <a:pt x="1049" y="1152"/>
                </a:lnTo>
                <a:cubicBezTo>
                  <a:pt x="1049" y="1225"/>
                  <a:pt x="989" y="1284"/>
                  <a:pt x="916" y="1284"/>
                </a:cubicBezTo>
                <a:lnTo>
                  <a:pt x="827" y="1284"/>
                </a:lnTo>
                <a:lnTo>
                  <a:pt x="827" y="1468"/>
                </a:lnTo>
                <a:cubicBezTo>
                  <a:pt x="827" y="1492"/>
                  <a:pt x="807" y="1512"/>
                  <a:pt x="783" y="1512"/>
                </a:cubicBezTo>
                <a:lnTo>
                  <a:pt x="240" y="1512"/>
                </a:lnTo>
                <a:cubicBezTo>
                  <a:pt x="215" y="1512"/>
                  <a:pt x="195" y="1492"/>
                  <a:pt x="195" y="1468"/>
                </a:cubicBezTo>
                <a:lnTo>
                  <a:pt x="195" y="964"/>
                </a:lnTo>
                <a:cubicBezTo>
                  <a:pt x="71" y="860"/>
                  <a:pt x="0" y="709"/>
                  <a:pt x="0" y="546"/>
                </a:cubicBezTo>
                <a:cubicBezTo>
                  <a:pt x="0" y="245"/>
                  <a:pt x="245" y="0"/>
                  <a:pt x="546" y="0"/>
                </a:cubicBezTo>
                <a:cubicBezTo>
                  <a:pt x="848" y="0"/>
                  <a:pt x="1093" y="245"/>
                  <a:pt x="1093" y="546"/>
                </a:cubicBezTo>
                <a:moveTo>
                  <a:pt x="1014" y="677"/>
                </a:moveTo>
                <a:cubicBezTo>
                  <a:pt x="1008" y="670"/>
                  <a:pt x="1004" y="660"/>
                  <a:pt x="1004" y="650"/>
                </a:cubicBezTo>
                <a:lnTo>
                  <a:pt x="1004" y="546"/>
                </a:lnTo>
                <a:cubicBezTo>
                  <a:pt x="1004" y="294"/>
                  <a:pt x="799" y="89"/>
                  <a:pt x="547" y="89"/>
                </a:cubicBezTo>
                <a:cubicBezTo>
                  <a:pt x="294" y="89"/>
                  <a:pt x="89" y="294"/>
                  <a:pt x="89" y="546"/>
                </a:cubicBezTo>
                <a:cubicBezTo>
                  <a:pt x="89" y="689"/>
                  <a:pt x="154" y="821"/>
                  <a:pt x="267" y="908"/>
                </a:cubicBezTo>
                <a:cubicBezTo>
                  <a:pt x="278" y="917"/>
                  <a:pt x="284" y="930"/>
                  <a:pt x="284" y="943"/>
                </a:cubicBezTo>
                <a:lnTo>
                  <a:pt x="284" y="1423"/>
                </a:lnTo>
                <a:lnTo>
                  <a:pt x="738" y="1423"/>
                </a:lnTo>
                <a:lnTo>
                  <a:pt x="738" y="1285"/>
                </a:lnTo>
                <a:lnTo>
                  <a:pt x="694" y="1285"/>
                </a:lnTo>
                <a:cubicBezTo>
                  <a:pt x="670" y="1285"/>
                  <a:pt x="650" y="1265"/>
                  <a:pt x="650" y="1240"/>
                </a:cubicBezTo>
                <a:cubicBezTo>
                  <a:pt x="650" y="1216"/>
                  <a:pt x="670" y="1196"/>
                  <a:pt x="694" y="1196"/>
                </a:cubicBezTo>
                <a:lnTo>
                  <a:pt x="916" y="1196"/>
                </a:lnTo>
                <a:cubicBezTo>
                  <a:pt x="940" y="1196"/>
                  <a:pt x="960" y="1176"/>
                  <a:pt x="960" y="1152"/>
                </a:cubicBezTo>
                <a:lnTo>
                  <a:pt x="960" y="1121"/>
                </a:lnTo>
                <a:lnTo>
                  <a:pt x="901" y="1066"/>
                </a:lnTo>
                <a:cubicBezTo>
                  <a:pt x="891" y="1057"/>
                  <a:pt x="886" y="1044"/>
                  <a:pt x="886" y="1031"/>
                </a:cubicBezTo>
                <a:cubicBezTo>
                  <a:pt x="887" y="1018"/>
                  <a:pt x="894" y="1006"/>
                  <a:pt x="904" y="998"/>
                </a:cubicBezTo>
                <a:lnTo>
                  <a:pt x="1004" y="923"/>
                </a:lnTo>
                <a:lnTo>
                  <a:pt x="1004" y="856"/>
                </a:lnTo>
                <a:cubicBezTo>
                  <a:pt x="1004" y="839"/>
                  <a:pt x="1014" y="824"/>
                  <a:pt x="1029" y="817"/>
                </a:cubicBezTo>
                <a:lnTo>
                  <a:pt x="1098" y="782"/>
                </a:lnTo>
                <a:lnTo>
                  <a:pt x="1014" y="67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37F1-D49A-267D-5ABD-9961F87F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BIG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3F46F-FC64-0D78-1D32-E0AB72386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243" y="1446489"/>
            <a:ext cx="4636860" cy="2610395"/>
          </a:xfrm>
        </p:spPr>
        <p:txBody>
          <a:bodyPr/>
          <a:lstStyle/>
          <a:p>
            <a:r>
              <a:rPr lang="en-US" dirty="0"/>
              <a:t>Cost Savings </a:t>
            </a:r>
          </a:p>
          <a:p>
            <a:r>
              <a:rPr lang="en-US" dirty="0"/>
              <a:t>Reduced Time to deployment</a:t>
            </a:r>
          </a:p>
          <a:p>
            <a:r>
              <a:rPr lang="en-US" dirty="0"/>
              <a:t>New Product Development</a:t>
            </a:r>
          </a:p>
          <a:p>
            <a:r>
              <a:rPr lang="en-US" dirty="0"/>
              <a:t>Understand the market conditions</a:t>
            </a:r>
          </a:p>
          <a:p>
            <a:r>
              <a:rPr lang="en-US" dirty="0"/>
              <a:t>Control online reputation</a:t>
            </a:r>
          </a:p>
          <a:p>
            <a:endParaRPr lang="en-IN" dirty="0"/>
          </a:p>
        </p:txBody>
      </p:sp>
      <p:grpSp>
        <p:nvGrpSpPr>
          <p:cNvPr id="4" name="Google Shape;809;p45">
            <a:extLst>
              <a:ext uri="{FF2B5EF4-FFF2-40B4-BE49-F238E27FC236}">
                <a16:creationId xmlns:a16="http://schemas.microsoft.com/office/drawing/2014/main" id="{BCB55DD3-A82F-3C49-DAF9-0DD496A5FC09}"/>
              </a:ext>
            </a:extLst>
          </p:cNvPr>
          <p:cNvGrpSpPr/>
          <p:nvPr/>
        </p:nvGrpSpPr>
        <p:grpSpPr>
          <a:xfrm flipH="1">
            <a:off x="5737860" y="2237756"/>
            <a:ext cx="3759393" cy="2905744"/>
            <a:chOff x="-267146" y="1838336"/>
            <a:chExt cx="4034465" cy="3200863"/>
          </a:xfrm>
        </p:grpSpPr>
        <p:grpSp>
          <p:nvGrpSpPr>
            <p:cNvPr id="5" name="Google Shape;810;p45">
              <a:extLst>
                <a:ext uri="{FF2B5EF4-FFF2-40B4-BE49-F238E27FC236}">
                  <a16:creationId xmlns:a16="http://schemas.microsoft.com/office/drawing/2014/main" id="{4C8BF9D4-5EE8-98C5-055E-9A862E1B1591}"/>
                </a:ext>
              </a:extLst>
            </p:cNvPr>
            <p:cNvGrpSpPr/>
            <p:nvPr/>
          </p:nvGrpSpPr>
          <p:grpSpPr>
            <a:xfrm>
              <a:off x="-267146" y="1838336"/>
              <a:ext cx="1863302" cy="2716116"/>
              <a:chOff x="-320921" y="588692"/>
              <a:chExt cx="1863302" cy="2716116"/>
            </a:xfrm>
          </p:grpSpPr>
          <p:sp>
            <p:nvSpPr>
              <p:cNvPr id="53" name="Google Shape;811;p45">
                <a:extLst>
                  <a:ext uri="{FF2B5EF4-FFF2-40B4-BE49-F238E27FC236}">
                    <a16:creationId xmlns:a16="http://schemas.microsoft.com/office/drawing/2014/main" id="{4022F241-B6E4-8170-8F41-DC2B05905E07}"/>
                  </a:ext>
                </a:extLst>
              </p:cNvPr>
              <p:cNvSpPr/>
              <p:nvPr/>
            </p:nvSpPr>
            <p:spPr>
              <a:xfrm rot="5344918">
                <a:off x="-732925" y="1036511"/>
                <a:ext cx="2687310" cy="1820479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2203" extrusionOk="0">
                    <a:moveTo>
                      <a:pt x="290" y="2202"/>
                    </a:moveTo>
                    <a:cubicBezTo>
                      <a:pt x="177" y="2003"/>
                      <a:pt x="113" y="1776"/>
                      <a:pt x="113" y="1536"/>
                    </a:cubicBezTo>
                    <a:cubicBezTo>
                      <a:pt x="113" y="751"/>
                      <a:pt x="792" y="113"/>
                      <a:pt x="1626" y="113"/>
                    </a:cubicBezTo>
                    <a:cubicBezTo>
                      <a:pt x="2460" y="113"/>
                      <a:pt x="3138" y="751"/>
                      <a:pt x="3138" y="1536"/>
                    </a:cubicBezTo>
                    <a:cubicBezTo>
                      <a:pt x="3138" y="1776"/>
                      <a:pt x="3074" y="2003"/>
                      <a:pt x="2962" y="2202"/>
                    </a:cubicBezTo>
                    <a:lnTo>
                      <a:pt x="3090" y="2202"/>
                    </a:lnTo>
                    <a:cubicBezTo>
                      <a:pt x="3193" y="2001"/>
                      <a:pt x="3251" y="1774"/>
                      <a:pt x="3251" y="1536"/>
                    </a:cubicBezTo>
                    <a:cubicBezTo>
                      <a:pt x="3251" y="689"/>
                      <a:pt x="2522" y="0"/>
                      <a:pt x="1625" y="0"/>
                    </a:cubicBezTo>
                    <a:cubicBezTo>
                      <a:pt x="729" y="0"/>
                      <a:pt x="0" y="689"/>
                      <a:pt x="0" y="1536"/>
                    </a:cubicBezTo>
                    <a:cubicBezTo>
                      <a:pt x="0" y="1774"/>
                      <a:pt x="58" y="2000"/>
                      <a:pt x="161" y="2202"/>
                    </a:cubicBezTo>
                    <a:lnTo>
                      <a:pt x="290" y="2202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12;p45">
                <a:extLst>
                  <a:ext uri="{FF2B5EF4-FFF2-40B4-BE49-F238E27FC236}">
                    <a16:creationId xmlns:a16="http://schemas.microsoft.com/office/drawing/2014/main" id="{4A4A26BF-0AC6-EB13-1489-A92C2C56426C}"/>
                  </a:ext>
                </a:extLst>
              </p:cNvPr>
              <p:cNvSpPr/>
              <p:nvPr/>
            </p:nvSpPr>
            <p:spPr>
              <a:xfrm rot="5344918">
                <a:off x="-684159" y="1081844"/>
                <a:ext cx="2501380" cy="1732058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2096" extrusionOk="0">
                    <a:moveTo>
                      <a:pt x="306" y="2095"/>
                    </a:moveTo>
                    <a:cubicBezTo>
                      <a:pt x="183" y="1900"/>
                      <a:pt x="113" y="1672"/>
                      <a:pt x="113" y="1429"/>
                    </a:cubicBezTo>
                    <a:cubicBezTo>
                      <a:pt x="113" y="703"/>
                      <a:pt x="741" y="113"/>
                      <a:pt x="1513" y="113"/>
                    </a:cubicBezTo>
                    <a:cubicBezTo>
                      <a:pt x="2285" y="113"/>
                      <a:pt x="2913" y="703"/>
                      <a:pt x="2913" y="1429"/>
                    </a:cubicBezTo>
                    <a:cubicBezTo>
                      <a:pt x="2913" y="1672"/>
                      <a:pt x="2842" y="1900"/>
                      <a:pt x="2719" y="2095"/>
                    </a:cubicBezTo>
                    <a:lnTo>
                      <a:pt x="2851" y="2095"/>
                    </a:lnTo>
                    <a:cubicBezTo>
                      <a:pt x="2962" y="1896"/>
                      <a:pt x="3026" y="1669"/>
                      <a:pt x="3026" y="1429"/>
                    </a:cubicBezTo>
                    <a:cubicBezTo>
                      <a:pt x="3026" y="641"/>
                      <a:pt x="2347" y="0"/>
                      <a:pt x="1513" y="0"/>
                    </a:cubicBezTo>
                    <a:cubicBezTo>
                      <a:pt x="679" y="0"/>
                      <a:pt x="0" y="641"/>
                      <a:pt x="0" y="1429"/>
                    </a:cubicBezTo>
                    <a:cubicBezTo>
                      <a:pt x="0" y="1669"/>
                      <a:pt x="64" y="1896"/>
                      <a:pt x="175" y="2095"/>
                    </a:cubicBezTo>
                    <a:lnTo>
                      <a:pt x="306" y="209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13;p45">
                <a:extLst>
                  <a:ext uri="{FF2B5EF4-FFF2-40B4-BE49-F238E27FC236}">
                    <a16:creationId xmlns:a16="http://schemas.microsoft.com/office/drawing/2014/main" id="{1411C8A8-E056-5103-8C33-BC2134BA57A4}"/>
                  </a:ext>
                </a:extLst>
              </p:cNvPr>
              <p:cNvSpPr/>
              <p:nvPr/>
            </p:nvSpPr>
            <p:spPr>
              <a:xfrm rot="5344918">
                <a:off x="-633339" y="1126770"/>
                <a:ext cx="2310492" cy="1642811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1988" extrusionOk="0">
                    <a:moveTo>
                      <a:pt x="326" y="1987"/>
                    </a:moveTo>
                    <a:cubicBezTo>
                      <a:pt x="191" y="1796"/>
                      <a:pt x="113" y="1567"/>
                      <a:pt x="113" y="1321"/>
                    </a:cubicBezTo>
                    <a:cubicBezTo>
                      <a:pt x="113" y="655"/>
                      <a:pt x="689" y="113"/>
                      <a:pt x="1398" y="113"/>
                    </a:cubicBezTo>
                    <a:cubicBezTo>
                      <a:pt x="2106" y="113"/>
                      <a:pt x="2683" y="655"/>
                      <a:pt x="2683" y="1321"/>
                    </a:cubicBezTo>
                    <a:cubicBezTo>
                      <a:pt x="2683" y="1567"/>
                      <a:pt x="2604" y="1796"/>
                      <a:pt x="2469" y="1987"/>
                    </a:cubicBezTo>
                    <a:lnTo>
                      <a:pt x="2604" y="1987"/>
                    </a:lnTo>
                    <a:cubicBezTo>
                      <a:pt x="2726" y="1791"/>
                      <a:pt x="2795" y="1564"/>
                      <a:pt x="2795" y="1321"/>
                    </a:cubicBezTo>
                    <a:cubicBezTo>
                      <a:pt x="2795" y="592"/>
                      <a:pt x="2168" y="0"/>
                      <a:pt x="1398" y="0"/>
                    </a:cubicBezTo>
                    <a:cubicBezTo>
                      <a:pt x="627" y="0"/>
                      <a:pt x="0" y="592"/>
                      <a:pt x="0" y="1321"/>
                    </a:cubicBezTo>
                    <a:cubicBezTo>
                      <a:pt x="0" y="1564"/>
                      <a:pt x="69" y="1791"/>
                      <a:pt x="191" y="1987"/>
                    </a:cubicBezTo>
                    <a:lnTo>
                      <a:pt x="326" y="198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14;p45">
                <a:extLst>
                  <a:ext uri="{FF2B5EF4-FFF2-40B4-BE49-F238E27FC236}">
                    <a16:creationId xmlns:a16="http://schemas.microsoft.com/office/drawing/2014/main" id="{789EDBFF-05DA-5545-E08D-DB33351F1EDD}"/>
                  </a:ext>
                </a:extLst>
              </p:cNvPr>
              <p:cNvSpPr/>
              <p:nvPr/>
            </p:nvSpPr>
            <p:spPr>
              <a:xfrm rot="5344918">
                <a:off x="-584992" y="1170850"/>
                <a:ext cx="2127041" cy="1556042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83" extrusionOk="0">
                    <a:moveTo>
                      <a:pt x="352" y="1882"/>
                    </a:moveTo>
                    <a:cubicBezTo>
                      <a:pt x="202" y="1697"/>
                      <a:pt x="113" y="1466"/>
                      <a:pt x="113" y="1216"/>
                    </a:cubicBezTo>
                    <a:cubicBezTo>
                      <a:pt x="113" y="607"/>
                      <a:pt x="639" y="112"/>
                      <a:pt x="1287" y="112"/>
                    </a:cubicBezTo>
                    <a:cubicBezTo>
                      <a:pt x="1934" y="112"/>
                      <a:pt x="2461" y="607"/>
                      <a:pt x="2461" y="1216"/>
                    </a:cubicBezTo>
                    <a:cubicBezTo>
                      <a:pt x="2461" y="1466"/>
                      <a:pt x="2371" y="1697"/>
                      <a:pt x="2221" y="1882"/>
                    </a:cubicBezTo>
                    <a:lnTo>
                      <a:pt x="2362" y="1882"/>
                    </a:lnTo>
                    <a:cubicBezTo>
                      <a:pt x="2496" y="1691"/>
                      <a:pt x="2573" y="1462"/>
                      <a:pt x="2573" y="1216"/>
                    </a:cubicBezTo>
                    <a:cubicBezTo>
                      <a:pt x="2573" y="545"/>
                      <a:pt x="1996" y="0"/>
                      <a:pt x="1286" y="0"/>
                    </a:cubicBezTo>
                    <a:cubicBezTo>
                      <a:pt x="577" y="0"/>
                      <a:pt x="0" y="545"/>
                      <a:pt x="0" y="1216"/>
                    </a:cubicBezTo>
                    <a:cubicBezTo>
                      <a:pt x="0" y="1461"/>
                      <a:pt x="77" y="1691"/>
                      <a:pt x="210" y="1882"/>
                    </a:cubicBezTo>
                    <a:lnTo>
                      <a:pt x="352" y="1882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815;p45">
              <a:extLst>
                <a:ext uri="{FF2B5EF4-FFF2-40B4-BE49-F238E27FC236}">
                  <a16:creationId xmlns:a16="http://schemas.microsoft.com/office/drawing/2014/main" id="{AA14D321-883C-4850-430A-8F632B02DCF4}"/>
                </a:ext>
              </a:extLst>
            </p:cNvPr>
            <p:cNvSpPr/>
            <p:nvPr/>
          </p:nvSpPr>
          <p:spPr>
            <a:xfrm>
              <a:off x="3124802" y="3060833"/>
              <a:ext cx="377755" cy="280206"/>
            </a:xfrm>
            <a:custGeom>
              <a:avLst/>
              <a:gdLst/>
              <a:ahLst/>
              <a:cxnLst/>
              <a:rect l="l" t="t" r="r" b="b"/>
              <a:pathLst>
                <a:path w="1913" h="1419" extrusionOk="0">
                  <a:moveTo>
                    <a:pt x="377" y="1418"/>
                  </a:moveTo>
                  <a:lnTo>
                    <a:pt x="1535" y="1418"/>
                  </a:lnTo>
                  <a:cubicBezTo>
                    <a:pt x="1764" y="1243"/>
                    <a:pt x="1912" y="968"/>
                    <a:pt x="1912" y="657"/>
                  </a:cubicBezTo>
                  <a:cubicBezTo>
                    <a:pt x="1912" y="403"/>
                    <a:pt x="1812" y="171"/>
                    <a:pt x="1650" y="0"/>
                  </a:cubicBezTo>
                  <a:lnTo>
                    <a:pt x="262" y="0"/>
                  </a:lnTo>
                  <a:cubicBezTo>
                    <a:pt x="100" y="171"/>
                    <a:pt x="0" y="403"/>
                    <a:pt x="0" y="657"/>
                  </a:cubicBezTo>
                  <a:cubicBezTo>
                    <a:pt x="0" y="968"/>
                    <a:pt x="148" y="1243"/>
                    <a:pt x="377" y="141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16;p45">
              <a:extLst>
                <a:ext uri="{FF2B5EF4-FFF2-40B4-BE49-F238E27FC236}">
                  <a16:creationId xmlns:a16="http://schemas.microsoft.com/office/drawing/2014/main" id="{D8904569-3259-2830-2E35-4AB966039E04}"/>
                </a:ext>
              </a:extLst>
            </p:cNvPr>
            <p:cNvSpPr/>
            <p:nvPr/>
          </p:nvSpPr>
          <p:spPr>
            <a:xfrm>
              <a:off x="3046964" y="2594414"/>
              <a:ext cx="522894" cy="569694"/>
            </a:xfrm>
            <a:custGeom>
              <a:avLst/>
              <a:gdLst/>
              <a:ahLst/>
              <a:cxnLst/>
              <a:rect l="l" t="t" r="r" b="b"/>
              <a:pathLst>
                <a:path w="2648" h="2885" extrusionOk="0">
                  <a:moveTo>
                    <a:pt x="2576" y="1649"/>
                  </a:moveTo>
                  <a:cubicBezTo>
                    <a:pt x="2573" y="1686"/>
                    <a:pt x="2566" y="1733"/>
                    <a:pt x="2598" y="1759"/>
                  </a:cubicBezTo>
                  <a:cubicBezTo>
                    <a:pt x="2619" y="1776"/>
                    <a:pt x="2568" y="1782"/>
                    <a:pt x="2558" y="1779"/>
                  </a:cubicBezTo>
                  <a:cubicBezTo>
                    <a:pt x="2463" y="1746"/>
                    <a:pt x="2367" y="1712"/>
                    <a:pt x="2272" y="1678"/>
                  </a:cubicBezTo>
                  <a:cubicBezTo>
                    <a:pt x="2235" y="1665"/>
                    <a:pt x="2198" y="1653"/>
                    <a:pt x="2162" y="1639"/>
                  </a:cubicBezTo>
                  <a:cubicBezTo>
                    <a:pt x="2072" y="1617"/>
                    <a:pt x="1980" y="1598"/>
                    <a:pt x="1894" y="1564"/>
                  </a:cubicBezTo>
                  <a:cubicBezTo>
                    <a:pt x="1822" y="1536"/>
                    <a:pt x="1760" y="1491"/>
                    <a:pt x="1706" y="1437"/>
                  </a:cubicBezTo>
                  <a:cubicBezTo>
                    <a:pt x="1603" y="1332"/>
                    <a:pt x="1530" y="1202"/>
                    <a:pt x="1420" y="1104"/>
                  </a:cubicBezTo>
                  <a:cubicBezTo>
                    <a:pt x="1362" y="1052"/>
                    <a:pt x="1294" y="1022"/>
                    <a:pt x="1225" y="988"/>
                  </a:cubicBezTo>
                  <a:cubicBezTo>
                    <a:pt x="1161" y="955"/>
                    <a:pt x="1098" y="910"/>
                    <a:pt x="1079" y="837"/>
                  </a:cubicBezTo>
                  <a:cubicBezTo>
                    <a:pt x="1059" y="763"/>
                    <a:pt x="1086" y="682"/>
                    <a:pt x="1138" y="628"/>
                  </a:cubicBezTo>
                  <a:cubicBezTo>
                    <a:pt x="1195" y="568"/>
                    <a:pt x="1278" y="537"/>
                    <a:pt x="1359" y="528"/>
                  </a:cubicBezTo>
                  <a:cubicBezTo>
                    <a:pt x="1408" y="522"/>
                    <a:pt x="1457" y="524"/>
                    <a:pt x="1506" y="529"/>
                  </a:cubicBezTo>
                  <a:cubicBezTo>
                    <a:pt x="1517" y="530"/>
                    <a:pt x="1617" y="545"/>
                    <a:pt x="1647" y="552"/>
                  </a:cubicBezTo>
                  <a:cubicBezTo>
                    <a:pt x="1648" y="550"/>
                    <a:pt x="1649" y="548"/>
                    <a:pt x="1649" y="546"/>
                  </a:cubicBezTo>
                  <a:cubicBezTo>
                    <a:pt x="1649" y="541"/>
                    <a:pt x="1649" y="535"/>
                    <a:pt x="1649" y="529"/>
                  </a:cubicBezTo>
                  <a:cubicBezTo>
                    <a:pt x="1649" y="519"/>
                    <a:pt x="1649" y="508"/>
                    <a:pt x="1649" y="497"/>
                  </a:cubicBezTo>
                  <a:cubicBezTo>
                    <a:pt x="1649" y="472"/>
                    <a:pt x="1647" y="448"/>
                    <a:pt x="1645" y="424"/>
                  </a:cubicBezTo>
                  <a:cubicBezTo>
                    <a:pt x="1639" y="375"/>
                    <a:pt x="1628" y="328"/>
                    <a:pt x="1616" y="280"/>
                  </a:cubicBezTo>
                  <a:cubicBezTo>
                    <a:pt x="1597" y="202"/>
                    <a:pt x="1587" y="113"/>
                    <a:pt x="1658" y="57"/>
                  </a:cubicBezTo>
                  <a:cubicBezTo>
                    <a:pt x="1719" y="9"/>
                    <a:pt x="1804" y="0"/>
                    <a:pt x="1878" y="4"/>
                  </a:cubicBezTo>
                  <a:cubicBezTo>
                    <a:pt x="2035" y="14"/>
                    <a:pt x="2187" y="99"/>
                    <a:pt x="2269" y="235"/>
                  </a:cubicBezTo>
                  <a:cubicBezTo>
                    <a:pt x="2360" y="386"/>
                    <a:pt x="2357" y="574"/>
                    <a:pt x="2455" y="722"/>
                  </a:cubicBezTo>
                  <a:cubicBezTo>
                    <a:pt x="2500" y="791"/>
                    <a:pt x="2560" y="850"/>
                    <a:pt x="2599" y="923"/>
                  </a:cubicBezTo>
                  <a:cubicBezTo>
                    <a:pt x="2645" y="1007"/>
                    <a:pt x="2647" y="1100"/>
                    <a:pt x="2635" y="1192"/>
                  </a:cubicBezTo>
                  <a:cubicBezTo>
                    <a:pt x="2622" y="1293"/>
                    <a:pt x="2604" y="1392"/>
                    <a:pt x="2592" y="1493"/>
                  </a:cubicBezTo>
                  <a:cubicBezTo>
                    <a:pt x="2586" y="1545"/>
                    <a:pt x="2581" y="1597"/>
                    <a:pt x="2576" y="1649"/>
                  </a:cubicBezTo>
                  <a:moveTo>
                    <a:pt x="1406" y="1381"/>
                  </a:moveTo>
                  <a:cubicBezTo>
                    <a:pt x="1366" y="1351"/>
                    <a:pt x="1317" y="1331"/>
                    <a:pt x="1270" y="1314"/>
                  </a:cubicBezTo>
                  <a:cubicBezTo>
                    <a:pt x="1184" y="1283"/>
                    <a:pt x="1094" y="1258"/>
                    <a:pt x="1002" y="1258"/>
                  </a:cubicBezTo>
                  <a:cubicBezTo>
                    <a:pt x="910" y="1259"/>
                    <a:pt x="816" y="1288"/>
                    <a:pt x="751" y="1353"/>
                  </a:cubicBezTo>
                  <a:cubicBezTo>
                    <a:pt x="742" y="1237"/>
                    <a:pt x="669" y="1048"/>
                    <a:pt x="537" y="1034"/>
                  </a:cubicBezTo>
                  <a:cubicBezTo>
                    <a:pt x="375" y="1016"/>
                    <a:pt x="239" y="1148"/>
                    <a:pt x="146" y="1265"/>
                  </a:cubicBezTo>
                  <a:cubicBezTo>
                    <a:pt x="59" y="1373"/>
                    <a:pt x="25" y="1465"/>
                    <a:pt x="17" y="1603"/>
                  </a:cubicBezTo>
                  <a:cubicBezTo>
                    <a:pt x="8" y="1754"/>
                    <a:pt x="0" y="1908"/>
                    <a:pt x="34" y="2055"/>
                  </a:cubicBezTo>
                  <a:cubicBezTo>
                    <a:pt x="48" y="2117"/>
                    <a:pt x="70" y="2178"/>
                    <a:pt x="75" y="2241"/>
                  </a:cubicBezTo>
                  <a:cubicBezTo>
                    <a:pt x="85" y="2352"/>
                    <a:pt x="45" y="2461"/>
                    <a:pt x="24" y="2570"/>
                  </a:cubicBezTo>
                  <a:cubicBezTo>
                    <a:pt x="3" y="2679"/>
                    <a:pt x="8" y="2806"/>
                    <a:pt x="88" y="2884"/>
                  </a:cubicBezTo>
                  <a:cubicBezTo>
                    <a:pt x="128" y="2807"/>
                    <a:pt x="189" y="2741"/>
                    <a:pt x="263" y="2695"/>
                  </a:cubicBezTo>
                  <a:cubicBezTo>
                    <a:pt x="313" y="2664"/>
                    <a:pt x="370" y="2642"/>
                    <a:pt x="416" y="2605"/>
                  </a:cubicBezTo>
                  <a:cubicBezTo>
                    <a:pt x="459" y="2572"/>
                    <a:pt x="491" y="2530"/>
                    <a:pt x="532" y="2496"/>
                  </a:cubicBezTo>
                  <a:cubicBezTo>
                    <a:pt x="676" y="2377"/>
                    <a:pt x="892" y="2386"/>
                    <a:pt x="1040" y="2273"/>
                  </a:cubicBezTo>
                  <a:cubicBezTo>
                    <a:pt x="1088" y="2236"/>
                    <a:pt x="1126" y="2188"/>
                    <a:pt x="1164" y="2140"/>
                  </a:cubicBezTo>
                  <a:cubicBezTo>
                    <a:pt x="1259" y="2021"/>
                    <a:pt x="1354" y="1900"/>
                    <a:pt x="1427" y="1767"/>
                  </a:cubicBezTo>
                  <a:cubicBezTo>
                    <a:pt x="1481" y="1669"/>
                    <a:pt x="1522" y="1547"/>
                    <a:pt x="1468" y="1450"/>
                  </a:cubicBezTo>
                  <a:cubicBezTo>
                    <a:pt x="1452" y="1422"/>
                    <a:pt x="1431" y="1400"/>
                    <a:pt x="1406" y="138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17;p45">
              <a:extLst>
                <a:ext uri="{FF2B5EF4-FFF2-40B4-BE49-F238E27FC236}">
                  <a16:creationId xmlns:a16="http://schemas.microsoft.com/office/drawing/2014/main" id="{D14FB015-831C-5756-8F5C-F53ED658E6D9}"/>
                </a:ext>
              </a:extLst>
            </p:cNvPr>
            <p:cNvSpPr/>
            <p:nvPr/>
          </p:nvSpPr>
          <p:spPr>
            <a:xfrm>
              <a:off x="3080929" y="2869684"/>
              <a:ext cx="231827" cy="245255"/>
            </a:xfrm>
            <a:custGeom>
              <a:avLst/>
              <a:gdLst/>
              <a:ahLst/>
              <a:cxnLst/>
              <a:rect l="l" t="t" r="r" b="b"/>
              <a:pathLst>
                <a:path w="1174" h="1242" extrusionOk="0">
                  <a:moveTo>
                    <a:pt x="974" y="488"/>
                  </a:moveTo>
                  <a:cubicBezTo>
                    <a:pt x="973" y="468"/>
                    <a:pt x="970" y="447"/>
                    <a:pt x="975" y="427"/>
                  </a:cubicBezTo>
                  <a:cubicBezTo>
                    <a:pt x="991" y="366"/>
                    <a:pt x="1075" y="340"/>
                    <a:pt x="1111" y="291"/>
                  </a:cubicBezTo>
                  <a:cubicBezTo>
                    <a:pt x="1149" y="239"/>
                    <a:pt x="1173" y="163"/>
                    <a:pt x="1141" y="102"/>
                  </a:cubicBezTo>
                  <a:cubicBezTo>
                    <a:pt x="1110" y="43"/>
                    <a:pt x="1035" y="12"/>
                    <a:pt x="971" y="31"/>
                  </a:cubicBezTo>
                  <a:cubicBezTo>
                    <a:pt x="950" y="37"/>
                    <a:pt x="929" y="49"/>
                    <a:pt x="906" y="51"/>
                  </a:cubicBezTo>
                  <a:cubicBezTo>
                    <a:pt x="866" y="56"/>
                    <a:pt x="829" y="30"/>
                    <a:pt x="790" y="20"/>
                  </a:cubicBezTo>
                  <a:cubicBezTo>
                    <a:pt x="716" y="0"/>
                    <a:pt x="640" y="33"/>
                    <a:pt x="571" y="66"/>
                  </a:cubicBezTo>
                  <a:cubicBezTo>
                    <a:pt x="560" y="71"/>
                    <a:pt x="550" y="76"/>
                    <a:pt x="540" y="82"/>
                  </a:cubicBezTo>
                  <a:cubicBezTo>
                    <a:pt x="501" y="135"/>
                    <a:pt x="467" y="193"/>
                    <a:pt x="437" y="251"/>
                  </a:cubicBezTo>
                  <a:cubicBezTo>
                    <a:pt x="341" y="432"/>
                    <a:pt x="257" y="620"/>
                    <a:pt x="176" y="807"/>
                  </a:cubicBezTo>
                  <a:cubicBezTo>
                    <a:pt x="114" y="950"/>
                    <a:pt x="55" y="1095"/>
                    <a:pt x="0" y="1241"/>
                  </a:cubicBezTo>
                  <a:cubicBezTo>
                    <a:pt x="131" y="1117"/>
                    <a:pt x="252" y="1001"/>
                    <a:pt x="438" y="962"/>
                  </a:cubicBezTo>
                  <a:cubicBezTo>
                    <a:pt x="467" y="956"/>
                    <a:pt x="497" y="952"/>
                    <a:pt x="520" y="935"/>
                  </a:cubicBezTo>
                  <a:cubicBezTo>
                    <a:pt x="588" y="886"/>
                    <a:pt x="565" y="767"/>
                    <a:pt x="631" y="716"/>
                  </a:cubicBezTo>
                  <a:cubicBezTo>
                    <a:pt x="678" y="681"/>
                    <a:pt x="744" y="697"/>
                    <a:pt x="802" y="689"/>
                  </a:cubicBezTo>
                  <a:cubicBezTo>
                    <a:pt x="897" y="676"/>
                    <a:pt x="975" y="584"/>
                    <a:pt x="974" y="48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18;p45">
              <a:extLst>
                <a:ext uri="{FF2B5EF4-FFF2-40B4-BE49-F238E27FC236}">
                  <a16:creationId xmlns:a16="http://schemas.microsoft.com/office/drawing/2014/main" id="{01540852-03FD-12A2-5193-083F43663A58}"/>
                </a:ext>
              </a:extLst>
            </p:cNvPr>
            <p:cNvSpPr/>
            <p:nvPr/>
          </p:nvSpPr>
          <p:spPr>
            <a:xfrm>
              <a:off x="3256873" y="3019562"/>
              <a:ext cx="29225" cy="42061"/>
            </a:xfrm>
            <a:custGeom>
              <a:avLst/>
              <a:gdLst/>
              <a:ahLst/>
              <a:cxnLst/>
              <a:rect l="l" t="t" r="r" b="b"/>
              <a:pathLst>
                <a:path w="148" h="213" extrusionOk="0">
                  <a:moveTo>
                    <a:pt x="115" y="58"/>
                  </a:moveTo>
                  <a:cubicBezTo>
                    <a:pt x="108" y="38"/>
                    <a:pt x="100" y="19"/>
                    <a:pt x="91" y="0"/>
                  </a:cubicBezTo>
                  <a:cubicBezTo>
                    <a:pt x="63" y="35"/>
                    <a:pt x="34" y="71"/>
                    <a:pt x="0" y="101"/>
                  </a:cubicBezTo>
                  <a:cubicBezTo>
                    <a:pt x="0" y="102"/>
                    <a:pt x="1" y="103"/>
                    <a:pt x="1" y="104"/>
                  </a:cubicBezTo>
                  <a:cubicBezTo>
                    <a:pt x="7" y="140"/>
                    <a:pt x="9" y="176"/>
                    <a:pt x="11" y="212"/>
                  </a:cubicBezTo>
                  <a:lnTo>
                    <a:pt x="147" y="212"/>
                  </a:lnTo>
                  <a:cubicBezTo>
                    <a:pt x="141" y="160"/>
                    <a:pt x="131" y="109"/>
                    <a:pt x="115" y="5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19;p45">
              <a:extLst>
                <a:ext uri="{FF2B5EF4-FFF2-40B4-BE49-F238E27FC236}">
                  <a16:creationId xmlns:a16="http://schemas.microsoft.com/office/drawing/2014/main" id="{5E8A6EE8-2963-5330-0936-4D2186453FFF}"/>
                </a:ext>
              </a:extLst>
            </p:cNvPr>
            <p:cNvSpPr/>
            <p:nvPr/>
          </p:nvSpPr>
          <p:spPr>
            <a:xfrm>
              <a:off x="3060392" y="2809582"/>
              <a:ext cx="114136" cy="304890"/>
            </a:xfrm>
            <a:custGeom>
              <a:avLst/>
              <a:gdLst/>
              <a:ahLst/>
              <a:cxnLst/>
              <a:rect l="l" t="t" r="r" b="b"/>
              <a:pathLst>
                <a:path w="578" h="1544" extrusionOk="0">
                  <a:moveTo>
                    <a:pt x="370" y="735"/>
                  </a:moveTo>
                  <a:cubicBezTo>
                    <a:pt x="432" y="603"/>
                    <a:pt x="493" y="467"/>
                    <a:pt x="577" y="346"/>
                  </a:cubicBezTo>
                  <a:cubicBezTo>
                    <a:pt x="562" y="305"/>
                    <a:pt x="556" y="261"/>
                    <a:pt x="547" y="218"/>
                  </a:cubicBezTo>
                  <a:cubicBezTo>
                    <a:pt x="538" y="173"/>
                    <a:pt x="526" y="126"/>
                    <a:pt x="501" y="87"/>
                  </a:cubicBezTo>
                  <a:cubicBezTo>
                    <a:pt x="495" y="77"/>
                    <a:pt x="488" y="68"/>
                    <a:pt x="479" y="59"/>
                  </a:cubicBezTo>
                  <a:cubicBezTo>
                    <a:pt x="425" y="2"/>
                    <a:pt x="365" y="0"/>
                    <a:pt x="309" y="48"/>
                  </a:cubicBezTo>
                  <a:cubicBezTo>
                    <a:pt x="241" y="108"/>
                    <a:pt x="265" y="216"/>
                    <a:pt x="198" y="268"/>
                  </a:cubicBezTo>
                  <a:cubicBezTo>
                    <a:pt x="179" y="282"/>
                    <a:pt x="155" y="287"/>
                    <a:pt x="133" y="298"/>
                  </a:cubicBezTo>
                  <a:cubicBezTo>
                    <a:pt x="72" y="330"/>
                    <a:pt x="45" y="415"/>
                    <a:pt x="78" y="476"/>
                  </a:cubicBezTo>
                  <a:cubicBezTo>
                    <a:pt x="103" y="522"/>
                    <a:pt x="158" y="561"/>
                    <a:pt x="149" y="613"/>
                  </a:cubicBezTo>
                  <a:cubicBezTo>
                    <a:pt x="140" y="667"/>
                    <a:pt x="68" y="691"/>
                    <a:pt x="55" y="744"/>
                  </a:cubicBezTo>
                  <a:cubicBezTo>
                    <a:pt x="37" y="814"/>
                    <a:pt x="131" y="866"/>
                    <a:pt x="137" y="938"/>
                  </a:cubicBezTo>
                  <a:cubicBezTo>
                    <a:pt x="143" y="1012"/>
                    <a:pt x="57" y="1062"/>
                    <a:pt x="44" y="1135"/>
                  </a:cubicBezTo>
                  <a:cubicBezTo>
                    <a:pt x="36" y="1184"/>
                    <a:pt x="63" y="1233"/>
                    <a:pt x="63" y="1283"/>
                  </a:cubicBezTo>
                  <a:cubicBezTo>
                    <a:pt x="65" y="1363"/>
                    <a:pt x="0" y="1436"/>
                    <a:pt x="14" y="1515"/>
                  </a:cubicBezTo>
                  <a:cubicBezTo>
                    <a:pt x="16" y="1525"/>
                    <a:pt x="20" y="1537"/>
                    <a:pt x="28" y="1543"/>
                  </a:cubicBezTo>
                  <a:cubicBezTo>
                    <a:pt x="58" y="1464"/>
                    <a:pt x="88" y="1385"/>
                    <a:pt x="120" y="1306"/>
                  </a:cubicBezTo>
                  <a:cubicBezTo>
                    <a:pt x="198" y="1113"/>
                    <a:pt x="281" y="923"/>
                    <a:pt x="370" y="7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20;p45">
              <a:extLst>
                <a:ext uri="{FF2B5EF4-FFF2-40B4-BE49-F238E27FC236}">
                  <a16:creationId xmlns:a16="http://schemas.microsoft.com/office/drawing/2014/main" id="{3BAC12AE-FF2C-6651-306B-2D4E79F164D3}"/>
                </a:ext>
              </a:extLst>
            </p:cNvPr>
            <p:cNvSpPr/>
            <p:nvPr/>
          </p:nvSpPr>
          <p:spPr>
            <a:xfrm>
              <a:off x="3304857" y="2862181"/>
              <a:ext cx="83331" cy="199640"/>
            </a:xfrm>
            <a:custGeom>
              <a:avLst/>
              <a:gdLst/>
              <a:ahLst/>
              <a:cxnLst/>
              <a:rect l="l" t="t" r="r" b="b"/>
              <a:pathLst>
                <a:path w="422" h="1011" extrusionOk="0">
                  <a:moveTo>
                    <a:pt x="400" y="81"/>
                  </a:moveTo>
                  <a:cubicBezTo>
                    <a:pt x="375" y="55"/>
                    <a:pt x="351" y="28"/>
                    <a:pt x="329" y="0"/>
                  </a:cubicBezTo>
                  <a:cubicBezTo>
                    <a:pt x="329" y="47"/>
                    <a:pt x="330" y="94"/>
                    <a:pt x="329" y="141"/>
                  </a:cubicBezTo>
                  <a:cubicBezTo>
                    <a:pt x="326" y="273"/>
                    <a:pt x="305" y="402"/>
                    <a:pt x="215" y="503"/>
                  </a:cubicBezTo>
                  <a:cubicBezTo>
                    <a:pt x="173" y="550"/>
                    <a:pt x="125" y="593"/>
                    <a:pt x="92" y="647"/>
                  </a:cubicBezTo>
                  <a:cubicBezTo>
                    <a:pt x="59" y="702"/>
                    <a:pt x="42" y="765"/>
                    <a:pt x="30" y="827"/>
                  </a:cubicBezTo>
                  <a:cubicBezTo>
                    <a:pt x="18" y="888"/>
                    <a:pt x="8" y="948"/>
                    <a:pt x="0" y="1010"/>
                  </a:cubicBezTo>
                  <a:lnTo>
                    <a:pt x="99" y="1010"/>
                  </a:lnTo>
                  <a:cubicBezTo>
                    <a:pt x="108" y="967"/>
                    <a:pt x="118" y="924"/>
                    <a:pt x="127" y="882"/>
                  </a:cubicBezTo>
                  <a:cubicBezTo>
                    <a:pt x="141" y="815"/>
                    <a:pt x="155" y="747"/>
                    <a:pt x="183" y="685"/>
                  </a:cubicBezTo>
                  <a:cubicBezTo>
                    <a:pt x="209" y="628"/>
                    <a:pt x="250" y="582"/>
                    <a:pt x="290" y="535"/>
                  </a:cubicBezTo>
                  <a:cubicBezTo>
                    <a:pt x="328" y="491"/>
                    <a:pt x="366" y="445"/>
                    <a:pt x="389" y="391"/>
                  </a:cubicBezTo>
                  <a:cubicBezTo>
                    <a:pt x="414" y="331"/>
                    <a:pt x="421" y="266"/>
                    <a:pt x="420" y="202"/>
                  </a:cubicBezTo>
                  <a:cubicBezTo>
                    <a:pt x="420" y="167"/>
                    <a:pt x="419" y="133"/>
                    <a:pt x="418" y="98"/>
                  </a:cubicBezTo>
                  <a:cubicBezTo>
                    <a:pt x="412" y="93"/>
                    <a:pt x="406" y="87"/>
                    <a:pt x="400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21;p45">
              <a:extLst>
                <a:ext uri="{FF2B5EF4-FFF2-40B4-BE49-F238E27FC236}">
                  <a16:creationId xmlns:a16="http://schemas.microsoft.com/office/drawing/2014/main" id="{348F95D9-2DF1-BF0B-75A7-D21E7959612F}"/>
                </a:ext>
              </a:extLst>
            </p:cNvPr>
            <p:cNvSpPr/>
            <p:nvPr/>
          </p:nvSpPr>
          <p:spPr>
            <a:xfrm>
              <a:off x="3273855" y="2709341"/>
              <a:ext cx="266186" cy="210895"/>
            </a:xfrm>
            <a:custGeom>
              <a:avLst/>
              <a:gdLst/>
              <a:ahLst/>
              <a:cxnLst/>
              <a:rect l="l" t="t" r="r" b="b"/>
              <a:pathLst>
                <a:path w="1348" h="1068" extrusionOk="0">
                  <a:moveTo>
                    <a:pt x="1069" y="649"/>
                  </a:moveTo>
                  <a:cubicBezTo>
                    <a:pt x="1011" y="572"/>
                    <a:pt x="961" y="489"/>
                    <a:pt x="906" y="410"/>
                  </a:cubicBezTo>
                  <a:cubicBezTo>
                    <a:pt x="800" y="256"/>
                    <a:pt x="671" y="123"/>
                    <a:pt x="516" y="18"/>
                  </a:cubicBezTo>
                  <a:cubicBezTo>
                    <a:pt x="515" y="17"/>
                    <a:pt x="514" y="16"/>
                    <a:pt x="513" y="15"/>
                  </a:cubicBezTo>
                  <a:cubicBezTo>
                    <a:pt x="454" y="0"/>
                    <a:pt x="388" y="33"/>
                    <a:pt x="326" y="27"/>
                  </a:cubicBezTo>
                  <a:cubicBezTo>
                    <a:pt x="301" y="25"/>
                    <a:pt x="276" y="24"/>
                    <a:pt x="251" y="26"/>
                  </a:cubicBezTo>
                  <a:cubicBezTo>
                    <a:pt x="182" y="32"/>
                    <a:pt x="0" y="97"/>
                    <a:pt x="1" y="181"/>
                  </a:cubicBezTo>
                  <a:cubicBezTo>
                    <a:pt x="2" y="228"/>
                    <a:pt x="40" y="269"/>
                    <a:pt x="84" y="285"/>
                  </a:cubicBezTo>
                  <a:cubicBezTo>
                    <a:pt x="128" y="301"/>
                    <a:pt x="177" y="298"/>
                    <a:pt x="223" y="289"/>
                  </a:cubicBezTo>
                  <a:cubicBezTo>
                    <a:pt x="250" y="283"/>
                    <a:pt x="280" y="277"/>
                    <a:pt x="306" y="288"/>
                  </a:cubicBezTo>
                  <a:cubicBezTo>
                    <a:pt x="338" y="302"/>
                    <a:pt x="354" y="339"/>
                    <a:pt x="384" y="357"/>
                  </a:cubicBezTo>
                  <a:cubicBezTo>
                    <a:pt x="423" y="379"/>
                    <a:pt x="472" y="361"/>
                    <a:pt x="511" y="338"/>
                  </a:cubicBezTo>
                  <a:cubicBezTo>
                    <a:pt x="549" y="315"/>
                    <a:pt x="588" y="286"/>
                    <a:pt x="632" y="285"/>
                  </a:cubicBezTo>
                  <a:cubicBezTo>
                    <a:pt x="677" y="284"/>
                    <a:pt x="725" y="330"/>
                    <a:pt x="704" y="370"/>
                  </a:cubicBezTo>
                  <a:cubicBezTo>
                    <a:pt x="699" y="380"/>
                    <a:pt x="691" y="387"/>
                    <a:pt x="682" y="394"/>
                  </a:cubicBezTo>
                  <a:cubicBezTo>
                    <a:pt x="646" y="421"/>
                    <a:pt x="600" y="430"/>
                    <a:pt x="559" y="447"/>
                  </a:cubicBezTo>
                  <a:cubicBezTo>
                    <a:pt x="517" y="465"/>
                    <a:pt x="476" y="496"/>
                    <a:pt x="470" y="541"/>
                  </a:cubicBezTo>
                  <a:cubicBezTo>
                    <a:pt x="462" y="607"/>
                    <a:pt x="533" y="653"/>
                    <a:pt x="596" y="672"/>
                  </a:cubicBezTo>
                  <a:cubicBezTo>
                    <a:pt x="659" y="690"/>
                    <a:pt x="733" y="703"/>
                    <a:pt x="768" y="758"/>
                  </a:cubicBezTo>
                  <a:cubicBezTo>
                    <a:pt x="780" y="777"/>
                    <a:pt x="786" y="799"/>
                    <a:pt x="800" y="817"/>
                  </a:cubicBezTo>
                  <a:cubicBezTo>
                    <a:pt x="859" y="891"/>
                    <a:pt x="984" y="822"/>
                    <a:pt x="1069" y="862"/>
                  </a:cubicBezTo>
                  <a:cubicBezTo>
                    <a:pt x="1097" y="875"/>
                    <a:pt x="1118" y="898"/>
                    <a:pt x="1140" y="920"/>
                  </a:cubicBezTo>
                  <a:cubicBezTo>
                    <a:pt x="1200" y="980"/>
                    <a:pt x="1270" y="1030"/>
                    <a:pt x="1347" y="1067"/>
                  </a:cubicBezTo>
                  <a:cubicBezTo>
                    <a:pt x="1326" y="986"/>
                    <a:pt x="1280" y="915"/>
                    <a:pt x="1230" y="850"/>
                  </a:cubicBezTo>
                  <a:cubicBezTo>
                    <a:pt x="1178" y="782"/>
                    <a:pt x="1120" y="718"/>
                    <a:pt x="1069" y="64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22;p45">
              <a:extLst>
                <a:ext uri="{FF2B5EF4-FFF2-40B4-BE49-F238E27FC236}">
                  <a16:creationId xmlns:a16="http://schemas.microsoft.com/office/drawing/2014/main" id="{2F2E2D34-4DB5-37AD-D803-62263A3187DA}"/>
                </a:ext>
              </a:extLst>
            </p:cNvPr>
            <p:cNvSpPr/>
            <p:nvPr/>
          </p:nvSpPr>
          <p:spPr>
            <a:xfrm>
              <a:off x="3383845" y="2608435"/>
              <a:ext cx="169032" cy="277837"/>
            </a:xfrm>
            <a:custGeom>
              <a:avLst/>
              <a:gdLst/>
              <a:ahLst/>
              <a:cxnLst/>
              <a:rect l="l" t="t" r="r" b="b"/>
              <a:pathLst>
                <a:path w="856" h="1407" extrusionOk="0">
                  <a:moveTo>
                    <a:pt x="854" y="1046"/>
                  </a:moveTo>
                  <a:cubicBezTo>
                    <a:pt x="852" y="1007"/>
                    <a:pt x="836" y="965"/>
                    <a:pt x="801" y="946"/>
                  </a:cubicBezTo>
                  <a:cubicBezTo>
                    <a:pt x="785" y="937"/>
                    <a:pt x="765" y="934"/>
                    <a:pt x="750" y="924"/>
                  </a:cubicBezTo>
                  <a:cubicBezTo>
                    <a:pt x="724" y="907"/>
                    <a:pt x="712" y="876"/>
                    <a:pt x="695" y="851"/>
                  </a:cubicBezTo>
                  <a:cubicBezTo>
                    <a:pt x="659" y="800"/>
                    <a:pt x="598" y="776"/>
                    <a:pt x="545" y="745"/>
                  </a:cubicBezTo>
                  <a:cubicBezTo>
                    <a:pt x="492" y="714"/>
                    <a:pt x="440" y="662"/>
                    <a:pt x="446" y="601"/>
                  </a:cubicBezTo>
                  <a:cubicBezTo>
                    <a:pt x="452" y="535"/>
                    <a:pt x="523" y="490"/>
                    <a:pt x="531" y="424"/>
                  </a:cubicBezTo>
                  <a:cubicBezTo>
                    <a:pt x="537" y="369"/>
                    <a:pt x="488" y="314"/>
                    <a:pt x="433" y="314"/>
                  </a:cubicBezTo>
                  <a:cubicBezTo>
                    <a:pt x="407" y="314"/>
                    <a:pt x="381" y="324"/>
                    <a:pt x="357" y="316"/>
                  </a:cubicBezTo>
                  <a:cubicBezTo>
                    <a:pt x="324" y="306"/>
                    <a:pt x="308" y="267"/>
                    <a:pt x="307" y="233"/>
                  </a:cubicBezTo>
                  <a:cubicBezTo>
                    <a:pt x="306" y="198"/>
                    <a:pt x="314" y="163"/>
                    <a:pt x="309" y="129"/>
                  </a:cubicBezTo>
                  <a:cubicBezTo>
                    <a:pt x="302" y="74"/>
                    <a:pt x="259" y="27"/>
                    <a:pt x="205" y="14"/>
                  </a:cubicBezTo>
                  <a:cubicBezTo>
                    <a:pt x="152" y="0"/>
                    <a:pt x="92" y="23"/>
                    <a:pt x="60" y="68"/>
                  </a:cubicBezTo>
                  <a:cubicBezTo>
                    <a:pt x="0" y="153"/>
                    <a:pt x="50" y="259"/>
                    <a:pt x="59" y="351"/>
                  </a:cubicBezTo>
                  <a:cubicBezTo>
                    <a:pt x="65" y="410"/>
                    <a:pt x="55" y="473"/>
                    <a:pt x="30" y="528"/>
                  </a:cubicBezTo>
                  <a:cubicBezTo>
                    <a:pt x="110" y="584"/>
                    <a:pt x="185" y="649"/>
                    <a:pt x="253" y="720"/>
                  </a:cubicBezTo>
                  <a:cubicBezTo>
                    <a:pt x="385" y="862"/>
                    <a:pt x="474" y="1033"/>
                    <a:pt x="592" y="1185"/>
                  </a:cubicBezTo>
                  <a:cubicBezTo>
                    <a:pt x="649" y="1258"/>
                    <a:pt x="715" y="1328"/>
                    <a:pt x="768" y="1406"/>
                  </a:cubicBezTo>
                  <a:cubicBezTo>
                    <a:pt x="765" y="1361"/>
                    <a:pt x="771" y="1315"/>
                    <a:pt x="793" y="1260"/>
                  </a:cubicBezTo>
                  <a:cubicBezTo>
                    <a:pt x="811" y="1216"/>
                    <a:pt x="832" y="1172"/>
                    <a:pt x="844" y="1126"/>
                  </a:cubicBezTo>
                  <a:cubicBezTo>
                    <a:pt x="851" y="1100"/>
                    <a:pt x="855" y="1073"/>
                    <a:pt x="854" y="10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23;p45">
              <a:extLst>
                <a:ext uri="{FF2B5EF4-FFF2-40B4-BE49-F238E27FC236}">
                  <a16:creationId xmlns:a16="http://schemas.microsoft.com/office/drawing/2014/main" id="{5D9BD423-3F47-2E9B-EE6C-84A7EC447C2A}"/>
                </a:ext>
              </a:extLst>
            </p:cNvPr>
            <p:cNvSpPr/>
            <p:nvPr/>
          </p:nvSpPr>
          <p:spPr>
            <a:xfrm>
              <a:off x="1695844" y="2603874"/>
              <a:ext cx="950071" cy="746642"/>
            </a:xfrm>
            <a:custGeom>
              <a:avLst/>
              <a:gdLst/>
              <a:ahLst/>
              <a:cxnLst/>
              <a:rect l="l" t="t" r="r" b="b"/>
              <a:pathLst>
                <a:path w="1658" h="1303" extrusionOk="0">
                  <a:moveTo>
                    <a:pt x="1655" y="1201"/>
                  </a:moveTo>
                  <a:cubicBezTo>
                    <a:pt x="1648" y="1165"/>
                    <a:pt x="1639" y="1127"/>
                    <a:pt x="1614" y="1101"/>
                  </a:cubicBezTo>
                  <a:cubicBezTo>
                    <a:pt x="1599" y="1085"/>
                    <a:pt x="1579" y="1075"/>
                    <a:pt x="1559" y="1068"/>
                  </a:cubicBezTo>
                  <a:cubicBezTo>
                    <a:pt x="1490" y="1044"/>
                    <a:pt x="1434" y="1061"/>
                    <a:pt x="1367" y="1080"/>
                  </a:cubicBezTo>
                  <a:cubicBezTo>
                    <a:pt x="1309" y="1096"/>
                    <a:pt x="1255" y="1092"/>
                    <a:pt x="1196" y="1085"/>
                  </a:cubicBezTo>
                  <a:cubicBezTo>
                    <a:pt x="1069" y="1072"/>
                    <a:pt x="943" y="1045"/>
                    <a:pt x="821" y="1005"/>
                  </a:cubicBezTo>
                  <a:cubicBezTo>
                    <a:pt x="814" y="1003"/>
                    <a:pt x="807" y="1000"/>
                    <a:pt x="800" y="998"/>
                  </a:cubicBezTo>
                  <a:cubicBezTo>
                    <a:pt x="764" y="986"/>
                    <a:pt x="727" y="972"/>
                    <a:pt x="690" y="967"/>
                  </a:cubicBezTo>
                  <a:lnTo>
                    <a:pt x="528" y="581"/>
                  </a:lnTo>
                  <a:cubicBezTo>
                    <a:pt x="497" y="507"/>
                    <a:pt x="465" y="433"/>
                    <a:pt x="434" y="359"/>
                  </a:cubicBezTo>
                  <a:cubicBezTo>
                    <a:pt x="409" y="298"/>
                    <a:pt x="390" y="220"/>
                    <a:pt x="342" y="172"/>
                  </a:cubicBezTo>
                  <a:cubicBezTo>
                    <a:pt x="292" y="122"/>
                    <a:pt x="255" y="22"/>
                    <a:pt x="177" y="11"/>
                  </a:cubicBezTo>
                  <a:cubicBezTo>
                    <a:pt x="95" y="0"/>
                    <a:pt x="26" y="51"/>
                    <a:pt x="10" y="133"/>
                  </a:cubicBezTo>
                  <a:cubicBezTo>
                    <a:pt x="0" y="184"/>
                    <a:pt x="10" y="237"/>
                    <a:pt x="21" y="288"/>
                  </a:cubicBezTo>
                  <a:cubicBezTo>
                    <a:pt x="64" y="493"/>
                    <a:pt x="128" y="684"/>
                    <a:pt x="204" y="877"/>
                  </a:cubicBezTo>
                  <a:cubicBezTo>
                    <a:pt x="234" y="952"/>
                    <a:pt x="264" y="1028"/>
                    <a:pt x="307" y="1097"/>
                  </a:cubicBezTo>
                  <a:cubicBezTo>
                    <a:pt x="339" y="1149"/>
                    <a:pt x="380" y="1198"/>
                    <a:pt x="430" y="1234"/>
                  </a:cubicBezTo>
                  <a:cubicBezTo>
                    <a:pt x="459" y="1255"/>
                    <a:pt x="490" y="1264"/>
                    <a:pt x="521" y="1264"/>
                  </a:cubicBezTo>
                  <a:cubicBezTo>
                    <a:pt x="602" y="1283"/>
                    <a:pt x="685" y="1299"/>
                    <a:pt x="768" y="1301"/>
                  </a:cubicBezTo>
                  <a:cubicBezTo>
                    <a:pt x="823" y="1302"/>
                    <a:pt x="879" y="1296"/>
                    <a:pt x="934" y="1291"/>
                  </a:cubicBezTo>
                  <a:cubicBezTo>
                    <a:pt x="1024" y="1282"/>
                    <a:pt x="1113" y="1272"/>
                    <a:pt x="1203" y="1263"/>
                  </a:cubicBezTo>
                  <a:cubicBezTo>
                    <a:pt x="1244" y="1259"/>
                    <a:pt x="1276" y="1276"/>
                    <a:pt x="1317" y="1281"/>
                  </a:cubicBezTo>
                  <a:cubicBezTo>
                    <a:pt x="1358" y="1286"/>
                    <a:pt x="1399" y="1285"/>
                    <a:pt x="1440" y="1280"/>
                  </a:cubicBezTo>
                  <a:cubicBezTo>
                    <a:pt x="1497" y="1273"/>
                    <a:pt x="1562" y="1262"/>
                    <a:pt x="1615" y="1242"/>
                  </a:cubicBezTo>
                  <a:cubicBezTo>
                    <a:pt x="1634" y="1234"/>
                    <a:pt x="1630" y="1225"/>
                    <a:pt x="1648" y="1222"/>
                  </a:cubicBezTo>
                  <a:cubicBezTo>
                    <a:pt x="1657" y="1221"/>
                    <a:pt x="1657" y="1209"/>
                    <a:pt x="1655" y="1201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24;p45">
              <a:extLst>
                <a:ext uri="{FF2B5EF4-FFF2-40B4-BE49-F238E27FC236}">
                  <a16:creationId xmlns:a16="http://schemas.microsoft.com/office/drawing/2014/main" id="{88A4E0B7-AABB-EE05-D75E-2574CDDC436F}"/>
                </a:ext>
              </a:extLst>
            </p:cNvPr>
            <p:cNvSpPr/>
            <p:nvPr/>
          </p:nvSpPr>
          <p:spPr>
            <a:xfrm>
              <a:off x="1717619" y="3956196"/>
              <a:ext cx="218895" cy="138097"/>
            </a:xfrm>
            <a:custGeom>
              <a:avLst/>
              <a:gdLst/>
              <a:ahLst/>
              <a:cxnLst/>
              <a:rect l="l" t="t" r="r" b="b"/>
              <a:pathLst>
                <a:path w="382" h="241" extrusionOk="0">
                  <a:moveTo>
                    <a:pt x="0" y="240"/>
                  </a:moveTo>
                  <a:lnTo>
                    <a:pt x="381" y="240"/>
                  </a:lnTo>
                  <a:cubicBezTo>
                    <a:pt x="372" y="190"/>
                    <a:pt x="363" y="139"/>
                    <a:pt x="354" y="89"/>
                  </a:cubicBezTo>
                  <a:cubicBezTo>
                    <a:pt x="287" y="86"/>
                    <a:pt x="220" y="77"/>
                    <a:pt x="153" y="68"/>
                  </a:cubicBezTo>
                  <a:cubicBezTo>
                    <a:pt x="148" y="69"/>
                    <a:pt x="143" y="70"/>
                    <a:pt x="138" y="71"/>
                  </a:cubicBezTo>
                  <a:lnTo>
                    <a:pt x="124" y="0"/>
                  </a:lnTo>
                  <a:lnTo>
                    <a:pt x="40" y="0"/>
                  </a:lnTo>
                  <a:lnTo>
                    <a:pt x="68" y="132"/>
                  </a:lnTo>
                  <a:cubicBezTo>
                    <a:pt x="80" y="186"/>
                    <a:pt x="46" y="240"/>
                    <a:pt x="0" y="240"/>
                  </a:cubicBezTo>
                </a:path>
              </a:pathLst>
            </a:custGeom>
            <a:solidFill>
              <a:srgbClr val="0097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25;p45">
              <a:extLst>
                <a:ext uri="{FF2B5EF4-FFF2-40B4-BE49-F238E27FC236}">
                  <a16:creationId xmlns:a16="http://schemas.microsoft.com/office/drawing/2014/main" id="{F72F956B-5926-7135-E2FA-F0055FE99C55}"/>
                </a:ext>
              </a:extLst>
            </p:cNvPr>
            <p:cNvSpPr/>
            <p:nvPr/>
          </p:nvSpPr>
          <p:spPr>
            <a:xfrm>
              <a:off x="942321" y="3510961"/>
              <a:ext cx="1130573" cy="583332"/>
            </a:xfrm>
            <a:custGeom>
              <a:avLst/>
              <a:gdLst/>
              <a:ahLst/>
              <a:cxnLst/>
              <a:rect l="l" t="t" r="r" b="b"/>
              <a:pathLst>
                <a:path w="1973" h="1018" extrusionOk="0">
                  <a:moveTo>
                    <a:pt x="0" y="0"/>
                  </a:moveTo>
                  <a:lnTo>
                    <a:pt x="8" y="37"/>
                  </a:lnTo>
                  <a:lnTo>
                    <a:pt x="312" y="911"/>
                  </a:lnTo>
                  <a:cubicBezTo>
                    <a:pt x="325" y="974"/>
                    <a:pt x="349" y="1017"/>
                    <a:pt x="401" y="1017"/>
                  </a:cubicBezTo>
                  <a:lnTo>
                    <a:pt x="1913" y="1017"/>
                  </a:lnTo>
                  <a:cubicBezTo>
                    <a:pt x="1947" y="1017"/>
                    <a:pt x="1972" y="976"/>
                    <a:pt x="1963" y="935"/>
                  </a:cubicBezTo>
                  <a:lnTo>
                    <a:pt x="1782" y="50"/>
                  </a:lnTo>
                  <a:cubicBezTo>
                    <a:pt x="1777" y="21"/>
                    <a:pt x="1756" y="0"/>
                    <a:pt x="1732" y="0"/>
                  </a:cubicBez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26;p45">
              <a:extLst>
                <a:ext uri="{FF2B5EF4-FFF2-40B4-BE49-F238E27FC236}">
                  <a16:creationId xmlns:a16="http://schemas.microsoft.com/office/drawing/2014/main" id="{FE8EF467-FA30-FE81-D8F6-518DF055DC50}"/>
                </a:ext>
              </a:extLst>
            </p:cNvPr>
            <p:cNvSpPr/>
            <p:nvPr/>
          </p:nvSpPr>
          <p:spPr>
            <a:xfrm>
              <a:off x="946905" y="3531590"/>
              <a:ext cx="1077282" cy="562703"/>
            </a:xfrm>
            <a:custGeom>
              <a:avLst/>
              <a:gdLst/>
              <a:ahLst/>
              <a:cxnLst/>
              <a:rect l="l" t="t" r="r" b="b"/>
              <a:pathLst>
                <a:path w="1880" h="982" extrusionOk="0">
                  <a:moveTo>
                    <a:pt x="326" y="981"/>
                  </a:moveTo>
                  <a:lnTo>
                    <a:pt x="1799" y="981"/>
                  </a:lnTo>
                  <a:cubicBezTo>
                    <a:pt x="1845" y="981"/>
                    <a:pt x="1879" y="927"/>
                    <a:pt x="1868" y="873"/>
                  </a:cubicBezTo>
                  <a:lnTo>
                    <a:pt x="1697" y="65"/>
                  </a:lnTo>
                  <a:cubicBezTo>
                    <a:pt x="1689" y="27"/>
                    <a:pt x="1660" y="0"/>
                    <a:pt x="1628" y="0"/>
                  </a:cubicBezTo>
                  <a:lnTo>
                    <a:pt x="0" y="0"/>
                  </a:lnTo>
                  <a:lnTo>
                    <a:pt x="178" y="840"/>
                  </a:lnTo>
                  <a:cubicBezTo>
                    <a:pt x="196" y="923"/>
                    <a:pt x="257" y="981"/>
                    <a:pt x="326" y="98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27;p45">
              <a:extLst>
                <a:ext uri="{FF2B5EF4-FFF2-40B4-BE49-F238E27FC236}">
                  <a16:creationId xmlns:a16="http://schemas.microsoft.com/office/drawing/2014/main" id="{C12CA26E-8B03-F468-D7EB-1D645FC328F1}"/>
                </a:ext>
              </a:extLst>
            </p:cNvPr>
            <p:cNvSpPr/>
            <p:nvPr/>
          </p:nvSpPr>
          <p:spPr>
            <a:xfrm>
              <a:off x="485050" y="2836519"/>
              <a:ext cx="1211370" cy="1257773"/>
            </a:xfrm>
            <a:custGeom>
              <a:avLst/>
              <a:gdLst/>
              <a:ahLst/>
              <a:cxnLst/>
              <a:rect l="l" t="t" r="r" b="b"/>
              <a:pathLst>
                <a:path w="2114" h="2195" extrusionOk="0">
                  <a:moveTo>
                    <a:pt x="988" y="614"/>
                  </a:moveTo>
                  <a:cubicBezTo>
                    <a:pt x="1022" y="427"/>
                    <a:pt x="1009" y="225"/>
                    <a:pt x="1027" y="34"/>
                  </a:cubicBezTo>
                  <a:cubicBezTo>
                    <a:pt x="1029" y="23"/>
                    <a:pt x="1029" y="11"/>
                    <a:pt x="1031" y="0"/>
                  </a:cubicBezTo>
                  <a:lnTo>
                    <a:pt x="871" y="0"/>
                  </a:lnTo>
                  <a:lnTo>
                    <a:pt x="858" y="0"/>
                  </a:lnTo>
                  <a:lnTo>
                    <a:pt x="824" y="0"/>
                  </a:lnTo>
                  <a:lnTo>
                    <a:pt x="688" y="0"/>
                  </a:lnTo>
                  <a:lnTo>
                    <a:pt x="675" y="0"/>
                  </a:lnTo>
                  <a:lnTo>
                    <a:pt x="641" y="0"/>
                  </a:lnTo>
                  <a:lnTo>
                    <a:pt x="627" y="0"/>
                  </a:lnTo>
                  <a:lnTo>
                    <a:pt x="505" y="0"/>
                  </a:lnTo>
                  <a:lnTo>
                    <a:pt x="492" y="0"/>
                  </a:lnTo>
                  <a:lnTo>
                    <a:pt x="458" y="0"/>
                  </a:lnTo>
                  <a:lnTo>
                    <a:pt x="444" y="0"/>
                  </a:lnTo>
                  <a:lnTo>
                    <a:pt x="309" y="0"/>
                  </a:lnTo>
                  <a:lnTo>
                    <a:pt x="275" y="0"/>
                  </a:lnTo>
                  <a:lnTo>
                    <a:pt x="261" y="0"/>
                  </a:lnTo>
                  <a:lnTo>
                    <a:pt x="78" y="0"/>
                  </a:lnTo>
                  <a:cubicBezTo>
                    <a:pt x="33" y="0"/>
                    <a:pt x="0" y="42"/>
                    <a:pt x="12" y="86"/>
                  </a:cubicBezTo>
                  <a:lnTo>
                    <a:pt x="344" y="1364"/>
                  </a:lnTo>
                  <a:lnTo>
                    <a:pt x="538" y="2107"/>
                  </a:lnTo>
                  <a:cubicBezTo>
                    <a:pt x="551" y="2158"/>
                    <a:pt x="597" y="2194"/>
                    <a:pt x="649" y="2194"/>
                  </a:cubicBezTo>
                  <a:lnTo>
                    <a:pt x="832" y="2194"/>
                  </a:lnTo>
                  <a:lnTo>
                    <a:pt x="846" y="2194"/>
                  </a:lnTo>
                  <a:lnTo>
                    <a:pt x="1016" y="2194"/>
                  </a:lnTo>
                  <a:lnTo>
                    <a:pt x="1029" y="2194"/>
                  </a:lnTo>
                  <a:lnTo>
                    <a:pt x="1198" y="2194"/>
                  </a:lnTo>
                  <a:lnTo>
                    <a:pt x="1212" y="2194"/>
                  </a:lnTo>
                  <a:lnTo>
                    <a:pt x="1368" y="2194"/>
                  </a:lnTo>
                  <a:lnTo>
                    <a:pt x="1395" y="2194"/>
                  </a:lnTo>
                  <a:lnTo>
                    <a:pt x="1551" y="2194"/>
                  </a:lnTo>
                  <a:lnTo>
                    <a:pt x="1564" y="2194"/>
                  </a:lnTo>
                  <a:lnTo>
                    <a:pt x="1734" y="2194"/>
                  </a:lnTo>
                  <a:lnTo>
                    <a:pt x="1747" y="2194"/>
                  </a:lnTo>
                  <a:lnTo>
                    <a:pt x="1917" y="2194"/>
                  </a:lnTo>
                  <a:lnTo>
                    <a:pt x="1930" y="2194"/>
                  </a:lnTo>
                  <a:lnTo>
                    <a:pt x="2113" y="2194"/>
                  </a:lnTo>
                  <a:lnTo>
                    <a:pt x="1729" y="1364"/>
                  </a:lnTo>
                  <a:lnTo>
                    <a:pt x="1660" y="1213"/>
                  </a:lnTo>
                  <a:lnTo>
                    <a:pt x="893" y="1213"/>
                  </a:lnTo>
                  <a:cubicBezTo>
                    <a:pt x="920" y="1013"/>
                    <a:pt x="952" y="813"/>
                    <a:pt x="988" y="61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28;p45">
              <a:extLst>
                <a:ext uri="{FF2B5EF4-FFF2-40B4-BE49-F238E27FC236}">
                  <a16:creationId xmlns:a16="http://schemas.microsoft.com/office/drawing/2014/main" id="{19880600-7F1B-F523-2DF6-535B6BFCA86C}"/>
                </a:ext>
              </a:extLst>
            </p:cNvPr>
            <p:cNvSpPr/>
            <p:nvPr/>
          </p:nvSpPr>
          <p:spPr>
            <a:xfrm>
              <a:off x="996758" y="2442856"/>
              <a:ext cx="1027429" cy="1166091"/>
            </a:xfrm>
            <a:custGeom>
              <a:avLst/>
              <a:gdLst/>
              <a:ahLst/>
              <a:cxnLst/>
              <a:rect l="l" t="t" r="r" b="b"/>
              <a:pathLst>
                <a:path w="1793" h="2035" extrusionOk="0">
                  <a:moveTo>
                    <a:pt x="1253" y="1823"/>
                  </a:moveTo>
                  <a:cubicBezTo>
                    <a:pt x="1269" y="1722"/>
                    <a:pt x="1290" y="1622"/>
                    <a:pt x="1323" y="1526"/>
                  </a:cubicBezTo>
                  <a:cubicBezTo>
                    <a:pt x="1367" y="1400"/>
                    <a:pt x="1431" y="1281"/>
                    <a:pt x="1500" y="1166"/>
                  </a:cubicBezTo>
                  <a:cubicBezTo>
                    <a:pt x="1605" y="1108"/>
                    <a:pt x="1707" y="1043"/>
                    <a:pt x="1792" y="958"/>
                  </a:cubicBezTo>
                  <a:cubicBezTo>
                    <a:pt x="1779" y="926"/>
                    <a:pt x="1765" y="894"/>
                    <a:pt x="1752" y="863"/>
                  </a:cubicBezTo>
                  <a:cubicBezTo>
                    <a:pt x="1720" y="789"/>
                    <a:pt x="1689" y="715"/>
                    <a:pt x="1657" y="640"/>
                  </a:cubicBezTo>
                  <a:cubicBezTo>
                    <a:pt x="1656" y="636"/>
                    <a:pt x="1654" y="632"/>
                    <a:pt x="1652" y="627"/>
                  </a:cubicBezTo>
                  <a:cubicBezTo>
                    <a:pt x="1642" y="586"/>
                    <a:pt x="1626" y="548"/>
                    <a:pt x="1606" y="512"/>
                  </a:cubicBezTo>
                  <a:cubicBezTo>
                    <a:pt x="1596" y="493"/>
                    <a:pt x="1585" y="476"/>
                    <a:pt x="1572" y="461"/>
                  </a:cubicBezTo>
                  <a:cubicBezTo>
                    <a:pt x="1557" y="441"/>
                    <a:pt x="1542" y="422"/>
                    <a:pt x="1525" y="404"/>
                  </a:cubicBezTo>
                  <a:cubicBezTo>
                    <a:pt x="1496" y="363"/>
                    <a:pt x="1467" y="318"/>
                    <a:pt x="1424" y="300"/>
                  </a:cubicBezTo>
                  <a:cubicBezTo>
                    <a:pt x="1416" y="292"/>
                    <a:pt x="1408" y="285"/>
                    <a:pt x="1399" y="278"/>
                  </a:cubicBezTo>
                  <a:cubicBezTo>
                    <a:pt x="1341" y="229"/>
                    <a:pt x="1271" y="199"/>
                    <a:pt x="1205" y="163"/>
                  </a:cubicBezTo>
                  <a:cubicBezTo>
                    <a:pt x="1135" y="125"/>
                    <a:pt x="1059" y="99"/>
                    <a:pt x="986" y="68"/>
                  </a:cubicBezTo>
                  <a:cubicBezTo>
                    <a:pt x="891" y="28"/>
                    <a:pt x="794" y="0"/>
                    <a:pt x="692" y="24"/>
                  </a:cubicBezTo>
                  <a:cubicBezTo>
                    <a:pt x="591" y="48"/>
                    <a:pt x="497" y="98"/>
                    <a:pt x="406" y="146"/>
                  </a:cubicBezTo>
                  <a:cubicBezTo>
                    <a:pt x="296" y="204"/>
                    <a:pt x="239" y="277"/>
                    <a:pt x="197" y="394"/>
                  </a:cubicBezTo>
                  <a:cubicBezTo>
                    <a:pt x="159" y="499"/>
                    <a:pt x="145" y="611"/>
                    <a:pt x="135" y="721"/>
                  </a:cubicBezTo>
                  <a:cubicBezTo>
                    <a:pt x="116" y="912"/>
                    <a:pt x="129" y="1114"/>
                    <a:pt x="95" y="1301"/>
                  </a:cubicBezTo>
                  <a:cubicBezTo>
                    <a:pt x="59" y="1500"/>
                    <a:pt x="28" y="1700"/>
                    <a:pt x="0" y="1900"/>
                  </a:cubicBezTo>
                  <a:lnTo>
                    <a:pt x="1087" y="1900"/>
                  </a:lnTo>
                  <a:cubicBezTo>
                    <a:pt x="1119" y="1900"/>
                    <a:pt x="1147" y="1927"/>
                    <a:pt x="1155" y="1965"/>
                  </a:cubicBezTo>
                  <a:lnTo>
                    <a:pt x="1170" y="2034"/>
                  </a:lnTo>
                  <a:cubicBezTo>
                    <a:pt x="1245" y="1980"/>
                    <a:pt x="1238" y="1920"/>
                    <a:pt x="1253" y="182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29;p45">
              <a:extLst>
                <a:ext uri="{FF2B5EF4-FFF2-40B4-BE49-F238E27FC236}">
                  <a16:creationId xmlns:a16="http://schemas.microsoft.com/office/drawing/2014/main" id="{F34FB53C-2591-EB64-BEA6-BF89941D9955}"/>
                </a:ext>
              </a:extLst>
            </p:cNvPr>
            <p:cNvSpPr/>
            <p:nvPr/>
          </p:nvSpPr>
          <p:spPr>
            <a:xfrm>
              <a:off x="2110138" y="4799679"/>
              <a:ext cx="286511" cy="157007"/>
            </a:xfrm>
            <a:custGeom>
              <a:avLst/>
              <a:gdLst/>
              <a:ahLst/>
              <a:cxnLst/>
              <a:rect l="l" t="t" r="r" b="b"/>
              <a:pathLst>
                <a:path w="500" h="274" extrusionOk="0">
                  <a:moveTo>
                    <a:pt x="51" y="242"/>
                  </a:moveTo>
                  <a:cubicBezTo>
                    <a:pt x="59" y="247"/>
                    <a:pt x="70" y="248"/>
                    <a:pt x="80" y="249"/>
                  </a:cubicBezTo>
                  <a:cubicBezTo>
                    <a:pt x="180" y="259"/>
                    <a:pt x="278" y="270"/>
                    <a:pt x="379" y="272"/>
                  </a:cubicBezTo>
                  <a:cubicBezTo>
                    <a:pt x="403" y="273"/>
                    <a:pt x="426" y="273"/>
                    <a:pt x="449" y="271"/>
                  </a:cubicBezTo>
                  <a:cubicBezTo>
                    <a:pt x="470" y="270"/>
                    <a:pt x="496" y="261"/>
                    <a:pt x="498" y="242"/>
                  </a:cubicBezTo>
                  <a:cubicBezTo>
                    <a:pt x="499" y="230"/>
                    <a:pt x="490" y="219"/>
                    <a:pt x="481" y="211"/>
                  </a:cubicBezTo>
                  <a:cubicBezTo>
                    <a:pt x="437" y="168"/>
                    <a:pt x="407" y="137"/>
                    <a:pt x="387" y="98"/>
                  </a:cubicBezTo>
                  <a:cubicBezTo>
                    <a:pt x="375" y="72"/>
                    <a:pt x="367" y="41"/>
                    <a:pt x="364" y="0"/>
                  </a:cubicBezTo>
                  <a:cubicBezTo>
                    <a:pt x="277" y="6"/>
                    <a:pt x="163" y="10"/>
                    <a:pt x="72" y="14"/>
                  </a:cubicBezTo>
                  <a:cubicBezTo>
                    <a:pt x="57" y="79"/>
                    <a:pt x="0" y="213"/>
                    <a:pt x="51" y="242"/>
                  </a:cubicBezTo>
                </a:path>
              </a:pathLst>
            </a:custGeom>
            <a:solidFill>
              <a:srgbClr val="FFA8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30;p45">
              <a:extLst>
                <a:ext uri="{FF2B5EF4-FFF2-40B4-BE49-F238E27FC236}">
                  <a16:creationId xmlns:a16="http://schemas.microsoft.com/office/drawing/2014/main" id="{5F006046-364B-2687-DC18-9721B0B534A1}"/>
                </a:ext>
              </a:extLst>
            </p:cNvPr>
            <p:cNvSpPr/>
            <p:nvPr/>
          </p:nvSpPr>
          <p:spPr>
            <a:xfrm>
              <a:off x="2487759" y="4733209"/>
              <a:ext cx="298545" cy="223477"/>
            </a:xfrm>
            <a:custGeom>
              <a:avLst/>
              <a:gdLst/>
              <a:ahLst/>
              <a:cxnLst/>
              <a:rect l="l" t="t" r="r" b="b"/>
              <a:pathLst>
                <a:path w="521" h="390" extrusionOk="0">
                  <a:moveTo>
                    <a:pt x="504" y="325"/>
                  </a:moveTo>
                  <a:cubicBezTo>
                    <a:pt x="488" y="306"/>
                    <a:pt x="463" y="289"/>
                    <a:pt x="451" y="278"/>
                  </a:cubicBezTo>
                  <a:cubicBezTo>
                    <a:pt x="422" y="253"/>
                    <a:pt x="391" y="230"/>
                    <a:pt x="367" y="199"/>
                  </a:cubicBezTo>
                  <a:cubicBezTo>
                    <a:pt x="331" y="151"/>
                    <a:pt x="323" y="97"/>
                    <a:pt x="308" y="41"/>
                  </a:cubicBezTo>
                  <a:cubicBezTo>
                    <a:pt x="305" y="27"/>
                    <a:pt x="302" y="14"/>
                    <a:pt x="299" y="0"/>
                  </a:cubicBezTo>
                  <a:cubicBezTo>
                    <a:pt x="199" y="23"/>
                    <a:pt x="100" y="47"/>
                    <a:pt x="0" y="70"/>
                  </a:cubicBezTo>
                  <a:cubicBezTo>
                    <a:pt x="6" y="95"/>
                    <a:pt x="12" y="119"/>
                    <a:pt x="19" y="143"/>
                  </a:cubicBezTo>
                  <a:cubicBezTo>
                    <a:pt x="31" y="188"/>
                    <a:pt x="50" y="234"/>
                    <a:pt x="57" y="280"/>
                  </a:cubicBezTo>
                  <a:cubicBezTo>
                    <a:pt x="61" y="305"/>
                    <a:pt x="43" y="342"/>
                    <a:pt x="72" y="358"/>
                  </a:cubicBezTo>
                  <a:cubicBezTo>
                    <a:pt x="80" y="363"/>
                    <a:pt x="91" y="364"/>
                    <a:pt x="101" y="365"/>
                  </a:cubicBezTo>
                  <a:cubicBezTo>
                    <a:pt x="201" y="375"/>
                    <a:pt x="299" y="386"/>
                    <a:pt x="400" y="388"/>
                  </a:cubicBezTo>
                  <a:cubicBezTo>
                    <a:pt x="423" y="389"/>
                    <a:pt x="447" y="389"/>
                    <a:pt x="469" y="387"/>
                  </a:cubicBezTo>
                  <a:cubicBezTo>
                    <a:pt x="491" y="386"/>
                    <a:pt x="517" y="377"/>
                    <a:pt x="518" y="358"/>
                  </a:cubicBezTo>
                  <a:cubicBezTo>
                    <a:pt x="520" y="347"/>
                    <a:pt x="513" y="336"/>
                    <a:pt x="504" y="325"/>
                  </a:cubicBezTo>
                </a:path>
              </a:pathLst>
            </a:custGeom>
            <a:solidFill>
              <a:srgbClr val="FFA8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31;p45">
              <a:extLst>
                <a:ext uri="{FF2B5EF4-FFF2-40B4-BE49-F238E27FC236}">
                  <a16:creationId xmlns:a16="http://schemas.microsoft.com/office/drawing/2014/main" id="{E784FDC1-8D36-3BEB-E031-DA342E93D443}"/>
                </a:ext>
              </a:extLst>
            </p:cNvPr>
            <p:cNvSpPr/>
            <p:nvPr/>
          </p:nvSpPr>
          <p:spPr>
            <a:xfrm>
              <a:off x="1405895" y="1974700"/>
              <a:ext cx="473317" cy="433201"/>
            </a:xfrm>
            <a:custGeom>
              <a:avLst/>
              <a:gdLst/>
              <a:ahLst/>
              <a:cxnLst/>
              <a:rect l="l" t="t" r="r" b="b"/>
              <a:pathLst>
                <a:path w="826" h="756" extrusionOk="0">
                  <a:moveTo>
                    <a:pt x="292" y="564"/>
                  </a:moveTo>
                  <a:cubicBezTo>
                    <a:pt x="305" y="549"/>
                    <a:pt x="319" y="535"/>
                    <a:pt x="338" y="526"/>
                  </a:cubicBezTo>
                  <a:cubicBezTo>
                    <a:pt x="368" y="512"/>
                    <a:pt x="403" y="499"/>
                    <a:pt x="423" y="471"/>
                  </a:cubicBezTo>
                  <a:cubicBezTo>
                    <a:pt x="436" y="453"/>
                    <a:pt x="441" y="431"/>
                    <a:pt x="445" y="410"/>
                  </a:cubicBezTo>
                  <a:cubicBezTo>
                    <a:pt x="453" y="379"/>
                    <a:pt x="459" y="344"/>
                    <a:pt x="470" y="315"/>
                  </a:cubicBezTo>
                  <a:cubicBezTo>
                    <a:pt x="483" y="282"/>
                    <a:pt x="530" y="272"/>
                    <a:pt x="561" y="272"/>
                  </a:cubicBezTo>
                  <a:cubicBezTo>
                    <a:pt x="597" y="272"/>
                    <a:pt x="632" y="283"/>
                    <a:pt x="667" y="292"/>
                  </a:cubicBezTo>
                  <a:cubicBezTo>
                    <a:pt x="683" y="296"/>
                    <a:pt x="699" y="299"/>
                    <a:pt x="715" y="298"/>
                  </a:cubicBezTo>
                  <a:cubicBezTo>
                    <a:pt x="743" y="296"/>
                    <a:pt x="768" y="278"/>
                    <a:pt x="787" y="257"/>
                  </a:cubicBezTo>
                  <a:cubicBezTo>
                    <a:pt x="809" y="233"/>
                    <a:pt x="825" y="195"/>
                    <a:pt x="806" y="168"/>
                  </a:cubicBezTo>
                  <a:cubicBezTo>
                    <a:pt x="796" y="154"/>
                    <a:pt x="779" y="147"/>
                    <a:pt x="762" y="145"/>
                  </a:cubicBezTo>
                  <a:cubicBezTo>
                    <a:pt x="756" y="144"/>
                    <a:pt x="750" y="144"/>
                    <a:pt x="746" y="140"/>
                  </a:cubicBezTo>
                  <a:cubicBezTo>
                    <a:pt x="741" y="137"/>
                    <a:pt x="738" y="132"/>
                    <a:pt x="735" y="127"/>
                  </a:cubicBezTo>
                  <a:cubicBezTo>
                    <a:pt x="723" y="102"/>
                    <a:pt x="706" y="81"/>
                    <a:pt x="683" y="66"/>
                  </a:cubicBezTo>
                  <a:cubicBezTo>
                    <a:pt x="660" y="52"/>
                    <a:pt x="631" y="46"/>
                    <a:pt x="605" y="53"/>
                  </a:cubicBezTo>
                  <a:cubicBezTo>
                    <a:pt x="591" y="57"/>
                    <a:pt x="576" y="65"/>
                    <a:pt x="562" y="62"/>
                  </a:cubicBezTo>
                  <a:cubicBezTo>
                    <a:pt x="546" y="58"/>
                    <a:pt x="537" y="43"/>
                    <a:pt x="526" y="32"/>
                  </a:cubicBezTo>
                  <a:cubicBezTo>
                    <a:pt x="505" y="10"/>
                    <a:pt x="474" y="0"/>
                    <a:pt x="444" y="5"/>
                  </a:cubicBezTo>
                  <a:cubicBezTo>
                    <a:pt x="433" y="7"/>
                    <a:pt x="423" y="11"/>
                    <a:pt x="412" y="13"/>
                  </a:cubicBezTo>
                  <a:cubicBezTo>
                    <a:pt x="357" y="25"/>
                    <a:pt x="301" y="10"/>
                    <a:pt x="245" y="21"/>
                  </a:cubicBezTo>
                  <a:cubicBezTo>
                    <a:pt x="192" y="31"/>
                    <a:pt x="142" y="55"/>
                    <a:pt x="102" y="92"/>
                  </a:cubicBezTo>
                  <a:cubicBezTo>
                    <a:pt x="27" y="160"/>
                    <a:pt x="0" y="257"/>
                    <a:pt x="1" y="356"/>
                  </a:cubicBezTo>
                  <a:cubicBezTo>
                    <a:pt x="1" y="441"/>
                    <a:pt x="19" y="526"/>
                    <a:pt x="23" y="611"/>
                  </a:cubicBezTo>
                  <a:cubicBezTo>
                    <a:pt x="25" y="638"/>
                    <a:pt x="25" y="665"/>
                    <a:pt x="28" y="692"/>
                  </a:cubicBezTo>
                  <a:cubicBezTo>
                    <a:pt x="30" y="709"/>
                    <a:pt x="23" y="742"/>
                    <a:pt x="42" y="751"/>
                  </a:cubicBezTo>
                  <a:cubicBezTo>
                    <a:pt x="52" y="755"/>
                    <a:pt x="64" y="753"/>
                    <a:pt x="75" y="750"/>
                  </a:cubicBezTo>
                  <a:cubicBezTo>
                    <a:pt x="107" y="742"/>
                    <a:pt x="137" y="728"/>
                    <a:pt x="163" y="708"/>
                  </a:cubicBezTo>
                  <a:cubicBezTo>
                    <a:pt x="210" y="673"/>
                    <a:pt x="243" y="624"/>
                    <a:pt x="279" y="579"/>
                  </a:cubicBezTo>
                  <a:cubicBezTo>
                    <a:pt x="284" y="574"/>
                    <a:pt x="288" y="569"/>
                    <a:pt x="292" y="564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32;p45">
              <a:extLst>
                <a:ext uri="{FF2B5EF4-FFF2-40B4-BE49-F238E27FC236}">
                  <a16:creationId xmlns:a16="http://schemas.microsoft.com/office/drawing/2014/main" id="{82BAC3C7-93EE-A025-2D64-4CC8D7AA6720}"/>
                </a:ext>
              </a:extLst>
            </p:cNvPr>
            <p:cNvSpPr/>
            <p:nvPr/>
          </p:nvSpPr>
          <p:spPr>
            <a:xfrm>
              <a:off x="2687744" y="3380313"/>
              <a:ext cx="1079574" cy="1593562"/>
            </a:xfrm>
            <a:custGeom>
              <a:avLst/>
              <a:gdLst/>
              <a:ahLst/>
              <a:cxnLst/>
              <a:rect l="l" t="t" r="r" b="b"/>
              <a:pathLst>
                <a:path w="1884" h="2781" extrusionOk="0">
                  <a:moveTo>
                    <a:pt x="1828" y="2780"/>
                  </a:moveTo>
                  <a:lnTo>
                    <a:pt x="1403" y="9"/>
                  </a:lnTo>
                  <a:lnTo>
                    <a:pt x="1457" y="0"/>
                  </a:lnTo>
                  <a:lnTo>
                    <a:pt x="1883" y="2780"/>
                  </a:lnTo>
                  <a:lnTo>
                    <a:pt x="1828" y="2780"/>
                  </a:lnTo>
                  <a:moveTo>
                    <a:pt x="55" y="2780"/>
                  </a:moveTo>
                  <a:lnTo>
                    <a:pt x="480" y="9"/>
                  </a:lnTo>
                  <a:lnTo>
                    <a:pt x="426" y="0"/>
                  </a:lnTo>
                  <a:lnTo>
                    <a:pt x="0" y="2780"/>
                  </a:lnTo>
                  <a:lnTo>
                    <a:pt x="55" y="278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24" name="Google Shape;833;p45">
              <a:extLst>
                <a:ext uri="{FF2B5EF4-FFF2-40B4-BE49-F238E27FC236}">
                  <a16:creationId xmlns:a16="http://schemas.microsoft.com/office/drawing/2014/main" id="{BBC4142B-0242-262B-35DF-ABBBDC593048}"/>
                </a:ext>
              </a:extLst>
            </p:cNvPr>
            <p:cNvSpPr/>
            <p:nvPr/>
          </p:nvSpPr>
          <p:spPr>
            <a:xfrm>
              <a:off x="2107846" y="4855834"/>
              <a:ext cx="842916" cy="144973"/>
            </a:xfrm>
            <a:custGeom>
              <a:avLst/>
              <a:gdLst/>
              <a:ahLst/>
              <a:cxnLst/>
              <a:rect l="l" t="t" r="r" b="b"/>
              <a:pathLst>
                <a:path w="1471" h="253" extrusionOk="0">
                  <a:moveTo>
                    <a:pt x="1465" y="218"/>
                  </a:moveTo>
                  <a:cubicBezTo>
                    <a:pt x="1460" y="207"/>
                    <a:pt x="1451" y="198"/>
                    <a:pt x="1439" y="191"/>
                  </a:cubicBezTo>
                  <a:cubicBezTo>
                    <a:pt x="1371" y="156"/>
                    <a:pt x="1292" y="143"/>
                    <a:pt x="1225" y="108"/>
                  </a:cubicBezTo>
                  <a:cubicBezTo>
                    <a:pt x="1173" y="81"/>
                    <a:pt x="1129" y="43"/>
                    <a:pt x="1080" y="13"/>
                  </a:cubicBezTo>
                  <a:cubicBezTo>
                    <a:pt x="1060" y="2"/>
                    <a:pt x="1039" y="0"/>
                    <a:pt x="1025" y="9"/>
                  </a:cubicBezTo>
                  <a:cubicBezTo>
                    <a:pt x="1013" y="16"/>
                    <a:pt x="1005" y="30"/>
                    <a:pt x="1005" y="49"/>
                  </a:cubicBezTo>
                  <a:cubicBezTo>
                    <a:pt x="1004" y="74"/>
                    <a:pt x="1018" y="97"/>
                    <a:pt x="1034" y="117"/>
                  </a:cubicBezTo>
                  <a:cubicBezTo>
                    <a:pt x="940" y="95"/>
                    <a:pt x="847" y="73"/>
                    <a:pt x="753" y="51"/>
                  </a:cubicBezTo>
                  <a:cubicBezTo>
                    <a:pt x="744" y="49"/>
                    <a:pt x="736" y="51"/>
                    <a:pt x="728" y="54"/>
                  </a:cubicBezTo>
                  <a:cubicBezTo>
                    <a:pt x="697" y="70"/>
                    <a:pt x="683" y="132"/>
                    <a:pt x="681" y="159"/>
                  </a:cubicBezTo>
                  <a:cubicBezTo>
                    <a:pt x="635" y="143"/>
                    <a:pt x="587" y="130"/>
                    <a:pt x="545" y="108"/>
                  </a:cubicBezTo>
                  <a:cubicBezTo>
                    <a:pt x="493" y="81"/>
                    <a:pt x="449" y="43"/>
                    <a:pt x="400" y="13"/>
                  </a:cubicBezTo>
                  <a:cubicBezTo>
                    <a:pt x="380" y="2"/>
                    <a:pt x="359" y="0"/>
                    <a:pt x="345" y="9"/>
                  </a:cubicBezTo>
                  <a:cubicBezTo>
                    <a:pt x="333" y="17"/>
                    <a:pt x="325" y="30"/>
                    <a:pt x="325" y="50"/>
                  </a:cubicBezTo>
                  <a:cubicBezTo>
                    <a:pt x="324" y="75"/>
                    <a:pt x="338" y="97"/>
                    <a:pt x="354" y="117"/>
                  </a:cubicBezTo>
                  <a:cubicBezTo>
                    <a:pt x="261" y="95"/>
                    <a:pt x="167" y="73"/>
                    <a:pt x="73" y="52"/>
                  </a:cubicBezTo>
                  <a:cubicBezTo>
                    <a:pt x="64" y="49"/>
                    <a:pt x="56" y="51"/>
                    <a:pt x="49" y="54"/>
                  </a:cubicBezTo>
                  <a:cubicBezTo>
                    <a:pt x="17" y="70"/>
                    <a:pt x="3" y="132"/>
                    <a:pt x="1" y="159"/>
                  </a:cubicBezTo>
                  <a:cubicBezTo>
                    <a:pt x="0" y="165"/>
                    <a:pt x="0" y="172"/>
                    <a:pt x="1" y="179"/>
                  </a:cubicBezTo>
                  <a:cubicBezTo>
                    <a:pt x="3" y="186"/>
                    <a:pt x="6" y="192"/>
                    <a:pt x="8" y="198"/>
                  </a:cubicBezTo>
                  <a:cubicBezTo>
                    <a:pt x="10" y="203"/>
                    <a:pt x="11" y="210"/>
                    <a:pt x="11" y="216"/>
                  </a:cubicBezTo>
                  <a:cubicBezTo>
                    <a:pt x="11" y="228"/>
                    <a:pt x="10" y="241"/>
                    <a:pt x="14" y="250"/>
                  </a:cubicBezTo>
                  <a:lnTo>
                    <a:pt x="153" y="250"/>
                  </a:lnTo>
                  <a:cubicBezTo>
                    <a:pt x="155" y="248"/>
                    <a:pt x="158" y="245"/>
                    <a:pt x="161" y="242"/>
                  </a:cubicBezTo>
                  <a:cubicBezTo>
                    <a:pt x="174" y="233"/>
                    <a:pt x="192" y="234"/>
                    <a:pt x="208" y="236"/>
                  </a:cubicBezTo>
                  <a:cubicBezTo>
                    <a:pt x="246" y="241"/>
                    <a:pt x="284" y="246"/>
                    <a:pt x="321" y="251"/>
                  </a:cubicBezTo>
                  <a:lnTo>
                    <a:pt x="784" y="252"/>
                  </a:lnTo>
                  <a:cubicBezTo>
                    <a:pt x="784" y="251"/>
                    <a:pt x="785" y="251"/>
                    <a:pt x="785" y="250"/>
                  </a:cubicBezTo>
                  <a:lnTo>
                    <a:pt x="833" y="250"/>
                  </a:lnTo>
                  <a:cubicBezTo>
                    <a:pt x="835" y="248"/>
                    <a:pt x="838" y="245"/>
                    <a:pt x="841" y="242"/>
                  </a:cubicBezTo>
                  <a:cubicBezTo>
                    <a:pt x="854" y="233"/>
                    <a:pt x="872" y="234"/>
                    <a:pt x="887" y="236"/>
                  </a:cubicBezTo>
                  <a:cubicBezTo>
                    <a:pt x="926" y="241"/>
                    <a:pt x="963" y="246"/>
                    <a:pt x="1001" y="251"/>
                  </a:cubicBezTo>
                  <a:lnTo>
                    <a:pt x="1463" y="252"/>
                  </a:lnTo>
                  <a:cubicBezTo>
                    <a:pt x="1470" y="240"/>
                    <a:pt x="1470" y="229"/>
                    <a:pt x="1465" y="218"/>
                  </a:cubicBezTo>
                </a:path>
              </a:pathLst>
            </a:custGeom>
            <a:solidFill>
              <a:srgbClr val="BA49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34;p45">
              <a:extLst>
                <a:ext uri="{FF2B5EF4-FFF2-40B4-BE49-F238E27FC236}">
                  <a16:creationId xmlns:a16="http://schemas.microsoft.com/office/drawing/2014/main" id="{8073B11A-43B3-2E75-E2D1-BECB18385063}"/>
                </a:ext>
              </a:extLst>
            </p:cNvPr>
            <p:cNvSpPr/>
            <p:nvPr/>
          </p:nvSpPr>
          <p:spPr>
            <a:xfrm>
              <a:off x="2341066" y="4898238"/>
              <a:ext cx="85380" cy="62459"/>
            </a:xfrm>
            <a:custGeom>
              <a:avLst/>
              <a:gdLst/>
              <a:ahLst/>
              <a:cxnLst/>
              <a:rect l="l" t="t" r="r" b="b"/>
              <a:pathLst>
                <a:path w="149" h="109" extrusionOk="0">
                  <a:moveTo>
                    <a:pt x="26" y="106"/>
                  </a:moveTo>
                  <a:cubicBezTo>
                    <a:pt x="37" y="108"/>
                    <a:pt x="53" y="106"/>
                    <a:pt x="60" y="97"/>
                  </a:cubicBezTo>
                  <a:cubicBezTo>
                    <a:pt x="81" y="68"/>
                    <a:pt x="108" y="44"/>
                    <a:pt x="138" y="22"/>
                  </a:cubicBezTo>
                  <a:cubicBezTo>
                    <a:pt x="148" y="15"/>
                    <a:pt x="136" y="6"/>
                    <a:pt x="128" y="4"/>
                  </a:cubicBezTo>
                  <a:cubicBezTo>
                    <a:pt x="116" y="0"/>
                    <a:pt x="100" y="1"/>
                    <a:pt x="90" y="9"/>
                  </a:cubicBezTo>
                  <a:cubicBezTo>
                    <a:pt x="58" y="32"/>
                    <a:pt x="30" y="59"/>
                    <a:pt x="7" y="90"/>
                  </a:cubicBezTo>
                  <a:cubicBezTo>
                    <a:pt x="0" y="99"/>
                    <a:pt x="19" y="105"/>
                    <a:pt x="26" y="106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35;p45">
              <a:extLst>
                <a:ext uri="{FF2B5EF4-FFF2-40B4-BE49-F238E27FC236}">
                  <a16:creationId xmlns:a16="http://schemas.microsoft.com/office/drawing/2014/main" id="{2A0F9FFA-4B31-5D87-B863-9320919EB584}"/>
                </a:ext>
              </a:extLst>
            </p:cNvPr>
            <p:cNvSpPr/>
            <p:nvPr/>
          </p:nvSpPr>
          <p:spPr>
            <a:xfrm>
              <a:off x="2113577" y="4928608"/>
              <a:ext cx="836613" cy="75065"/>
            </a:xfrm>
            <a:custGeom>
              <a:avLst/>
              <a:gdLst/>
              <a:ahLst/>
              <a:cxnLst/>
              <a:rect l="l" t="t" r="r" b="b"/>
              <a:pathLst>
                <a:path w="1460" h="131" extrusionOk="0">
                  <a:moveTo>
                    <a:pt x="1458" y="102"/>
                  </a:moveTo>
                  <a:cubicBezTo>
                    <a:pt x="1458" y="100"/>
                    <a:pt x="1458" y="98"/>
                    <a:pt x="1457" y="96"/>
                  </a:cubicBezTo>
                  <a:cubicBezTo>
                    <a:pt x="1456" y="94"/>
                    <a:pt x="1456" y="92"/>
                    <a:pt x="1454" y="92"/>
                  </a:cubicBezTo>
                  <a:lnTo>
                    <a:pt x="1454" y="91"/>
                  </a:lnTo>
                  <a:lnTo>
                    <a:pt x="1452" y="91"/>
                  </a:lnTo>
                  <a:lnTo>
                    <a:pt x="1450" y="91"/>
                  </a:lnTo>
                  <a:lnTo>
                    <a:pt x="1447" y="91"/>
                  </a:lnTo>
                  <a:lnTo>
                    <a:pt x="1444" y="91"/>
                  </a:lnTo>
                  <a:lnTo>
                    <a:pt x="1440" y="91"/>
                  </a:lnTo>
                  <a:lnTo>
                    <a:pt x="1436" y="91"/>
                  </a:lnTo>
                  <a:lnTo>
                    <a:pt x="1431" y="91"/>
                  </a:lnTo>
                  <a:lnTo>
                    <a:pt x="1426" y="91"/>
                  </a:lnTo>
                  <a:lnTo>
                    <a:pt x="1421" y="91"/>
                  </a:lnTo>
                  <a:lnTo>
                    <a:pt x="1414" y="91"/>
                  </a:lnTo>
                  <a:lnTo>
                    <a:pt x="1408" y="91"/>
                  </a:lnTo>
                  <a:lnTo>
                    <a:pt x="1401" y="91"/>
                  </a:lnTo>
                  <a:lnTo>
                    <a:pt x="1394" y="91"/>
                  </a:lnTo>
                  <a:lnTo>
                    <a:pt x="1386" y="91"/>
                  </a:lnTo>
                  <a:lnTo>
                    <a:pt x="1377" y="91"/>
                  </a:lnTo>
                  <a:lnTo>
                    <a:pt x="1369" y="91"/>
                  </a:lnTo>
                  <a:lnTo>
                    <a:pt x="1360" y="91"/>
                  </a:lnTo>
                  <a:lnTo>
                    <a:pt x="1351" y="91"/>
                  </a:lnTo>
                  <a:lnTo>
                    <a:pt x="1341" y="91"/>
                  </a:lnTo>
                  <a:lnTo>
                    <a:pt x="1331" y="91"/>
                  </a:lnTo>
                  <a:lnTo>
                    <a:pt x="1321" y="91"/>
                  </a:lnTo>
                  <a:lnTo>
                    <a:pt x="1310" y="91"/>
                  </a:lnTo>
                  <a:lnTo>
                    <a:pt x="1300" y="91"/>
                  </a:lnTo>
                  <a:lnTo>
                    <a:pt x="1288" y="91"/>
                  </a:lnTo>
                  <a:lnTo>
                    <a:pt x="1277" y="91"/>
                  </a:lnTo>
                  <a:lnTo>
                    <a:pt x="1265" y="91"/>
                  </a:lnTo>
                  <a:lnTo>
                    <a:pt x="1254" y="91"/>
                  </a:lnTo>
                  <a:lnTo>
                    <a:pt x="1242" y="91"/>
                  </a:lnTo>
                  <a:lnTo>
                    <a:pt x="1229" y="91"/>
                  </a:lnTo>
                  <a:lnTo>
                    <a:pt x="1217" y="91"/>
                  </a:lnTo>
                  <a:lnTo>
                    <a:pt x="1204" y="91"/>
                  </a:lnTo>
                  <a:lnTo>
                    <a:pt x="1192" y="91"/>
                  </a:lnTo>
                  <a:lnTo>
                    <a:pt x="1179" y="91"/>
                  </a:lnTo>
                  <a:lnTo>
                    <a:pt x="1166" y="91"/>
                  </a:lnTo>
                  <a:lnTo>
                    <a:pt x="1153" y="91"/>
                  </a:lnTo>
                  <a:lnTo>
                    <a:pt x="1140" y="91"/>
                  </a:lnTo>
                  <a:lnTo>
                    <a:pt x="1126" y="91"/>
                  </a:lnTo>
                  <a:lnTo>
                    <a:pt x="1113" y="91"/>
                  </a:lnTo>
                  <a:lnTo>
                    <a:pt x="1100" y="91"/>
                  </a:lnTo>
                  <a:lnTo>
                    <a:pt x="1087" y="91"/>
                  </a:lnTo>
                  <a:lnTo>
                    <a:pt x="1073" y="91"/>
                  </a:lnTo>
                  <a:lnTo>
                    <a:pt x="1060" y="91"/>
                  </a:lnTo>
                  <a:lnTo>
                    <a:pt x="1046" y="91"/>
                  </a:lnTo>
                  <a:lnTo>
                    <a:pt x="1033" y="91"/>
                  </a:lnTo>
                  <a:lnTo>
                    <a:pt x="1020" y="91"/>
                  </a:lnTo>
                  <a:lnTo>
                    <a:pt x="1007" y="91"/>
                  </a:lnTo>
                  <a:lnTo>
                    <a:pt x="993" y="91"/>
                  </a:lnTo>
                  <a:lnTo>
                    <a:pt x="980" y="91"/>
                  </a:lnTo>
                  <a:lnTo>
                    <a:pt x="967" y="91"/>
                  </a:lnTo>
                  <a:lnTo>
                    <a:pt x="954" y="91"/>
                  </a:lnTo>
                  <a:lnTo>
                    <a:pt x="941" y="91"/>
                  </a:lnTo>
                  <a:lnTo>
                    <a:pt x="929" y="91"/>
                  </a:lnTo>
                  <a:lnTo>
                    <a:pt x="916" y="91"/>
                  </a:lnTo>
                  <a:lnTo>
                    <a:pt x="904" y="91"/>
                  </a:lnTo>
                  <a:lnTo>
                    <a:pt x="892" y="91"/>
                  </a:lnTo>
                  <a:lnTo>
                    <a:pt x="879" y="91"/>
                  </a:lnTo>
                  <a:lnTo>
                    <a:pt x="868" y="91"/>
                  </a:lnTo>
                  <a:lnTo>
                    <a:pt x="866" y="91"/>
                  </a:lnTo>
                  <a:cubicBezTo>
                    <a:pt x="851" y="69"/>
                    <a:pt x="823" y="59"/>
                    <a:pt x="799" y="49"/>
                  </a:cubicBezTo>
                  <a:cubicBezTo>
                    <a:pt x="764" y="35"/>
                    <a:pt x="730" y="19"/>
                    <a:pt x="697" y="1"/>
                  </a:cubicBezTo>
                  <a:cubicBezTo>
                    <a:pt x="691" y="0"/>
                    <a:pt x="683" y="0"/>
                    <a:pt x="678" y="1"/>
                  </a:cubicBezTo>
                  <a:cubicBezTo>
                    <a:pt x="674" y="4"/>
                    <a:pt x="673" y="8"/>
                    <a:pt x="678" y="11"/>
                  </a:cubicBezTo>
                  <a:cubicBezTo>
                    <a:pt x="710" y="27"/>
                    <a:pt x="742" y="43"/>
                    <a:pt x="775" y="56"/>
                  </a:cubicBezTo>
                  <a:cubicBezTo>
                    <a:pt x="797" y="65"/>
                    <a:pt x="823" y="72"/>
                    <a:pt x="838" y="91"/>
                  </a:cubicBezTo>
                  <a:lnTo>
                    <a:pt x="834" y="91"/>
                  </a:lnTo>
                  <a:lnTo>
                    <a:pt x="823" y="91"/>
                  </a:lnTo>
                  <a:lnTo>
                    <a:pt x="812" y="91"/>
                  </a:lnTo>
                  <a:lnTo>
                    <a:pt x="802" y="91"/>
                  </a:lnTo>
                  <a:lnTo>
                    <a:pt x="792" y="91"/>
                  </a:lnTo>
                  <a:lnTo>
                    <a:pt x="783" y="91"/>
                  </a:lnTo>
                  <a:lnTo>
                    <a:pt x="773" y="91"/>
                  </a:lnTo>
                  <a:lnTo>
                    <a:pt x="764" y="91"/>
                  </a:lnTo>
                  <a:lnTo>
                    <a:pt x="756" y="91"/>
                  </a:lnTo>
                  <a:lnTo>
                    <a:pt x="748" y="91"/>
                  </a:lnTo>
                  <a:lnTo>
                    <a:pt x="740" y="91"/>
                  </a:lnTo>
                  <a:lnTo>
                    <a:pt x="733" y="91"/>
                  </a:lnTo>
                  <a:lnTo>
                    <a:pt x="726" y="91"/>
                  </a:lnTo>
                  <a:lnTo>
                    <a:pt x="719" y="91"/>
                  </a:lnTo>
                  <a:lnTo>
                    <a:pt x="713" y="91"/>
                  </a:lnTo>
                  <a:lnTo>
                    <a:pt x="707" y="91"/>
                  </a:lnTo>
                  <a:lnTo>
                    <a:pt x="702" y="91"/>
                  </a:lnTo>
                  <a:lnTo>
                    <a:pt x="698" y="91"/>
                  </a:lnTo>
                  <a:lnTo>
                    <a:pt x="694" y="91"/>
                  </a:lnTo>
                  <a:lnTo>
                    <a:pt x="690" y="91"/>
                  </a:lnTo>
                  <a:lnTo>
                    <a:pt x="687" y="91"/>
                  </a:lnTo>
                  <a:lnTo>
                    <a:pt x="685" y="91"/>
                  </a:lnTo>
                  <a:lnTo>
                    <a:pt x="683" y="91"/>
                  </a:lnTo>
                  <a:lnTo>
                    <a:pt x="681" y="91"/>
                  </a:lnTo>
                  <a:lnTo>
                    <a:pt x="680" y="91"/>
                  </a:lnTo>
                  <a:lnTo>
                    <a:pt x="680" y="94"/>
                  </a:lnTo>
                  <a:lnTo>
                    <a:pt x="671" y="94"/>
                  </a:lnTo>
                  <a:lnTo>
                    <a:pt x="661" y="94"/>
                  </a:lnTo>
                  <a:lnTo>
                    <a:pt x="651" y="94"/>
                  </a:lnTo>
                  <a:lnTo>
                    <a:pt x="641" y="94"/>
                  </a:lnTo>
                  <a:lnTo>
                    <a:pt x="630" y="94"/>
                  </a:lnTo>
                  <a:lnTo>
                    <a:pt x="619" y="94"/>
                  </a:lnTo>
                  <a:lnTo>
                    <a:pt x="608" y="94"/>
                  </a:lnTo>
                  <a:lnTo>
                    <a:pt x="597" y="94"/>
                  </a:lnTo>
                  <a:lnTo>
                    <a:pt x="585" y="94"/>
                  </a:lnTo>
                  <a:lnTo>
                    <a:pt x="574" y="94"/>
                  </a:lnTo>
                  <a:lnTo>
                    <a:pt x="561" y="94"/>
                  </a:lnTo>
                  <a:lnTo>
                    <a:pt x="549" y="94"/>
                  </a:lnTo>
                  <a:lnTo>
                    <a:pt x="537" y="94"/>
                  </a:lnTo>
                  <a:lnTo>
                    <a:pt x="524" y="94"/>
                  </a:lnTo>
                  <a:lnTo>
                    <a:pt x="512" y="94"/>
                  </a:lnTo>
                  <a:lnTo>
                    <a:pt x="499" y="94"/>
                  </a:lnTo>
                  <a:lnTo>
                    <a:pt x="486" y="94"/>
                  </a:lnTo>
                  <a:lnTo>
                    <a:pt x="473" y="94"/>
                  </a:lnTo>
                  <a:lnTo>
                    <a:pt x="460" y="94"/>
                  </a:lnTo>
                  <a:lnTo>
                    <a:pt x="446" y="94"/>
                  </a:lnTo>
                  <a:lnTo>
                    <a:pt x="433" y="94"/>
                  </a:lnTo>
                  <a:lnTo>
                    <a:pt x="420" y="94"/>
                  </a:lnTo>
                  <a:lnTo>
                    <a:pt x="407" y="94"/>
                  </a:lnTo>
                  <a:lnTo>
                    <a:pt x="393" y="94"/>
                  </a:lnTo>
                  <a:lnTo>
                    <a:pt x="380" y="94"/>
                  </a:lnTo>
                  <a:lnTo>
                    <a:pt x="366" y="94"/>
                  </a:lnTo>
                  <a:lnTo>
                    <a:pt x="353" y="94"/>
                  </a:lnTo>
                  <a:lnTo>
                    <a:pt x="340" y="94"/>
                  </a:lnTo>
                  <a:lnTo>
                    <a:pt x="326" y="94"/>
                  </a:lnTo>
                  <a:lnTo>
                    <a:pt x="313" y="94"/>
                  </a:lnTo>
                  <a:lnTo>
                    <a:pt x="300" y="94"/>
                  </a:lnTo>
                  <a:lnTo>
                    <a:pt x="287" y="94"/>
                  </a:lnTo>
                  <a:lnTo>
                    <a:pt x="274" y="94"/>
                  </a:lnTo>
                  <a:lnTo>
                    <a:pt x="261" y="94"/>
                  </a:lnTo>
                  <a:lnTo>
                    <a:pt x="248" y="94"/>
                  </a:lnTo>
                  <a:lnTo>
                    <a:pt x="236" y="94"/>
                  </a:lnTo>
                  <a:lnTo>
                    <a:pt x="224" y="94"/>
                  </a:lnTo>
                  <a:lnTo>
                    <a:pt x="211" y="94"/>
                  </a:lnTo>
                  <a:lnTo>
                    <a:pt x="199" y="94"/>
                  </a:lnTo>
                  <a:lnTo>
                    <a:pt x="188" y="94"/>
                  </a:lnTo>
                  <a:lnTo>
                    <a:pt x="176" y="94"/>
                  </a:lnTo>
                  <a:lnTo>
                    <a:pt x="165" y="94"/>
                  </a:lnTo>
                  <a:lnTo>
                    <a:pt x="154" y="94"/>
                  </a:lnTo>
                  <a:lnTo>
                    <a:pt x="143" y="94"/>
                  </a:lnTo>
                  <a:lnTo>
                    <a:pt x="132" y="94"/>
                  </a:lnTo>
                  <a:lnTo>
                    <a:pt x="122" y="94"/>
                  </a:lnTo>
                  <a:lnTo>
                    <a:pt x="112" y="94"/>
                  </a:lnTo>
                  <a:lnTo>
                    <a:pt x="102" y="94"/>
                  </a:lnTo>
                  <a:lnTo>
                    <a:pt x="93" y="94"/>
                  </a:lnTo>
                  <a:lnTo>
                    <a:pt x="84" y="94"/>
                  </a:lnTo>
                  <a:lnTo>
                    <a:pt x="76" y="94"/>
                  </a:lnTo>
                  <a:lnTo>
                    <a:pt x="68" y="94"/>
                  </a:lnTo>
                  <a:lnTo>
                    <a:pt x="60" y="94"/>
                  </a:lnTo>
                  <a:lnTo>
                    <a:pt x="53" y="94"/>
                  </a:lnTo>
                  <a:lnTo>
                    <a:pt x="45" y="94"/>
                  </a:lnTo>
                  <a:lnTo>
                    <a:pt x="39" y="94"/>
                  </a:lnTo>
                  <a:lnTo>
                    <a:pt x="33" y="94"/>
                  </a:lnTo>
                  <a:lnTo>
                    <a:pt x="27" y="94"/>
                  </a:lnTo>
                  <a:lnTo>
                    <a:pt x="22" y="94"/>
                  </a:lnTo>
                  <a:lnTo>
                    <a:pt x="18" y="94"/>
                  </a:lnTo>
                  <a:lnTo>
                    <a:pt x="14" y="94"/>
                  </a:lnTo>
                  <a:lnTo>
                    <a:pt x="10" y="94"/>
                  </a:lnTo>
                  <a:lnTo>
                    <a:pt x="7" y="94"/>
                  </a:lnTo>
                  <a:lnTo>
                    <a:pt x="5" y="94"/>
                  </a:lnTo>
                  <a:lnTo>
                    <a:pt x="3" y="94"/>
                  </a:lnTo>
                  <a:lnTo>
                    <a:pt x="1" y="94"/>
                  </a:lnTo>
                  <a:lnTo>
                    <a:pt x="0" y="94"/>
                  </a:lnTo>
                  <a:cubicBezTo>
                    <a:pt x="1" y="105"/>
                    <a:pt x="0" y="118"/>
                    <a:pt x="4" y="127"/>
                  </a:cubicBezTo>
                  <a:lnTo>
                    <a:pt x="142" y="128"/>
                  </a:lnTo>
                  <a:cubicBezTo>
                    <a:pt x="145" y="125"/>
                    <a:pt x="148" y="123"/>
                    <a:pt x="151" y="120"/>
                  </a:cubicBezTo>
                  <a:cubicBezTo>
                    <a:pt x="163" y="110"/>
                    <a:pt x="181" y="112"/>
                    <a:pt x="197" y="114"/>
                  </a:cubicBezTo>
                  <a:cubicBezTo>
                    <a:pt x="235" y="118"/>
                    <a:pt x="273" y="124"/>
                    <a:pt x="311" y="128"/>
                  </a:cubicBezTo>
                  <a:lnTo>
                    <a:pt x="773" y="130"/>
                  </a:lnTo>
                  <a:cubicBezTo>
                    <a:pt x="774" y="130"/>
                    <a:pt x="774" y="128"/>
                    <a:pt x="774" y="127"/>
                  </a:cubicBezTo>
                  <a:lnTo>
                    <a:pt x="822" y="128"/>
                  </a:lnTo>
                  <a:cubicBezTo>
                    <a:pt x="825" y="125"/>
                    <a:pt x="827" y="123"/>
                    <a:pt x="831" y="120"/>
                  </a:cubicBezTo>
                  <a:cubicBezTo>
                    <a:pt x="843" y="110"/>
                    <a:pt x="861" y="112"/>
                    <a:pt x="877" y="114"/>
                  </a:cubicBezTo>
                  <a:cubicBezTo>
                    <a:pt x="915" y="118"/>
                    <a:pt x="953" y="124"/>
                    <a:pt x="990" y="128"/>
                  </a:cubicBezTo>
                  <a:lnTo>
                    <a:pt x="1453" y="130"/>
                  </a:lnTo>
                  <a:lnTo>
                    <a:pt x="1454" y="127"/>
                  </a:lnTo>
                  <a:cubicBezTo>
                    <a:pt x="1455" y="126"/>
                    <a:pt x="1455" y="125"/>
                    <a:pt x="1455" y="124"/>
                  </a:cubicBezTo>
                  <a:cubicBezTo>
                    <a:pt x="1456" y="122"/>
                    <a:pt x="1456" y="120"/>
                    <a:pt x="1457" y="118"/>
                  </a:cubicBezTo>
                  <a:cubicBezTo>
                    <a:pt x="1459" y="110"/>
                    <a:pt x="1459" y="106"/>
                    <a:pt x="1458" y="102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36;p45">
              <a:extLst>
                <a:ext uri="{FF2B5EF4-FFF2-40B4-BE49-F238E27FC236}">
                  <a16:creationId xmlns:a16="http://schemas.microsoft.com/office/drawing/2014/main" id="{D59BA7FC-DAB1-DB21-DB1E-3387E8B9C229}"/>
                </a:ext>
              </a:extLst>
            </p:cNvPr>
            <p:cNvSpPr/>
            <p:nvPr/>
          </p:nvSpPr>
          <p:spPr>
            <a:xfrm>
              <a:off x="2730720" y="4898238"/>
              <a:ext cx="85380" cy="62459"/>
            </a:xfrm>
            <a:custGeom>
              <a:avLst/>
              <a:gdLst/>
              <a:ahLst/>
              <a:cxnLst/>
              <a:rect l="l" t="t" r="r" b="b"/>
              <a:pathLst>
                <a:path w="149" h="109" extrusionOk="0">
                  <a:moveTo>
                    <a:pt x="26" y="106"/>
                  </a:moveTo>
                  <a:cubicBezTo>
                    <a:pt x="37" y="108"/>
                    <a:pt x="52" y="106"/>
                    <a:pt x="59" y="97"/>
                  </a:cubicBezTo>
                  <a:cubicBezTo>
                    <a:pt x="81" y="68"/>
                    <a:pt x="107" y="44"/>
                    <a:pt x="137" y="22"/>
                  </a:cubicBezTo>
                  <a:cubicBezTo>
                    <a:pt x="148" y="15"/>
                    <a:pt x="136" y="6"/>
                    <a:pt x="128" y="4"/>
                  </a:cubicBezTo>
                  <a:cubicBezTo>
                    <a:pt x="116" y="0"/>
                    <a:pt x="100" y="1"/>
                    <a:pt x="90" y="9"/>
                  </a:cubicBezTo>
                  <a:cubicBezTo>
                    <a:pt x="58" y="32"/>
                    <a:pt x="30" y="59"/>
                    <a:pt x="7" y="90"/>
                  </a:cubicBezTo>
                  <a:cubicBezTo>
                    <a:pt x="0" y="99"/>
                    <a:pt x="19" y="105"/>
                    <a:pt x="26" y="106"/>
                  </a:cubicBezTo>
                </a:path>
              </a:pathLst>
            </a:custGeom>
            <a:solidFill>
              <a:srgbClr val="8930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37;p45">
              <a:extLst>
                <a:ext uri="{FF2B5EF4-FFF2-40B4-BE49-F238E27FC236}">
                  <a16:creationId xmlns:a16="http://schemas.microsoft.com/office/drawing/2014/main" id="{58E1D734-EDB6-CD06-6C07-11A5DC0E8CCA}"/>
                </a:ext>
              </a:extLst>
            </p:cNvPr>
            <p:cNvSpPr/>
            <p:nvPr/>
          </p:nvSpPr>
          <p:spPr>
            <a:xfrm>
              <a:off x="1409333" y="2007362"/>
              <a:ext cx="441227" cy="208005"/>
            </a:xfrm>
            <a:custGeom>
              <a:avLst/>
              <a:gdLst/>
              <a:ahLst/>
              <a:cxnLst/>
              <a:rect l="l" t="t" r="r" b="b"/>
              <a:pathLst>
                <a:path w="770" h="363" extrusionOk="0">
                  <a:moveTo>
                    <a:pt x="23" y="299"/>
                  </a:moveTo>
                  <a:cubicBezTo>
                    <a:pt x="0" y="206"/>
                    <a:pt x="59" y="123"/>
                    <a:pt x="111" y="54"/>
                  </a:cubicBezTo>
                  <a:cubicBezTo>
                    <a:pt x="115" y="48"/>
                    <a:pt x="135" y="57"/>
                    <a:pt x="130" y="64"/>
                  </a:cubicBezTo>
                  <a:cubicBezTo>
                    <a:pt x="79" y="133"/>
                    <a:pt x="21" y="214"/>
                    <a:pt x="44" y="304"/>
                  </a:cubicBezTo>
                  <a:cubicBezTo>
                    <a:pt x="46" y="311"/>
                    <a:pt x="25" y="306"/>
                    <a:pt x="23" y="299"/>
                  </a:cubicBezTo>
                  <a:moveTo>
                    <a:pt x="102" y="356"/>
                  </a:moveTo>
                  <a:cubicBezTo>
                    <a:pt x="87" y="320"/>
                    <a:pt x="87" y="278"/>
                    <a:pt x="103" y="243"/>
                  </a:cubicBezTo>
                  <a:cubicBezTo>
                    <a:pt x="106" y="235"/>
                    <a:pt x="86" y="227"/>
                    <a:pt x="82" y="234"/>
                  </a:cubicBezTo>
                  <a:cubicBezTo>
                    <a:pt x="66" y="272"/>
                    <a:pt x="66" y="316"/>
                    <a:pt x="82" y="354"/>
                  </a:cubicBezTo>
                  <a:cubicBezTo>
                    <a:pt x="84" y="358"/>
                    <a:pt x="91" y="361"/>
                    <a:pt x="96" y="361"/>
                  </a:cubicBezTo>
                  <a:cubicBezTo>
                    <a:pt x="99" y="362"/>
                    <a:pt x="104" y="360"/>
                    <a:pt x="102" y="356"/>
                  </a:cubicBezTo>
                  <a:moveTo>
                    <a:pt x="769" y="119"/>
                  </a:moveTo>
                  <a:cubicBezTo>
                    <a:pt x="769" y="112"/>
                    <a:pt x="748" y="105"/>
                    <a:pt x="748" y="114"/>
                  </a:cubicBezTo>
                  <a:cubicBezTo>
                    <a:pt x="747" y="141"/>
                    <a:pt x="733" y="166"/>
                    <a:pt x="711" y="182"/>
                  </a:cubicBezTo>
                  <a:cubicBezTo>
                    <a:pt x="689" y="197"/>
                    <a:pt x="662" y="202"/>
                    <a:pt x="637" y="198"/>
                  </a:cubicBezTo>
                  <a:cubicBezTo>
                    <a:pt x="633" y="197"/>
                    <a:pt x="628" y="199"/>
                    <a:pt x="630" y="203"/>
                  </a:cubicBezTo>
                  <a:cubicBezTo>
                    <a:pt x="632" y="208"/>
                    <a:pt x="639" y="210"/>
                    <a:pt x="643" y="211"/>
                  </a:cubicBezTo>
                  <a:cubicBezTo>
                    <a:pt x="672" y="215"/>
                    <a:pt x="703" y="210"/>
                    <a:pt x="728" y="194"/>
                  </a:cubicBezTo>
                  <a:cubicBezTo>
                    <a:pt x="753" y="177"/>
                    <a:pt x="768" y="149"/>
                    <a:pt x="769" y="119"/>
                  </a:cubicBezTo>
                  <a:moveTo>
                    <a:pt x="653" y="139"/>
                  </a:moveTo>
                  <a:cubicBezTo>
                    <a:pt x="650" y="136"/>
                    <a:pt x="643" y="133"/>
                    <a:pt x="638" y="135"/>
                  </a:cubicBezTo>
                  <a:cubicBezTo>
                    <a:pt x="608" y="148"/>
                    <a:pt x="574" y="149"/>
                    <a:pt x="544" y="136"/>
                  </a:cubicBezTo>
                  <a:cubicBezTo>
                    <a:pt x="541" y="134"/>
                    <a:pt x="533" y="133"/>
                    <a:pt x="531" y="137"/>
                  </a:cubicBezTo>
                  <a:cubicBezTo>
                    <a:pt x="530" y="141"/>
                    <a:pt x="537" y="145"/>
                    <a:pt x="540" y="146"/>
                  </a:cubicBezTo>
                  <a:cubicBezTo>
                    <a:pt x="576" y="162"/>
                    <a:pt x="617" y="163"/>
                    <a:pt x="654" y="147"/>
                  </a:cubicBezTo>
                  <a:cubicBezTo>
                    <a:pt x="658" y="146"/>
                    <a:pt x="656" y="141"/>
                    <a:pt x="653" y="139"/>
                  </a:cubicBezTo>
                  <a:moveTo>
                    <a:pt x="527" y="13"/>
                  </a:moveTo>
                  <a:cubicBezTo>
                    <a:pt x="528" y="9"/>
                    <a:pt x="522" y="5"/>
                    <a:pt x="519" y="4"/>
                  </a:cubicBezTo>
                  <a:cubicBezTo>
                    <a:pt x="516" y="3"/>
                    <a:pt x="508" y="0"/>
                    <a:pt x="506" y="5"/>
                  </a:cubicBezTo>
                  <a:cubicBezTo>
                    <a:pt x="501" y="21"/>
                    <a:pt x="489" y="33"/>
                    <a:pt x="474" y="41"/>
                  </a:cubicBezTo>
                  <a:cubicBezTo>
                    <a:pt x="459" y="48"/>
                    <a:pt x="443" y="51"/>
                    <a:pt x="426" y="51"/>
                  </a:cubicBezTo>
                  <a:cubicBezTo>
                    <a:pt x="421" y="51"/>
                    <a:pt x="420" y="55"/>
                    <a:pt x="423" y="58"/>
                  </a:cubicBezTo>
                  <a:cubicBezTo>
                    <a:pt x="426" y="63"/>
                    <a:pt x="433" y="64"/>
                    <a:pt x="438" y="64"/>
                  </a:cubicBezTo>
                  <a:cubicBezTo>
                    <a:pt x="473" y="64"/>
                    <a:pt x="514" y="50"/>
                    <a:pt x="527" y="1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38;p45">
              <a:extLst>
                <a:ext uri="{FF2B5EF4-FFF2-40B4-BE49-F238E27FC236}">
                  <a16:creationId xmlns:a16="http://schemas.microsoft.com/office/drawing/2014/main" id="{AE726821-1FF4-4D10-DDDC-F3620EEA7838}"/>
                </a:ext>
              </a:extLst>
            </p:cNvPr>
            <p:cNvSpPr/>
            <p:nvPr/>
          </p:nvSpPr>
          <p:spPr>
            <a:xfrm>
              <a:off x="1566341" y="2678366"/>
              <a:ext cx="473890" cy="701946"/>
            </a:xfrm>
            <a:custGeom>
              <a:avLst/>
              <a:gdLst/>
              <a:ahLst/>
              <a:cxnLst/>
              <a:rect l="l" t="t" r="r" b="b"/>
              <a:pathLst>
                <a:path w="827" h="1225" extrusionOk="0">
                  <a:moveTo>
                    <a:pt x="689" y="6"/>
                  </a:moveTo>
                  <a:cubicBezTo>
                    <a:pt x="564" y="12"/>
                    <a:pt x="439" y="14"/>
                    <a:pt x="313" y="18"/>
                  </a:cubicBezTo>
                  <a:cubicBezTo>
                    <a:pt x="214" y="22"/>
                    <a:pt x="116" y="27"/>
                    <a:pt x="17" y="34"/>
                  </a:cubicBezTo>
                  <a:cubicBezTo>
                    <a:pt x="16" y="35"/>
                    <a:pt x="16" y="36"/>
                    <a:pt x="16" y="38"/>
                  </a:cubicBezTo>
                  <a:cubicBezTo>
                    <a:pt x="7" y="227"/>
                    <a:pt x="0" y="416"/>
                    <a:pt x="0" y="606"/>
                  </a:cubicBezTo>
                  <a:cubicBezTo>
                    <a:pt x="0" y="701"/>
                    <a:pt x="3" y="796"/>
                    <a:pt x="7" y="891"/>
                  </a:cubicBezTo>
                  <a:cubicBezTo>
                    <a:pt x="11" y="974"/>
                    <a:pt x="8" y="1055"/>
                    <a:pt x="16" y="1137"/>
                  </a:cubicBezTo>
                  <a:cubicBezTo>
                    <a:pt x="17" y="1156"/>
                    <a:pt x="19" y="1175"/>
                    <a:pt x="21" y="1193"/>
                  </a:cubicBezTo>
                  <a:cubicBezTo>
                    <a:pt x="22" y="1200"/>
                    <a:pt x="27" y="1204"/>
                    <a:pt x="34" y="1208"/>
                  </a:cubicBezTo>
                  <a:cubicBezTo>
                    <a:pt x="40" y="1217"/>
                    <a:pt x="58" y="1218"/>
                    <a:pt x="66" y="1219"/>
                  </a:cubicBezTo>
                  <a:cubicBezTo>
                    <a:pt x="159" y="1224"/>
                    <a:pt x="249" y="1202"/>
                    <a:pt x="337" y="1181"/>
                  </a:cubicBezTo>
                  <a:cubicBezTo>
                    <a:pt x="384" y="1170"/>
                    <a:pt x="430" y="1158"/>
                    <a:pt x="476" y="1151"/>
                  </a:cubicBezTo>
                  <a:cubicBezTo>
                    <a:pt x="499" y="1147"/>
                    <a:pt x="586" y="1153"/>
                    <a:pt x="592" y="1129"/>
                  </a:cubicBezTo>
                  <a:cubicBezTo>
                    <a:pt x="689" y="782"/>
                    <a:pt x="729" y="422"/>
                    <a:pt x="808" y="70"/>
                  </a:cubicBezTo>
                  <a:cubicBezTo>
                    <a:pt x="811" y="56"/>
                    <a:pt x="825" y="22"/>
                    <a:pt x="826" y="0"/>
                  </a:cubicBezTo>
                  <a:cubicBezTo>
                    <a:pt x="780" y="1"/>
                    <a:pt x="734" y="3"/>
                    <a:pt x="689" y="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39;p45">
              <a:extLst>
                <a:ext uri="{FF2B5EF4-FFF2-40B4-BE49-F238E27FC236}">
                  <a16:creationId xmlns:a16="http://schemas.microsoft.com/office/drawing/2014/main" id="{223FDF3F-76A7-0866-66BA-5EB15F84C93F}"/>
                </a:ext>
              </a:extLst>
            </p:cNvPr>
            <p:cNvSpPr/>
            <p:nvPr/>
          </p:nvSpPr>
          <p:spPr>
            <a:xfrm>
              <a:off x="1596138" y="2715612"/>
              <a:ext cx="408565" cy="593073"/>
            </a:xfrm>
            <a:custGeom>
              <a:avLst/>
              <a:gdLst/>
              <a:ahLst/>
              <a:cxnLst/>
              <a:rect l="l" t="t" r="r" b="b"/>
              <a:pathLst>
                <a:path w="713" h="1035" extrusionOk="0">
                  <a:moveTo>
                    <a:pt x="701" y="12"/>
                  </a:moveTo>
                  <a:cubicBezTo>
                    <a:pt x="652" y="19"/>
                    <a:pt x="603" y="25"/>
                    <a:pt x="553" y="30"/>
                  </a:cubicBezTo>
                  <a:cubicBezTo>
                    <a:pt x="509" y="34"/>
                    <a:pt x="465" y="37"/>
                    <a:pt x="421" y="37"/>
                  </a:cubicBezTo>
                  <a:cubicBezTo>
                    <a:pt x="378" y="38"/>
                    <a:pt x="334" y="37"/>
                    <a:pt x="291" y="39"/>
                  </a:cubicBezTo>
                  <a:cubicBezTo>
                    <a:pt x="203" y="43"/>
                    <a:pt x="115" y="54"/>
                    <a:pt x="27" y="65"/>
                  </a:cubicBezTo>
                  <a:cubicBezTo>
                    <a:pt x="24" y="66"/>
                    <a:pt x="15" y="66"/>
                    <a:pt x="13" y="61"/>
                  </a:cubicBezTo>
                  <a:cubicBezTo>
                    <a:pt x="11" y="57"/>
                    <a:pt x="18" y="54"/>
                    <a:pt x="21" y="54"/>
                  </a:cubicBezTo>
                  <a:cubicBezTo>
                    <a:pt x="70" y="47"/>
                    <a:pt x="120" y="41"/>
                    <a:pt x="169" y="36"/>
                  </a:cubicBezTo>
                  <a:cubicBezTo>
                    <a:pt x="213" y="31"/>
                    <a:pt x="257" y="28"/>
                    <a:pt x="301" y="26"/>
                  </a:cubicBezTo>
                  <a:cubicBezTo>
                    <a:pt x="344" y="25"/>
                    <a:pt x="387" y="26"/>
                    <a:pt x="431" y="25"/>
                  </a:cubicBezTo>
                  <a:cubicBezTo>
                    <a:pt x="519" y="23"/>
                    <a:pt x="607" y="12"/>
                    <a:pt x="695" y="1"/>
                  </a:cubicBezTo>
                  <a:cubicBezTo>
                    <a:pt x="698" y="0"/>
                    <a:pt x="707" y="0"/>
                    <a:pt x="709" y="5"/>
                  </a:cubicBezTo>
                  <a:cubicBezTo>
                    <a:pt x="712" y="10"/>
                    <a:pt x="705" y="12"/>
                    <a:pt x="701" y="12"/>
                  </a:cubicBezTo>
                  <a:moveTo>
                    <a:pt x="680" y="110"/>
                  </a:moveTo>
                  <a:cubicBezTo>
                    <a:pt x="678" y="105"/>
                    <a:pt x="669" y="105"/>
                    <a:pt x="665" y="106"/>
                  </a:cubicBezTo>
                  <a:cubicBezTo>
                    <a:pt x="502" y="130"/>
                    <a:pt x="338" y="146"/>
                    <a:pt x="173" y="153"/>
                  </a:cubicBezTo>
                  <a:cubicBezTo>
                    <a:pt x="127" y="155"/>
                    <a:pt x="80" y="156"/>
                    <a:pt x="33" y="157"/>
                  </a:cubicBezTo>
                  <a:cubicBezTo>
                    <a:pt x="30" y="157"/>
                    <a:pt x="21" y="158"/>
                    <a:pt x="21" y="163"/>
                  </a:cubicBezTo>
                  <a:cubicBezTo>
                    <a:pt x="21" y="168"/>
                    <a:pt x="30" y="169"/>
                    <a:pt x="33" y="169"/>
                  </a:cubicBezTo>
                  <a:cubicBezTo>
                    <a:pt x="200" y="167"/>
                    <a:pt x="367" y="156"/>
                    <a:pt x="533" y="136"/>
                  </a:cubicBezTo>
                  <a:cubicBezTo>
                    <a:pt x="579" y="130"/>
                    <a:pt x="625" y="124"/>
                    <a:pt x="672" y="117"/>
                  </a:cubicBezTo>
                  <a:cubicBezTo>
                    <a:pt x="675" y="117"/>
                    <a:pt x="682" y="115"/>
                    <a:pt x="680" y="110"/>
                  </a:cubicBezTo>
                  <a:moveTo>
                    <a:pt x="636" y="218"/>
                  </a:moveTo>
                  <a:cubicBezTo>
                    <a:pt x="634" y="214"/>
                    <a:pt x="625" y="214"/>
                    <a:pt x="621" y="214"/>
                  </a:cubicBezTo>
                  <a:cubicBezTo>
                    <a:pt x="464" y="232"/>
                    <a:pt x="306" y="249"/>
                    <a:pt x="148" y="264"/>
                  </a:cubicBezTo>
                  <a:cubicBezTo>
                    <a:pt x="103" y="268"/>
                    <a:pt x="59" y="272"/>
                    <a:pt x="14" y="276"/>
                  </a:cubicBezTo>
                  <a:cubicBezTo>
                    <a:pt x="10" y="276"/>
                    <a:pt x="4" y="279"/>
                    <a:pt x="6" y="283"/>
                  </a:cubicBezTo>
                  <a:cubicBezTo>
                    <a:pt x="7" y="288"/>
                    <a:pt x="16" y="288"/>
                    <a:pt x="20" y="288"/>
                  </a:cubicBezTo>
                  <a:cubicBezTo>
                    <a:pt x="178" y="274"/>
                    <a:pt x="336" y="258"/>
                    <a:pt x="493" y="241"/>
                  </a:cubicBezTo>
                  <a:cubicBezTo>
                    <a:pt x="538" y="236"/>
                    <a:pt x="583" y="231"/>
                    <a:pt x="627" y="226"/>
                  </a:cubicBezTo>
                  <a:cubicBezTo>
                    <a:pt x="631" y="225"/>
                    <a:pt x="638" y="223"/>
                    <a:pt x="636" y="218"/>
                  </a:cubicBezTo>
                  <a:moveTo>
                    <a:pt x="608" y="314"/>
                  </a:moveTo>
                  <a:cubicBezTo>
                    <a:pt x="452" y="324"/>
                    <a:pt x="299" y="364"/>
                    <a:pt x="144" y="384"/>
                  </a:cubicBezTo>
                  <a:cubicBezTo>
                    <a:pt x="100" y="389"/>
                    <a:pt x="56" y="393"/>
                    <a:pt x="12" y="394"/>
                  </a:cubicBezTo>
                  <a:cubicBezTo>
                    <a:pt x="9" y="394"/>
                    <a:pt x="0" y="395"/>
                    <a:pt x="0" y="400"/>
                  </a:cubicBezTo>
                  <a:cubicBezTo>
                    <a:pt x="0" y="404"/>
                    <a:pt x="9" y="406"/>
                    <a:pt x="12" y="406"/>
                  </a:cubicBezTo>
                  <a:cubicBezTo>
                    <a:pt x="170" y="403"/>
                    <a:pt x="322" y="364"/>
                    <a:pt x="477" y="341"/>
                  </a:cubicBezTo>
                  <a:cubicBezTo>
                    <a:pt x="521" y="334"/>
                    <a:pt x="564" y="329"/>
                    <a:pt x="608" y="326"/>
                  </a:cubicBezTo>
                  <a:cubicBezTo>
                    <a:pt x="612" y="326"/>
                    <a:pt x="620" y="325"/>
                    <a:pt x="620" y="320"/>
                  </a:cubicBezTo>
                  <a:cubicBezTo>
                    <a:pt x="620" y="316"/>
                    <a:pt x="612" y="314"/>
                    <a:pt x="608" y="314"/>
                  </a:cubicBezTo>
                  <a:moveTo>
                    <a:pt x="585" y="470"/>
                  </a:moveTo>
                  <a:cubicBezTo>
                    <a:pt x="437" y="477"/>
                    <a:pt x="290" y="487"/>
                    <a:pt x="143" y="500"/>
                  </a:cubicBezTo>
                  <a:cubicBezTo>
                    <a:pt x="101" y="504"/>
                    <a:pt x="60" y="508"/>
                    <a:pt x="19" y="512"/>
                  </a:cubicBezTo>
                  <a:cubicBezTo>
                    <a:pt x="15" y="512"/>
                    <a:pt x="9" y="515"/>
                    <a:pt x="10" y="519"/>
                  </a:cubicBezTo>
                  <a:cubicBezTo>
                    <a:pt x="12" y="524"/>
                    <a:pt x="21" y="524"/>
                    <a:pt x="25" y="523"/>
                  </a:cubicBezTo>
                  <a:cubicBezTo>
                    <a:pt x="170" y="509"/>
                    <a:pt x="316" y="498"/>
                    <a:pt x="461" y="489"/>
                  </a:cubicBezTo>
                  <a:cubicBezTo>
                    <a:pt x="502" y="486"/>
                    <a:pt x="544" y="484"/>
                    <a:pt x="585" y="481"/>
                  </a:cubicBezTo>
                  <a:cubicBezTo>
                    <a:pt x="589" y="481"/>
                    <a:pt x="597" y="480"/>
                    <a:pt x="597" y="475"/>
                  </a:cubicBezTo>
                  <a:cubicBezTo>
                    <a:pt x="597" y="471"/>
                    <a:pt x="588" y="470"/>
                    <a:pt x="585" y="470"/>
                  </a:cubicBezTo>
                  <a:moveTo>
                    <a:pt x="576" y="578"/>
                  </a:moveTo>
                  <a:cubicBezTo>
                    <a:pt x="574" y="573"/>
                    <a:pt x="565" y="574"/>
                    <a:pt x="561" y="574"/>
                  </a:cubicBezTo>
                  <a:cubicBezTo>
                    <a:pt x="419" y="587"/>
                    <a:pt x="278" y="602"/>
                    <a:pt x="137" y="619"/>
                  </a:cubicBezTo>
                  <a:cubicBezTo>
                    <a:pt x="96" y="624"/>
                    <a:pt x="56" y="629"/>
                    <a:pt x="16" y="634"/>
                  </a:cubicBezTo>
                  <a:cubicBezTo>
                    <a:pt x="13" y="634"/>
                    <a:pt x="6" y="636"/>
                    <a:pt x="8" y="641"/>
                  </a:cubicBezTo>
                  <a:cubicBezTo>
                    <a:pt x="10" y="646"/>
                    <a:pt x="19" y="646"/>
                    <a:pt x="23" y="645"/>
                  </a:cubicBezTo>
                  <a:cubicBezTo>
                    <a:pt x="164" y="627"/>
                    <a:pt x="305" y="611"/>
                    <a:pt x="447" y="597"/>
                  </a:cubicBezTo>
                  <a:cubicBezTo>
                    <a:pt x="487" y="593"/>
                    <a:pt x="527" y="589"/>
                    <a:pt x="567" y="586"/>
                  </a:cubicBezTo>
                  <a:cubicBezTo>
                    <a:pt x="571" y="585"/>
                    <a:pt x="577" y="583"/>
                    <a:pt x="576" y="578"/>
                  </a:cubicBezTo>
                  <a:moveTo>
                    <a:pt x="573" y="693"/>
                  </a:moveTo>
                  <a:cubicBezTo>
                    <a:pt x="571" y="688"/>
                    <a:pt x="562" y="688"/>
                    <a:pt x="558" y="688"/>
                  </a:cubicBezTo>
                  <a:cubicBezTo>
                    <a:pt x="417" y="706"/>
                    <a:pt x="275" y="721"/>
                    <a:pt x="133" y="734"/>
                  </a:cubicBezTo>
                  <a:cubicBezTo>
                    <a:pt x="93" y="737"/>
                    <a:pt x="52" y="740"/>
                    <a:pt x="12" y="744"/>
                  </a:cubicBezTo>
                  <a:cubicBezTo>
                    <a:pt x="8" y="744"/>
                    <a:pt x="2" y="746"/>
                    <a:pt x="4" y="751"/>
                  </a:cubicBezTo>
                  <a:cubicBezTo>
                    <a:pt x="6" y="756"/>
                    <a:pt x="14" y="756"/>
                    <a:pt x="18" y="755"/>
                  </a:cubicBezTo>
                  <a:cubicBezTo>
                    <a:pt x="160" y="744"/>
                    <a:pt x="302" y="731"/>
                    <a:pt x="444" y="714"/>
                  </a:cubicBezTo>
                  <a:cubicBezTo>
                    <a:pt x="484" y="710"/>
                    <a:pt x="525" y="705"/>
                    <a:pt x="565" y="700"/>
                  </a:cubicBezTo>
                  <a:cubicBezTo>
                    <a:pt x="568" y="700"/>
                    <a:pt x="575" y="697"/>
                    <a:pt x="573" y="693"/>
                  </a:cubicBezTo>
                  <a:moveTo>
                    <a:pt x="551" y="797"/>
                  </a:moveTo>
                  <a:cubicBezTo>
                    <a:pt x="412" y="804"/>
                    <a:pt x="273" y="816"/>
                    <a:pt x="135" y="832"/>
                  </a:cubicBezTo>
                  <a:cubicBezTo>
                    <a:pt x="95" y="836"/>
                    <a:pt x="56" y="841"/>
                    <a:pt x="17" y="846"/>
                  </a:cubicBezTo>
                  <a:cubicBezTo>
                    <a:pt x="13" y="847"/>
                    <a:pt x="6" y="849"/>
                    <a:pt x="8" y="854"/>
                  </a:cubicBezTo>
                  <a:cubicBezTo>
                    <a:pt x="10" y="858"/>
                    <a:pt x="19" y="858"/>
                    <a:pt x="23" y="858"/>
                  </a:cubicBezTo>
                  <a:cubicBezTo>
                    <a:pt x="159" y="840"/>
                    <a:pt x="296" y="826"/>
                    <a:pt x="433" y="816"/>
                  </a:cubicBezTo>
                  <a:cubicBezTo>
                    <a:pt x="472" y="814"/>
                    <a:pt x="511" y="811"/>
                    <a:pt x="551" y="809"/>
                  </a:cubicBezTo>
                  <a:cubicBezTo>
                    <a:pt x="554" y="809"/>
                    <a:pt x="562" y="808"/>
                    <a:pt x="562" y="803"/>
                  </a:cubicBezTo>
                  <a:cubicBezTo>
                    <a:pt x="562" y="798"/>
                    <a:pt x="554" y="797"/>
                    <a:pt x="551" y="797"/>
                  </a:cubicBezTo>
                  <a:moveTo>
                    <a:pt x="506" y="890"/>
                  </a:moveTo>
                  <a:cubicBezTo>
                    <a:pt x="504" y="885"/>
                    <a:pt x="496" y="886"/>
                    <a:pt x="492" y="886"/>
                  </a:cubicBezTo>
                  <a:cubicBezTo>
                    <a:pt x="374" y="897"/>
                    <a:pt x="256" y="908"/>
                    <a:pt x="138" y="919"/>
                  </a:cubicBezTo>
                  <a:cubicBezTo>
                    <a:pt x="104" y="922"/>
                    <a:pt x="71" y="926"/>
                    <a:pt x="37" y="929"/>
                  </a:cubicBezTo>
                  <a:cubicBezTo>
                    <a:pt x="33" y="929"/>
                    <a:pt x="27" y="932"/>
                    <a:pt x="29" y="936"/>
                  </a:cubicBezTo>
                  <a:cubicBezTo>
                    <a:pt x="31" y="941"/>
                    <a:pt x="40" y="941"/>
                    <a:pt x="43" y="941"/>
                  </a:cubicBezTo>
                  <a:cubicBezTo>
                    <a:pt x="161" y="929"/>
                    <a:pt x="279" y="918"/>
                    <a:pt x="397" y="907"/>
                  </a:cubicBezTo>
                  <a:cubicBezTo>
                    <a:pt x="431" y="904"/>
                    <a:pt x="464" y="901"/>
                    <a:pt x="498" y="898"/>
                  </a:cubicBezTo>
                  <a:cubicBezTo>
                    <a:pt x="502" y="897"/>
                    <a:pt x="508" y="895"/>
                    <a:pt x="506" y="890"/>
                  </a:cubicBezTo>
                  <a:moveTo>
                    <a:pt x="482" y="975"/>
                  </a:moveTo>
                  <a:cubicBezTo>
                    <a:pt x="480" y="971"/>
                    <a:pt x="471" y="970"/>
                    <a:pt x="467" y="971"/>
                  </a:cubicBezTo>
                  <a:cubicBezTo>
                    <a:pt x="331" y="1000"/>
                    <a:pt x="193" y="1017"/>
                    <a:pt x="54" y="1022"/>
                  </a:cubicBezTo>
                  <a:cubicBezTo>
                    <a:pt x="51" y="1022"/>
                    <a:pt x="42" y="1023"/>
                    <a:pt x="42" y="1028"/>
                  </a:cubicBezTo>
                  <a:cubicBezTo>
                    <a:pt x="42" y="1033"/>
                    <a:pt x="51" y="1034"/>
                    <a:pt x="54" y="1034"/>
                  </a:cubicBezTo>
                  <a:cubicBezTo>
                    <a:pt x="195" y="1029"/>
                    <a:pt x="335" y="1012"/>
                    <a:pt x="473" y="983"/>
                  </a:cubicBezTo>
                  <a:cubicBezTo>
                    <a:pt x="477" y="982"/>
                    <a:pt x="483" y="980"/>
                    <a:pt x="482" y="97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40;p45">
              <a:extLst>
                <a:ext uri="{FF2B5EF4-FFF2-40B4-BE49-F238E27FC236}">
                  <a16:creationId xmlns:a16="http://schemas.microsoft.com/office/drawing/2014/main" id="{848D09CB-4600-E7B8-08A5-CE6D59B28173}"/>
                </a:ext>
              </a:extLst>
            </p:cNvPr>
            <p:cNvSpPr/>
            <p:nvPr/>
          </p:nvSpPr>
          <p:spPr>
            <a:xfrm>
              <a:off x="1345728" y="2476091"/>
              <a:ext cx="328915" cy="621151"/>
            </a:xfrm>
            <a:custGeom>
              <a:avLst/>
              <a:gdLst/>
              <a:ahLst/>
              <a:cxnLst/>
              <a:rect l="l" t="t" r="r" b="b"/>
              <a:pathLst>
                <a:path w="574" h="1084" extrusionOk="0">
                  <a:moveTo>
                    <a:pt x="30" y="680"/>
                  </a:moveTo>
                  <a:cubicBezTo>
                    <a:pt x="30" y="812"/>
                    <a:pt x="28" y="943"/>
                    <a:pt x="25" y="1075"/>
                  </a:cubicBezTo>
                  <a:cubicBezTo>
                    <a:pt x="25" y="1083"/>
                    <a:pt x="1" y="1083"/>
                    <a:pt x="1" y="1075"/>
                  </a:cubicBezTo>
                  <a:cubicBezTo>
                    <a:pt x="2" y="1038"/>
                    <a:pt x="3" y="1000"/>
                    <a:pt x="3" y="963"/>
                  </a:cubicBezTo>
                  <a:cubicBezTo>
                    <a:pt x="6" y="832"/>
                    <a:pt x="7" y="701"/>
                    <a:pt x="5" y="569"/>
                  </a:cubicBezTo>
                  <a:cubicBezTo>
                    <a:pt x="5" y="561"/>
                    <a:pt x="29" y="561"/>
                    <a:pt x="29" y="569"/>
                  </a:cubicBezTo>
                  <a:cubicBezTo>
                    <a:pt x="29" y="606"/>
                    <a:pt x="29" y="643"/>
                    <a:pt x="30" y="680"/>
                  </a:cubicBezTo>
                  <a:moveTo>
                    <a:pt x="567" y="163"/>
                  </a:moveTo>
                  <a:cubicBezTo>
                    <a:pt x="565" y="154"/>
                    <a:pt x="542" y="155"/>
                    <a:pt x="544" y="163"/>
                  </a:cubicBezTo>
                  <a:cubicBezTo>
                    <a:pt x="553" y="205"/>
                    <a:pt x="529" y="244"/>
                    <a:pt x="488" y="257"/>
                  </a:cubicBezTo>
                  <a:cubicBezTo>
                    <a:pt x="449" y="270"/>
                    <a:pt x="403" y="264"/>
                    <a:pt x="363" y="255"/>
                  </a:cubicBezTo>
                  <a:cubicBezTo>
                    <a:pt x="274" y="234"/>
                    <a:pt x="196" y="183"/>
                    <a:pt x="131" y="121"/>
                  </a:cubicBezTo>
                  <a:cubicBezTo>
                    <a:pt x="93" y="85"/>
                    <a:pt x="59" y="45"/>
                    <a:pt x="27" y="5"/>
                  </a:cubicBezTo>
                  <a:cubicBezTo>
                    <a:pt x="23" y="1"/>
                    <a:pt x="17" y="0"/>
                    <a:pt x="12" y="1"/>
                  </a:cubicBezTo>
                  <a:cubicBezTo>
                    <a:pt x="10" y="1"/>
                    <a:pt x="0" y="4"/>
                    <a:pt x="3" y="8"/>
                  </a:cubicBezTo>
                  <a:cubicBezTo>
                    <a:pt x="65" y="86"/>
                    <a:pt x="134" y="160"/>
                    <a:pt x="220" y="211"/>
                  </a:cubicBezTo>
                  <a:cubicBezTo>
                    <a:pt x="262" y="236"/>
                    <a:pt x="307" y="256"/>
                    <a:pt x="355" y="267"/>
                  </a:cubicBezTo>
                  <a:cubicBezTo>
                    <a:pt x="400" y="276"/>
                    <a:pt x="449" y="281"/>
                    <a:pt x="494" y="269"/>
                  </a:cubicBezTo>
                  <a:cubicBezTo>
                    <a:pt x="516" y="263"/>
                    <a:pt x="538" y="252"/>
                    <a:pt x="552" y="233"/>
                  </a:cubicBezTo>
                  <a:cubicBezTo>
                    <a:pt x="567" y="213"/>
                    <a:pt x="573" y="187"/>
                    <a:pt x="567" y="1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41;p45">
              <a:extLst>
                <a:ext uri="{FF2B5EF4-FFF2-40B4-BE49-F238E27FC236}">
                  <a16:creationId xmlns:a16="http://schemas.microsoft.com/office/drawing/2014/main" id="{C2017FC4-AEAB-AD58-B62D-32847E62474A}"/>
                </a:ext>
              </a:extLst>
            </p:cNvPr>
            <p:cNvSpPr/>
            <p:nvPr/>
          </p:nvSpPr>
          <p:spPr>
            <a:xfrm>
              <a:off x="955500" y="4051317"/>
              <a:ext cx="789625" cy="949490"/>
            </a:xfrm>
            <a:custGeom>
              <a:avLst/>
              <a:gdLst/>
              <a:ahLst/>
              <a:cxnLst/>
              <a:rect l="l" t="t" r="r" b="b"/>
              <a:pathLst>
                <a:path w="1378" h="1657" extrusionOk="0">
                  <a:moveTo>
                    <a:pt x="1374" y="1507"/>
                  </a:moveTo>
                  <a:lnTo>
                    <a:pt x="767" y="1507"/>
                  </a:lnTo>
                  <a:lnTo>
                    <a:pt x="767" y="149"/>
                  </a:lnTo>
                  <a:lnTo>
                    <a:pt x="1207" y="149"/>
                  </a:lnTo>
                  <a:lnTo>
                    <a:pt x="1207" y="0"/>
                  </a:lnTo>
                  <a:lnTo>
                    <a:pt x="163" y="0"/>
                  </a:lnTo>
                  <a:lnTo>
                    <a:pt x="163" y="149"/>
                  </a:lnTo>
                  <a:lnTo>
                    <a:pt x="604" y="149"/>
                  </a:lnTo>
                  <a:lnTo>
                    <a:pt x="604" y="1507"/>
                  </a:lnTo>
                  <a:lnTo>
                    <a:pt x="3" y="1507"/>
                  </a:lnTo>
                  <a:cubicBezTo>
                    <a:pt x="2" y="1507"/>
                    <a:pt x="0" y="1508"/>
                    <a:pt x="0" y="1510"/>
                  </a:cubicBezTo>
                  <a:lnTo>
                    <a:pt x="0" y="1656"/>
                  </a:lnTo>
                  <a:lnTo>
                    <a:pt x="1377" y="1656"/>
                  </a:lnTo>
                  <a:lnTo>
                    <a:pt x="1377" y="1510"/>
                  </a:lnTo>
                  <a:cubicBezTo>
                    <a:pt x="1377" y="1508"/>
                    <a:pt x="1376" y="1507"/>
                    <a:pt x="1374" y="150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42;p45">
              <a:extLst>
                <a:ext uri="{FF2B5EF4-FFF2-40B4-BE49-F238E27FC236}">
                  <a16:creationId xmlns:a16="http://schemas.microsoft.com/office/drawing/2014/main" id="{63954503-06E2-7392-61D3-10133E32040C}"/>
                </a:ext>
              </a:extLst>
            </p:cNvPr>
            <p:cNvSpPr/>
            <p:nvPr/>
          </p:nvSpPr>
          <p:spPr>
            <a:xfrm>
              <a:off x="1981782" y="3336191"/>
              <a:ext cx="1710472" cy="97986"/>
            </a:xfrm>
            <a:custGeom>
              <a:avLst/>
              <a:gdLst/>
              <a:ahLst/>
              <a:cxnLst/>
              <a:rect l="l" t="t" r="r" b="b"/>
              <a:pathLst>
                <a:path w="2985" h="171" extrusionOk="0">
                  <a:moveTo>
                    <a:pt x="0" y="0"/>
                  </a:moveTo>
                  <a:lnTo>
                    <a:pt x="2984" y="0"/>
                  </a:lnTo>
                  <a:lnTo>
                    <a:pt x="2984" y="170"/>
                  </a:lnTo>
                  <a:lnTo>
                    <a:pt x="0" y="170"/>
                  </a:lnTo>
                  <a:lnTo>
                    <a:pt x="0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34" name="Google Shape;843;p45">
              <a:extLst>
                <a:ext uri="{FF2B5EF4-FFF2-40B4-BE49-F238E27FC236}">
                  <a16:creationId xmlns:a16="http://schemas.microsoft.com/office/drawing/2014/main" id="{4B6D5472-776A-88AC-6944-A747D6946473}"/>
                </a:ext>
              </a:extLst>
            </p:cNvPr>
            <p:cNvSpPr/>
            <p:nvPr/>
          </p:nvSpPr>
          <p:spPr>
            <a:xfrm>
              <a:off x="1927345" y="3380313"/>
              <a:ext cx="1107652" cy="1658886"/>
            </a:xfrm>
            <a:custGeom>
              <a:avLst/>
              <a:gdLst/>
              <a:ahLst/>
              <a:cxnLst/>
              <a:rect l="l" t="t" r="r" b="b"/>
              <a:pathLst>
                <a:path w="1933" h="2895" extrusionOk="0">
                  <a:moveTo>
                    <a:pt x="1877" y="2894"/>
                  </a:moveTo>
                  <a:lnTo>
                    <a:pt x="1435" y="9"/>
                  </a:lnTo>
                  <a:lnTo>
                    <a:pt x="1488" y="0"/>
                  </a:lnTo>
                  <a:lnTo>
                    <a:pt x="1932" y="2894"/>
                  </a:lnTo>
                  <a:lnTo>
                    <a:pt x="1877" y="2894"/>
                  </a:lnTo>
                  <a:moveTo>
                    <a:pt x="55" y="2894"/>
                  </a:moveTo>
                  <a:lnTo>
                    <a:pt x="498" y="9"/>
                  </a:lnTo>
                  <a:lnTo>
                    <a:pt x="444" y="0"/>
                  </a:lnTo>
                  <a:lnTo>
                    <a:pt x="0" y="2894"/>
                  </a:lnTo>
                  <a:lnTo>
                    <a:pt x="55" y="289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5" name="Google Shape;844;p45">
              <a:extLst>
                <a:ext uri="{FF2B5EF4-FFF2-40B4-BE49-F238E27FC236}">
                  <a16:creationId xmlns:a16="http://schemas.microsoft.com/office/drawing/2014/main" id="{6697FA0A-1016-B710-5CDA-7169D5380A58}"/>
                </a:ext>
              </a:extLst>
            </p:cNvPr>
            <p:cNvSpPr/>
            <p:nvPr/>
          </p:nvSpPr>
          <p:spPr>
            <a:xfrm>
              <a:off x="1981782" y="3336191"/>
              <a:ext cx="999351" cy="97986"/>
            </a:xfrm>
            <a:custGeom>
              <a:avLst/>
              <a:gdLst/>
              <a:ahLst/>
              <a:cxnLst/>
              <a:rect l="l" t="t" r="r" b="b"/>
              <a:pathLst>
                <a:path w="1744" h="171" extrusionOk="0">
                  <a:moveTo>
                    <a:pt x="0" y="0"/>
                  </a:moveTo>
                  <a:lnTo>
                    <a:pt x="1743" y="0"/>
                  </a:lnTo>
                  <a:lnTo>
                    <a:pt x="1743" y="170"/>
                  </a:lnTo>
                  <a:lnTo>
                    <a:pt x="0" y="17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6" name="Google Shape;845;p45">
              <a:extLst>
                <a:ext uri="{FF2B5EF4-FFF2-40B4-BE49-F238E27FC236}">
                  <a16:creationId xmlns:a16="http://schemas.microsoft.com/office/drawing/2014/main" id="{A240BC0C-A59B-6128-1240-36E2F7FB36EE}"/>
                </a:ext>
              </a:extLst>
            </p:cNvPr>
            <p:cNvSpPr/>
            <p:nvPr/>
          </p:nvSpPr>
          <p:spPr>
            <a:xfrm>
              <a:off x="1374952" y="2130561"/>
              <a:ext cx="468159" cy="476751"/>
            </a:xfrm>
            <a:custGeom>
              <a:avLst/>
              <a:gdLst/>
              <a:ahLst/>
              <a:cxnLst/>
              <a:rect l="l" t="t" r="r" b="b"/>
              <a:pathLst>
                <a:path w="817" h="832" extrusionOk="0">
                  <a:moveTo>
                    <a:pt x="806" y="404"/>
                  </a:moveTo>
                  <a:cubicBezTo>
                    <a:pt x="788" y="370"/>
                    <a:pt x="770" y="337"/>
                    <a:pt x="752" y="303"/>
                  </a:cubicBezTo>
                  <a:cubicBezTo>
                    <a:pt x="746" y="291"/>
                    <a:pt x="739" y="279"/>
                    <a:pt x="743" y="266"/>
                  </a:cubicBezTo>
                  <a:cubicBezTo>
                    <a:pt x="746" y="254"/>
                    <a:pt x="753" y="242"/>
                    <a:pt x="757" y="230"/>
                  </a:cubicBezTo>
                  <a:cubicBezTo>
                    <a:pt x="773" y="192"/>
                    <a:pt x="782" y="151"/>
                    <a:pt x="780" y="110"/>
                  </a:cubicBezTo>
                  <a:cubicBezTo>
                    <a:pt x="780" y="100"/>
                    <a:pt x="779" y="89"/>
                    <a:pt x="778" y="79"/>
                  </a:cubicBezTo>
                  <a:cubicBezTo>
                    <a:pt x="775" y="61"/>
                    <a:pt x="770" y="43"/>
                    <a:pt x="764" y="26"/>
                  </a:cubicBezTo>
                  <a:cubicBezTo>
                    <a:pt x="749" y="27"/>
                    <a:pt x="735" y="23"/>
                    <a:pt x="721" y="20"/>
                  </a:cubicBezTo>
                  <a:cubicBezTo>
                    <a:pt x="686" y="11"/>
                    <a:pt x="651" y="0"/>
                    <a:pt x="615" y="0"/>
                  </a:cubicBezTo>
                  <a:cubicBezTo>
                    <a:pt x="584" y="0"/>
                    <a:pt x="537" y="10"/>
                    <a:pt x="524" y="43"/>
                  </a:cubicBezTo>
                  <a:cubicBezTo>
                    <a:pt x="513" y="72"/>
                    <a:pt x="507" y="107"/>
                    <a:pt x="500" y="138"/>
                  </a:cubicBezTo>
                  <a:cubicBezTo>
                    <a:pt x="495" y="159"/>
                    <a:pt x="490" y="181"/>
                    <a:pt x="477" y="199"/>
                  </a:cubicBezTo>
                  <a:cubicBezTo>
                    <a:pt x="471" y="207"/>
                    <a:pt x="464" y="214"/>
                    <a:pt x="456" y="220"/>
                  </a:cubicBezTo>
                  <a:cubicBezTo>
                    <a:pt x="454" y="216"/>
                    <a:pt x="452" y="212"/>
                    <a:pt x="449" y="209"/>
                  </a:cubicBezTo>
                  <a:cubicBezTo>
                    <a:pt x="435" y="191"/>
                    <a:pt x="405" y="181"/>
                    <a:pt x="383" y="184"/>
                  </a:cubicBezTo>
                  <a:cubicBezTo>
                    <a:pt x="354" y="188"/>
                    <a:pt x="329" y="209"/>
                    <a:pt x="317" y="236"/>
                  </a:cubicBezTo>
                  <a:cubicBezTo>
                    <a:pt x="303" y="266"/>
                    <a:pt x="304" y="302"/>
                    <a:pt x="312" y="334"/>
                  </a:cubicBezTo>
                  <a:cubicBezTo>
                    <a:pt x="303" y="346"/>
                    <a:pt x="293" y="359"/>
                    <a:pt x="283" y="371"/>
                  </a:cubicBezTo>
                  <a:cubicBezTo>
                    <a:pt x="264" y="395"/>
                    <a:pt x="243" y="417"/>
                    <a:pt x="218" y="436"/>
                  </a:cubicBezTo>
                  <a:cubicBezTo>
                    <a:pt x="192" y="456"/>
                    <a:pt x="161" y="470"/>
                    <a:pt x="129" y="478"/>
                  </a:cubicBezTo>
                  <a:cubicBezTo>
                    <a:pt x="121" y="481"/>
                    <a:pt x="112" y="482"/>
                    <a:pt x="104" y="481"/>
                  </a:cubicBezTo>
                  <a:cubicBezTo>
                    <a:pt x="86" y="502"/>
                    <a:pt x="66" y="523"/>
                    <a:pt x="44" y="541"/>
                  </a:cubicBezTo>
                  <a:cubicBezTo>
                    <a:pt x="31" y="551"/>
                    <a:pt x="18" y="561"/>
                    <a:pt x="12" y="575"/>
                  </a:cubicBezTo>
                  <a:cubicBezTo>
                    <a:pt x="0" y="600"/>
                    <a:pt x="25" y="622"/>
                    <a:pt x="39" y="639"/>
                  </a:cubicBezTo>
                  <a:cubicBezTo>
                    <a:pt x="99" y="707"/>
                    <a:pt x="170" y="768"/>
                    <a:pt x="258" y="796"/>
                  </a:cubicBezTo>
                  <a:cubicBezTo>
                    <a:pt x="293" y="807"/>
                    <a:pt x="330" y="813"/>
                    <a:pt x="367" y="819"/>
                  </a:cubicBezTo>
                  <a:cubicBezTo>
                    <a:pt x="395" y="823"/>
                    <a:pt x="439" y="831"/>
                    <a:pt x="454" y="799"/>
                  </a:cubicBezTo>
                  <a:cubicBezTo>
                    <a:pt x="459" y="789"/>
                    <a:pt x="461" y="776"/>
                    <a:pt x="464" y="765"/>
                  </a:cubicBezTo>
                  <a:lnTo>
                    <a:pt x="465" y="765"/>
                  </a:lnTo>
                  <a:cubicBezTo>
                    <a:pt x="473" y="738"/>
                    <a:pt x="492" y="717"/>
                    <a:pt x="509" y="696"/>
                  </a:cubicBezTo>
                  <a:cubicBezTo>
                    <a:pt x="519" y="700"/>
                    <a:pt x="530" y="704"/>
                    <a:pt x="540" y="707"/>
                  </a:cubicBezTo>
                  <a:cubicBezTo>
                    <a:pt x="584" y="719"/>
                    <a:pt x="636" y="719"/>
                    <a:pt x="663" y="677"/>
                  </a:cubicBezTo>
                  <a:cubicBezTo>
                    <a:pt x="677" y="655"/>
                    <a:pt x="686" y="636"/>
                    <a:pt x="693" y="611"/>
                  </a:cubicBezTo>
                  <a:cubicBezTo>
                    <a:pt x="701" y="585"/>
                    <a:pt x="706" y="559"/>
                    <a:pt x="714" y="534"/>
                  </a:cubicBezTo>
                  <a:cubicBezTo>
                    <a:pt x="719" y="521"/>
                    <a:pt x="725" y="508"/>
                    <a:pt x="736" y="499"/>
                  </a:cubicBezTo>
                  <a:cubicBezTo>
                    <a:pt x="743" y="493"/>
                    <a:pt x="752" y="490"/>
                    <a:pt x="761" y="487"/>
                  </a:cubicBezTo>
                  <a:cubicBezTo>
                    <a:pt x="775" y="480"/>
                    <a:pt x="790" y="473"/>
                    <a:pt x="800" y="461"/>
                  </a:cubicBezTo>
                  <a:cubicBezTo>
                    <a:pt x="813" y="445"/>
                    <a:pt x="816" y="423"/>
                    <a:pt x="806" y="404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46;p45">
              <a:extLst>
                <a:ext uri="{FF2B5EF4-FFF2-40B4-BE49-F238E27FC236}">
                  <a16:creationId xmlns:a16="http://schemas.microsoft.com/office/drawing/2014/main" id="{C2A6CE1C-88DB-C763-C48E-B2466A6A1B78}"/>
                </a:ext>
              </a:extLst>
            </p:cNvPr>
            <p:cNvSpPr/>
            <p:nvPr/>
          </p:nvSpPr>
          <p:spPr>
            <a:xfrm>
              <a:off x="1710170" y="2217660"/>
              <a:ext cx="96268" cy="34954"/>
            </a:xfrm>
            <a:custGeom>
              <a:avLst/>
              <a:gdLst/>
              <a:ahLst/>
              <a:cxnLst/>
              <a:rect l="l" t="t" r="r" b="b"/>
              <a:pathLst>
                <a:path w="168" h="61" extrusionOk="0">
                  <a:moveTo>
                    <a:pt x="166" y="37"/>
                  </a:moveTo>
                  <a:cubicBezTo>
                    <a:pt x="167" y="30"/>
                    <a:pt x="162" y="23"/>
                    <a:pt x="150" y="18"/>
                  </a:cubicBezTo>
                  <a:cubicBezTo>
                    <a:pt x="105" y="0"/>
                    <a:pt x="35" y="12"/>
                    <a:pt x="2" y="49"/>
                  </a:cubicBezTo>
                  <a:cubicBezTo>
                    <a:pt x="1" y="50"/>
                    <a:pt x="0" y="51"/>
                    <a:pt x="0" y="53"/>
                  </a:cubicBezTo>
                  <a:cubicBezTo>
                    <a:pt x="1" y="54"/>
                    <a:pt x="2" y="55"/>
                    <a:pt x="3" y="55"/>
                  </a:cubicBezTo>
                  <a:cubicBezTo>
                    <a:pt x="9" y="60"/>
                    <a:pt x="18" y="58"/>
                    <a:pt x="26" y="56"/>
                  </a:cubicBezTo>
                  <a:cubicBezTo>
                    <a:pt x="33" y="53"/>
                    <a:pt x="40" y="48"/>
                    <a:pt x="47" y="45"/>
                  </a:cubicBezTo>
                  <a:cubicBezTo>
                    <a:pt x="62" y="40"/>
                    <a:pt x="78" y="42"/>
                    <a:pt x="92" y="46"/>
                  </a:cubicBezTo>
                  <a:cubicBezTo>
                    <a:pt x="107" y="49"/>
                    <a:pt x="122" y="54"/>
                    <a:pt x="137" y="55"/>
                  </a:cubicBezTo>
                  <a:cubicBezTo>
                    <a:pt x="153" y="55"/>
                    <a:pt x="165" y="46"/>
                    <a:pt x="166" y="3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47;p45">
              <a:extLst>
                <a:ext uri="{FF2B5EF4-FFF2-40B4-BE49-F238E27FC236}">
                  <a16:creationId xmlns:a16="http://schemas.microsoft.com/office/drawing/2014/main" id="{72F1FD95-CDE5-22F1-ED15-16EDEB0400D3}"/>
                </a:ext>
              </a:extLst>
            </p:cNvPr>
            <p:cNvSpPr/>
            <p:nvPr/>
          </p:nvSpPr>
          <p:spPr>
            <a:xfrm>
              <a:off x="1743978" y="2275535"/>
              <a:ext cx="26359" cy="44695"/>
            </a:xfrm>
            <a:custGeom>
              <a:avLst/>
              <a:gdLst/>
              <a:ahLst/>
              <a:cxnLst/>
              <a:rect l="l" t="t" r="r" b="b"/>
              <a:pathLst>
                <a:path w="46" h="78" extrusionOk="0">
                  <a:moveTo>
                    <a:pt x="3" y="33"/>
                  </a:moveTo>
                  <a:cubicBezTo>
                    <a:pt x="7" y="19"/>
                    <a:pt x="22" y="0"/>
                    <a:pt x="37" y="14"/>
                  </a:cubicBezTo>
                  <a:cubicBezTo>
                    <a:pt x="41" y="17"/>
                    <a:pt x="42" y="21"/>
                    <a:pt x="43" y="26"/>
                  </a:cubicBezTo>
                  <a:cubicBezTo>
                    <a:pt x="45" y="32"/>
                    <a:pt x="44" y="39"/>
                    <a:pt x="43" y="45"/>
                  </a:cubicBezTo>
                  <a:cubicBezTo>
                    <a:pt x="41" y="56"/>
                    <a:pt x="36" y="65"/>
                    <a:pt x="27" y="72"/>
                  </a:cubicBezTo>
                  <a:cubicBezTo>
                    <a:pt x="26" y="73"/>
                    <a:pt x="24" y="74"/>
                    <a:pt x="22" y="75"/>
                  </a:cubicBezTo>
                  <a:cubicBezTo>
                    <a:pt x="17" y="77"/>
                    <a:pt x="11" y="75"/>
                    <a:pt x="7" y="72"/>
                  </a:cubicBezTo>
                  <a:cubicBezTo>
                    <a:pt x="3" y="68"/>
                    <a:pt x="1" y="61"/>
                    <a:pt x="1" y="55"/>
                  </a:cubicBezTo>
                  <a:cubicBezTo>
                    <a:pt x="0" y="49"/>
                    <a:pt x="1" y="41"/>
                    <a:pt x="3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48;p45">
              <a:extLst>
                <a:ext uri="{FF2B5EF4-FFF2-40B4-BE49-F238E27FC236}">
                  <a16:creationId xmlns:a16="http://schemas.microsoft.com/office/drawing/2014/main" id="{4C98F769-6FFB-A422-C1D6-7EA75ABF9F3C}"/>
                </a:ext>
              </a:extLst>
            </p:cNvPr>
            <p:cNvSpPr/>
            <p:nvPr/>
          </p:nvSpPr>
          <p:spPr>
            <a:xfrm>
              <a:off x="1703293" y="2404464"/>
              <a:ext cx="67044" cy="60740"/>
            </a:xfrm>
            <a:custGeom>
              <a:avLst/>
              <a:gdLst/>
              <a:ahLst/>
              <a:cxnLst/>
              <a:rect l="l" t="t" r="r" b="b"/>
              <a:pathLst>
                <a:path w="117" h="106" extrusionOk="0">
                  <a:moveTo>
                    <a:pt x="56" y="101"/>
                  </a:moveTo>
                  <a:cubicBezTo>
                    <a:pt x="61" y="103"/>
                    <a:pt x="67" y="105"/>
                    <a:pt x="73" y="105"/>
                  </a:cubicBezTo>
                  <a:cubicBezTo>
                    <a:pt x="84" y="104"/>
                    <a:pt x="90" y="91"/>
                    <a:pt x="95" y="82"/>
                  </a:cubicBezTo>
                  <a:cubicBezTo>
                    <a:pt x="102" y="71"/>
                    <a:pt x="109" y="58"/>
                    <a:pt x="114" y="46"/>
                  </a:cubicBezTo>
                  <a:cubicBezTo>
                    <a:pt x="115" y="43"/>
                    <a:pt x="116" y="40"/>
                    <a:pt x="116" y="37"/>
                  </a:cubicBezTo>
                  <a:cubicBezTo>
                    <a:pt x="114" y="31"/>
                    <a:pt x="107" y="30"/>
                    <a:pt x="101" y="29"/>
                  </a:cubicBezTo>
                  <a:cubicBezTo>
                    <a:pt x="81" y="27"/>
                    <a:pt x="62" y="22"/>
                    <a:pt x="44" y="14"/>
                  </a:cubicBezTo>
                  <a:cubicBezTo>
                    <a:pt x="34" y="10"/>
                    <a:pt x="24" y="4"/>
                    <a:pt x="13" y="2"/>
                  </a:cubicBezTo>
                  <a:cubicBezTo>
                    <a:pt x="0" y="0"/>
                    <a:pt x="1" y="6"/>
                    <a:pt x="1" y="17"/>
                  </a:cubicBezTo>
                  <a:cubicBezTo>
                    <a:pt x="2" y="32"/>
                    <a:pt x="5" y="47"/>
                    <a:pt x="12" y="60"/>
                  </a:cubicBezTo>
                  <a:cubicBezTo>
                    <a:pt x="22" y="78"/>
                    <a:pt x="37" y="92"/>
                    <a:pt x="55" y="100"/>
                  </a:cubicBezTo>
                  <a:cubicBezTo>
                    <a:pt x="55" y="101"/>
                    <a:pt x="56" y="101"/>
                    <a:pt x="56" y="10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49;p45">
              <a:extLst>
                <a:ext uri="{FF2B5EF4-FFF2-40B4-BE49-F238E27FC236}">
                  <a16:creationId xmlns:a16="http://schemas.microsoft.com/office/drawing/2014/main" id="{CF6F5FCE-40C2-A9A6-7A55-E399CE785A91}"/>
                </a:ext>
              </a:extLst>
            </p:cNvPr>
            <p:cNvSpPr/>
            <p:nvPr/>
          </p:nvSpPr>
          <p:spPr>
            <a:xfrm>
              <a:off x="1590408" y="2470361"/>
              <a:ext cx="76212" cy="99132"/>
            </a:xfrm>
            <a:custGeom>
              <a:avLst/>
              <a:gdLst/>
              <a:ahLst/>
              <a:cxnLst/>
              <a:rect l="l" t="t" r="r" b="b"/>
              <a:pathLst>
                <a:path w="133" h="173" extrusionOk="0">
                  <a:moveTo>
                    <a:pt x="0" y="0"/>
                  </a:moveTo>
                  <a:cubicBezTo>
                    <a:pt x="0" y="23"/>
                    <a:pt x="6" y="46"/>
                    <a:pt x="15" y="68"/>
                  </a:cubicBezTo>
                  <a:cubicBezTo>
                    <a:pt x="29" y="102"/>
                    <a:pt x="52" y="151"/>
                    <a:pt x="88" y="172"/>
                  </a:cubicBezTo>
                  <a:cubicBezTo>
                    <a:pt x="97" y="145"/>
                    <a:pt x="115" y="124"/>
                    <a:pt x="132" y="103"/>
                  </a:cubicBezTo>
                  <a:cubicBezTo>
                    <a:pt x="79" y="81"/>
                    <a:pt x="34" y="45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0;p45">
              <a:extLst>
                <a:ext uri="{FF2B5EF4-FFF2-40B4-BE49-F238E27FC236}">
                  <a16:creationId xmlns:a16="http://schemas.microsoft.com/office/drawing/2014/main" id="{93F3B876-E223-6427-0873-C92DED2EB927}"/>
                </a:ext>
              </a:extLst>
            </p:cNvPr>
            <p:cNvSpPr/>
            <p:nvPr/>
          </p:nvSpPr>
          <p:spPr>
            <a:xfrm>
              <a:off x="1708450" y="3565398"/>
              <a:ext cx="1001643" cy="1246313"/>
            </a:xfrm>
            <a:custGeom>
              <a:avLst/>
              <a:gdLst/>
              <a:ahLst/>
              <a:cxnLst/>
              <a:rect l="l" t="t" r="r" b="b"/>
              <a:pathLst>
                <a:path w="1748" h="2175" extrusionOk="0">
                  <a:moveTo>
                    <a:pt x="1695" y="1842"/>
                  </a:moveTo>
                  <a:cubicBezTo>
                    <a:pt x="1678" y="1763"/>
                    <a:pt x="1660" y="1685"/>
                    <a:pt x="1641" y="1606"/>
                  </a:cubicBezTo>
                  <a:cubicBezTo>
                    <a:pt x="1603" y="1450"/>
                    <a:pt x="1564" y="1293"/>
                    <a:pt x="1522" y="1138"/>
                  </a:cubicBezTo>
                  <a:cubicBezTo>
                    <a:pt x="1514" y="1111"/>
                    <a:pt x="1507" y="1084"/>
                    <a:pt x="1499" y="1057"/>
                  </a:cubicBezTo>
                  <a:cubicBezTo>
                    <a:pt x="1433" y="833"/>
                    <a:pt x="1351" y="621"/>
                    <a:pt x="1264" y="402"/>
                  </a:cubicBezTo>
                  <a:cubicBezTo>
                    <a:pt x="1238" y="335"/>
                    <a:pt x="1212" y="268"/>
                    <a:pt x="1172" y="209"/>
                  </a:cubicBezTo>
                  <a:cubicBezTo>
                    <a:pt x="1118" y="128"/>
                    <a:pt x="1031" y="64"/>
                    <a:pt x="935" y="44"/>
                  </a:cubicBezTo>
                  <a:cubicBezTo>
                    <a:pt x="922" y="41"/>
                    <a:pt x="909" y="39"/>
                    <a:pt x="895" y="37"/>
                  </a:cubicBezTo>
                  <a:lnTo>
                    <a:pt x="695" y="37"/>
                  </a:lnTo>
                  <a:cubicBezTo>
                    <a:pt x="647" y="27"/>
                    <a:pt x="597" y="23"/>
                    <a:pt x="546" y="21"/>
                  </a:cubicBezTo>
                  <a:cubicBezTo>
                    <a:pt x="364" y="14"/>
                    <a:pt x="182" y="7"/>
                    <a:pt x="0" y="0"/>
                  </a:cubicBezTo>
                  <a:lnTo>
                    <a:pt x="154" y="753"/>
                  </a:lnTo>
                  <a:cubicBezTo>
                    <a:pt x="159" y="752"/>
                    <a:pt x="164" y="751"/>
                    <a:pt x="169" y="750"/>
                  </a:cubicBezTo>
                  <a:cubicBezTo>
                    <a:pt x="236" y="759"/>
                    <a:pt x="303" y="768"/>
                    <a:pt x="370" y="771"/>
                  </a:cubicBezTo>
                  <a:cubicBezTo>
                    <a:pt x="455" y="1238"/>
                    <a:pt x="537" y="1706"/>
                    <a:pt x="617" y="2174"/>
                  </a:cubicBezTo>
                  <a:cubicBezTo>
                    <a:pt x="616" y="2172"/>
                    <a:pt x="1149" y="2158"/>
                    <a:pt x="1192" y="2141"/>
                  </a:cubicBezTo>
                  <a:cubicBezTo>
                    <a:pt x="1183" y="2067"/>
                    <a:pt x="1175" y="1993"/>
                    <a:pt x="1166" y="1918"/>
                  </a:cubicBezTo>
                  <a:cubicBezTo>
                    <a:pt x="1188" y="1992"/>
                    <a:pt x="1208" y="2065"/>
                    <a:pt x="1225" y="2140"/>
                  </a:cubicBezTo>
                  <a:cubicBezTo>
                    <a:pt x="1370" y="2106"/>
                    <a:pt x="1516" y="2072"/>
                    <a:pt x="1662" y="2037"/>
                  </a:cubicBezTo>
                  <a:cubicBezTo>
                    <a:pt x="1682" y="2032"/>
                    <a:pt x="1705" y="2027"/>
                    <a:pt x="1719" y="2011"/>
                  </a:cubicBezTo>
                  <a:cubicBezTo>
                    <a:pt x="1747" y="1980"/>
                    <a:pt x="1703" y="1877"/>
                    <a:pt x="1695" y="184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1;p45">
              <a:extLst>
                <a:ext uri="{FF2B5EF4-FFF2-40B4-BE49-F238E27FC236}">
                  <a16:creationId xmlns:a16="http://schemas.microsoft.com/office/drawing/2014/main" id="{A9FCADEA-9D60-DECA-209A-DEFB152B13EA}"/>
                </a:ext>
              </a:extLst>
            </p:cNvPr>
            <p:cNvSpPr/>
            <p:nvPr/>
          </p:nvSpPr>
          <p:spPr>
            <a:xfrm>
              <a:off x="2158845" y="3596914"/>
              <a:ext cx="234939" cy="1111654"/>
            </a:xfrm>
            <a:custGeom>
              <a:avLst/>
              <a:gdLst/>
              <a:ahLst/>
              <a:cxnLst/>
              <a:rect l="l" t="t" r="r" b="b"/>
              <a:pathLst>
                <a:path w="410" h="1940" extrusionOk="0">
                  <a:moveTo>
                    <a:pt x="408" y="1930"/>
                  </a:moveTo>
                  <a:cubicBezTo>
                    <a:pt x="381" y="1796"/>
                    <a:pt x="360" y="1661"/>
                    <a:pt x="342" y="1525"/>
                  </a:cubicBezTo>
                  <a:cubicBezTo>
                    <a:pt x="324" y="1390"/>
                    <a:pt x="309" y="1254"/>
                    <a:pt x="294" y="1118"/>
                  </a:cubicBezTo>
                  <a:cubicBezTo>
                    <a:pt x="279" y="981"/>
                    <a:pt x="264" y="845"/>
                    <a:pt x="245" y="710"/>
                  </a:cubicBezTo>
                  <a:cubicBezTo>
                    <a:pt x="227" y="574"/>
                    <a:pt x="205" y="440"/>
                    <a:pt x="177" y="306"/>
                  </a:cubicBezTo>
                  <a:cubicBezTo>
                    <a:pt x="156" y="207"/>
                    <a:pt x="136" y="89"/>
                    <a:pt x="53" y="22"/>
                  </a:cubicBezTo>
                  <a:cubicBezTo>
                    <a:pt x="43" y="14"/>
                    <a:pt x="32" y="7"/>
                    <a:pt x="21" y="1"/>
                  </a:cubicBezTo>
                  <a:cubicBezTo>
                    <a:pt x="17" y="0"/>
                    <a:pt x="9" y="0"/>
                    <a:pt x="4" y="1"/>
                  </a:cubicBezTo>
                  <a:cubicBezTo>
                    <a:pt x="0" y="4"/>
                    <a:pt x="0" y="8"/>
                    <a:pt x="4" y="10"/>
                  </a:cubicBezTo>
                  <a:cubicBezTo>
                    <a:pt x="99" y="60"/>
                    <a:pt x="126" y="179"/>
                    <a:pt x="147" y="275"/>
                  </a:cubicBezTo>
                  <a:cubicBezTo>
                    <a:pt x="175" y="406"/>
                    <a:pt x="198" y="540"/>
                    <a:pt x="217" y="673"/>
                  </a:cubicBezTo>
                  <a:cubicBezTo>
                    <a:pt x="235" y="807"/>
                    <a:pt x="251" y="942"/>
                    <a:pt x="266" y="1077"/>
                  </a:cubicBezTo>
                  <a:cubicBezTo>
                    <a:pt x="280" y="1211"/>
                    <a:pt x="295" y="1345"/>
                    <a:pt x="312" y="1479"/>
                  </a:cubicBezTo>
                  <a:cubicBezTo>
                    <a:pt x="329" y="1614"/>
                    <a:pt x="349" y="1748"/>
                    <a:pt x="374" y="1881"/>
                  </a:cubicBezTo>
                  <a:cubicBezTo>
                    <a:pt x="378" y="1898"/>
                    <a:pt x="381" y="1914"/>
                    <a:pt x="384" y="1930"/>
                  </a:cubicBezTo>
                  <a:cubicBezTo>
                    <a:pt x="386" y="1939"/>
                    <a:pt x="409" y="1938"/>
                    <a:pt x="408" y="19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2;p45">
              <a:extLst>
                <a:ext uri="{FF2B5EF4-FFF2-40B4-BE49-F238E27FC236}">
                  <a16:creationId xmlns:a16="http://schemas.microsoft.com/office/drawing/2014/main" id="{8962074F-6BB8-4B06-F53D-B705BFC7E893}"/>
                </a:ext>
              </a:extLst>
            </p:cNvPr>
            <p:cNvSpPr/>
            <p:nvPr/>
          </p:nvSpPr>
          <p:spPr>
            <a:xfrm>
              <a:off x="1073543" y="3069164"/>
              <a:ext cx="637201" cy="404550"/>
            </a:xfrm>
            <a:custGeom>
              <a:avLst/>
              <a:gdLst/>
              <a:ahLst/>
              <a:cxnLst/>
              <a:rect l="l" t="t" r="r" b="b"/>
              <a:pathLst>
                <a:path w="1112" h="706" extrusionOk="0">
                  <a:moveTo>
                    <a:pt x="1101" y="340"/>
                  </a:moveTo>
                  <a:cubicBezTo>
                    <a:pt x="1092" y="327"/>
                    <a:pt x="1083" y="313"/>
                    <a:pt x="1069" y="307"/>
                  </a:cubicBezTo>
                  <a:cubicBezTo>
                    <a:pt x="1061" y="304"/>
                    <a:pt x="1052" y="303"/>
                    <a:pt x="1043" y="303"/>
                  </a:cubicBezTo>
                  <a:cubicBezTo>
                    <a:pt x="1014" y="303"/>
                    <a:pt x="985" y="306"/>
                    <a:pt x="957" y="311"/>
                  </a:cubicBezTo>
                  <a:cubicBezTo>
                    <a:pt x="935" y="316"/>
                    <a:pt x="911" y="322"/>
                    <a:pt x="889" y="316"/>
                  </a:cubicBezTo>
                  <a:cubicBezTo>
                    <a:pt x="912" y="297"/>
                    <a:pt x="943" y="289"/>
                    <a:pt x="973" y="287"/>
                  </a:cubicBezTo>
                  <a:cubicBezTo>
                    <a:pt x="1003" y="284"/>
                    <a:pt x="1034" y="288"/>
                    <a:pt x="1064" y="289"/>
                  </a:cubicBezTo>
                  <a:cubicBezTo>
                    <a:pt x="1070" y="290"/>
                    <a:pt x="1076" y="290"/>
                    <a:pt x="1080" y="285"/>
                  </a:cubicBezTo>
                  <a:cubicBezTo>
                    <a:pt x="1084" y="281"/>
                    <a:pt x="1083" y="274"/>
                    <a:pt x="1081" y="268"/>
                  </a:cubicBezTo>
                  <a:cubicBezTo>
                    <a:pt x="1064" y="216"/>
                    <a:pt x="1010" y="179"/>
                    <a:pt x="956" y="181"/>
                  </a:cubicBezTo>
                  <a:cubicBezTo>
                    <a:pt x="926" y="182"/>
                    <a:pt x="894" y="194"/>
                    <a:pt x="867" y="181"/>
                  </a:cubicBezTo>
                  <a:cubicBezTo>
                    <a:pt x="894" y="143"/>
                    <a:pt x="946" y="135"/>
                    <a:pt x="993" y="136"/>
                  </a:cubicBezTo>
                  <a:cubicBezTo>
                    <a:pt x="1013" y="136"/>
                    <a:pt x="1035" y="137"/>
                    <a:pt x="1053" y="127"/>
                  </a:cubicBezTo>
                  <a:cubicBezTo>
                    <a:pt x="1070" y="118"/>
                    <a:pt x="1081" y="92"/>
                    <a:pt x="1068" y="77"/>
                  </a:cubicBezTo>
                  <a:cubicBezTo>
                    <a:pt x="1059" y="66"/>
                    <a:pt x="1044" y="65"/>
                    <a:pt x="1030" y="64"/>
                  </a:cubicBezTo>
                  <a:cubicBezTo>
                    <a:pt x="971" y="63"/>
                    <a:pt x="913" y="66"/>
                    <a:pt x="855" y="74"/>
                  </a:cubicBezTo>
                  <a:cubicBezTo>
                    <a:pt x="843" y="76"/>
                    <a:pt x="831" y="78"/>
                    <a:pt x="821" y="84"/>
                  </a:cubicBezTo>
                  <a:cubicBezTo>
                    <a:pt x="811" y="90"/>
                    <a:pt x="804" y="99"/>
                    <a:pt x="798" y="108"/>
                  </a:cubicBezTo>
                  <a:cubicBezTo>
                    <a:pt x="767" y="155"/>
                    <a:pt x="748" y="210"/>
                    <a:pt x="742" y="266"/>
                  </a:cubicBezTo>
                  <a:cubicBezTo>
                    <a:pt x="739" y="306"/>
                    <a:pt x="744" y="344"/>
                    <a:pt x="753" y="381"/>
                  </a:cubicBezTo>
                  <a:cubicBezTo>
                    <a:pt x="664" y="355"/>
                    <a:pt x="576" y="325"/>
                    <a:pt x="489" y="293"/>
                  </a:cubicBezTo>
                  <a:cubicBezTo>
                    <a:pt x="480" y="289"/>
                    <a:pt x="472" y="286"/>
                    <a:pt x="463" y="283"/>
                  </a:cubicBezTo>
                  <a:cubicBezTo>
                    <a:pt x="463" y="205"/>
                    <a:pt x="465" y="127"/>
                    <a:pt x="467" y="49"/>
                  </a:cubicBezTo>
                  <a:cubicBezTo>
                    <a:pt x="467" y="40"/>
                    <a:pt x="467" y="40"/>
                    <a:pt x="467" y="49"/>
                  </a:cubicBezTo>
                  <a:cubicBezTo>
                    <a:pt x="340" y="23"/>
                    <a:pt x="208" y="19"/>
                    <a:pt x="80" y="38"/>
                  </a:cubicBezTo>
                  <a:cubicBezTo>
                    <a:pt x="54" y="41"/>
                    <a:pt x="28" y="50"/>
                    <a:pt x="3" y="55"/>
                  </a:cubicBezTo>
                  <a:cubicBezTo>
                    <a:pt x="0" y="0"/>
                    <a:pt x="0" y="0"/>
                    <a:pt x="3" y="55"/>
                  </a:cubicBezTo>
                  <a:cubicBezTo>
                    <a:pt x="3" y="66"/>
                    <a:pt x="4" y="77"/>
                    <a:pt x="4" y="88"/>
                  </a:cubicBezTo>
                  <a:cubicBezTo>
                    <a:pt x="11" y="222"/>
                    <a:pt x="5" y="353"/>
                    <a:pt x="34" y="486"/>
                  </a:cubicBezTo>
                  <a:cubicBezTo>
                    <a:pt x="46" y="543"/>
                    <a:pt x="63" y="602"/>
                    <a:pt x="102" y="647"/>
                  </a:cubicBezTo>
                  <a:cubicBezTo>
                    <a:pt x="139" y="690"/>
                    <a:pt x="216" y="702"/>
                    <a:pt x="270" y="704"/>
                  </a:cubicBezTo>
                  <a:cubicBezTo>
                    <a:pt x="291" y="705"/>
                    <a:pt x="312" y="705"/>
                    <a:pt x="332" y="700"/>
                  </a:cubicBezTo>
                  <a:cubicBezTo>
                    <a:pt x="338" y="700"/>
                    <a:pt x="344" y="700"/>
                    <a:pt x="350" y="700"/>
                  </a:cubicBezTo>
                  <a:cubicBezTo>
                    <a:pt x="418" y="696"/>
                    <a:pt x="484" y="686"/>
                    <a:pt x="551" y="672"/>
                  </a:cubicBezTo>
                  <a:cubicBezTo>
                    <a:pt x="638" y="654"/>
                    <a:pt x="725" y="629"/>
                    <a:pt x="810" y="602"/>
                  </a:cubicBezTo>
                  <a:cubicBezTo>
                    <a:pt x="829" y="596"/>
                    <a:pt x="849" y="589"/>
                    <a:pt x="867" y="579"/>
                  </a:cubicBezTo>
                  <a:cubicBezTo>
                    <a:pt x="877" y="581"/>
                    <a:pt x="886" y="579"/>
                    <a:pt x="900" y="575"/>
                  </a:cubicBezTo>
                  <a:cubicBezTo>
                    <a:pt x="921" y="569"/>
                    <a:pt x="944" y="568"/>
                    <a:pt x="966" y="561"/>
                  </a:cubicBezTo>
                  <a:cubicBezTo>
                    <a:pt x="987" y="555"/>
                    <a:pt x="1008" y="540"/>
                    <a:pt x="1013" y="518"/>
                  </a:cubicBezTo>
                  <a:cubicBezTo>
                    <a:pt x="1014" y="512"/>
                    <a:pt x="1014" y="506"/>
                    <a:pt x="1016" y="499"/>
                  </a:cubicBezTo>
                  <a:cubicBezTo>
                    <a:pt x="1020" y="485"/>
                    <a:pt x="1033" y="474"/>
                    <a:pt x="1045" y="465"/>
                  </a:cubicBezTo>
                  <a:cubicBezTo>
                    <a:pt x="1058" y="456"/>
                    <a:pt x="1071" y="446"/>
                    <a:pt x="1076" y="432"/>
                  </a:cubicBezTo>
                  <a:cubicBezTo>
                    <a:pt x="1081" y="417"/>
                    <a:pt x="1072" y="397"/>
                    <a:pt x="1057" y="398"/>
                  </a:cubicBezTo>
                  <a:cubicBezTo>
                    <a:pt x="1069" y="397"/>
                    <a:pt x="1081" y="396"/>
                    <a:pt x="1092" y="390"/>
                  </a:cubicBezTo>
                  <a:cubicBezTo>
                    <a:pt x="1102" y="385"/>
                    <a:pt x="1111" y="374"/>
                    <a:pt x="1111" y="363"/>
                  </a:cubicBezTo>
                  <a:cubicBezTo>
                    <a:pt x="1110" y="354"/>
                    <a:pt x="1105" y="347"/>
                    <a:pt x="1101" y="340"/>
                  </a:cubicBezTo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3;p45">
              <a:extLst>
                <a:ext uri="{FF2B5EF4-FFF2-40B4-BE49-F238E27FC236}">
                  <a16:creationId xmlns:a16="http://schemas.microsoft.com/office/drawing/2014/main" id="{AC53B828-B655-B640-2158-4754D1239D62}"/>
                </a:ext>
              </a:extLst>
            </p:cNvPr>
            <p:cNvSpPr/>
            <p:nvPr/>
          </p:nvSpPr>
          <p:spPr>
            <a:xfrm>
              <a:off x="686753" y="3532163"/>
              <a:ext cx="1249762" cy="562130"/>
            </a:xfrm>
            <a:custGeom>
              <a:avLst/>
              <a:gdLst/>
              <a:ahLst/>
              <a:cxnLst/>
              <a:rect l="l" t="t" r="r" b="b"/>
              <a:pathLst>
                <a:path w="2181" h="981" extrusionOk="0">
                  <a:moveTo>
                    <a:pt x="2180" y="980"/>
                  </a:moveTo>
                  <a:cubicBezTo>
                    <a:pt x="2171" y="930"/>
                    <a:pt x="2162" y="879"/>
                    <a:pt x="2153" y="829"/>
                  </a:cubicBezTo>
                  <a:cubicBezTo>
                    <a:pt x="2086" y="826"/>
                    <a:pt x="2019" y="817"/>
                    <a:pt x="1952" y="808"/>
                  </a:cubicBezTo>
                  <a:cubicBezTo>
                    <a:pt x="1947" y="809"/>
                    <a:pt x="1942" y="810"/>
                    <a:pt x="1937" y="811"/>
                  </a:cubicBezTo>
                  <a:lnTo>
                    <a:pt x="1923" y="740"/>
                  </a:lnTo>
                  <a:lnTo>
                    <a:pt x="1839" y="740"/>
                  </a:lnTo>
                  <a:lnTo>
                    <a:pt x="1696" y="64"/>
                  </a:lnTo>
                  <a:cubicBezTo>
                    <a:pt x="1688" y="26"/>
                    <a:pt x="1660" y="0"/>
                    <a:pt x="1628" y="0"/>
                  </a:cubicBezTo>
                  <a:lnTo>
                    <a:pt x="0" y="0"/>
                  </a:lnTo>
                  <a:lnTo>
                    <a:pt x="178" y="840"/>
                  </a:lnTo>
                  <a:cubicBezTo>
                    <a:pt x="196" y="922"/>
                    <a:pt x="256" y="980"/>
                    <a:pt x="326" y="980"/>
                  </a:cubicBezTo>
                  <a:lnTo>
                    <a:pt x="1799" y="980"/>
                  </a:lnTo>
                  <a:lnTo>
                    <a:pt x="2180" y="98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4;p45">
              <a:extLst>
                <a:ext uri="{FF2B5EF4-FFF2-40B4-BE49-F238E27FC236}">
                  <a16:creationId xmlns:a16="http://schemas.microsoft.com/office/drawing/2014/main" id="{506535AA-FE33-1BE7-09D5-2E40E567129F}"/>
                </a:ext>
              </a:extLst>
            </p:cNvPr>
            <p:cNvSpPr/>
            <p:nvPr/>
          </p:nvSpPr>
          <p:spPr>
            <a:xfrm>
              <a:off x="546936" y="2836519"/>
              <a:ext cx="1265234" cy="1257773"/>
            </a:xfrm>
            <a:custGeom>
              <a:avLst/>
              <a:gdLst/>
              <a:ahLst/>
              <a:cxnLst/>
              <a:rect l="l" t="t" r="r" b="b"/>
              <a:pathLst>
                <a:path w="2208" h="2195" extrusionOk="0">
                  <a:moveTo>
                    <a:pt x="2199" y="2111"/>
                  </a:moveTo>
                  <a:lnTo>
                    <a:pt x="2018" y="1226"/>
                  </a:lnTo>
                  <a:cubicBezTo>
                    <a:pt x="2012" y="1198"/>
                    <a:pt x="1992" y="1177"/>
                    <a:pt x="1968" y="1177"/>
                  </a:cubicBezTo>
                  <a:lnTo>
                    <a:pt x="354" y="1177"/>
                  </a:lnTo>
                  <a:lnTo>
                    <a:pt x="34" y="123"/>
                  </a:lnTo>
                  <a:cubicBezTo>
                    <a:pt x="22" y="85"/>
                    <a:pt x="29" y="41"/>
                    <a:pt x="45" y="0"/>
                  </a:cubicBezTo>
                  <a:lnTo>
                    <a:pt x="21" y="0"/>
                  </a:lnTo>
                  <a:cubicBezTo>
                    <a:pt x="6" y="43"/>
                    <a:pt x="0" y="90"/>
                    <a:pt x="12" y="129"/>
                  </a:cubicBezTo>
                  <a:lnTo>
                    <a:pt x="331" y="1177"/>
                  </a:lnTo>
                  <a:lnTo>
                    <a:pt x="236" y="1177"/>
                  </a:lnTo>
                  <a:lnTo>
                    <a:pt x="244" y="1213"/>
                  </a:lnTo>
                  <a:lnTo>
                    <a:pt x="1872" y="1213"/>
                  </a:lnTo>
                  <a:cubicBezTo>
                    <a:pt x="1904" y="1213"/>
                    <a:pt x="1932" y="1240"/>
                    <a:pt x="1940" y="1278"/>
                  </a:cubicBezTo>
                  <a:lnTo>
                    <a:pt x="2111" y="2086"/>
                  </a:lnTo>
                  <a:cubicBezTo>
                    <a:pt x="2123" y="2140"/>
                    <a:pt x="2089" y="2194"/>
                    <a:pt x="2043" y="2194"/>
                  </a:cubicBezTo>
                  <a:lnTo>
                    <a:pt x="2149" y="2194"/>
                  </a:lnTo>
                  <a:cubicBezTo>
                    <a:pt x="2182" y="2194"/>
                    <a:pt x="2207" y="2153"/>
                    <a:pt x="2199" y="211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5;p45">
              <a:extLst>
                <a:ext uri="{FF2B5EF4-FFF2-40B4-BE49-F238E27FC236}">
                  <a16:creationId xmlns:a16="http://schemas.microsoft.com/office/drawing/2014/main" id="{249060EF-C906-3507-4C26-26E0B9FC569E}"/>
                </a:ext>
              </a:extLst>
            </p:cNvPr>
            <p:cNvSpPr/>
            <p:nvPr/>
          </p:nvSpPr>
          <p:spPr>
            <a:xfrm>
              <a:off x="1180125" y="3160847"/>
              <a:ext cx="1423961" cy="223477"/>
            </a:xfrm>
            <a:custGeom>
              <a:avLst/>
              <a:gdLst/>
              <a:ahLst/>
              <a:cxnLst/>
              <a:rect l="l" t="t" r="r" b="b"/>
              <a:pathLst>
                <a:path w="2485" h="390" extrusionOk="0">
                  <a:moveTo>
                    <a:pt x="1582" y="10"/>
                  </a:moveTo>
                  <a:cubicBezTo>
                    <a:pt x="1581" y="16"/>
                    <a:pt x="1569" y="17"/>
                    <a:pt x="1562" y="15"/>
                  </a:cubicBezTo>
                  <a:cubicBezTo>
                    <a:pt x="1561" y="15"/>
                    <a:pt x="1560" y="15"/>
                    <a:pt x="1559" y="15"/>
                  </a:cubicBezTo>
                  <a:cubicBezTo>
                    <a:pt x="1556" y="16"/>
                    <a:pt x="1553" y="17"/>
                    <a:pt x="1550" y="18"/>
                  </a:cubicBezTo>
                  <a:cubicBezTo>
                    <a:pt x="1544" y="20"/>
                    <a:pt x="1537" y="22"/>
                    <a:pt x="1531" y="25"/>
                  </a:cubicBezTo>
                  <a:cubicBezTo>
                    <a:pt x="1519" y="30"/>
                    <a:pt x="1508" y="37"/>
                    <a:pt x="1498" y="45"/>
                  </a:cubicBezTo>
                  <a:cubicBezTo>
                    <a:pt x="1476" y="63"/>
                    <a:pt x="1459" y="84"/>
                    <a:pt x="1449" y="110"/>
                  </a:cubicBezTo>
                  <a:cubicBezTo>
                    <a:pt x="1445" y="117"/>
                    <a:pt x="1422" y="114"/>
                    <a:pt x="1426" y="106"/>
                  </a:cubicBezTo>
                  <a:cubicBezTo>
                    <a:pt x="1439" y="75"/>
                    <a:pt x="1461" y="49"/>
                    <a:pt x="1489" y="30"/>
                  </a:cubicBezTo>
                  <a:cubicBezTo>
                    <a:pt x="1503" y="21"/>
                    <a:pt x="1519" y="13"/>
                    <a:pt x="1535" y="8"/>
                  </a:cubicBezTo>
                  <a:cubicBezTo>
                    <a:pt x="1543" y="5"/>
                    <a:pt x="1551" y="3"/>
                    <a:pt x="1560" y="2"/>
                  </a:cubicBezTo>
                  <a:cubicBezTo>
                    <a:pt x="1565" y="1"/>
                    <a:pt x="1583" y="0"/>
                    <a:pt x="1582" y="10"/>
                  </a:cubicBezTo>
                  <a:moveTo>
                    <a:pt x="2208" y="141"/>
                  </a:moveTo>
                  <a:cubicBezTo>
                    <a:pt x="2203" y="139"/>
                    <a:pt x="2195" y="138"/>
                    <a:pt x="2191" y="141"/>
                  </a:cubicBezTo>
                  <a:cubicBezTo>
                    <a:pt x="2156" y="160"/>
                    <a:pt x="2129" y="192"/>
                    <a:pt x="2116" y="230"/>
                  </a:cubicBezTo>
                  <a:cubicBezTo>
                    <a:pt x="2115" y="235"/>
                    <a:pt x="2120" y="237"/>
                    <a:pt x="2124" y="238"/>
                  </a:cubicBezTo>
                  <a:cubicBezTo>
                    <a:pt x="2128" y="239"/>
                    <a:pt x="2137" y="239"/>
                    <a:pt x="2139" y="234"/>
                  </a:cubicBezTo>
                  <a:cubicBezTo>
                    <a:pt x="2150" y="199"/>
                    <a:pt x="2175" y="168"/>
                    <a:pt x="2207" y="150"/>
                  </a:cubicBezTo>
                  <a:cubicBezTo>
                    <a:pt x="2211" y="147"/>
                    <a:pt x="2212" y="144"/>
                    <a:pt x="2208" y="141"/>
                  </a:cubicBezTo>
                  <a:moveTo>
                    <a:pt x="2400" y="242"/>
                  </a:moveTo>
                  <a:cubicBezTo>
                    <a:pt x="2391" y="226"/>
                    <a:pt x="2381" y="209"/>
                    <a:pt x="2366" y="198"/>
                  </a:cubicBezTo>
                  <a:cubicBezTo>
                    <a:pt x="2351" y="184"/>
                    <a:pt x="2330" y="177"/>
                    <a:pt x="2309" y="179"/>
                  </a:cubicBezTo>
                  <a:cubicBezTo>
                    <a:pt x="2306" y="179"/>
                    <a:pt x="2299" y="181"/>
                    <a:pt x="2301" y="186"/>
                  </a:cubicBezTo>
                  <a:cubicBezTo>
                    <a:pt x="2303" y="191"/>
                    <a:pt x="2311" y="191"/>
                    <a:pt x="2315" y="191"/>
                  </a:cubicBezTo>
                  <a:cubicBezTo>
                    <a:pt x="2316" y="191"/>
                    <a:pt x="2317" y="191"/>
                    <a:pt x="2318" y="191"/>
                  </a:cubicBezTo>
                  <a:lnTo>
                    <a:pt x="2319" y="191"/>
                  </a:lnTo>
                  <a:cubicBezTo>
                    <a:pt x="2320" y="191"/>
                    <a:pt x="2321" y="191"/>
                    <a:pt x="2321" y="191"/>
                  </a:cubicBezTo>
                  <a:lnTo>
                    <a:pt x="2323" y="191"/>
                  </a:lnTo>
                  <a:cubicBezTo>
                    <a:pt x="2325" y="191"/>
                    <a:pt x="2329" y="193"/>
                    <a:pt x="2332" y="194"/>
                  </a:cubicBezTo>
                  <a:cubicBezTo>
                    <a:pt x="2338" y="197"/>
                    <a:pt x="2344" y="201"/>
                    <a:pt x="2350" y="206"/>
                  </a:cubicBezTo>
                  <a:cubicBezTo>
                    <a:pt x="2361" y="217"/>
                    <a:pt x="2369" y="231"/>
                    <a:pt x="2377" y="244"/>
                  </a:cubicBezTo>
                  <a:cubicBezTo>
                    <a:pt x="2380" y="249"/>
                    <a:pt x="2387" y="249"/>
                    <a:pt x="2392" y="249"/>
                  </a:cubicBezTo>
                  <a:cubicBezTo>
                    <a:pt x="2394" y="249"/>
                    <a:pt x="2403" y="246"/>
                    <a:pt x="2400" y="242"/>
                  </a:cubicBezTo>
                  <a:moveTo>
                    <a:pt x="2483" y="232"/>
                  </a:moveTo>
                  <a:cubicBezTo>
                    <a:pt x="2475" y="198"/>
                    <a:pt x="2452" y="169"/>
                    <a:pt x="2421" y="153"/>
                  </a:cubicBezTo>
                  <a:cubicBezTo>
                    <a:pt x="2416" y="151"/>
                    <a:pt x="2409" y="150"/>
                    <a:pt x="2404" y="153"/>
                  </a:cubicBezTo>
                  <a:cubicBezTo>
                    <a:pt x="2400" y="155"/>
                    <a:pt x="2399" y="159"/>
                    <a:pt x="2404" y="161"/>
                  </a:cubicBezTo>
                  <a:cubicBezTo>
                    <a:pt x="2432" y="176"/>
                    <a:pt x="2453" y="203"/>
                    <a:pt x="2460" y="234"/>
                  </a:cubicBezTo>
                  <a:cubicBezTo>
                    <a:pt x="2461" y="236"/>
                    <a:pt x="2464" y="238"/>
                    <a:pt x="2465" y="238"/>
                  </a:cubicBezTo>
                  <a:cubicBezTo>
                    <a:pt x="2468" y="239"/>
                    <a:pt x="2472" y="239"/>
                    <a:pt x="2475" y="239"/>
                  </a:cubicBezTo>
                  <a:cubicBezTo>
                    <a:pt x="2479" y="239"/>
                    <a:pt x="2484" y="237"/>
                    <a:pt x="2483" y="232"/>
                  </a:cubicBezTo>
                  <a:moveTo>
                    <a:pt x="254" y="122"/>
                  </a:moveTo>
                  <a:cubicBezTo>
                    <a:pt x="252" y="126"/>
                    <a:pt x="243" y="127"/>
                    <a:pt x="239" y="126"/>
                  </a:cubicBezTo>
                  <a:cubicBezTo>
                    <a:pt x="160" y="110"/>
                    <a:pt x="76" y="143"/>
                    <a:pt x="26" y="206"/>
                  </a:cubicBezTo>
                  <a:cubicBezTo>
                    <a:pt x="23" y="211"/>
                    <a:pt x="17" y="211"/>
                    <a:pt x="12" y="211"/>
                  </a:cubicBezTo>
                  <a:cubicBezTo>
                    <a:pt x="9" y="210"/>
                    <a:pt x="0" y="207"/>
                    <a:pt x="4" y="203"/>
                  </a:cubicBezTo>
                  <a:cubicBezTo>
                    <a:pt x="60" y="131"/>
                    <a:pt x="156" y="97"/>
                    <a:pt x="245" y="114"/>
                  </a:cubicBezTo>
                  <a:cubicBezTo>
                    <a:pt x="249" y="115"/>
                    <a:pt x="256" y="117"/>
                    <a:pt x="254" y="122"/>
                  </a:cubicBezTo>
                  <a:moveTo>
                    <a:pt x="665" y="379"/>
                  </a:moveTo>
                  <a:cubicBezTo>
                    <a:pt x="641" y="366"/>
                    <a:pt x="621" y="346"/>
                    <a:pt x="609" y="321"/>
                  </a:cubicBezTo>
                  <a:cubicBezTo>
                    <a:pt x="603" y="307"/>
                    <a:pt x="599" y="291"/>
                    <a:pt x="595" y="276"/>
                  </a:cubicBezTo>
                  <a:cubicBezTo>
                    <a:pt x="592" y="259"/>
                    <a:pt x="588" y="242"/>
                    <a:pt x="584" y="225"/>
                  </a:cubicBezTo>
                  <a:cubicBezTo>
                    <a:pt x="582" y="217"/>
                    <a:pt x="561" y="218"/>
                    <a:pt x="562" y="225"/>
                  </a:cubicBezTo>
                  <a:cubicBezTo>
                    <a:pt x="566" y="243"/>
                    <a:pt x="570" y="261"/>
                    <a:pt x="574" y="279"/>
                  </a:cubicBezTo>
                  <a:cubicBezTo>
                    <a:pt x="578" y="295"/>
                    <a:pt x="582" y="311"/>
                    <a:pt x="590" y="326"/>
                  </a:cubicBezTo>
                  <a:cubicBezTo>
                    <a:pt x="603" y="352"/>
                    <a:pt x="624" y="373"/>
                    <a:pt x="650" y="387"/>
                  </a:cubicBezTo>
                  <a:cubicBezTo>
                    <a:pt x="654" y="389"/>
                    <a:pt x="661" y="389"/>
                    <a:pt x="665" y="387"/>
                  </a:cubicBezTo>
                  <a:cubicBezTo>
                    <a:pt x="669" y="385"/>
                    <a:pt x="669" y="381"/>
                    <a:pt x="665" y="379"/>
                  </a:cubicBezTo>
                  <a:moveTo>
                    <a:pt x="878" y="243"/>
                  </a:moveTo>
                  <a:cubicBezTo>
                    <a:pt x="878" y="245"/>
                    <a:pt x="877" y="246"/>
                    <a:pt x="876" y="247"/>
                  </a:cubicBezTo>
                  <a:cubicBezTo>
                    <a:pt x="871" y="251"/>
                    <a:pt x="864" y="251"/>
                    <a:pt x="859" y="248"/>
                  </a:cubicBezTo>
                  <a:lnTo>
                    <a:pt x="858" y="248"/>
                  </a:lnTo>
                  <a:cubicBezTo>
                    <a:pt x="850" y="249"/>
                    <a:pt x="842" y="251"/>
                    <a:pt x="835" y="252"/>
                  </a:cubicBezTo>
                  <a:cubicBezTo>
                    <a:pt x="824" y="254"/>
                    <a:pt x="813" y="256"/>
                    <a:pt x="802" y="258"/>
                  </a:cubicBezTo>
                  <a:cubicBezTo>
                    <a:pt x="781" y="264"/>
                    <a:pt x="760" y="270"/>
                    <a:pt x="739" y="277"/>
                  </a:cubicBezTo>
                  <a:cubicBezTo>
                    <a:pt x="735" y="279"/>
                    <a:pt x="728" y="279"/>
                    <a:pt x="725" y="275"/>
                  </a:cubicBezTo>
                  <a:cubicBezTo>
                    <a:pt x="721" y="272"/>
                    <a:pt x="725" y="269"/>
                    <a:pt x="728" y="268"/>
                  </a:cubicBezTo>
                  <a:cubicBezTo>
                    <a:pt x="752" y="259"/>
                    <a:pt x="777" y="252"/>
                    <a:pt x="801" y="247"/>
                  </a:cubicBezTo>
                  <a:cubicBezTo>
                    <a:pt x="814" y="244"/>
                    <a:pt x="826" y="242"/>
                    <a:pt x="839" y="240"/>
                  </a:cubicBezTo>
                  <a:cubicBezTo>
                    <a:pt x="845" y="239"/>
                    <a:pt x="851" y="238"/>
                    <a:pt x="856" y="238"/>
                  </a:cubicBezTo>
                  <a:cubicBezTo>
                    <a:pt x="863" y="237"/>
                    <a:pt x="869" y="236"/>
                    <a:pt x="875" y="239"/>
                  </a:cubicBezTo>
                  <a:cubicBezTo>
                    <a:pt x="876" y="240"/>
                    <a:pt x="878" y="241"/>
                    <a:pt x="878" y="243"/>
                  </a:cubicBezTo>
                  <a:moveTo>
                    <a:pt x="798" y="347"/>
                  </a:moveTo>
                  <a:cubicBezTo>
                    <a:pt x="798" y="347"/>
                    <a:pt x="796" y="347"/>
                    <a:pt x="798" y="347"/>
                  </a:cubicBezTo>
                  <a:moveTo>
                    <a:pt x="830" y="345"/>
                  </a:moveTo>
                  <a:cubicBezTo>
                    <a:pt x="819" y="353"/>
                    <a:pt x="806" y="358"/>
                    <a:pt x="792" y="361"/>
                  </a:cubicBezTo>
                  <a:cubicBezTo>
                    <a:pt x="788" y="362"/>
                    <a:pt x="781" y="361"/>
                    <a:pt x="779" y="357"/>
                  </a:cubicBezTo>
                  <a:cubicBezTo>
                    <a:pt x="778" y="356"/>
                    <a:pt x="779" y="354"/>
                    <a:pt x="780" y="353"/>
                  </a:cubicBezTo>
                  <a:cubicBezTo>
                    <a:pt x="782" y="351"/>
                    <a:pt x="784" y="351"/>
                    <a:pt x="787" y="350"/>
                  </a:cubicBezTo>
                  <a:lnTo>
                    <a:pt x="789" y="350"/>
                  </a:lnTo>
                  <a:cubicBezTo>
                    <a:pt x="790" y="349"/>
                    <a:pt x="791" y="349"/>
                    <a:pt x="793" y="349"/>
                  </a:cubicBezTo>
                  <a:cubicBezTo>
                    <a:pt x="794" y="348"/>
                    <a:pt x="795" y="348"/>
                    <a:pt x="796" y="347"/>
                  </a:cubicBezTo>
                  <a:cubicBezTo>
                    <a:pt x="797" y="347"/>
                    <a:pt x="798" y="347"/>
                    <a:pt x="798" y="347"/>
                  </a:cubicBezTo>
                  <a:lnTo>
                    <a:pt x="799" y="347"/>
                  </a:lnTo>
                  <a:cubicBezTo>
                    <a:pt x="801" y="346"/>
                    <a:pt x="803" y="344"/>
                    <a:pt x="806" y="343"/>
                  </a:cubicBezTo>
                  <a:lnTo>
                    <a:pt x="809" y="341"/>
                  </a:lnTo>
                  <a:cubicBezTo>
                    <a:pt x="810" y="341"/>
                    <a:pt x="811" y="340"/>
                    <a:pt x="811" y="340"/>
                  </a:cubicBezTo>
                  <a:lnTo>
                    <a:pt x="812" y="340"/>
                  </a:lnTo>
                  <a:lnTo>
                    <a:pt x="812" y="339"/>
                  </a:lnTo>
                  <a:lnTo>
                    <a:pt x="812" y="340"/>
                  </a:lnTo>
                  <a:cubicBezTo>
                    <a:pt x="816" y="337"/>
                    <a:pt x="822" y="336"/>
                    <a:pt x="826" y="338"/>
                  </a:cubicBezTo>
                  <a:cubicBezTo>
                    <a:pt x="828" y="338"/>
                    <a:pt x="831" y="339"/>
                    <a:pt x="832" y="341"/>
                  </a:cubicBezTo>
                  <a:cubicBezTo>
                    <a:pt x="832" y="342"/>
                    <a:pt x="832" y="344"/>
                    <a:pt x="830" y="345"/>
                  </a:cubicBezTo>
                  <a:moveTo>
                    <a:pt x="697" y="37"/>
                  </a:moveTo>
                  <a:cubicBezTo>
                    <a:pt x="696" y="39"/>
                    <a:pt x="693" y="40"/>
                    <a:pt x="692" y="40"/>
                  </a:cubicBezTo>
                  <a:cubicBezTo>
                    <a:pt x="690" y="41"/>
                    <a:pt x="689" y="41"/>
                    <a:pt x="687" y="42"/>
                  </a:cubicBezTo>
                  <a:lnTo>
                    <a:pt x="686" y="42"/>
                  </a:lnTo>
                  <a:cubicBezTo>
                    <a:pt x="685" y="42"/>
                    <a:pt x="685" y="42"/>
                    <a:pt x="685" y="42"/>
                  </a:cubicBezTo>
                  <a:cubicBezTo>
                    <a:pt x="682" y="43"/>
                    <a:pt x="680" y="45"/>
                    <a:pt x="678" y="46"/>
                  </a:cubicBezTo>
                  <a:cubicBezTo>
                    <a:pt x="672" y="48"/>
                    <a:pt x="667" y="51"/>
                    <a:pt x="662" y="53"/>
                  </a:cubicBezTo>
                  <a:cubicBezTo>
                    <a:pt x="658" y="56"/>
                    <a:pt x="651" y="55"/>
                    <a:pt x="647" y="53"/>
                  </a:cubicBezTo>
                  <a:cubicBezTo>
                    <a:pt x="645" y="53"/>
                    <a:pt x="644" y="51"/>
                    <a:pt x="644" y="49"/>
                  </a:cubicBezTo>
                  <a:cubicBezTo>
                    <a:pt x="644" y="48"/>
                    <a:pt x="646" y="46"/>
                    <a:pt x="647" y="45"/>
                  </a:cubicBezTo>
                  <a:cubicBezTo>
                    <a:pt x="658" y="39"/>
                    <a:pt x="669" y="35"/>
                    <a:pt x="681" y="30"/>
                  </a:cubicBezTo>
                  <a:cubicBezTo>
                    <a:pt x="683" y="29"/>
                    <a:pt x="686" y="30"/>
                    <a:pt x="689" y="30"/>
                  </a:cubicBezTo>
                  <a:cubicBezTo>
                    <a:pt x="691" y="30"/>
                    <a:pt x="694" y="31"/>
                    <a:pt x="696" y="33"/>
                  </a:cubicBezTo>
                  <a:cubicBezTo>
                    <a:pt x="697" y="34"/>
                    <a:pt x="698" y="35"/>
                    <a:pt x="697" y="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856;p45">
              <a:extLst>
                <a:ext uri="{FF2B5EF4-FFF2-40B4-BE49-F238E27FC236}">
                  <a16:creationId xmlns:a16="http://schemas.microsoft.com/office/drawing/2014/main" id="{C29D1FB9-A656-F373-4301-6F86DE2D62A4}"/>
                </a:ext>
              </a:extLst>
            </p:cNvPr>
            <p:cNvGrpSpPr/>
            <p:nvPr/>
          </p:nvGrpSpPr>
          <p:grpSpPr>
            <a:xfrm flipH="1">
              <a:off x="2454826" y="3144382"/>
              <a:ext cx="802914" cy="193869"/>
              <a:chOff x="3359120" y="898574"/>
              <a:chExt cx="2002779" cy="483705"/>
            </a:xfrm>
          </p:grpSpPr>
          <p:sp>
            <p:nvSpPr>
              <p:cNvPr id="49" name="Google Shape;857;p45">
                <a:extLst>
                  <a:ext uri="{FF2B5EF4-FFF2-40B4-BE49-F238E27FC236}">
                    <a16:creationId xmlns:a16="http://schemas.microsoft.com/office/drawing/2014/main" id="{2429FE96-1146-F805-C20D-88DF9CABDB98}"/>
                  </a:ext>
                </a:extLst>
              </p:cNvPr>
              <p:cNvSpPr/>
              <p:nvPr/>
            </p:nvSpPr>
            <p:spPr>
              <a:xfrm>
                <a:off x="3359120" y="898574"/>
                <a:ext cx="1746572" cy="220964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439" extrusionOk="0">
                    <a:moveTo>
                      <a:pt x="3454" y="430"/>
                    </a:moveTo>
                    <a:cubicBezTo>
                      <a:pt x="3453" y="431"/>
                      <a:pt x="3451" y="432"/>
                      <a:pt x="3450" y="433"/>
                    </a:cubicBezTo>
                    <a:cubicBezTo>
                      <a:pt x="3446" y="435"/>
                      <a:pt x="3438" y="433"/>
                      <a:pt x="3433" y="433"/>
                    </a:cubicBezTo>
                    <a:lnTo>
                      <a:pt x="77" y="438"/>
                    </a:lnTo>
                    <a:cubicBezTo>
                      <a:pt x="35" y="438"/>
                      <a:pt x="1" y="401"/>
                      <a:pt x="1" y="355"/>
                    </a:cubicBezTo>
                    <a:lnTo>
                      <a:pt x="0" y="94"/>
                    </a:lnTo>
                    <a:cubicBezTo>
                      <a:pt x="0" y="47"/>
                      <a:pt x="34" y="10"/>
                      <a:pt x="76" y="10"/>
                    </a:cubicBezTo>
                    <a:lnTo>
                      <a:pt x="3408" y="4"/>
                    </a:lnTo>
                    <a:cubicBezTo>
                      <a:pt x="3418" y="4"/>
                      <a:pt x="3440" y="0"/>
                      <a:pt x="3449" y="4"/>
                    </a:cubicBezTo>
                    <a:cubicBezTo>
                      <a:pt x="3451" y="5"/>
                      <a:pt x="3453" y="4"/>
                      <a:pt x="3455" y="5"/>
                    </a:cubicBezTo>
                    <a:cubicBezTo>
                      <a:pt x="3462" y="26"/>
                      <a:pt x="3454" y="51"/>
                      <a:pt x="3442" y="76"/>
                    </a:cubicBezTo>
                    <a:cubicBezTo>
                      <a:pt x="3432" y="99"/>
                      <a:pt x="3419" y="123"/>
                      <a:pt x="3414" y="141"/>
                    </a:cubicBezTo>
                    <a:cubicBezTo>
                      <a:pt x="3397" y="197"/>
                      <a:pt x="3398" y="258"/>
                      <a:pt x="3415" y="313"/>
                    </a:cubicBezTo>
                    <a:cubicBezTo>
                      <a:pt x="3423" y="336"/>
                      <a:pt x="3430" y="360"/>
                      <a:pt x="3443" y="380"/>
                    </a:cubicBezTo>
                    <a:cubicBezTo>
                      <a:pt x="3443" y="382"/>
                      <a:pt x="3445" y="383"/>
                      <a:pt x="3446" y="385"/>
                    </a:cubicBezTo>
                    <a:cubicBezTo>
                      <a:pt x="3455" y="398"/>
                      <a:pt x="3469" y="417"/>
                      <a:pt x="3454" y="43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858;p45">
                <a:extLst>
                  <a:ext uri="{FF2B5EF4-FFF2-40B4-BE49-F238E27FC236}">
                    <a16:creationId xmlns:a16="http://schemas.microsoft.com/office/drawing/2014/main" id="{FBB5EB91-8785-4D13-12C2-71CDE1C3C8C3}"/>
                  </a:ext>
                </a:extLst>
              </p:cNvPr>
              <p:cNvSpPr/>
              <p:nvPr/>
            </p:nvSpPr>
            <p:spPr>
              <a:xfrm>
                <a:off x="4239957" y="936827"/>
                <a:ext cx="818926" cy="157544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313" extrusionOk="0">
                    <a:moveTo>
                      <a:pt x="1626" y="310"/>
                    </a:moveTo>
                    <a:lnTo>
                      <a:pt x="96" y="312"/>
                    </a:lnTo>
                    <a:cubicBezTo>
                      <a:pt x="43" y="312"/>
                      <a:pt x="0" y="283"/>
                      <a:pt x="0" y="248"/>
                    </a:cubicBezTo>
                    <a:lnTo>
                      <a:pt x="0" y="67"/>
                    </a:lnTo>
                    <a:cubicBezTo>
                      <a:pt x="0" y="31"/>
                      <a:pt x="43" y="2"/>
                      <a:pt x="95" y="2"/>
                    </a:cubicBezTo>
                    <a:lnTo>
                      <a:pt x="1623" y="0"/>
                    </a:lnTo>
                    <a:cubicBezTo>
                      <a:pt x="1613" y="23"/>
                      <a:pt x="1600" y="47"/>
                      <a:pt x="1595" y="65"/>
                    </a:cubicBezTo>
                    <a:cubicBezTo>
                      <a:pt x="1579" y="121"/>
                      <a:pt x="1580" y="182"/>
                      <a:pt x="1597" y="237"/>
                    </a:cubicBezTo>
                    <a:cubicBezTo>
                      <a:pt x="1603" y="260"/>
                      <a:pt x="1611" y="285"/>
                      <a:pt x="1623" y="304"/>
                    </a:cubicBezTo>
                    <a:cubicBezTo>
                      <a:pt x="1623" y="306"/>
                      <a:pt x="1624" y="308"/>
                      <a:pt x="1626" y="31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859;p45">
                <a:extLst>
                  <a:ext uri="{FF2B5EF4-FFF2-40B4-BE49-F238E27FC236}">
                    <a16:creationId xmlns:a16="http://schemas.microsoft.com/office/drawing/2014/main" id="{947AE452-ACF2-AE3F-DF00-ADE58B1DF68E}"/>
                  </a:ext>
                </a:extLst>
              </p:cNvPr>
              <p:cNvSpPr/>
              <p:nvPr/>
            </p:nvSpPr>
            <p:spPr>
              <a:xfrm>
                <a:off x="3615326" y="1104941"/>
                <a:ext cx="1746572" cy="277338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551" extrusionOk="0">
                    <a:moveTo>
                      <a:pt x="3454" y="541"/>
                    </a:moveTo>
                    <a:cubicBezTo>
                      <a:pt x="3453" y="543"/>
                      <a:pt x="3451" y="544"/>
                      <a:pt x="3449" y="545"/>
                    </a:cubicBezTo>
                    <a:cubicBezTo>
                      <a:pt x="3445" y="547"/>
                      <a:pt x="3437" y="545"/>
                      <a:pt x="3433" y="545"/>
                    </a:cubicBezTo>
                    <a:lnTo>
                      <a:pt x="77" y="550"/>
                    </a:lnTo>
                    <a:cubicBezTo>
                      <a:pt x="35" y="550"/>
                      <a:pt x="0" y="503"/>
                      <a:pt x="0" y="445"/>
                    </a:cubicBezTo>
                    <a:lnTo>
                      <a:pt x="0" y="117"/>
                    </a:lnTo>
                    <a:cubicBezTo>
                      <a:pt x="0" y="59"/>
                      <a:pt x="34" y="12"/>
                      <a:pt x="76" y="12"/>
                    </a:cubicBezTo>
                    <a:lnTo>
                      <a:pt x="3407" y="6"/>
                    </a:lnTo>
                    <a:cubicBezTo>
                      <a:pt x="3418" y="6"/>
                      <a:pt x="3439" y="0"/>
                      <a:pt x="3449" y="6"/>
                    </a:cubicBezTo>
                    <a:cubicBezTo>
                      <a:pt x="3451" y="8"/>
                      <a:pt x="3453" y="6"/>
                      <a:pt x="3455" y="7"/>
                    </a:cubicBezTo>
                    <a:cubicBezTo>
                      <a:pt x="3461" y="33"/>
                      <a:pt x="3453" y="65"/>
                      <a:pt x="3442" y="96"/>
                    </a:cubicBezTo>
                    <a:cubicBezTo>
                      <a:pt x="3432" y="126"/>
                      <a:pt x="3419" y="155"/>
                      <a:pt x="3413" y="178"/>
                    </a:cubicBezTo>
                    <a:cubicBezTo>
                      <a:pt x="3396" y="248"/>
                      <a:pt x="3397" y="325"/>
                      <a:pt x="3415" y="395"/>
                    </a:cubicBezTo>
                    <a:cubicBezTo>
                      <a:pt x="3422" y="423"/>
                      <a:pt x="3430" y="454"/>
                      <a:pt x="3442" y="479"/>
                    </a:cubicBezTo>
                    <a:cubicBezTo>
                      <a:pt x="3443" y="481"/>
                      <a:pt x="3444" y="483"/>
                      <a:pt x="3445" y="485"/>
                    </a:cubicBezTo>
                    <a:cubicBezTo>
                      <a:pt x="3455" y="501"/>
                      <a:pt x="3469" y="525"/>
                      <a:pt x="3454" y="541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860;p45">
                <a:extLst>
                  <a:ext uri="{FF2B5EF4-FFF2-40B4-BE49-F238E27FC236}">
                    <a16:creationId xmlns:a16="http://schemas.microsoft.com/office/drawing/2014/main" id="{64337F9B-9170-F298-3E56-C0F4EEF1FA0A}"/>
                  </a:ext>
                </a:extLst>
              </p:cNvPr>
              <p:cNvSpPr/>
              <p:nvPr/>
            </p:nvSpPr>
            <p:spPr>
              <a:xfrm>
                <a:off x="4495660" y="1153261"/>
                <a:ext cx="818926" cy="197811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393" extrusionOk="0">
                    <a:moveTo>
                      <a:pt x="1626" y="389"/>
                    </a:moveTo>
                    <a:lnTo>
                      <a:pt x="96" y="391"/>
                    </a:lnTo>
                    <a:cubicBezTo>
                      <a:pt x="44" y="392"/>
                      <a:pt x="1" y="355"/>
                      <a:pt x="1" y="311"/>
                    </a:cubicBezTo>
                    <a:lnTo>
                      <a:pt x="0" y="84"/>
                    </a:lnTo>
                    <a:cubicBezTo>
                      <a:pt x="0" y="39"/>
                      <a:pt x="43" y="3"/>
                      <a:pt x="96" y="3"/>
                    </a:cubicBezTo>
                    <a:lnTo>
                      <a:pt x="1623" y="0"/>
                    </a:lnTo>
                    <a:cubicBezTo>
                      <a:pt x="1613" y="30"/>
                      <a:pt x="1601" y="59"/>
                      <a:pt x="1596" y="82"/>
                    </a:cubicBezTo>
                    <a:cubicBezTo>
                      <a:pt x="1579" y="152"/>
                      <a:pt x="1580" y="229"/>
                      <a:pt x="1597" y="299"/>
                    </a:cubicBezTo>
                    <a:cubicBezTo>
                      <a:pt x="1604" y="327"/>
                      <a:pt x="1612" y="358"/>
                      <a:pt x="1623" y="383"/>
                    </a:cubicBezTo>
                    <a:cubicBezTo>
                      <a:pt x="1624" y="385"/>
                      <a:pt x="1625" y="387"/>
                      <a:pt x="1626" y="389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" name="Google Shape;861;p45">
              <a:extLst>
                <a:ext uri="{FF2B5EF4-FFF2-40B4-BE49-F238E27FC236}">
                  <a16:creationId xmlns:a16="http://schemas.microsoft.com/office/drawing/2014/main" id="{D9F20E2B-89C6-1A9A-004E-C0C7A18549A0}"/>
                </a:ext>
              </a:extLst>
            </p:cNvPr>
            <p:cNvSpPr/>
            <p:nvPr/>
          </p:nvSpPr>
          <p:spPr>
            <a:xfrm rot="10800000">
              <a:off x="2470336" y="2476079"/>
              <a:ext cx="146526" cy="216025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0298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1687-58A9-FE48-8062-ED4E418D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2742-534E-0033-8BA9-F9A4DC651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320" y="1412964"/>
            <a:ext cx="4629240" cy="2831375"/>
          </a:xfrm>
        </p:spPr>
        <p:txBody>
          <a:bodyPr/>
          <a:lstStyle/>
          <a:p>
            <a:pPr algn="just"/>
            <a:r>
              <a:rPr lang="en-US" dirty="0"/>
              <a:t>Big data is influencing the IT industry like few technologies or trends have done so before. If analyzed effectively, massive information caches can help companies improve their decision-making and compete on another level. However, managing big data is a difficult endeavor, according to a recent report by Microsoft.</a:t>
            </a:r>
          </a:p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2FBA14-11AA-43ED-91F2-F380F059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853" y="0"/>
            <a:ext cx="378914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71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B6E0-FDAD-719D-9DAE-A6CF24ED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D4F33-B18F-4D68-FF7A-311CD1308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428205"/>
            <a:ext cx="4294800" cy="21306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Hadoop: The Definitive Guide, Tom White, O’Reilly</a:t>
            </a:r>
          </a:p>
          <a:p>
            <a:r>
              <a:rPr lang="en-US" dirty="0"/>
              <a:t>https://en.wikipedia.org/wiki/Big_data</a:t>
            </a:r>
          </a:p>
          <a:p>
            <a:r>
              <a:rPr lang="en-US" dirty="0"/>
              <a:t>https://www.oracle.com/in/big-data/guide/what-is-big-data.html</a:t>
            </a:r>
          </a:p>
          <a:p>
            <a:endParaRPr lang="en-IN" dirty="0"/>
          </a:p>
        </p:txBody>
      </p:sp>
      <p:grpSp>
        <p:nvGrpSpPr>
          <p:cNvPr id="4" name="Google Shape;414;p33">
            <a:extLst>
              <a:ext uri="{FF2B5EF4-FFF2-40B4-BE49-F238E27FC236}">
                <a16:creationId xmlns:a16="http://schemas.microsoft.com/office/drawing/2014/main" id="{EA046E12-9FBC-0520-2B72-F77733BC80BF}"/>
              </a:ext>
            </a:extLst>
          </p:cNvPr>
          <p:cNvGrpSpPr/>
          <p:nvPr/>
        </p:nvGrpSpPr>
        <p:grpSpPr>
          <a:xfrm>
            <a:off x="5014800" y="1327097"/>
            <a:ext cx="4145177" cy="3770948"/>
            <a:chOff x="5167774" y="1124853"/>
            <a:chExt cx="4436666" cy="4036121"/>
          </a:xfrm>
        </p:grpSpPr>
        <p:sp>
          <p:nvSpPr>
            <p:cNvPr id="5" name="Google Shape;415;p33">
              <a:extLst>
                <a:ext uri="{FF2B5EF4-FFF2-40B4-BE49-F238E27FC236}">
                  <a16:creationId xmlns:a16="http://schemas.microsoft.com/office/drawing/2014/main" id="{C56452BD-1D1F-2C21-1F58-A2D0FDD93F8F}"/>
                </a:ext>
              </a:extLst>
            </p:cNvPr>
            <p:cNvSpPr/>
            <p:nvPr/>
          </p:nvSpPr>
          <p:spPr>
            <a:xfrm>
              <a:off x="5167774" y="2868527"/>
              <a:ext cx="3384096" cy="2292447"/>
            </a:xfrm>
            <a:custGeom>
              <a:avLst/>
              <a:gdLst/>
              <a:ahLst/>
              <a:cxnLst/>
              <a:rect l="l" t="t" r="r" b="b"/>
              <a:pathLst>
                <a:path w="3252" h="2203" extrusionOk="0">
                  <a:moveTo>
                    <a:pt x="290" y="2202"/>
                  </a:moveTo>
                  <a:cubicBezTo>
                    <a:pt x="177" y="2003"/>
                    <a:pt x="113" y="1776"/>
                    <a:pt x="113" y="1536"/>
                  </a:cubicBezTo>
                  <a:cubicBezTo>
                    <a:pt x="113" y="751"/>
                    <a:pt x="792" y="113"/>
                    <a:pt x="1626" y="113"/>
                  </a:cubicBezTo>
                  <a:cubicBezTo>
                    <a:pt x="2460" y="113"/>
                    <a:pt x="3138" y="751"/>
                    <a:pt x="3138" y="1536"/>
                  </a:cubicBezTo>
                  <a:cubicBezTo>
                    <a:pt x="3138" y="1776"/>
                    <a:pt x="3074" y="2003"/>
                    <a:pt x="2962" y="2202"/>
                  </a:cubicBezTo>
                  <a:lnTo>
                    <a:pt x="3090" y="2202"/>
                  </a:lnTo>
                  <a:cubicBezTo>
                    <a:pt x="3193" y="2001"/>
                    <a:pt x="3251" y="1774"/>
                    <a:pt x="3251" y="1536"/>
                  </a:cubicBezTo>
                  <a:cubicBezTo>
                    <a:pt x="3251" y="689"/>
                    <a:pt x="2522" y="0"/>
                    <a:pt x="1625" y="0"/>
                  </a:cubicBezTo>
                  <a:cubicBezTo>
                    <a:pt x="729" y="0"/>
                    <a:pt x="0" y="689"/>
                    <a:pt x="0" y="1536"/>
                  </a:cubicBezTo>
                  <a:cubicBezTo>
                    <a:pt x="0" y="1774"/>
                    <a:pt x="58" y="2000"/>
                    <a:pt x="161" y="2202"/>
                  </a:cubicBezTo>
                  <a:lnTo>
                    <a:pt x="290" y="220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6;p33">
              <a:extLst>
                <a:ext uri="{FF2B5EF4-FFF2-40B4-BE49-F238E27FC236}">
                  <a16:creationId xmlns:a16="http://schemas.microsoft.com/office/drawing/2014/main" id="{D48B164A-33AC-A372-12CB-75943306FE47}"/>
                </a:ext>
              </a:extLst>
            </p:cNvPr>
            <p:cNvSpPr/>
            <p:nvPr/>
          </p:nvSpPr>
          <p:spPr>
            <a:xfrm>
              <a:off x="5285364" y="2979872"/>
              <a:ext cx="3149957" cy="2181103"/>
            </a:xfrm>
            <a:custGeom>
              <a:avLst/>
              <a:gdLst/>
              <a:ahLst/>
              <a:cxnLst/>
              <a:rect l="l" t="t" r="r" b="b"/>
              <a:pathLst>
                <a:path w="3027" h="2096" extrusionOk="0">
                  <a:moveTo>
                    <a:pt x="306" y="2095"/>
                  </a:moveTo>
                  <a:cubicBezTo>
                    <a:pt x="183" y="1900"/>
                    <a:pt x="113" y="1672"/>
                    <a:pt x="113" y="1429"/>
                  </a:cubicBezTo>
                  <a:cubicBezTo>
                    <a:pt x="113" y="703"/>
                    <a:pt x="741" y="113"/>
                    <a:pt x="1513" y="113"/>
                  </a:cubicBezTo>
                  <a:cubicBezTo>
                    <a:pt x="2285" y="113"/>
                    <a:pt x="2913" y="703"/>
                    <a:pt x="2913" y="1429"/>
                  </a:cubicBezTo>
                  <a:cubicBezTo>
                    <a:pt x="2913" y="1672"/>
                    <a:pt x="2842" y="1900"/>
                    <a:pt x="2719" y="2095"/>
                  </a:cubicBezTo>
                  <a:lnTo>
                    <a:pt x="2851" y="2095"/>
                  </a:lnTo>
                  <a:cubicBezTo>
                    <a:pt x="2962" y="1896"/>
                    <a:pt x="3026" y="1669"/>
                    <a:pt x="3026" y="1429"/>
                  </a:cubicBezTo>
                  <a:cubicBezTo>
                    <a:pt x="3026" y="641"/>
                    <a:pt x="2347" y="0"/>
                    <a:pt x="1513" y="0"/>
                  </a:cubicBezTo>
                  <a:cubicBezTo>
                    <a:pt x="679" y="0"/>
                    <a:pt x="0" y="641"/>
                    <a:pt x="0" y="1429"/>
                  </a:cubicBezTo>
                  <a:cubicBezTo>
                    <a:pt x="0" y="1669"/>
                    <a:pt x="64" y="1896"/>
                    <a:pt x="175" y="2095"/>
                  </a:cubicBezTo>
                  <a:lnTo>
                    <a:pt x="306" y="209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17;p33">
              <a:extLst>
                <a:ext uri="{FF2B5EF4-FFF2-40B4-BE49-F238E27FC236}">
                  <a16:creationId xmlns:a16="http://schemas.microsoft.com/office/drawing/2014/main" id="{CD5A9078-8FE7-23B2-375F-715FD40C0634}"/>
                </a:ext>
              </a:extLst>
            </p:cNvPr>
            <p:cNvSpPr/>
            <p:nvPr/>
          </p:nvSpPr>
          <p:spPr>
            <a:xfrm>
              <a:off x="5405036" y="3092257"/>
              <a:ext cx="2909574" cy="2068718"/>
            </a:xfrm>
            <a:custGeom>
              <a:avLst/>
              <a:gdLst/>
              <a:ahLst/>
              <a:cxnLst/>
              <a:rect l="l" t="t" r="r" b="b"/>
              <a:pathLst>
                <a:path w="2796" h="1988" extrusionOk="0">
                  <a:moveTo>
                    <a:pt x="326" y="1987"/>
                  </a:moveTo>
                  <a:cubicBezTo>
                    <a:pt x="191" y="1796"/>
                    <a:pt x="113" y="1567"/>
                    <a:pt x="113" y="1321"/>
                  </a:cubicBezTo>
                  <a:cubicBezTo>
                    <a:pt x="113" y="655"/>
                    <a:pt x="689" y="113"/>
                    <a:pt x="1398" y="113"/>
                  </a:cubicBezTo>
                  <a:cubicBezTo>
                    <a:pt x="2106" y="113"/>
                    <a:pt x="2683" y="655"/>
                    <a:pt x="2683" y="1321"/>
                  </a:cubicBezTo>
                  <a:cubicBezTo>
                    <a:pt x="2683" y="1567"/>
                    <a:pt x="2604" y="1796"/>
                    <a:pt x="2469" y="1987"/>
                  </a:cubicBezTo>
                  <a:lnTo>
                    <a:pt x="2604" y="1987"/>
                  </a:lnTo>
                  <a:cubicBezTo>
                    <a:pt x="2726" y="1791"/>
                    <a:pt x="2795" y="1564"/>
                    <a:pt x="2795" y="1321"/>
                  </a:cubicBezTo>
                  <a:cubicBezTo>
                    <a:pt x="2795" y="592"/>
                    <a:pt x="2168" y="0"/>
                    <a:pt x="1398" y="0"/>
                  </a:cubicBezTo>
                  <a:cubicBezTo>
                    <a:pt x="627" y="0"/>
                    <a:pt x="0" y="592"/>
                    <a:pt x="0" y="1321"/>
                  </a:cubicBezTo>
                  <a:cubicBezTo>
                    <a:pt x="0" y="1564"/>
                    <a:pt x="69" y="1791"/>
                    <a:pt x="191" y="1987"/>
                  </a:cubicBezTo>
                  <a:lnTo>
                    <a:pt x="326" y="198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18;p33">
              <a:extLst>
                <a:ext uri="{FF2B5EF4-FFF2-40B4-BE49-F238E27FC236}">
                  <a16:creationId xmlns:a16="http://schemas.microsoft.com/office/drawing/2014/main" id="{2FD9CACE-F2DF-172D-1DFD-24B49F08066A}"/>
                </a:ext>
              </a:extLst>
            </p:cNvPr>
            <p:cNvSpPr/>
            <p:nvPr/>
          </p:nvSpPr>
          <p:spPr>
            <a:xfrm>
              <a:off x="5520545" y="3201520"/>
              <a:ext cx="2678556" cy="1959455"/>
            </a:xfrm>
            <a:custGeom>
              <a:avLst/>
              <a:gdLst/>
              <a:ahLst/>
              <a:cxnLst/>
              <a:rect l="l" t="t" r="r" b="b"/>
              <a:pathLst>
                <a:path w="2574" h="1883" extrusionOk="0">
                  <a:moveTo>
                    <a:pt x="352" y="1882"/>
                  </a:moveTo>
                  <a:cubicBezTo>
                    <a:pt x="202" y="1697"/>
                    <a:pt x="113" y="1466"/>
                    <a:pt x="113" y="1216"/>
                  </a:cubicBezTo>
                  <a:cubicBezTo>
                    <a:pt x="113" y="607"/>
                    <a:pt x="639" y="112"/>
                    <a:pt x="1287" y="112"/>
                  </a:cubicBezTo>
                  <a:cubicBezTo>
                    <a:pt x="1934" y="112"/>
                    <a:pt x="2461" y="607"/>
                    <a:pt x="2461" y="1216"/>
                  </a:cubicBezTo>
                  <a:cubicBezTo>
                    <a:pt x="2461" y="1466"/>
                    <a:pt x="2371" y="1697"/>
                    <a:pt x="2221" y="1882"/>
                  </a:cubicBezTo>
                  <a:lnTo>
                    <a:pt x="2362" y="1882"/>
                  </a:lnTo>
                  <a:cubicBezTo>
                    <a:pt x="2496" y="1691"/>
                    <a:pt x="2573" y="1462"/>
                    <a:pt x="2573" y="1216"/>
                  </a:cubicBezTo>
                  <a:cubicBezTo>
                    <a:pt x="2573" y="545"/>
                    <a:pt x="1996" y="0"/>
                    <a:pt x="1286" y="0"/>
                  </a:cubicBezTo>
                  <a:cubicBezTo>
                    <a:pt x="577" y="0"/>
                    <a:pt x="0" y="545"/>
                    <a:pt x="0" y="1216"/>
                  </a:cubicBezTo>
                  <a:cubicBezTo>
                    <a:pt x="0" y="1461"/>
                    <a:pt x="77" y="1691"/>
                    <a:pt x="210" y="1882"/>
                  </a:cubicBezTo>
                  <a:lnTo>
                    <a:pt x="352" y="188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19;p33">
              <a:extLst>
                <a:ext uri="{FF2B5EF4-FFF2-40B4-BE49-F238E27FC236}">
                  <a16:creationId xmlns:a16="http://schemas.microsoft.com/office/drawing/2014/main" id="{3AB487CA-017C-24D9-0E16-FCAB17575C48}"/>
                </a:ext>
              </a:extLst>
            </p:cNvPr>
            <p:cNvSpPr/>
            <p:nvPr/>
          </p:nvSpPr>
          <p:spPr>
            <a:xfrm rot="-1190507">
              <a:off x="8520416" y="1411754"/>
              <a:ext cx="796510" cy="942190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0;p33">
              <a:extLst>
                <a:ext uri="{FF2B5EF4-FFF2-40B4-BE49-F238E27FC236}">
                  <a16:creationId xmlns:a16="http://schemas.microsoft.com/office/drawing/2014/main" id="{38AD9AEA-7D81-4FFF-3F0B-B709A4629843}"/>
                </a:ext>
              </a:extLst>
            </p:cNvPr>
            <p:cNvSpPr/>
            <p:nvPr/>
          </p:nvSpPr>
          <p:spPr>
            <a:xfrm rot="-1190507">
              <a:off x="8564441" y="1510893"/>
              <a:ext cx="649191" cy="744847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1;p33">
              <a:extLst>
                <a:ext uri="{FF2B5EF4-FFF2-40B4-BE49-F238E27FC236}">
                  <a16:creationId xmlns:a16="http://schemas.microsoft.com/office/drawing/2014/main" id="{8565477A-E83A-C044-1A65-0B1AB4FB0BF4}"/>
                </a:ext>
              </a:extLst>
            </p:cNvPr>
            <p:cNvSpPr/>
            <p:nvPr/>
          </p:nvSpPr>
          <p:spPr>
            <a:xfrm rot="-1190507">
              <a:off x="8483113" y="1571867"/>
              <a:ext cx="257258" cy="506276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2;p33">
              <a:extLst>
                <a:ext uri="{FF2B5EF4-FFF2-40B4-BE49-F238E27FC236}">
                  <a16:creationId xmlns:a16="http://schemas.microsoft.com/office/drawing/2014/main" id="{F758D683-7044-138A-0C3B-5CA0E11B3F9F}"/>
                </a:ext>
              </a:extLst>
            </p:cNvPr>
            <p:cNvSpPr/>
            <p:nvPr/>
          </p:nvSpPr>
          <p:spPr>
            <a:xfrm rot="319144" flipH="1">
              <a:off x="7508004" y="1930265"/>
              <a:ext cx="1430938" cy="1827172"/>
            </a:xfrm>
            <a:custGeom>
              <a:avLst/>
              <a:gdLst/>
              <a:ahLst/>
              <a:cxnLst/>
              <a:rect l="l" t="t" r="r" b="b"/>
              <a:pathLst>
                <a:path w="2712" h="3463" extrusionOk="0">
                  <a:moveTo>
                    <a:pt x="2672" y="2640"/>
                  </a:moveTo>
                  <a:cubicBezTo>
                    <a:pt x="2697" y="2624"/>
                    <a:pt x="2711" y="2613"/>
                    <a:pt x="2708" y="2607"/>
                  </a:cubicBezTo>
                  <a:cubicBezTo>
                    <a:pt x="2618" y="2353"/>
                    <a:pt x="2518" y="2103"/>
                    <a:pt x="2409" y="1857"/>
                  </a:cubicBezTo>
                  <a:cubicBezTo>
                    <a:pt x="2299" y="1610"/>
                    <a:pt x="2204" y="1364"/>
                    <a:pt x="2112" y="1109"/>
                  </a:cubicBezTo>
                  <a:cubicBezTo>
                    <a:pt x="2040" y="907"/>
                    <a:pt x="1967" y="706"/>
                    <a:pt x="1890" y="507"/>
                  </a:cubicBezTo>
                  <a:cubicBezTo>
                    <a:pt x="1851" y="405"/>
                    <a:pt x="1811" y="303"/>
                    <a:pt x="1769" y="202"/>
                  </a:cubicBezTo>
                  <a:cubicBezTo>
                    <a:pt x="1739" y="129"/>
                    <a:pt x="1719" y="18"/>
                    <a:pt x="1625" y="5"/>
                  </a:cubicBezTo>
                  <a:cubicBezTo>
                    <a:pt x="1581" y="0"/>
                    <a:pt x="1536" y="13"/>
                    <a:pt x="1494" y="26"/>
                  </a:cubicBezTo>
                  <a:cubicBezTo>
                    <a:pt x="1196" y="117"/>
                    <a:pt x="895" y="201"/>
                    <a:pt x="588" y="252"/>
                  </a:cubicBezTo>
                  <a:cubicBezTo>
                    <a:pt x="434" y="277"/>
                    <a:pt x="280" y="292"/>
                    <a:pt x="125" y="299"/>
                  </a:cubicBezTo>
                  <a:cubicBezTo>
                    <a:pt x="71" y="301"/>
                    <a:pt x="0" y="292"/>
                    <a:pt x="1" y="360"/>
                  </a:cubicBezTo>
                  <a:cubicBezTo>
                    <a:pt x="2" y="403"/>
                    <a:pt x="49" y="474"/>
                    <a:pt x="62" y="518"/>
                  </a:cubicBezTo>
                  <a:cubicBezTo>
                    <a:pt x="330" y="1436"/>
                    <a:pt x="547" y="2367"/>
                    <a:pt x="844" y="3278"/>
                  </a:cubicBezTo>
                  <a:cubicBezTo>
                    <a:pt x="850" y="3297"/>
                    <a:pt x="856" y="3315"/>
                    <a:pt x="862" y="3333"/>
                  </a:cubicBezTo>
                  <a:cubicBezTo>
                    <a:pt x="904" y="3462"/>
                    <a:pt x="1568" y="3121"/>
                    <a:pt x="1661" y="3081"/>
                  </a:cubicBezTo>
                  <a:cubicBezTo>
                    <a:pt x="1743" y="3045"/>
                    <a:pt x="2496" y="2747"/>
                    <a:pt x="2672" y="264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23;p33">
              <a:extLst>
                <a:ext uri="{FF2B5EF4-FFF2-40B4-BE49-F238E27FC236}">
                  <a16:creationId xmlns:a16="http://schemas.microsoft.com/office/drawing/2014/main" id="{5FC0A12A-BDDE-F533-BCAD-CC6E4135481B}"/>
                </a:ext>
              </a:extLst>
            </p:cNvPr>
            <p:cNvSpPr/>
            <p:nvPr/>
          </p:nvSpPr>
          <p:spPr>
            <a:xfrm rot="319144" flipH="1">
              <a:off x="7655542" y="2010844"/>
              <a:ext cx="1219358" cy="1514817"/>
            </a:xfrm>
            <a:custGeom>
              <a:avLst/>
              <a:gdLst/>
              <a:ahLst/>
              <a:cxnLst/>
              <a:rect l="l" t="t" r="r" b="b"/>
              <a:pathLst>
                <a:path w="2311" h="2871" extrusionOk="0">
                  <a:moveTo>
                    <a:pt x="1484" y="45"/>
                  </a:moveTo>
                  <a:cubicBezTo>
                    <a:pt x="1004" y="140"/>
                    <a:pt x="551" y="336"/>
                    <a:pt x="71" y="428"/>
                  </a:cubicBezTo>
                  <a:cubicBezTo>
                    <a:pt x="34" y="435"/>
                    <a:pt x="0" y="400"/>
                    <a:pt x="50" y="390"/>
                  </a:cubicBezTo>
                  <a:cubicBezTo>
                    <a:pt x="531" y="298"/>
                    <a:pt x="983" y="102"/>
                    <a:pt x="1463" y="8"/>
                  </a:cubicBezTo>
                  <a:cubicBezTo>
                    <a:pt x="1500" y="0"/>
                    <a:pt x="1535" y="36"/>
                    <a:pt x="1484" y="45"/>
                  </a:cubicBezTo>
                  <a:moveTo>
                    <a:pt x="1591" y="222"/>
                  </a:moveTo>
                  <a:cubicBezTo>
                    <a:pt x="1580" y="209"/>
                    <a:pt x="1552" y="211"/>
                    <a:pt x="1538" y="215"/>
                  </a:cubicBezTo>
                  <a:cubicBezTo>
                    <a:pt x="1065" y="347"/>
                    <a:pt x="592" y="478"/>
                    <a:pt x="120" y="610"/>
                  </a:cubicBezTo>
                  <a:cubicBezTo>
                    <a:pt x="106" y="614"/>
                    <a:pt x="95" y="624"/>
                    <a:pt x="106" y="637"/>
                  </a:cubicBezTo>
                  <a:cubicBezTo>
                    <a:pt x="117" y="650"/>
                    <a:pt x="144" y="648"/>
                    <a:pt x="159" y="644"/>
                  </a:cubicBezTo>
                  <a:cubicBezTo>
                    <a:pt x="631" y="512"/>
                    <a:pt x="1104" y="380"/>
                    <a:pt x="1577" y="249"/>
                  </a:cubicBezTo>
                  <a:cubicBezTo>
                    <a:pt x="1590" y="245"/>
                    <a:pt x="1602" y="234"/>
                    <a:pt x="1591" y="222"/>
                  </a:cubicBezTo>
                  <a:moveTo>
                    <a:pt x="1625" y="429"/>
                  </a:moveTo>
                  <a:cubicBezTo>
                    <a:pt x="1610" y="419"/>
                    <a:pt x="1587" y="422"/>
                    <a:pt x="1571" y="429"/>
                  </a:cubicBezTo>
                  <a:cubicBezTo>
                    <a:pt x="1135" y="601"/>
                    <a:pt x="682" y="730"/>
                    <a:pt x="222" y="814"/>
                  </a:cubicBezTo>
                  <a:cubicBezTo>
                    <a:pt x="171" y="824"/>
                    <a:pt x="206" y="859"/>
                    <a:pt x="242" y="852"/>
                  </a:cubicBezTo>
                  <a:cubicBezTo>
                    <a:pt x="715" y="766"/>
                    <a:pt x="1178" y="633"/>
                    <a:pt x="1625" y="456"/>
                  </a:cubicBezTo>
                  <a:cubicBezTo>
                    <a:pt x="1641" y="450"/>
                    <a:pt x="1637" y="436"/>
                    <a:pt x="1625" y="429"/>
                  </a:cubicBezTo>
                  <a:moveTo>
                    <a:pt x="1762" y="663"/>
                  </a:moveTo>
                  <a:cubicBezTo>
                    <a:pt x="1751" y="650"/>
                    <a:pt x="1723" y="652"/>
                    <a:pt x="1709" y="656"/>
                  </a:cubicBezTo>
                  <a:cubicBezTo>
                    <a:pt x="1222" y="780"/>
                    <a:pt x="741" y="927"/>
                    <a:pt x="269" y="1097"/>
                  </a:cubicBezTo>
                  <a:cubicBezTo>
                    <a:pt x="221" y="1114"/>
                    <a:pt x="280" y="1141"/>
                    <a:pt x="308" y="1131"/>
                  </a:cubicBezTo>
                  <a:cubicBezTo>
                    <a:pt x="781" y="961"/>
                    <a:pt x="1261" y="814"/>
                    <a:pt x="1748" y="690"/>
                  </a:cubicBezTo>
                  <a:cubicBezTo>
                    <a:pt x="1761" y="687"/>
                    <a:pt x="1772" y="676"/>
                    <a:pt x="1762" y="663"/>
                  </a:cubicBezTo>
                  <a:moveTo>
                    <a:pt x="1750" y="868"/>
                  </a:moveTo>
                  <a:cubicBezTo>
                    <a:pt x="1298" y="1027"/>
                    <a:pt x="840" y="1169"/>
                    <a:pt x="377" y="1291"/>
                  </a:cubicBezTo>
                  <a:cubicBezTo>
                    <a:pt x="363" y="1295"/>
                    <a:pt x="352" y="1306"/>
                    <a:pt x="363" y="1318"/>
                  </a:cubicBezTo>
                  <a:cubicBezTo>
                    <a:pt x="374" y="1331"/>
                    <a:pt x="402" y="1329"/>
                    <a:pt x="416" y="1325"/>
                  </a:cubicBezTo>
                  <a:cubicBezTo>
                    <a:pt x="879" y="1202"/>
                    <a:pt x="1337" y="1061"/>
                    <a:pt x="1789" y="901"/>
                  </a:cubicBezTo>
                  <a:cubicBezTo>
                    <a:pt x="1836" y="885"/>
                    <a:pt x="1777" y="858"/>
                    <a:pt x="1750" y="868"/>
                  </a:cubicBezTo>
                  <a:moveTo>
                    <a:pt x="1865" y="1102"/>
                  </a:moveTo>
                  <a:cubicBezTo>
                    <a:pt x="1854" y="1089"/>
                    <a:pt x="1826" y="1091"/>
                    <a:pt x="1812" y="1095"/>
                  </a:cubicBezTo>
                  <a:cubicBezTo>
                    <a:pt x="1344" y="1238"/>
                    <a:pt x="880" y="1396"/>
                    <a:pt x="422" y="1568"/>
                  </a:cubicBezTo>
                  <a:cubicBezTo>
                    <a:pt x="375" y="1585"/>
                    <a:pt x="433" y="1612"/>
                    <a:pt x="461" y="1602"/>
                  </a:cubicBezTo>
                  <a:cubicBezTo>
                    <a:pt x="919" y="1430"/>
                    <a:pt x="1383" y="1272"/>
                    <a:pt x="1851" y="1129"/>
                  </a:cubicBezTo>
                  <a:cubicBezTo>
                    <a:pt x="1864" y="1125"/>
                    <a:pt x="1876" y="1115"/>
                    <a:pt x="1865" y="1102"/>
                  </a:cubicBezTo>
                  <a:moveTo>
                    <a:pt x="1879" y="1355"/>
                  </a:moveTo>
                  <a:cubicBezTo>
                    <a:pt x="1397" y="1526"/>
                    <a:pt x="915" y="1697"/>
                    <a:pt x="433" y="1869"/>
                  </a:cubicBezTo>
                  <a:cubicBezTo>
                    <a:pt x="386" y="1885"/>
                    <a:pt x="444" y="1912"/>
                    <a:pt x="472" y="1903"/>
                  </a:cubicBezTo>
                  <a:cubicBezTo>
                    <a:pt x="954" y="1731"/>
                    <a:pt x="1436" y="1560"/>
                    <a:pt x="1918" y="1389"/>
                  </a:cubicBezTo>
                  <a:cubicBezTo>
                    <a:pt x="1965" y="1373"/>
                    <a:pt x="1906" y="1345"/>
                    <a:pt x="1879" y="1355"/>
                  </a:cubicBezTo>
                  <a:moveTo>
                    <a:pt x="1986" y="1572"/>
                  </a:moveTo>
                  <a:cubicBezTo>
                    <a:pt x="1517" y="1734"/>
                    <a:pt x="1052" y="1909"/>
                    <a:pt x="591" y="2097"/>
                  </a:cubicBezTo>
                  <a:cubicBezTo>
                    <a:pt x="575" y="2103"/>
                    <a:pt x="580" y="2117"/>
                    <a:pt x="591" y="2125"/>
                  </a:cubicBezTo>
                  <a:cubicBezTo>
                    <a:pt x="607" y="2134"/>
                    <a:pt x="630" y="2131"/>
                    <a:pt x="646" y="2125"/>
                  </a:cubicBezTo>
                  <a:cubicBezTo>
                    <a:pt x="1101" y="1939"/>
                    <a:pt x="1561" y="1766"/>
                    <a:pt x="2025" y="1606"/>
                  </a:cubicBezTo>
                  <a:cubicBezTo>
                    <a:pt x="2073" y="1589"/>
                    <a:pt x="2014" y="1562"/>
                    <a:pt x="1986" y="1572"/>
                  </a:cubicBezTo>
                  <a:moveTo>
                    <a:pt x="2084" y="1796"/>
                  </a:moveTo>
                  <a:lnTo>
                    <a:pt x="706" y="2320"/>
                  </a:lnTo>
                  <a:cubicBezTo>
                    <a:pt x="659" y="2338"/>
                    <a:pt x="717" y="2364"/>
                    <a:pt x="745" y="2354"/>
                  </a:cubicBezTo>
                  <a:lnTo>
                    <a:pt x="2123" y="1830"/>
                  </a:lnTo>
                  <a:cubicBezTo>
                    <a:pt x="2170" y="1812"/>
                    <a:pt x="2112" y="1785"/>
                    <a:pt x="2084" y="1796"/>
                  </a:cubicBezTo>
                  <a:moveTo>
                    <a:pt x="2213" y="2025"/>
                  </a:moveTo>
                  <a:cubicBezTo>
                    <a:pt x="2198" y="2015"/>
                    <a:pt x="2174" y="2019"/>
                    <a:pt x="2158" y="2025"/>
                  </a:cubicBezTo>
                  <a:cubicBezTo>
                    <a:pt x="1705" y="2211"/>
                    <a:pt x="1255" y="2404"/>
                    <a:pt x="809" y="2605"/>
                  </a:cubicBezTo>
                  <a:cubicBezTo>
                    <a:pt x="793" y="2612"/>
                    <a:pt x="797" y="2625"/>
                    <a:pt x="809" y="2632"/>
                  </a:cubicBezTo>
                  <a:cubicBezTo>
                    <a:pt x="824" y="2642"/>
                    <a:pt x="848" y="2639"/>
                    <a:pt x="863" y="2632"/>
                  </a:cubicBezTo>
                  <a:cubicBezTo>
                    <a:pt x="1310" y="2432"/>
                    <a:pt x="1760" y="2239"/>
                    <a:pt x="2213" y="2053"/>
                  </a:cubicBezTo>
                  <a:cubicBezTo>
                    <a:pt x="2229" y="2047"/>
                    <a:pt x="2225" y="2033"/>
                    <a:pt x="2213" y="2025"/>
                  </a:cubicBezTo>
                  <a:moveTo>
                    <a:pt x="2295" y="2265"/>
                  </a:moveTo>
                  <a:cubicBezTo>
                    <a:pt x="2280" y="2255"/>
                    <a:pt x="2256" y="2258"/>
                    <a:pt x="2240" y="2265"/>
                  </a:cubicBezTo>
                  <a:cubicBezTo>
                    <a:pt x="1815" y="2447"/>
                    <a:pt x="1392" y="2636"/>
                    <a:pt x="974" y="2832"/>
                  </a:cubicBezTo>
                  <a:cubicBezTo>
                    <a:pt x="958" y="2839"/>
                    <a:pt x="961" y="2852"/>
                    <a:pt x="974" y="2860"/>
                  </a:cubicBezTo>
                  <a:cubicBezTo>
                    <a:pt x="988" y="2870"/>
                    <a:pt x="1013" y="2867"/>
                    <a:pt x="1028" y="2860"/>
                  </a:cubicBezTo>
                  <a:cubicBezTo>
                    <a:pt x="1447" y="2664"/>
                    <a:pt x="1869" y="2474"/>
                    <a:pt x="2295" y="2293"/>
                  </a:cubicBezTo>
                  <a:cubicBezTo>
                    <a:pt x="2310" y="2286"/>
                    <a:pt x="2306" y="2272"/>
                    <a:pt x="2295" y="226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424;p33">
              <a:extLst>
                <a:ext uri="{FF2B5EF4-FFF2-40B4-BE49-F238E27FC236}">
                  <a16:creationId xmlns:a16="http://schemas.microsoft.com/office/drawing/2014/main" id="{02AC6325-5A80-50F8-4D39-121BA2F6BCBB}"/>
                </a:ext>
              </a:extLst>
            </p:cNvPr>
            <p:cNvGrpSpPr/>
            <p:nvPr/>
          </p:nvGrpSpPr>
          <p:grpSpPr>
            <a:xfrm>
              <a:off x="5824189" y="1124853"/>
              <a:ext cx="3780251" cy="3948600"/>
              <a:chOff x="5533308" y="924898"/>
              <a:chExt cx="4038730" cy="4218590"/>
            </a:xfrm>
          </p:grpSpPr>
          <p:sp>
            <p:nvSpPr>
              <p:cNvPr id="17" name="Google Shape;425;p33">
                <a:extLst>
                  <a:ext uri="{FF2B5EF4-FFF2-40B4-BE49-F238E27FC236}">
                    <a16:creationId xmlns:a16="http://schemas.microsoft.com/office/drawing/2014/main" id="{CF5FAD06-0976-7BAF-15D3-D3DCADB8F4DA}"/>
                  </a:ext>
                </a:extLst>
              </p:cNvPr>
              <p:cNvSpPr/>
              <p:nvPr/>
            </p:nvSpPr>
            <p:spPr>
              <a:xfrm rot="-662413" flipH="1">
                <a:off x="5642001" y="3134210"/>
                <a:ext cx="3151017" cy="1439700"/>
              </a:xfrm>
              <a:custGeom>
                <a:avLst/>
                <a:gdLst/>
                <a:ahLst/>
                <a:cxnLst/>
                <a:rect l="l" t="t" r="r" b="b"/>
                <a:pathLst>
                  <a:path w="5461" h="1782" extrusionOk="0">
                    <a:moveTo>
                      <a:pt x="2037" y="933"/>
                    </a:moveTo>
                    <a:lnTo>
                      <a:pt x="2003" y="963"/>
                    </a:lnTo>
                    <a:lnTo>
                      <a:pt x="2001" y="962"/>
                    </a:lnTo>
                    <a:cubicBezTo>
                      <a:pt x="2001" y="962"/>
                      <a:pt x="1755" y="951"/>
                      <a:pt x="1688" y="948"/>
                    </a:cubicBezTo>
                    <a:cubicBezTo>
                      <a:pt x="1678" y="947"/>
                      <a:pt x="1667" y="945"/>
                      <a:pt x="1658" y="942"/>
                    </a:cubicBezTo>
                    <a:lnTo>
                      <a:pt x="1654" y="941"/>
                    </a:lnTo>
                    <a:lnTo>
                      <a:pt x="382" y="504"/>
                    </a:lnTo>
                    <a:cubicBezTo>
                      <a:pt x="328" y="485"/>
                      <a:pt x="304" y="451"/>
                      <a:pt x="325" y="422"/>
                    </a:cubicBezTo>
                    <a:cubicBezTo>
                      <a:pt x="328" y="418"/>
                      <a:pt x="331" y="415"/>
                      <a:pt x="334" y="411"/>
                    </a:cubicBezTo>
                    <a:cubicBezTo>
                      <a:pt x="336" y="409"/>
                      <a:pt x="339" y="407"/>
                      <a:pt x="342" y="405"/>
                    </a:cubicBezTo>
                    <a:cubicBezTo>
                      <a:pt x="379" y="378"/>
                      <a:pt x="453" y="372"/>
                      <a:pt x="513" y="390"/>
                    </a:cubicBezTo>
                    <a:lnTo>
                      <a:pt x="1845" y="782"/>
                    </a:lnTo>
                    <a:cubicBezTo>
                      <a:pt x="1854" y="785"/>
                      <a:pt x="1862" y="789"/>
                      <a:pt x="1868" y="794"/>
                    </a:cubicBezTo>
                    <a:lnTo>
                      <a:pt x="2036" y="932"/>
                    </a:lnTo>
                    <a:lnTo>
                      <a:pt x="2037" y="933"/>
                    </a:lnTo>
                    <a:moveTo>
                      <a:pt x="650" y="352"/>
                    </a:moveTo>
                    <a:cubicBezTo>
                      <a:pt x="676" y="337"/>
                      <a:pt x="701" y="319"/>
                      <a:pt x="710" y="297"/>
                    </a:cubicBezTo>
                    <a:cubicBezTo>
                      <a:pt x="714" y="285"/>
                      <a:pt x="715" y="274"/>
                      <a:pt x="715" y="262"/>
                    </a:cubicBezTo>
                    <a:cubicBezTo>
                      <a:pt x="715" y="230"/>
                      <a:pt x="710" y="197"/>
                      <a:pt x="701" y="165"/>
                    </a:cubicBezTo>
                    <a:cubicBezTo>
                      <a:pt x="699" y="159"/>
                      <a:pt x="698" y="152"/>
                      <a:pt x="692" y="148"/>
                    </a:cubicBezTo>
                    <a:cubicBezTo>
                      <a:pt x="689" y="146"/>
                      <a:pt x="681" y="145"/>
                      <a:pt x="676" y="143"/>
                    </a:cubicBezTo>
                    <a:cubicBezTo>
                      <a:pt x="665" y="140"/>
                      <a:pt x="654" y="137"/>
                      <a:pt x="642" y="134"/>
                    </a:cubicBezTo>
                    <a:cubicBezTo>
                      <a:pt x="588" y="118"/>
                      <a:pt x="533" y="102"/>
                      <a:pt x="478" y="86"/>
                    </a:cubicBezTo>
                    <a:cubicBezTo>
                      <a:pt x="407" y="65"/>
                      <a:pt x="336" y="45"/>
                      <a:pt x="266" y="24"/>
                    </a:cubicBezTo>
                    <a:cubicBezTo>
                      <a:pt x="182" y="0"/>
                      <a:pt x="84" y="22"/>
                      <a:pt x="40" y="75"/>
                    </a:cubicBezTo>
                    <a:cubicBezTo>
                      <a:pt x="37" y="79"/>
                      <a:pt x="34" y="83"/>
                      <a:pt x="31" y="87"/>
                    </a:cubicBezTo>
                    <a:cubicBezTo>
                      <a:pt x="27" y="95"/>
                      <a:pt x="23" y="104"/>
                      <a:pt x="20" y="112"/>
                    </a:cubicBezTo>
                    <a:cubicBezTo>
                      <a:pt x="0" y="167"/>
                      <a:pt x="39" y="223"/>
                      <a:pt x="112" y="249"/>
                    </a:cubicBezTo>
                    <a:cubicBezTo>
                      <a:pt x="182" y="273"/>
                      <a:pt x="251" y="298"/>
                      <a:pt x="320" y="322"/>
                    </a:cubicBezTo>
                    <a:cubicBezTo>
                      <a:pt x="370" y="339"/>
                      <a:pt x="420" y="357"/>
                      <a:pt x="470" y="374"/>
                    </a:cubicBezTo>
                    <a:cubicBezTo>
                      <a:pt x="487" y="380"/>
                      <a:pt x="509" y="392"/>
                      <a:pt x="528" y="392"/>
                    </a:cubicBezTo>
                    <a:cubicBezTo>
                      <a:pt x="568" y="392"/>
                      <a:pt x="610" y="374"/>
                      <a:pt x="640" y="358"/>
                    </a:cubicBezTo>
                    <a:cubicBezTo>
                      <a:pt x="643" y="356"/>
                      <a:pt x="647" y="354"/>
                      <a:pt x="650" y="353"/>
                    </a:cubicBezTo>
                    <a:cubicBezTo>
                      <a:pt x="650" y="352"/>
                      <a:pt x="650" y="352"/>
                      <a:pt x="650" y="352"/>
                    </a:cubicBezTo>
                    <a:moveTo>
                      <a:pt x="5460" y="1781"/>
                    </a:moveTo>
                    <a:lnTo>
                      <a:pt x="5460" y="178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426;p33">
                <a:extLst>
                  <a:ext uri="{FF2B5EF4-FFF2-40B4-BE49-F238E27FC236}">
                    <a16:creationId xmlns:a16="http://schemas.microsoft.com/office/drawing/2014/main" id="{7201BF7D-DE75-7B7B-A1AD-ADCC39718DF2}"/>
                  </a:ext>
                </a:extLst>
              </p:cNvPr>
              <p:cNvSpPr/>
              <p:nvPr/>
            </p:nvSpPr>
            <p:spPr>
              <a:xfrm rot="-662413" flipH="1">
                <a:off x="6114596" y="3292697"/>
                <a:ext cx="2213963" cy="1134309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404" extrusionOk="0">
                    <a:moveTo>
                      <a:pt x="3836" y="1284"/>
                    </a:moveTo>
                    <a:lnTo>
                      <a:pt x="3774" y="1376"/>
                    </a:lnTo>
                    <a:lnTo>
                      <a:pt x="3769" y="1376"/>
                    </a:lnTo>
                    <a:lnTo>
                      <a:pt x="3067" y="1403"/>
                    </a:lnTo>
                    <a:lnTo>
                      <a:pt x="3025" y="1388"/>
                    </a:lnTo>
                    <a:lnTo>
                      <a:pt x="0" y="347"/>
                    </a:lnTo>
                    <a:cubicBezTo>
                      <a:pt x="8" y="281"/>
                      <a:pt x="7" y="213"/>
                      <a:pt x="43" y="152"/>
                    </a:cubicBezTo>
                    <a:cubicBezTo>
                      <a:pt x="79" y="91"/>
                      <a:pt x="169" y="45"/>
                      <a:pt x="236" y="0"/>
                    </a:cubicBezTo>
                    <a:lnTo>
                      <a:pt x="3375" y="892"/>
                    </a:lnTo>
                    <a:lnTo>
                      <a:pt x="3407" y="901"/>
                    </a:lnTo>
                    <a:lnTo>
                      <a:pt x="3833" y="1281"/>
                    </a:lnTo>
                    <a:lnTo>
                      <a:pt x="3836" y="1284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427;p33">
                <a:extLst>
                  <a:ext uri="{FF2B5EF4-FFF2-40B4-BE49-F238E27FC236}">
                    <a16:creationId xmlns:a16="http://schemas.microsoft.com/office/drawing/2014/main" id="{E6DC7FBD-F92E-2F8C-5AB6-A329A796CB70}"/>
                  </a:ext>
                </a:extLst>
              </p:cNvPr>
              <p:cNvSpPr/>
              <p:nvPr/>
            </p:nvSpPr>
            <p:spPr>
              <a:xfrm rot="-662413" flipH="1">
                <a:off x="6425499" y="3769485"/>
                <a:ext cx="950325" cy="711771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881" extrusionOk="0">
                    <a:moveTo>
                      <a:pt x="1246" y="585"/>
                    </a:moveTo>
                    <a:cubicBezTo>
                      <a:pt x="1277" y="528"/>
                      <a:pt x="1332" y="478"/>
                      <a:pt x="1402" y="440"/>
                    </a:cubicBezTo>
                    <a:cubicBezTo>
                      <a:pt x="1459" y="409"/>
                      <a:pt x="1568" y="361"/>
                      <a:pt x="1646" y="383"/>
                    </a:cubicBezTo>
                    <a:lnTo>
                      <a:pt x="1342" y="297"/>
                    </a:lnTo>
                    <a:lnTo>
                      <a:pt x="1303" y="286"/>
                    </a:lnTo>
                    <a:lnTo>
                      <a:pt x="1168" y="248"/>
                    </a:lnTo>
                    <a:lnTo>
                      <a:pt x="1130" y="237"/>
                    </a:lnTo>
                    <a:lnTo>
                      <a:pt x="995" y="199"/>
                    </a:lnTo>
                    <a:lnTo>
                      <a:pt x="957" y="188"/>
                    </a:lnTo>
                    <a:lnTo>
                      <a:pt x="822" y="149"/>
                    </a:lnTo>
                    <a:lnTo>
                      <a:pt x="784" y="139"/>
                    </a:lnTo>
                    <a:lnTo>
                      <a:pt x="649" y="100"/>
                    </a:lnTo>
                    <a:lnTo>
                      <a:pt x="619" y="92"/>
                    </a:lnTo>
                    <a:lnTo>
                      <a:pt x="612" y="90"/>
                    </a:lnTo>
                    <a:lnTo>
                      <a:pt x="476" y="51"/>
                    </a:lnTo>
                    <a:lnTo>
                      <a:pt x="440" y="41"/>
                    </a:lnTo>
                    <a:lnTo>
                      <a:pt x="296" y="0"/>
                    </a:lnTo>
                    <a:cubicBezTo>
                      <a:pt x="247" y="13"/>
                      <a:pt x="200" y="33"/>
                      <a:pt x="157" y="61"/>
                    </a:cubicBezTo>
                    <a:cubicBezTo>
                      <a:pt x="74" y="114"/>
                      <a:pt x="23" y="201"/>
                      <a:pt x="10" y="289"/>
                    </a:cubicBezTo>
                    <a:cubicBezTo>
                      <a:pt x="2" y="339"/>
                      <a:pt x="0" y="388"/>
                      <a:pt x="7" y="436"/>
                    </a:cubicBezTo>
                    <a:lnTo>
                      <a:pt x="180" y="496"/>
                    </a:lnTo>
                    <a:lnTo>
                      <a:pt x="217" y="508"/>
                    </a:lnTo>
                    <a:lnTo>
                      <a:pt x="346" y="553"/>
                    </a:lnTo>
                    <a:lnTo>
                      <a:pt x="383" y="566"/>
                    </a:lnTo>
                    <a:lnTo>
                      <a:pt x="512" y="610"/>
                    </a:lnTo>
                    <a:lnTo>
                      <a:pt x="549" y="623"/>
                    </a:lnTo>
                    <a:lnTo>
                      <a:pt x="656" y="660"/>
                    </a:lnTo>
                    <a:lnTo>
                      <a:pt x="677" y="667"/>
                    </a:lnTo>
                    <a:lnTo>
                      <a:pt x="715" y="680"/>
                    </a:lnTo>
                    <a:lnTo>
                      <a:pt x="843" y="724"/>
                    </a:lnTo>
                    <a:lnTo>
                      <a:pt x="881" y="737"/>
                    </a:lnTo>
                    <a:lnTo>
                      <a:pt x="1009" y="781"/>
                    </a:lnTo>
                    <a:lnTo>
                      <a:pt x="1047" y="794"/>
                    </a:lnTo>
                    <a:lnTo>
                      <a:pt x="1296" y="880"/>
                    </a:lnTo>
                    <a:cubicBezTo>
                      <a:pt x="1196" y="807"/>
                      <a:pt x="1196" y="674"/>
                      <a:pt x="1246" y="58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428;p33">
                <a:extLst>
                  <a:ext uri="{FF2B5EF4-FFF2-40B4-BE49-F238E27FC236}">
                    <a16:creationId xmlns:a16="http://schemas.microsoft.com/office/drawing/2014/main" id="{C77007CC-4059-60E2-B34D-D15BEE648859}"/>
                  </a:ext>
                </a:extLst>
              </p:cNvPr>
              <p:cNvSpPr/>
              <p:nvPr/>
            </p:nvSpPr>
            <p:spPr>
              <a:xfrm rot="-662413" flipH="1">
                <a:off x="6176612" y="3387432"/>
                <a:ext cx="1914498" cy="898398"/>
              </a:xfrm>
              <a:custGeom>
                <a:avLst/>
                <a:gdLst/>
                <a:ahLst/>
                <a:cxnLst/>
                <a:rect l="l" t="t" r="r" b="b"/>
                <a:pathLst>
                  <a:path w="3318" h="1112" extrusionOk="0">
                    <a:moveTo>
                      <a:pt x="3279" y="1105"/>
                    </a:moveTo>
                    <a:cubicBezTo>
                      <a:pt x="3196" y="1038"/>
                      <a:pt x="3113" y="972"/>
                      <a:pt x="3028" y="906"/>
                    </a:cubicBezTo>
                    <a:cubicBezTo>
                      <a:pt x="3017" y="898"/>
                      <a:pt x="3049" y="895"/>
                      <a:pt x="3056" y="900"/>
                    </a:cubicBezTo>
                    <a:cubicBezTo>
                      <a:pt x="3141" y="966"/>
                      <a:pt x="3225" y="1032"/>
                      <a:pt x="3307" y="1099"/>
                    </a:cubicBezTo>
                    <a:cubicBezTo>
                      <a:pt x="3317" y="1108"/>
                      <a:pt x="3285" y="1111"/>
                      <a:pt x="3279" y="1105"/>
                    </a:cubicBezTo>
                    <a:moveTo>
                      <a:pt x="1061" y="291"/>
                    </a:moveTo>
                    <a:cubicBezTo>
                      <a:pt x="930" y="248"/>
                      <a:pt x="797" y="207"/>
                      <a:pt x="664" y="169"/>
                    </a:cubicBezTo>
                    <a:cubicBezTo>
                      <a:pt x="530" y="130"/>
                      <a:pt x="395" y="93"/>
                      <a:pt x="259" y="58"/>
                    </a:cubicBezTo>
                    <a:cubicBezTo>
                      <a:pt x="182" y="39"/>
                      <a:pt x="105" y="20"/>
                      <a:pt x="28" y="2"/>
                    </a:cubicBezTo>
                    <a:cubicBezTo>
                      <a:pt x="22" y="0"/>
                      <a:pt x="11" y="0"/>
                      <a:pt x="6" y="4"/>
                    </a:cubicBezTo>
                    <a:cubicBezTo>
                      <a:pt x="0" y="7"/>
                      <a:pt x="7" y="10"/>
                      <a:pt x="12" y="12"/>
                    </a:cubicBezTo>
                    <a:cubicBezTo>
                      <a:pt x="148" y="44"/>
                      <a:pt x="283" y="78"/>
                      <a:pt x="417" y="114"/>
                    </a:cubicBezTo>
                    <a:cubicBezTo>
                      <a:pt x="551" y="151"/>
                      <a:pt x="684" y="189"/>
                      <a:pt x="815" y="229"/>
                    </a:cubicBezTo>
                    <a:cubicBezTo>
                      <a:pt x="890" y="252"/>
                      <a:pt x="964" y="275"/>
                      <a:pt x="1037" y="299"/>
                    </a:cubicBezTo>
                    <a:cubicBezTo>
                      <a:pt x="1044" y="301"/>
                      <a:pt x="1054" y="301"/>
                      <a:pt x="1061" y="299"/>
                    </a:cubicBezTo>
                    <a:cubicBezTo>
                      <a:pt x="1066" y="297"/>
                      <a:pt x="1067" y="293"/>
                      <a:pt x="1061" y="291"/>
                    </a:cubicBezTo>
                    <a:moveTo>
                      <a:pt x="1505" y="426"/>
                    </a:moveTo>
                    <a:cubicBezTo>
                      <a:pt x="1449" y="409"/>
                      <a:pt x="1392" y="392"/>
                      <a:pt x="1336" y="375"/>
                    </a:cubicBezTo>
                    <a:cubicBezTo>
                      <a:pt x="1329" y="373"/>
                      <a:pt x="1320" y="373"/>
                      <a:pt x="1313" y="375"/>
                    </a:cubicBezTo>
                    <a:cubicBezTo>
                      <a:pt x="1307" y="377"/>
                      <a:pt x="1306" y="381"/>
                      <a:pt x="1313" y="383"/>
                    </a:cubicBezTo>
                    <a:cubicBezTo>
                      <a:pt x="1369" y="400"/>
                      <a:pt x="1425" y="417"/>
                      <a:pt x="1482" y="434"/>
                    </a:cubicBezTo>
                    <a:cubicBezTo>
                      <a:pt x="1488" y="436"/>
                      <a:pt x="1498" y="436"/>
                      <a:pt x="1505" y="434"/>
                    </a:cubicBezTo>
                    <a:cubicBezTo>
                      <a:pt x="1511" y="432"/>
                      <a:pt x="1511" y="428"/>
                      <a:pt x="1505" y="42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29;p33">
                <a:extLst>
                  <a:ext uri="{FF2B5EF4-FFF2-40B4-BE49-F238E27FC236}">
                    <a16:creationId xmlns:a16="http://schemas.microsoft.com/office/drawing/2014/main" id="{FEE095D2-8BF8-60E9-66DB-32E0A3A7A27B}"/>
                  </a:ext>
                </a:extLst>
              </p:cNvPr>
              <p:cNvSpPr/>
              <p:nvPr/>
            </p:nvSpPr>
            <p:spPr>
              <a:xfrm rot="-662413" flipH="1">
                <a:off x="6596752" y="3795148"/>
                <a:ext cx="680864" cy="609974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755" extrusionOk="0">
                    <a:moveTo>
                      <a:pt x="1140" y="245"/>
                    </a:moveTo>
                    <a:cubicBezTo>
                      <a:pt x="1017" y="294"/>
                      <a:pt x="916" y="382"/>
                      <a:pt x="867" y="487"/>
                    </a:cubicBezTo>
                    <a:cubicBezTo>
                      <a:pt x="828" y="571"/>
                      <a:pt x="821" y="659"/>
                      <a:pt x="846" y="741"/>
                    </a:cubicBezTo>
                    <a:lnTo>
                      <a:pt x="884" y="754"/>
                    </a:lnTo>
                    <a:cubicBezTo>
                      <a:pt x="854" y="671"/>
                      <a:pt x="858" y="580"/>
                      <a:pt x="898" y="494"/>
                    </a:cubicBezTo>
                    <a:cubicBezTo>
                      <a:pt x="948" y="387"/>
                      <a:pt x="1053" y="300"/>
                      <a:pt x="1179" y="256"/>
                    </a:cubicBezTo>
                    <a:lnTo>
                      <a:pt x="1140" y="245"/>
                    </a:lnTo>
                    <a:moveTo>
                      <a:pt x="1005" y="207"/>
                    </a:moveTo>
                    <a:lnTo>
                      <a:pt x="967" y="196"/>
                    </a:lnTo>
                    <a:cubicBezTo>
                      <a:pt x="848" y="246"/>
                      <a:pt x="751" y="332"/>
                      <a:pt x="702" y="435"/>
                    </a:cubicBezTo>
                    <a:cubicBezTo>
                      <a:pt x="664" y="517"/>
                      <a:pt x="657" y="603"/>
                      <a:pt x="680" y="683"/>
                    </a:cubicBezTo>
                    <a:lnTo>
                      <a:pt x="718" y="696"/>
                    </a:lnTo>
                    <a:cubicBezTo>
                      <a:pt x="690" y="615"/>
                      <a:pt x="694" y="526"/>
                      <a:pt x="734" y="441"/>
                    </a:cubicBezTo>
                    <a:cubicBezTo>
                      <a:pt x="783" y="337"/>
                      <a:pt x="883" y="252"/>
                      <a:pt x="1005" y="207"/>
                    </a:cubicBezTo>
                    <a:moveTo>
                      <a:pt x="832" y="158"/>
                    </a:moveTo>
                    <a:lnTo>
                      <a:pt x="794" y="147"/>
                    </a:lnTo>
                    <a:cubicBezTo>
                      <a:pt x="679" y="197"/>
                      <a:pt x="585" y="281"/>
                      <a:pt x="538" y="382"/>
                    </a:cubicBezTo>
                    <a:cubicBezTo>
                      <a:pt x="500" y="463"/>
                      <a:pt x="493" y="547"/>
                      <a:pt x="514" y="626"/>
                    </a:cubicBezTo>
                    <a:lnTo>
                      <a:pt x="552" y="639"/>
                    </a:lnTo>
                    <a:cubicBezTo>
                      <a:pt x="525" y="559"/>
                      <a:pt x="530" y="472"/>
                      <a:pt x="569" y="389"/>
                    </a:cubicBezTo>
                    <a:cubicBezTo>
                      <a:pt x="617" y="287"/>
                      <a:pt x="714" y="204"/>
                      <a:pt x="832" y="158"/>
                    </a:cubicBezTo>
                    <a:moveTo>
                      <a:pt x="659" y="108"/>
                    </a:moveTo>
                    <a:lnTo>
                      <a:pt x="621" y="98"/>
                    </a:lnTo>
                    <a:cubicBezTo>
                      <a:pt x="510" y="148"/>
                      <a:pt x="419" y="231"/>
                      <a:pt x="373" y="329"/>
                    </a:cubicBezTo>
                    <a:cubicBezTo>
                      <a:pt x="336" y="408"/>
                      <a:pt x="328" y="491"/>
                      <a:pt x="349" y="569"/>
                    </a:cubicBezTo>
                    <a:lnTo>
                      <a:pt x="386" y="582"/>
                    </a:lnTo>
                    <a:cubicBezTo>
                      <a:pt x="361" y="503"/>
                      <a:pt x="367" y="417"/>
                      <a:pt x="405" y="336"/>
                    </a:cubicBezTo>
                    <a:cubicBezTo>
                      <a:pt x="451" y="237"/>
                      <a:pt x="544" y="155"/>
                      <a:pt x="659" y="108"/>
                    </a:cubicBezTo>
                    <a:moveTo>
                      <a:pt x="486" y="59"/>
                    </a:moveTo>
                    <a:lnTo>
                      <a:pt x="456" y="51"/>
                    </a:lnTo>
                    <a:lnTo>
                      <a:pt x="449" y="49"/>
                    </a:lnTo>
                    <a:cubicBezTo>
                      <a:pt x="341" y="100"/>
                      <a:pt x="254" y="181"/>
                      <a:pt x="209" y="277"/>
                    </a:cubicBezTo>
                    <a:cubicBezTo>
                      <a:pt x="172" y="354"/>
                      <a:pt x="164" y="436"/>
                      <a:pt x="183" y="512"/>
                    </a:cubicBezTo>
                    <a:lnTo>
                      <a:pt x="220" y="525"/>
                    </a:lnTo>
                    <a:cubicBezTo>
                      <a:pt x="197" y="447"/>
                      <a:pt x="203" y="363"/>
                      <a:pt x="240" y="284"/>
                    </a:cubicBezTo>
                    <a:cubicBezTo>
                      <a:pt x="286" y="187"/>
                      <a:pt x="375" y="106"/>
                      <a:pt x="486" y="59"/>
                    </a:cubicBezTo>
                    <a:moveTo>
                      <a:pt x="313" y="10"/>
                    </a:moveTo>
                    <a:lnTo>
                      <a:pt x="277" y="0"/>
                    </a:lnTo>
                    <a:cubicBezTo>
                      <a:pt x="173" y="51"/>
                      <a:pt x="88" y="131"/>
                      <a:pt x="44" y="224"/>
                    </a:cubicBezTo>
                    <a:cubicBezTo>
                      <a:pt x="9" y="300"/>
                      <a:pt x="0" y="380"/>
                      <a:pt x="18" y="455"/>
                    </a:cubicBezTo>
                    <a:lnTo>
                      <a:pt x="54" y="468"/>
                    </a:lnTo>
                    <a:cubicBezTo>
                      <a:pt x="32" y="391"/>
                      <a:pt x="39" y="309"/>
                      <a:pt x="76" y="231"/>
                    </a:cubicBezTo>
                    <a:cubicBezTo>
                      <a:pt x="120" y="137"/>
                      <a:pt x="206" y="58"/>
                      <a:pt x="313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30;p33">
                <a:extLst>
                  <a:ext uri="{FF2B5EF4-FFF2-40B4-BE49-F238E27FC236}">
                    <a16:creationId xmlns:a16="http://schemas.microsoft.com/office/drawing/2014/main" id="{48F27593-A87A-17E7-28C7-3AFB232F39CC}"/>
                  </a:ext>
                </a:extLst>
              </p:cNvPr>
              <p:cNvSpPr/>
              <p:nvPr/>
            </p:nvSpPr>
            <p:spPr>
              <a:xfrm rot="-662413" flipH="1">
                <a:off x="5757275" y="4460231"/>
                <a:ext cx="3022922" cy="397493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492" extrusionOk="0">
                    <a:moveTo>
                      <a:pt x="3302" y="475"/>
                    </a:moveTo>
                    <a:cubicBezTo>
                      <a:pt x="3320" y="471"/>
                      <a:pt x="3341" y="464"/>
                      <a:pt x="3351" y="448"/>
                    </a:cubicBezTo>
                    <a:cubicBezTo>
                      <a:pt x="3358" y="439"/>
                      <a:pt x="3358" y="428"/>
                      <a:pt x="3351" y="419"/>
                    </a:cubicBezTo>
                    <a:cubicBezTo>
                      <a:pt x="3337" y="401"/>
                      <a:pt x="3301" y="389"/>
                      <a:pt x="3230" y="379"/>
                    </a:cubicBezTo>
                    <a:cubicBezTo>
                      <a:pt x="3154" y="368"/>
                      <a:pt x="3075" y="362"/>
                      <a:pt x="2999" y="356"/>
                    </a:cubicBezTo>
                    <a:cubicBezTo>
                      <a:pt x="2956" y="353"/>
                      <a:pt x="2911" y="349"/>
                      <a:pt x="2867" y="345"/>
                    </a:cubicBezTo>
                    <a:cubicBezTo>
                      <a:pt x="2859" y="344"/>
                      <a:pt x="2849" y="343"/>
                      <a:pt x="2839" y="342"/>
                    </a:cubicBezTo>
                    <a:cubicBezTo>
                      <a:pt x="2785" y="337"/>
                      <a:pt x="2620" y="323"/>
                      <a:pt x="2600" y="296"/>
                    </a:cubicBezTo>
                    <a:cubicBezTo>
                      <a:pt x="2598" y="292"/>
                      <a:pt x="2599" y="291"/>
                      <a:pt x="2599" y="290"/>
                    </a:cubicBezTo>
                    <a:cubicBezTo>
                      <a:pt x="2609" y="277"/>
                      <a:pt x="2658" y="259"/>
                      <a:pt x="2836" y="242"/>
                    </a:cubicBezTo>
                    <a:cubicBezTo>
                      <a:pt x="2846" y="241"/>
                      <a:pt x="2854" y="240"/>
                      <a:pt x="2860" y="240"/>
                    </a:cubicBezTo>
                    <a:cubicBezTo>
                      <a:pt x="2956" y="229"/>
                      <a:pt x="3063" y="224"/>
                      <a:pt x="3186" y="223"/>
                    </a:cubicBezTo>
                    <a:cubicBezTo>
                      <a:pt x="3320" y="223"/>
                      <a:pt x="3456" y="228"/>
                      <a:pt x="3588" y="233"/>
                    </a:cubicBezTo>
                    <a:cubicBezTo>
                      <a:pt x="3672" y="236"/>
                      <a:pt x="3758" y="239"/>
                      <a:pt x="3843" y="241"/>
                    </a:cubicBezTo>
                    <a:cubicBezTo>
                      <a:pt x="3921" y="243"/>
                      <a:pt x="4001" y="245"/>
                      <a:pt x="4078" y="248"/>
                    </a:cubicBezTo>
                    <a:cubicBezTo>
                      <a:pt x="4234" y="253"/>
                      <a:pt x="4394" y="258"/>
                      <a:pt x="4553" y="256"/>
                    </a:cubicBezTo>
                    <a:cubicBezTo>
                      <a:pt x="4689" y="255"/>
                      <a:pt x="4808" y="249"/>
                      <a:pt x="4915" y="238"/>
                    </a:cubicBezTo>
                    <a:lnTo>
                      <a:pt x="4938" y="236"/>
                    </a:lnTo>
                    <a:cubicBezTo>
                      <a:pt x="4992" y="231"/>
                      <a:pt x="5047" y="225"/>
                      <a:pt x="5100" y="214"/>
                    </a:cubicBezTo>
                    <a:cubicBezTo>
                      <a:pt x="5159" y="202"/>
                      <a:pt x="5216" y="187"/>
                      <a:pt x="5231" y="158"/>
                    </a:cubicBezTo>
                    <a:cubicBezTo>
                      <a:pt x="5238" y="146"/>
                      <a:pt x="5235" y="133"/>
                      <a:pt x="5223" y="121"/>
                    </a:cubicBezTo>
                    <a:cubicBezTo>
                      <a:pt x="5208" y="105"/>
                      <a:pt x="5182" y="96"/>
                      <a:pt x="5159" y="89"/>
                    </a:cubicBezTo>
                    <a:cubicBezTo>
                      <a:pt x="4999" y="43"/>
                      <a:pt x="4806" y="15"/>
                      <a:pt x="4553" y="1"/>
                    </a:cubicBezTo>
                    <a:cubicBezTo>
                      <a:pt x="4534" y="0"/>
                      <a:pt x="4518" y="9"/>
                      <a:pt x="4517" y="22"/>
                    </a:cubicBezTo>
                    <a:cubicBezTo>
                      <a:pt x="4515" y="34"/>
                      <a:pt x="4529" y="45"/>
                      <a:pt x="4547" y="46"/>
                    </a:cubicBezTo>
                    <a:cubicBezTo>
                      <a:pt x="4794" y="59"/>
                      <a:pt x="4980" y="86"/>
                      <a:pt x="5133" y="131"/>
                    </a:cubicBezTo>
                    <a:cubicBezTo>
                      <a:pt x="5143" y="133"/>
                      <a:pt x="5161" y="139"/>
                      <a:pt x="5168" y="145"/>
                    </a:cubicBezTo>
                    <a:cubicBezTo>
                      <a:pt x="5163" y="149"/>
                      <a:pt x="5145" y="158"/>
                      <a:pt x="5080" y="171"/>
                    </a:cubicBezTo>
                    <a:cubicBezTo>
                      <a:pt x="5032" y="181"/>
                      <a:pt x="4980" y="187"/>
                      <a:pt x="4929" y="192"/>
                    </a:cubicBezTo>
                    <a:cubicBezTo>
                      <a:pt x="4921" y="192"/>
                      <a:pt x="4913" y="193"/>
                      <a:pt x="4905" y="194"/>
                    </a:cubicBezTo>
                    <a:cubicBezTo>
                      <a:pt x="4801" y="204"/>
                      <a:pt x="4685" y="210"/>
                      <a:pt x="4552" y="211"/>
                    </a:cubicBezTo>
                    <a:cubicBezTo>
                      <a:pt x="4395" y="213"/>
                      <a:pt x="4236" y="208"/>
                      <a:pt x="4081" y="203"/>
                    </a:cubicBezTo>
                    <a:cubicBezTo>
                      <a:pt x="4004" y="201"/>
                      <a:pt x="3924" y="198"/>
                      <a:pt x="3845" y="196"/>
                    </a:cubicBezTo>
                    <a:cubicBezTo>
                      <a:pt x="3760" y="195"/>
                      <a:pt x="3675" y="191"/>
                      <a:pt x="3592" y="188"/>
                    </a:cubicBezTo>
                    <a:cubicBezTo>
                      <a:pt x="3459" y="183"/>
                      <a:pt x="3321" y="178"/>
                      <a:pt x="3185" y="179"/>
                    </a:cubicBezTo>
                    <a:cubicBezTo>
                      <a:pt x="3059" y="179"/>
                      <a:pt x="2949" y="185"/>
                      <a:pt x="2849" y="195"/>
                    </a:cubicBezTo>
                    <a:cubicBezTo>
                      <a:pt x="2843" y="196"/>
                      <a:pt x="2836" y="197"/>
                      <a:pt x="2827" y="197"/>
                    </a:cubicBezTo>
                    <a:cubicBezTo>
                      <a:pt x="2698" y="209"/>
                      <a:pt x="2574" y="226"/>
                      <a:pt x="2541" y="269"/>
                    </a:cubicBezTo>
                    <a:cubicBezTo>
                      <a:pt x="2533" y="279"/>
                      <a:pt x="2526" y="295"/>
                      <a:pt x="2541" y="316"/>
                    </a:cubicBezTo>
                    <a:cubicBezTo>
                      <a:pt x="2574" y="361"/>
                      <a:pt x="2702" y="375"/>
                      <a:pt x="2830" y="387"/>
                    </a:cubicBezTo>
                    <a:cubicBezTo>
                      <a:pt x="2841" y="388"/>
                      <a:pt x="2850" y="389"/>
                      <a:pt x="2857" y="389"/>
                    </a:cubicBezTo>
                    <a:cubicBezTo>
                      <a:pt x="2902" y="394"/>
                      <a:pt x="2948" y="397"/>
                      <a:pt x="2992" y="401"/>
                    </a:cubicBezTo>
                    <a:cubicBezTo>
                      <a:pt x="3066" y="407"/>
                      <a:pt x="3143" y="412"/>
                      <a:pt x="3217" y="423"/>
                    </a:cubicBezTo>
                    <a:cubicBezTo>
                      <a:pt x="3246" y="427"/>
                      <a:pt x="3265" y="431"/>
                      <a:pt x="3276" y="434"/>
                    </a:cubicBezTo>
                    <a:cubicBezTo>
                      <a:pt x="3222" y="448"/>
                      <a:pt x="3165" y="446"/>
                      <a:pt x="3103" y="444"/>
                    </a:cubicBezTo>
                    <a:cubicBezTo>
                      <a:pt x="3092" y="444"/>
                      <a:pt x="3081" y="444"/>
                      <a:pt x="3069" y="444"/>
                    </a:cubicBezTo>
                    <a:cubicBezTo>
                      <a:pt x="2871" y="440"/>
                      <a:pt x="2667" y="423"/>
                      <a:pt x="2469" y="407"/>
                    </a:cubicBezTo>
                    <a:cubicBezTo>
                      <a:pt x="2404" y="401"/>
                      <a:pt x="2336" y="396"/>
                      <a:pt x="2270" y="390"/>
                    </a:cubicBezTo>
                    <a:cubicBezTo>
                      <a:pt x="2165" y="383"/>
                      <a:pt x="2059" y="373"/>
                      <a:pt x="1955" y="365"/>
                    </a:cubicBezTo>
                    <a:cubicBezTo>
                      <a:pt x="1754" y="347"/>
                      <a:pt x="1545" y="330"/>
                      <a:pt x="1339" y="319"/>
                    </a:cubicBezTo>
                    <a:cubicBezTo>
                      <a:pt x="1018" y="303"/>
                      <a:pt x="691" y="299"/>
                      <a:pt x="367" y="308"/>
                    </a:cubicBezTo>
                    <a:cubicBezTo>
                      <a:pt x="256" y="311"/>
                      <a:pt x="143" y="316"/>
                      <a:pt x="32" y="322"/>
                    </a:cubicBezTo>
                    <a:cubicBezTo>
                      <a:pt x="14" y="323"/>
                      <a:pt x="0" y="334"/>
                      <a:pt x="2" y="346"/>
                    </a:cubicBezTo>
                    <a:cubicBezTo>
                      <a:pt x="3" y="359"/>
                      <a:pt x="19" y="368"/>
                      <a:pt x="37" y="367"/>
                    </a:cubicBezTo>
                    <a:cubicBezTo>
                      <a:pt x="147" y="361"/>
                      <a:pt x="259" y="356"/>
                      <a:pt x="370" y="353"/>
                    </a:cubicBezTo>
                    <a:cubicBezTo>
                      <a:pt x="691" y="344"/>
                      <a:pt x="1016" y="348"/>
                      <a:pt x="1334" y="364"/>
                    </a:cubicBezTo>
                    <a:cubicBezTo>
                      <a:pt x="1539" y="374"/>
                      <a:pt x="1746" y="392"/>
                      <a:pt x="1947" y="409"/>
                    </a:cubicBezTo>
                    <a:cubicBezTo>
                      <a:pt x="2050" y="418"/>
                      <a:pt x="2158" y="427"/>
                      <a:pt x="2263" y="435"/>
                    </a:cubicBezTo>
                    <a:cubicBezTo>
                      <a:pt x="2329" y="440"/>
                      <a:pt x="2396" y="446"/>
                      <a:pt x="2461" y="451"/>
                    </a:cubicBezTo>
                    <a:cubicBezTo>
                      <a:pt x="2660" y="468"/>
                      <a:pt x="2866" y="485"/>
                      <a:pt x="3067" y="488"/>
                    </a:cubicBezTo>
                    <a:cubicBezTo>
                      <a:pt x="3079" y="489"/>
                      <a:pt x="3090" y="489"/>
                      <a:pt x="3101" y="489"/>
                    </a:cubicBezTo>
                    <a:cubicBezTo>
                      <a:pt x="3121" y="490"/>
                      <a:pt x="3141" y="490"/>
                      <a:pt x="3161" y="490"/>
                    </a:cubicBezTo>
                    <a:cubicBezTo>
                      <a:pt x="3208" y="491"/>
                      <a:pt x="3255" y="488"/>
                      <a:pt x="3302" y="4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431;p33">
                <a:extLst>
                  <a:ext uri="{FF2B5EF4-FFF2-40B4-BE49-F238E27FC236}">
                    <a16:creationId xmlns:a16="http://schemas.microsoft.com/office/drawing/2014/main" id="{0519C603-A542-4331-84CB-100F18990446}"/>
                  </a:ext>
                </a:extLst>
              </p:cNvPr>
              <p:cNvSpPr/>
              <p:nvPr/>
            </p:nvSpPr>
            <p:spPr>
              <a:xfrm rot="-662413" flipH="1">
                <a:off x="6197433" y="4149876"/>
                <a:ext cx="526227" cy="432233"/>
              </a:xfrm>
              <a:custGeom>
                <a:avLst/>
                <a:gdLst/>
                <a:ahLst/>
                <a:cxnLst/>
                <a:rect l="l" t="t" r="r" b="b"/>
                <a:pathLst>
                  <a:path w="912" h="535" extrusionOk="0">
                    <a:moveTo>
                      <a:pt x="911" y="415"/>
                    </a:moveTo>
                    <a:lnTo>
                      <a:pt x="849" y="507"/>
                    </a:lnTo>
                    <a:lnTo>
                      <a:pt x="844" y="507"/>
                    </a:lnTo>
                    <a:lnTo>
                      <a:pt x="142" y="534"/>
                    </a:lnTo>
                    <a:lnTo>
                      <a:pt x="100" y="519"/>
                    </a:lnTo>
                    <a:cubicBezTo>
                      <a:pt x="0" y="446"/>
                      <a:pt x="0" y="313"/>
                      <a:pt x="50" y="224"/>
                    </a:cubicBezTo>
                    <a:cubicBezTo>
                      <a:pt x="81" y="167"/>
                      <a:pt x="136" y="117"/>
                      <a:pt x="206" y="79"/>
                    </a:cubicBezTo>
                    <a:cubicBezTo>
                      <a:pt x="263" y="48"/>
                      <a:pt x="372" y="0"/>
                      <a:pt x="450" y="23"/>
                    </a:cubicBezTo>
                    <a:lnTo>
                      <a:pt x="482" y="32"/>
                    </a:lnTo>
                    <a:lnTo>
                      <a:pt x="908" y="412"/>
                    </a:lnTo>
                    <a:lnTo>
                      <a:pt x="911" y="41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432;p33">
                <a:extLst>
                  <a:ext uri="{FF2B5EF4-FFF2-40B4-BE49-F238E27FC236}">
                    <a16:creationId xmlns:a16="http://schemas.microsoft.com/office/drawing/2014/main" id="{05640549-EDF5-CCE5-976B-9F75C0F897FF}"/>
                  </a:ext>
                </a:extLst>
              </p:cNvPr>
              <p:cNvSpPr/>
              <p:nvPr/>
            </p:nvSpPr>
            <p:spPr>
              <a:xfrm rot="-662415" flipH="1">
                <a:off x="6168233" y="4482722"/>
                <a:ext cx="156368" cy="135729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68" extrusionOk="0">
                    <a:moveTo>
                      <a:pt x="21" y="66"/>
                    </a:moveTo>
                    <a:cubicBezTo>
                      <a:pt x="48" y="37"/>
                      <a:pt x="103" y="0"/>
                      <a:pt x="133" y="24"/>
                    </a:cubicBezTo>
                    <a:cubicBezTo>
                      <a:pt x="134" y="25"/>
                      <a:pt x="208" y="84"/>
                      <a:pt x="208" y="84"/>
                    </a:cubicBezTo>
                    <a:lnTo>
                      <a:pt x="254" y="121"/>
                    </a:lnTo>
                    <a:cubicBezTo>
                      <a:pt x="270" y="134"/>
                      <a:pt x="246" y="167"/>
                      <a:pt x="221" y="165"/>
                    </a:cubicBezTo>
                    <a:lnTo>
                      <a:pt x="150" y="161"/>
                    </a:lnTo>
                    <a:cubicBezTo>
                      <a:pt x="119" y="159"/>
                      <a:pt x="89" y="157"/>
                      <a:pt x="58" y="155"/>
                    </a:cubicBezTo>
                    <a:cubicBezTo>
                      <a:pt x="45" y="155"/>
                      <a:pt x="26" y="155"/>
                      <a:pt x="17" y="148"/>
                    </a:cubicBezTo>
                    <a:cubicBezTo>
                      <a:pt x="0" y="134"/>
                      <a:pt x="2" y="103"/>
                      <a:pt x="7" y="87"/>
                    </a:cubicBezTo>
                    <a:cubicBezTo>
                      <a:pt x="8" y="81"/>
                      <a:pt x="14" y="74"/>
                      <a:pt x="2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33;p33">
                <a:extLst>
                  <a:ext uri="{FF2B5EF4-FFF2-40B4-BE49-F238E27FC236}">
                    <a16:creationId xmlns:a16="http://schemas.microsoft.com/office/drawing/2014/main" id="{6D43E930-E6DA-6408-698F-5F24463BBD73}"/>
                  </a:ext>
                </a:extLst>
              </p:cNvPr>
              <p:cNvSpPr/>
              <p:nvPr/>
            </p:nvSpPr>
            <p:spPr>
              <a:xfrm rot="-662413" flipH="1">
                <a:off x="8155224" y="2956669"/>
                <a:ext cx="297157" cy="11230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139" extrusionOk="0">
                    <a:moveTo>
                      <a:pt x="503" y="126"/>
                    </a:moveTo>
                    <a:cubicBezTo>
                      <a:pt x="379" y="94"/>
                      <a:pt x="256" y="61"/>
                      <a:pt x="133" y="29"/>
                    </a:cubicBezTo>
                    <a:cubicBezTo>
                      <a:pt x="98" y="20"/>
                      <a:pt x="63" y="10"/>
                      <a:pt x="28" y="1"/>
                    </a:cubicBezTo>
                    <a:cubicBezTo>
                      <a:pt x="22" y="0"/>
                      <a:pt x="11" y="0"/>
                      <a:pt x="6" y="3"/>
                    </a:cubicBezTo>
                    <a:cubicBezTo>
                      <a:pt x="0" y="7"/>
                      <a:pt x="7" y="10"/>
                      <a:pt x="12" y="11"/>
                    </a:cubicBezTo>
                    <a:cubicBezTo>
                      <a:pt x="135" y="44"/>
                      <a:pt x="258" y="76"/>
                      <a:pt x="381" y="109"/>
                    </a:cubicBezTo>
                    <a:cubicBezTo>
                      <a:pt x="416" y="118"/>
                      <a:pt x="451" y="127"/>
                      <a:pt x="486" y="136"/>
                    </a:cubicBezTo>
                    <a:cubicBezTo>
                      <a:pt x="492" y="138"/>
                      <a:pt x="504" y="138"/>
                      <a:pt x="509" y="134"/>
                    </a:cubicBezTo>
                    <a:cubicBezTo>
                      <a:pt x="514" y="131"/>
                      <a:pt x="508" y="128"/>
                      <a:pt x="503" y="1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434;p33">
                <a:extLst>
                  <a:ext uri="{FF2B5EF4-FFF2-40B4-BE49-F238E27FC236}">
                    <a16:creationId xmlns:a16="http://schemas.microsoft.com/office/drawing/2014/main" id="{BD4B2F02-1874-2C66-8BB9-BE91723F4E0B}"/>
                  </a:ext>
                </a:extLst>
              </p:cNvPr>
              <p:cNvSpPr/>
              <p:nvPr/>
            </p:nvSpPr>
            <p:spPr>
              <a:xfrm rot="-2412589" flipH="1">
                <a:off x="7835095" y="3253518"/>
                <a:ext cx="1896037" cy="201170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249" extrusionOk="0">
                    <a:moveTo>
                      <a:pt x="1841" y="23"/>
                    </a:moveTo>
                    <a:lnTo>
                      <a:pt x="40" y="23"/>
                    </a:lnTo>
                    <a:cubicBezTo>
                      <a:pt x="0" y="23"/>
                      <a:pt x="0" y="0"/>
                      <a:pt x="40" y="0"/>
                    </a:cubicBezTo>
                    <a:lnTo>
                      <a:pt x="1841" y="0"/>
                    </a:lnTo>
                    <a:cubicBezTo>
                      <a:pt x="1881" y="0"/>
                      <a:pt x="1881" y="23"/>
                      <a:pt x="1841" y="23"/>
                    </a:cubicBezTo>
                    <a:moveTo>
                      <a:pt x="1227" y="120"/>
                    </a:moveTo>
                    <a:lnTo>
                      <a:pt x="721" y="120"/>
                    </a:lnTo>
                    <a:cubicBezTo>
                      <a:pt x="682" y="120"/>
                      <a:pt x="681" y="143"/>
                      <a:pt x="721" y="143"/>
                    </a:cubicBezTo>
                    <a:lnTo>
                      <a:pt x="1227" y="143"/>
                    </a:lnTo>
                    <a:cubicBezTo>
                      <a:pt x="1267" y="142"/>
                      <a:pt x="1267" y="120"/>
                      <a:pt x="1227" y="120"/>
                    </a:cubicBezTo>
                    <a:moveTo>
                      <a:pt x="3245" y="225"/>
                    </a:moveTo>
                    <a:lnTo>
                      <a:pt x="1349" y="225"/>
                    </a:lnTo>
                    <a:cubicBezTo>
                      <a:pt x="1309" y="225"/>
                      <a:pt x="1309" y="248"/>
                      <a:pt x="1349" y="248"/>
                    </a:cubicBezTo>
                    <a:lnTo>
                      <a:pt x="3245" y="248"/>
                    </a:lnTo>
                    <a:cubicBezTo>
                      <a:pt x="3285" y="248"/>
                      <a:pt x="3285" y="225"/>
                      <a:pt x="3245" y="225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435;p33">
                <a:extLst>
                  <a:ext uri="{FF2B5EF4-FFF2-40B4-BE49-F238E27FC236}">
                    <a16:creationId xmlns:a16="http://schemas.microsoft.com/office/drawing/2014/main" id="{F59EB31B-CB6E-FD56-40C0-030A2A0EFB21}"/>
                  </a:ext>
                </a:extLst>
              </p:cNvPr>
              <p:cNvSpPr/>
              <p:nvPr/>
            </p:nvSpPr>
            <p:spPr>
              <a:xfrm rot="-662413" flipH="1">
                <a:off x="8058721" y="2897673"/>
                <a:ext cx="570657" cy="45000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57" extrusionOk="0">
                    <a:moveTo>
                      <a:pt x="774" y="358"/>
                    </a:moveTo>
                    <a:cubicBezTo>
                      <a:pt x="809" y="297"/>
                      <a:pt x="899" y="251"/>
                      <a:pt x="966" y="206"/>
                    </a:cubicBezTo>
                    <a:lnTo>
                      <a:pt x="988" y="212"/>
                    </a:lnTo>
                    <a:cubicBezTo>
                      <a:pt x="987" y="212"/>
                      <a:pt x="986" y="211"/>
                      <a:pt x="985" y="210"/>
                    </a:cubicBezTo>
                    <a:cubicBezTo>
                      <a:pt x="980" y="207"/>
                      <a:pt x="968" y="205"/>
                      <a:pt x="962" y="204"/>
                    </a:cubicBezTo>
                    <a:cubicBezTo>
                      <a:pt x="946" y="199"/>
                      <a:pt x="930" y="194"/>
                      <a:pt x="914" y="190"/>
                    </a:cubicBezTo>
                    <a:cubicBezTo>
                      <a:pt x="836" y="167"/>
                      <a:pt x="758" y="144"/>
                      <a:pt x="680" y="122"/>
                    </a:cubicBezTo>
                    <a:lnTo>
                      <a:pt x="378" y="34"/>
                    </a:lnTo>
                    <a:cubicBezTo>
                      <a:pt x="260" y="0"/>
                      <a:pt x="120" y="30"/>
                      <a:pt x="57" y="107"/>
                    </a:cubicBezTo>
                    <a:cubicBezTo>
                      <a:pt x="53" y="112"/>
                      <a:pt x="49" y="118"/>
                      <a:pt x="45" y="124"/>
                    </a:cubicBezTo>
                    <a:cubicBezTo>
                      <a:pt x="38" y="135"/>
                      <a:pt x="33" y="147"/>
                      <a:pt x="29" y="159"/>
                    </a:cubicBezTo>
                    <a:cubicBezTo>
                      <a:pt x="0" y="236"/>
                      <a:pt x="55" y="317"/>
                      <a:pt x="160" y="354"/>
                    </a:cubicBezTo>
                    <a:cubicBezTo>
                      <a:pt x="258" y="388"/>
                      <a:pt x="357" y="423"/>
                      <a:pt x="455" y="457"/>
                    </a:cubicBezTo>
                    <a:cubicBezTo>
                      <a:pt x="526" y="482"/>
                      <a:pt x="597" y="507"/>
                      <a:pt x="668" y="532"/>
                    </a:cubicBezTo>
                    <a:cubicBezTo>
                      <a:pt x="689" y="539"/>
                      <a:pt x="716" y="552"/>
                      <a:pt x="740" y="556"/>
                    </a:cubicBezTo>
                    <a:lnTo>
                      <a:pt x="731" y="553"/>
                    </a:lnTo>
                    <a:cubicBezTo>
                      <a:pt x="738" y="487"/>
                      <a:pt x="737" y="419"/>
                      <a:pt x="774" y="358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" name="Google Shape;436;p33">
                <a:extLst>
                  <a:ext uri="{FF2B5EF4-FFF2-40B4-BE49-F238E27FC236}">
                    <a16:creationId xmlns:a16="http://schemas.microsoft.com/office/drawing/2014/main" id="{F8C6CD74-4122-3813-6FFE-D1EDFE2CBB95}"/>
                  </a:ext>
                </a:extLst>
              </p:cNvPr>
              <p:cNvGrpSpPr/>
              <p:nvPr/>
            </p:nvGrpSpPr>
            <p:grpSpPr>
              <a:xfrm rot="-355334">
                <a:off x="6283469" y="1004392"/>
                <a:ext cx="1700784" cy="3090584"/>
                <a:chOff x="6486895" y="1254340"/>
                <a:chExt cx="1514103" cy="2751355"/>
              </a:xfrm>
            </p:grpSpPr>
            <p:sp>
              <p:nvSpPr>
                <p:cNvPr id="29" name="Google Shape;437;p33">
                  <a:extLst>
                    <a:ext uri="{FF2B5EF4-FFF2-40B4-BE49-F238E27FC236}">
                      <a16:creationId xmlns:a16="http://schemas.microsoft.com/office/drawing/2014/main" id="{555C2541-A459-DDCC-263A-7C9AF5AC1675}"/>
                    </a:ext>
                  </a:extLst>
                </p:cNvPr>
                <p:cNvSpPr/>
                <p:nvPr/>
              </p:nvSpPr>
              <p:spPr>
                <a:xfrm rot="-662413" flipH="1">
                  <a:off x="6630863" y="2086522"/>
                  <a:ext cx="1329993" cy="54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678" extrusionOk="0">
                      <a:moveTo>
                        <a:pt x="2298" y="0"/>
                      </a:moveTo>
                      <a:cubicBezTo>
                        <a:pt x="2300" y="22"/>
                        <a:pt x="2304" y="44"/>
                        <a:pt x="2302" y="66"/>
                      </a:cubicBezTo>
                      <a:cubicBezTo>
                        <a:pt x="2300" y="119"/>
                        <a:pt x="2289" y="173"/>
                        <a:pt x="2281" y="227"/>
                      </a:cubicBezTo>
                      <a:cubicBezTo>
                        <a:pt x="2271" y="284"/>
                        <a:pt x="2259" y="341"/>
                        <a:pt x="2242" y="397"/>
                      </a:cubicBezTo>
                      <a:cubicBezTo>
                        <a:pt x="2239" y="407"/>
                        <a:pt x="2236" y="418"/>
                        <a:pt x="2231" y="427"/>
                      </a:cubicBezTo>
                      <a:cubicBezTo>
                        <a:pt x="2243" y="459"/>
                        <a:pt x="2243" y="494"/>
                        <a:pt x="2242" y="526"/>
                      </a:cubicBezTo>
                      <a:cubicBezTo>
                        <a:pt x="2242" y="539"/>
                        <a:pt x="2241" y="553"/>
                        <a:pt x="2234" y="565"/>
                      </a:cubicBezTo>
                      <a:cubicBezTo>
                        <a:pt x="2218" y="597"/>
                        <a:pt x="2174" y="601"/>
                        <a:pt x="2130" y="605"/>
                      </a:cubicBezTo>
                      <a:cubicBezTo>
                        <a:pt x="2101" y="607"/>
                        <a:pt x="2071" y="609"/>
                        <a:pt x="2042" y="611"/>
                      </a:cubicBezTo>
                      <a:cubicBezTo>
                        <a:pt x="2034" y="612"/>
                        <a:pt x="2022" y="611"/>
                        <a:pt x="2021" y="605"/>
                      </a:cubicBezTo>
                      <a:cubicBezTo>
                        <a:pt x="2020" y="602"/>
                        <a:pt x="2042" y="563"/>
                        <a:pt x="2034" y="562"/>
                      </a:cubicBezTo>
                      <a:cubicBezTo>
                        <a:pt x="2025" y="561"/>
                        <a:pt x="2018" y="568"/>
                        <a:pt x="2009" y="569"/>
                      </a:cubicBezTo>
                      <a:cubicBezTo>
                        <a:pt x="1999" y="570"/>
                        <a:pt x="1991" y="563"/>
                        <a:pt x="1990" y="557"/>
                      </a:cubicBezTo>
                      <a:cubicBezTo>
                        <a:pt x="1989" y="550"/>
                        <a:pt x="1994" y="543"/>
                        <a:pt x="1996" y="537"/>
                      </a:cubicBezTo>
                      <a:cubicBezTo>
                        <a:pt x="2001" y="519"/>
                        <a:pt x="1992" y="501"/>
                        <a:pt x="1991" y="482"/>
                      </a:cubicBezTo>
                      <a:cubicBezTo>
                        <a:pt x="1989" y="462"/>
                        <a:pt x="2001" y="440"/>
                        <a:pt x="2017" y="421"/>
                      </a:cubicBezTo>
                      <a:cubicBezTo>
                        <a:pt x="2032" y="403"/>
                        <a:pt x="2051" y="388"/>
                        <a:pt x="2070" y="376"/>
                      </a:cubicBezTo>
                      <a:cubicBezTo>
                        <a:pt x="2070" y="376"/>
                        <a:pt x="2071" y="375"/>
                        <a:pt x="2072" y="375"/>
                      </a:cubicBezTo>
                      <a:cubicBezTo>
                        <a:pt x="2072" y="366"/>
                        <a:pt x="2072" y="358"/>
                        <a:pt x="2073" y="350"/>
                      </a:cubicBezTo>
                      <a:cubicBezTo>
                        <a:pt x="2076" y="302"/>
                        <a:pt x="2074" y="254"/>
                        <a:pt x="2064" y="208"/>
                      </a:cubicBezTo>
                      <a:cubicBezTo>
                        <a:pt x="2063" y="204"/>
                        <a:pt x="2063" y="200"/>
                        <a:pt x="2062" y="196"/>
                      </a:cubicBezTo>
                      <a:cubicBezTo>
                        <a:pt x="2050" y="149"/>
                        <a:pt x="2034" y="103"/>
                        <a:pt x="2029" y="55"/>
                      </a:cubicBezTo>
                      <a:cubicBezTo>
                        <a:pt x="2069" y="41"/>
                        <a:pt x="2109" y="25"/>
                        <a:pt x="2151" y="15"/>
                      </a:cubicBezTo>
                      <a:cubicBezTo>
                        <a:pt x="2180" y="7"/>
                        <a:pt x="2211" y="2"/>
                        <a:pt x="2242" y="2"/>
                      </a:cubicBezTo>
                      <a:cubicBezTo>
                        <a:pt x="2261" y="2"/>
                        <a:pt x="2281" y="3"/>
                        <a:pt x="2298" y="0"/>
                      </a:cubicBezTo>
                      <a:moveTo>
                        <a:pt x="513" y="251"/>
                      </a:moveTo>
                      <a:cubicBezTo>
                        <a:pt x="485" y="236"/>
                        <a:pt x="447" y="224"/>
                        <a:pt x="412" y="231"/>
                      </a:cubicBezTo>
                      <a:cubicBezTo>
                        <a:pt x="401" y="234"/>
                        <a:pt x="381" y="243"/>
                        <a:pt x="367" y="244"/>
                      </a:cubicBezTo>
                      <a:cubicBezTo>
                        <a:pt x="363" y="254"/>
                        <a:pt x="360" y="264"/>
                        <a:pt x="352" y="274"/>
                      </a:cubicBezTo>
                      <a:cubicBezTo>
                        <a:pt x="343" y="286"/>
                        <a:pt x="331" y="297"/>
                        <a:pt x="318" y="308"/>
                      </a:cubicBezTo>
                      <a:cubicBezTo>
                        <a:pt x="299" y="323"/>
                        <a:pt x="278" y="338"/>
                        <a:pt x="261" y="354"/>
                      </a:cubicBezTo>
                      <a:cubicBezTo>
                        <a:pt x="224" y="389"/>
                        <a:pt x="187" y="424"/>
                        <a:pt x="160" y="463"/>
                      </a:cubicBezTo>
                      <a:cubicBezTo>
                        <a:pt x="146" y="467"/>
                        <a:pt x="133" y="472"/>
                        <a:pt x="121" y="478"/>
                      </a:cubicBezTo>
                      <a:cubicBezTo>
                        <a:pt x="95" y="490"/>
                        <a:pt x="76" y="508"/>
                        <a:pt x="59" y="526"/>
                      </a:cubicBezTo>
                      <a:cubicBezTo>
                        <a:pt x="34" y="552"/>
                        <a:pt x="12" y="581"/>
                        <a:pt x="3" y="612"/>
                      </a:cubicBezTo>
                      <a:cubicBezTo>
                        <a:pt x="1" y="617"/>
                        <a:pt x="0" y="622"/>
                        <a:pt x="0" y="628"/>
                      </a:cubicBezTo>
                      <a:cubicBezTo>
                        <a:pt x="1" y="645"/>
                        <a:pt x="17" y="659"/>
                        <a:pt x="36" y="669"/>
                      </a:cubicBezTo>
                      <a:cubicBezTo>
                        <a:pt x="45" y="674"/>
                        <a:pt x="51" y="677"/>
                        <a:pt x="62" y="676"/>
                      </a:cubicBezTo>
                      <a:cubicBezTo>
                        <a:pt x="65" y="676"/>
                        <a:pt x="96" y="667"/>
                        <a:pt x="88" y="664"/>
                      </a:cubicBezTo>
                      <a:cubicBezTo>
                        <a:pt x="97" y="668"/>
                        <a:pt x="107" y="670"/>
                        <a:pt x="117" y="668"/>
                      </a:cubicBezTo>
                      <a:cubicBezTo>
                        <a:pt x="127" y="666"/>
                        <a:pt x="135" y="659"/>
                        <a:pt x="133" y="653"/>
                      </a:cubicBezTo>
                      <a:cubicBezTo>
                        <a:pt x="142" y="659"/>
                        <a:pt x="157" y="660"/>
                        <a:pt x="168" y="656"/>
                      </a:cubicBezTo>
                      <a:cubicBezTo>
                        <a:pt x="178" y="652"/>
                        <a:pt x="184" y="642"/>
                        <a:pt x="181" y="634"/>
                      </a:cubicBezTo>
                      <a:cubicBezTo>
                        <a:pt x="192" y="637"/>
                        <a:pt x="205" y="641"/>
                        <a:pt x="214" y="635"/>
                      </a:cubicBezTo>
                      <a:cubicBezTo>
                        <a:pt x="219" y="632"/>
                        <a:pt x="220" y="626"/>
                        <a:pt x="218" y="621"/>
                      </a:cubicBezTo>
                      <a:cubicBezTo>
                        <a:pt x="216" y="616"/>
                        <a:pt x="212" y="612"/>
                        <a:pt x="207" y="607"/>
                      </a:cubicBezTo>
                      <a:cubicBezTo>
                        <a:pt x="198" y="599"/>
                        <a:pt x="189" y="590"/>
                        <a:pt x="185" y="580"/>
                      </a:cubicBezTo>
                      <a:cubicBezTo>
                        <a:pt x="181" y="570"/>
                        <a:pt x="183" y="558"/>
                        <a:pt x="194" y="550"/>
                      </a:cubicBezTo>
                      <a:cubicBezTo>
                        <a:pt x="204" y="542"/>
                        <a:pt x="224" y="540"/>
                        <a:pt x="235" y="547"/>
                      </a:cubicBezTo>
                      <a:cubicBezTo>
                        <a:pt x="243" y="553"/>
                        <a:pt x="245" y="561"/>
                        <a:pt x="245" y="569"/>
                      </a:cubicBezTo>
                      <a:cubicBezTo>
                        <a:pt x="244" y="577"/>
                        <a:pt x="241" y="584"/>
                        <a:pt x="242" y="592"/>
                      </a:cubicBezTo>
                      <a:cubicBezTo>
                        <a:pt x="242" y="597"/>
                        <a:pt x="244" y="601"/>
                        <a:pt x="249" y="604"/>
                      </a:cubicBezTo>
                      <a:cubicBezTo>
                        <a:pt x="253" y="608"/>
                        <a:pt x="261" y="609"/>
                        <a:pt x="267" y="606"/>
                      </a:cubicBezTo>
                      <a:cubicBezTo>
                        <a:pt x="269" y="606"/>
                        <a:pt x="271" y="604"/>
                        <a:pt x="272" y="603"/>
                      </a:cubicBezTo>
                      <a:lnTo>
                        <a:pt x="306" y="572"/>
                      </a:lnTo>
                      <a:cubicBezTo>
                        <a:pt x="318" y="562"/>
                        <a:pt x="329" y="552"/>
                        <a:pt x="336" y="540"/>
                      </a:cubicBezTo>
                      <a:cubicBezTo>
                        <a:pt x="343" y="527"/>
                        <a:pt x="343" y="513"/>
                        <a:pt x="338" y="500"/>
                      </a:cubicBezTo>
                      <a:cubicBezTo>
                        <a:pt x="357" y="492"/>
                        <a:pt x="373" y="486"/>
                        <a:pt x="380" y="482"/>
                      </a:cubicBezTo>
                      <a:cubicBezTo>
                        <a:pt x="446" y="448"/>
                        <a:pt x="513" y="410"/>
                        <a:pt x="565" y="366"/>
                      </a:cubicBezTo>
                      <a:cubicBezTo>
                        <a:pt x="580" y="353"/>
                        <a:pt x="589" y="338"/>
                        <a:pt x="597" y="323"/>
                      </a:cubicBezTo>
                      <a:cubicBezTo>
                        <a:pt x="601" y="316"/>
                        <a:pt x="605" y="309"/>
                        <a:pt x="609" y="301"/>
                      </a:cubicBezTo>
                      <a:cubicBezTo>
                        <a:pt x="606" y="300"/>
                        <a:pt x="602" y="299"/>
                        <a:pt x="599" y="298"/>
                      </a:cubicBezTo>
                      <a:cubicBezTo>
                        <a:pt x="567" y="286"/>
                        <a:pt x="542" y="267"/>
                        <a:pt x="513" y="251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438;p33">
                  <a:extLst>
                    <a:ext uri="{FF2B5EF4-FFF2-40B4-BE49-F238E27FC236}">
                      <a16:creationId xmlns:a16="http://schemas.microsoft.com/office/drawing/2014/main" id="{65C2FB9A-1F70-9F86-FBA4-C981436154DE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439;p33">
                  <a:extLst>
                    <a:ext uri="{FF2B5EF4-FFF2-40B4-BE49-F238E27FC236}">
                      <a16:creationId xmlns:a16="http://schemas.microsoft.com/office/drawing/2014/main" id="{7D31FFDE-CE86-EE5A-B3A3-992437880855}"/>
                    </a:ext>
                  </a:extLst>
                </p:cNvPr>
                <p:cNvSpPr/>
                <p:nvPr/>
              </p:nvSpPr>
              <p:spPr>
                <a:xfrm rot="-662413" flipH="1">
                  <a:off x="7143362" y="1284043"/>
                  <a:ext cx="345048" cy="360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" h="446" extrusionOk="0">
                      <a:moveTo>
                        <a:pt x="596" y="103"/>
                      </a:moveTo>
                      <a:cubicBezTo>
                        <a:pt x="592" y="42"/>
                        <a:pt x="495" y="0"/>
                        <a:pt x="412" y="7"/>
                      </a:cubicBezTo>
                      <a:cubicBezTo>
                        <a:pt x="369" y="10"/>
                        <a:pt x="332" y="25"/>
                        <a:pt x="292" y="33"/>
                      </a:cubicBezTo>
                      <a:cubicBezTo>
                        <a:pt x="252" y="41"/>
                        <a:pt x="209" y="44"/>
                        <a:pt x="171" y="55"/>
                      </a:cubicBezTo>
                      <a:cubicBezTo>
                        <a:pt x="141" y="64"/>
                        <a:pt x="113" y="76"/>
                        <a:pt x="86" y="89"/>
                      </a:cubicBezTo>
                      <a:cubicBezTo>
                        <a:pt x="83" y="91"/>
                        <a:pt x="80" y="92"/>
                        <a:pt x="78" y="95"/>
                      </a:cubicBezTo>
                      <a:cubicBezTo>
                        <a:pt x="76" y="100"/>
                        <a:pt x="83" y="104"/>
                        <a:pt x="89" y="108"/>
                      </a:cubicBezTo>
                      <a:cubicBezTo>
                        <a:pt x="95" y="111"/>
                        <a:pt x="101" y="114"/>
                        <a:pt x="107" y="118"/>
                      </a:cubicBezTo>
                      <a:cubicBezTo>
                        <a:pt x="110" y="119"/>
                        <a:pt x="113" y="121"/>
                        <a:pt x="113" y="123"/>
                      </a:cubicBezTo>
                      <a:cubicBezTo>
                        <a:pt x="113" y="125"/>
                        <a:pt x="111" y="127"/>
                        <a:pt x="109" y="128"/>
                      </a:cubicBezTo>
                      <a:cubicBezTo>
                        <a:pt x="69" y="155"/>
                        <a:pt x="36" y="185"/>
                        <a:pt x="11" y="219"/>
                      </a:cubicBezTo>
                      <a:cubicBezTo>
                        <a:pt x="5" y="227"/>
                        <a:pt x="0" y="237"/>
                        <a:pt x="10" y="243"/>
                      </a:cubicBezTo>
                      <a:cubicBezTo>
                        <a:pt x="13" y="246"/>
                        <a:pt x="18" y="247"/>
                        <a:pt x="23" y="247"/>
                      </a:cubicBezTo>
                      <a:cubicBezTo>
                        <a:pt x="41" y="251"/>
                        <a:pt x="58" y="256"/>
                        <a:pt x="74" y="261"/>
                      </a:cubicBezTo>
                      <a:cubicBezTo>
                        <a:pt x="76" y="262"/>
                        <a:pt x="77" y="263"/>
                        <a:pt x="78" y="264"/>
                      </a:cubicBezTo>
                      <a:cubicBezTo>
                        <a:pt x="78" y="264"/>
                        <a:pt x="78" y="265"/>
                        <a:pt x="78" y="266"/>
                      </a:cubicBezTo>
                      <a:cubicBezTo>
                        <a:pt x="66" y="298"/>
                        <a:pt x="32" y="326"/>
                        <a:pt x="36" y="359"/>
                      </a:cubicBezTo>
                      <a:cubicBezTo>
                        <a:pt x="36" y="360"/>
                        <a:pt x="36" y="362"/>
                        <a:pt x="38" y="363"/>
                      </a:cubicBezTo>
                      <a:cubicBezTo>
                        <a:pt x="40" y="365"/>
                        <a:pt x="44" y="365"/>
                        <a:pt x="48" y="366"/>
                      </a:cubicBezTo>
                      <a:cubicBezTo>
                        <a:pt x="63" y="366"/>
                        <a:pt x="76" y="367"/>
                        <a:pt x="90" y="368"/>
                      </a:cubicBezTo>
                      <a:cubicBezTo>
                        <a:pt x="94" y="368"/>
                        <a:pt x="97" y="368"/>
                        <a:pt x="100" y="369"/>
                      </a:cubicBezTo>
                      <a:cubicBezTo>
                        <a:pt x="105" y="371"/>
                        <a:pt x="106" y="376"/>
                        <a:pt x="106" y="380"/>
                      </a:cubicBezTo>
                      <a:cubicBezTo>
                        <a:pt x="106" y="389"/>
                        <a:pt x="103" y="399"/>
                        <a:pt x="101" y="408"/>
                      </a:cubicBezTo>
                      <a:cubicBezTo>
                        <a:pt x="100" y="417"/>
                        <a:pt x="102" y="428"/>
                        <a:pt x="111" y="435"/>
                      </a:cubicBezTo>
                      <a:cubicBezTo>
                        <a:pt x="121" y="443"/>
                        <a:pt x="137" y="445"/>
                        <a:pt x="152" y="445"/>
                      </a:cubicBezTo>
                      <a:cubicBezTo>
                        <a:pt x="178" y="445"/>
                        <a:pt x="202" y="440"/>
                        <a:pt x="226" y="434"/>
                      </a:cubicBezTo>
                      <a:cubicBezTo>
                        <a:pt x="246" y="429"/>
                        <a:pt x="266" y="425"/>
                        <a:pt x="282" y="415"/>
                      </a:cubicBezTo>
                      <a:cubicBezTo>
                        <a:pt x="278" y="405"/>
                        <a:pt x="274" y="397"/>
                        <a:pt x="269" y="388"/>
                      </a:cubicBezTo>
                      <a:cubicBezTo>
                        <a:pt x="268" y="386"/>
                        <a:pt x="266" y="383"/>
                        <a:pt x="265" y="381"/>
                      </a:cubicBezTo>
                      <a:cubicBezTo>
                        <a:pt x="234" y="375"/>
                        <a:pt x="208" y="360"/>
                        <a:pt x="193" y="340"/>
                      </a:cubicBezTo>
                      <a:cubicBezTo>
                        <a:pt x="185" y="330"/>
                        <a:pt x="180" y="319"/>
                        <a:pt x="182" y="308"/>
                      </a:cubicBezTo>
                      <a:cubicBezTo>
                        <a:pt x="182" y="306"/>
                        <a:pt x="183" y="305"/>
                        <a:pt x="183" y="303"/>
                      </a:cubicBezTo>
                      <a:cubicBezTo>
                        <a:pt x="192" y="314"/>
                        <a:pt x="200" y="325"/>
                        <a:pt x="208" y="336"/>
                      </a:cubicBezTo>
                      <a:cubicBezTo>
                        <a:pt x="216" y="346"/>
                        <a:pt x="225" y="356"/>
                        <a:pt x="237" y="364"/>
                      </a:cubicBezTo>
                      <a:cubicBezTo>
                        <a:pt x="241" y="367"/>
                        <a:pt x="247" y="370"/>
                        <a:pt x="253" y="369"/>
                      </a:cubicBezTo>
                      <a:cubicBezTo>
                        <a:pt x="265" y="369"/>
                        <a:pt x="261" y="362"/>
                        <a:pt x="261" y="357"/>
                      </a:cubicBezTo>
                      <a:cubicBezTo>
                        <a:pt x="260" y="353"/>
                        <a:pt x="263" y="342"/>
                        <a:pt x="261" y="339"/>
                      </a:cubicBezTo>
                      <a:cubicBezTo>
                        <a:pt x="256" y="335"/>
                        <a:pt x="265" y="325"/>
                        <a:pt x="265" y="320"/>
                      </a:cubicBezTo>
                      <a:cubicBezTo>
                        <a:pt x="264" y="310"/>
                        <a:pt x="257" y="299"/>
                        <a:pt x="252" y="288"/>
                      </a:cubicBezTo>
                      <a:lnTo>
                        <a:pt x="251" y="286"/>
                      </a:lnTo>
                      <a:cubicBezTo>
                        <a:pt x="251" y="285"/>
                        <a:pt x="251" y="284"/>
                        <a:pt x="251" y="284"/>
                      </a:cubicBezTo>
                      <a:cubicBezTo>
                        <a:pt x="250" y="284"/>
                        <a:pt x="250" y="283"/>
                        <a:pt x="250" y="283"/>
                      </a:cubicBezTo>
                      <a:cubicBezTo>
                        <a:pt x="250" y="282"/>
                        <a:pt x="250" y="282"/>
                        <a:pt x="250" y="282"/>
                      </a:cubicBezTo>
                      <a:cubicBezTo>
                        <a:pt x="249" y="281"/>
                        <a:pt x="249" y="280"/>
                        <a:pt x="249" y="280"/>
                      </a:cubicBezTo>
                      <a:cubicBezTo>
                        <a:pt x="247" y="275"/>
                        <a:pt x="246" y="270"/>
                        <a:pt x="245" y="265"/>
                      </a:cubicBezTo>
                      <a:lnTo>
                        <a:pt x="243" y="258"/>
                      </a:lnTo>
                      <a:cubicBezTo>
                        <a:pt x="243" y="257"/>
                        <a:pt x="243" y="256"/>
                        <a:pt x="243" y="255"/>
                      </a:cubicBezTo>
                      <a:cubicBezTo>
                        <a:pt x="242" y="252"/>
                        <a:pt x="242" y="248"/>
                        <a:pt x="242" y="245"/>
                      </a:cubicBezTo>
                      <a:cubicBezTo>
                        <a:pt x="242" y="240"/>
                        <a:pt x="242" y="235"/>
                        <a:pt x="242" y="230"/>
                      </a:cubicBezTo>
                      <a:cubicBezTo>
                        <a:pt x="244" y="213"/>
                        <a:pt x="252" y="196"/>
                        <a:pt x="267" y="183"/>
                      </a:cubicBezTo>
                      <a:cubicBezTo>
                        <a:pt x="270" y="180"/>
                        <a:pt x="274" y="177"/>
                        <a:pt x="278" y="174"/>
                      </a:cubicBezTo>
                      <a:cubicBezTo>
                        <a:pt x="280" y="173"/>
                        <a:pt x="282" y="172"/>
                        <a:pt x="284" y="171"/>
                      </a:cubicBezTo>
                      <a:cubicBezTo>
                        <a:pt x="285" y="171"/>
                        <a:pt x="285" y="170"/>
                        <a:pt x="286" y="170"/>
                      </a:cubicBezTo>
                      <a:cubicBezTo>
                        <a:pt x="289" y="168"/>
                        <a:pt x="292" y="167"/>
                        <a:pt x="295" y="166"/>
                      </a:cubicBezTo>
                      <a:cubicBezTo>
                        <a:pt x="303" y="162"/>
                        <a:pt x="311" y="161"/>
                        <a:pt x="318" y="158"/>
                      </a:cubicBezTo>
                      <a:cubicBezTo>
                        <a:pt x="319" y="158"/>
                        <a:pt x="320" y="158"/>
                        <a:pt x="321" y="157"/>
                      </a:cubicBezTo>
                      <a:cubicBezTo>
                        <a:pt x="322" y="157"/>
                        <a:pt x="323" y="157"/>
                        <a:pt x="323" y="156"/>
                      </a:cubicBezTo>
                      <a:cubicBezTo>
                        <a:pt x="328" y="154"/>
                        <a:pt x="332" y="152"/>
                        <a:pt x="335" y="149"/>
                      </a:cubicBezTo>
                      <a:cubicBezTo>
                        <a:pt x="338" y="145"/>
                        <a:pt x="342" y="141"/>
                        <a:pt x="346" y="138"/>
                      </a:cubicBezTo>
                      <a:cubicBezTo>
                        <a:pt x="347" y="138"/>
                        <a:pt x="347" y="138"/>
                        <a:pt x="347" y="138"/>
                      </a:cubicBezTo>
                      <a:cubicBezTo>
                        <a:pt x="355" y="131"/>
                        <a:pt x="365" y="126"/>
                        <a:pt x="376" y="123"/>
                      </a:cubicBezTo>
                      <a:cubicBezTo>
                        <a:pt x="377" y="122"/>
                        <a:pt x="378" y="122"/>
                        <a:pt x="379" y="122"/>
                      </a:cubicBezTo>
                      <a:cubicBezTo>
                        <a:pt x="382" y="121"/>
                        <a:pt x="386" y="120"/>
                        <a:pt x="389" y="120"/>
                      </a:cubicBezTo>
                      <a:cubicBezTo>
                        <a:pt x="395" y="119"/>
                        <a:pt x="400" y="118"/>
                        <a:pt x="406" y="118"/>
                      </a:cubicBezTo>
                      <a:lnTo>
                        <a:pt x="409" y="118"/>
                      </a:lnTo>
                      <a:cubicBezTo>
                        <a:pt x="416" y="118"/>
                        <a:pt x="423" y="119"/>
                        <a:pt x="430" y="120"/>
                      </a:cubicBezTo>
                      <a:cubicBezTo>
                        <a:pt x="437" y="120"/>
                        <a:pt x="443" y="121"/>
                        <a:pt x="449" y="122"/>
                      </a:cubicBezTo>
                      <a:cubicBezTo>
                        <a:pt x="450" y="122"/>
                        <a:pt x="452" y="122"/>
                        <a:pt x="453" y="122"/>
                      </a:cubicBezTo>
                      <a:cubicBezTo>
                        <a:pt x="467" y="123"/>
                        <a:pt x="480" y="124"/>
                        <a:pt x="493" y="121"/>
                      </a:cubicBezTo>
                      <a:cubicBezTo>
                        <a:pt x="496" y="120"/>
                        <a:pt x="498" y="119"/>
                        <a:pt x="501" y="118"/>
                      </a:cubicBezTo>
                      <a:cubicBezTo>
                        <a:pt x="506" y="116"/>
                        <a:pt x="509" y="114"/>
                        <a:pt x="514" y="112"/>
                      </a:cubicBezTo>
                      <a:cubicBezTo>
                        <a:pt x="516" y="112"/>
                        <a:pt x="517" y="112"/>
                        <a:pt x="518" y="112"/>
                      </a:cubicBezTo>
                      <a:cubicBezTo>
                        <a:pt x="519" y="112"/>
                        <a:pt x="520" y="112"/>
                        <a:pt x="521" y="112"/>
                      </a:cubicBezTo>
                      <a:cubicBezTo>
                        <a:pt x="523" y="111"/>
                        <a:pt x="525" y="111"/>
                        <a:pt x="528" y="112"/>
                      </a:cubicBezTo>
                      <a:cubicBezTo>
                        <a:pt x="529" y="112"/>
                        <a:pt x="530" y="112"/>
                        <a:pt x="531" y="112"/>
                      </a:cubicBezTo>
                      <a:cubicBezTo>
                        <a:pt x="533" y="112"/>
                        <a:pt x="535" y="112"/>
                        <a:pt x="536" y="113"/>
                      </a:cubicBezTo>
                      <a:cubicBezTo>
                        <a:pt x="543" y="115"/>
                        <a:pt x="549" y="118"/>
                        <a:pt x="555" y="120"/>
                      </a:cubicBezTo>
                      <a:cubicBezTo>
                        <a:pt x="557" y="121"/>
                        <a:pt x="559" y="122"/>
                        <a:pt x="562" y="123"/>
                      </a:cubicBezTo>
                      <a:cubicBezTo>
                        <a:pt x="563" y="123"/>
                        <a:pt x="564" y="123"/>
                        <a:pt x="565" y="124"/>
                      </a:cubicBezTo>
                      <a:lnTo>
                        <a:pt x="566" y="124"/>
                      </a:lnTo>
                      <a:cubicBezTo>
                        <a:pt x="567" y="124"/>
                        <a:pt x="567" y="124"/>
                        <a:pt x="568" y="124"/>
                      </a:cubicBezTo>
                      <a:cubicBezTo>
                        <a:pt x="569" y="125"/>
                        <a:pt x="569" y="125"/>
                        <a:pt x="570" y="125"/>
                      </a:cubicBezTo>
                      <a:lnTo>
                        <a:pt x="571" y="125"/>
                      </a:lnTo>
                      <a:cubicBezTo>
                        <a:pt x="572" y="125"/>
                        <a:pt x="573" y="125"/>
                        <a:pt x="573" y="126"/>
                      </a:cubicBezTo>
                      <a:cubicBezTo>
                        <a:pt x="574" y="126"/>
                        <a:pt x="574" y="126"/>
                        <a:pt x="575" y="126"/>
                      </a:cubicBezTo>
                      <a:cubicBezTo>
                        <a:pt x="578" y="127"/>
                        <a:pt x="582" y="127"/>
                        <a:pt x="585" y="128"/>
                      </a:cubicBezTo>
                      <a:cubicBezTo>
                        <a:pt x="587" y="129"/>
                        <a:pt x="588" y="131"/>
                        <a:pt x="590" y="133"/>
                      </a:cubicBezTo>
                      <a:cubicBezTo>
                        <a:pt x="594" y="123"/>
                        <a:pt x="597" y="113"/>
                        <a:pt x="596" y="10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440;p33">
                  <a:extLst>
                    <a:ext uri="{FF2B5EF4-FFF2-40B4-BE49-F238E27FC236}">
                      <a16:creationId xmlns:a16="http://schemas.microsoft.com/office/drawing/2014/main" id="{CA65EEAB-55BD-E3D5-2A77-E7FC5BBBA32B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FFA8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441;p33">
                  <a:extLst>
                    <a:ext uri="{FF2B5EF4-FFF2-40B4-BE49-F238E27FC236}">
                      <a16:creationId xmlns:a16="http://schemas.microsoft.com/office/drawing/2014/main" id="{CD6AEDA4-7D9A-FEEA-DA60-5E30193919F4}"/>
                    </a:ext>
                  </a:extLst>
                </p:cNvPr>
                <p:cNvSpPr/>
                <p:nvPr/>
              </p:nvSpPr>
              <p:spPr>
                <a:xfrm rot="-662413" flipH="1">
                  <a:off x="7132821" y="1385530"/>
                  <a:ext cx="275231" cy="405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502" extrusionOk="0">
                      <a:moveTo>
                        <a:pt x="474" y="216"/>
                      </a:moveTo>
                      <a:cubicBezTo>
                        <a:pt x="472" y="196"/>
                        <a:pt x="466" y="177"/>
                        <a:pt x="459" y="158"/>
                      </a:cubicBezTo>
                      <a:cubicBezTo>
                        <a:pt x="447" y="121"/>
                        <a:pt x="449" y="82"/>
                        <a:pt x="429" y="46"/>
                      </a:cubicBezTo>
                      <a:cubicBezTo>
                        <a:pt x="423" y="35"/>
                        <a:pt x="416" y="26"/>
                        <a:pt x="407" y="16"/>
                      </a:cubicBezTo>
                      <a:cubicBezTo>
                        <a:pt x="396" y="14"/>
                        <a:pt x="385" y="13"/>
                        <a:pt x="376" y="9"/>
                      </a:cubicBezTo>
                      <a:cubicBezTo>
                        <a:pt x="369" y="6"/>
                        <a:pt x="361" y="1"/>
                        <a:pt x="352" y="0"/>
                      </a:cubicBezTo>
                      <a:cubicBezTo>
                        <a:pt x="346" y="0"/>
                        <a:pt x="341" y="0"/>
                        <a:pt x="336" y="1"/>
                      </a:cubicBezTo>
                      <a:cubicBezTo>
                        <a:pt x="331" y="2"/>
                        <a:pt x="327" y="5"/>
                        <a:pt x="322" y="7"/>
                      </a:cubicBezTo>
                      <a:cubicBezTo>
                        <a:pt x="299" y="15"/>
                        <a:pt x="277" y="11"/>
                        <a:pt x="252" y="8"/>
                      </a:cubicBezTo>
                      <a:cubicBezTo>
                        <a:pt x="244" y="7"/>
                        <a:pt x="236" y="6"/>
                        <a:pt x="228" y="7"/>
                      </a:cubicBezTo>
                      <a:cubicBezTo>
                        <a:pt x="196" y="7"/>
                        <a:pt x="173" y="19"/>
                        <a:pt x="156" y="37"/>
                      </a:cubicBezTo>
                      <a:cubicBezTo>
                        <a:pt x="146" y="47"/>
                        <a:pt x="132" y="48"/>
                        <a:pt x="116" y="54"/>
                      </a:cubicBezTo>
                      <a:cubicBezTo>
                        <a:pt x="83" y="67"/>
                        <a:pt x="66" y="93"/>
                        <a:pt x="63" y="118"/>
                      </a:cubicBezTo>
                      <a:cubicBezTo>
                        <a:pt x="61" y="134"/>
                        <a:pt x="65" y="151"/>
                        <a:pt x="70" y="168"/>
                      </a:cubicBezTo>
                      <a:cubicBezTo>
                        <a:pt x="71" y="170"/>
                        <a:pt x="72" y="173"/>
                        <a:pt x="73" y="176"/>
                      </a:cubicBezTo>
                      <a:cubicBezTo>
                        <a:pt x="72" y="176"/>
                        <a:pt x="71" y="175"/>
                        <a:pt x="69" y="175"/>
                      </a:cubicBezTo>
                      <a:cubicBezTo>
                        <a:pt x="57" y="171"/>
                        <a:pt x="43" y="171"/>
                        <a:pt x="31" y="174"/>
                      </a:cubicBezTo>
                      <a:cubicBezTo>
                        <a:pt x="17" y="177"/>
                        <a:pt x="5" y="185"/>
                        <a:pt x="3" y="196"/>
                      </a:cubicBezTo>
                      <a:cubicBezTo>
                        <a:pt x="0" y="207"/>
                        <a:pt x="6" y="218"/>
                        <a:pt x="14" y="228"/>
                      </a:cubicBezTo>
                      <a:cubicBezTo>
                        <a:pt x="30" y="248"/>
                        <a:pt x="55" y="263"/>
                        <a:pt x="86" y="269"/>
                      </a:cubicBezTo>
                      <a:cubicBezTo>
                        <a:pt x="87" y="271"/>
                        <a:pt x="88" y="274"/>
                        <a:pt x="90" y="276"/>
                      </a:cubicBezTo>
                      <a:cubicBezTo>
                        <a:pt x="103" y="299"/>
                        <a:pt x="112" y="326"/>
                        <a:pt x="118" y="350"/>
                      </a:cubicBezTo>
                      <a:cubicBezTo>
                        <a:pt x="125" y="377"/>
                        <a:pt x="109" y="403"/>
                        <a:pt x="128" y="430"/>
                      </a:cubicBezTo>
                      <a:cubicBezTo>
                        <a:pt x="135" y="440"/>
                        <a:pt x="146" y="448"/>
                        <a:pt x="157" y="456"/>
                      </a:cubicBezTo>
                      <a:cubicBezTo>
                        <a:pt x="174" y="468"/>
                        <a:pt x="193" y="479"/>
                        <a:pt x="214" y="486"/>
                      </a:cubicBezTo>
                      <a:cubicBezTo>
                        <a:pt x="240" y="496"/>
                        <a:pt x="270" y="501"/>
                        <a:pt x="300" y="500"/>
                      </a:cubicBezTo>
                      <a:cubicBezTo>
                        <a:pt x="341" y="499"/>
                        <a:pt x="384" y="486"/>
                        <a:pt x="403" y="461"/>
                      </a:cubicBezTo>
                      <a:cubicBezTo>
                        <a:pt x="414" y="448"/>
                        <a:pt x="419" y="429"/>
                        <a:pt x="421" y="410"/>
                      </a:cubicBezTo>
                      <a:cubicBezTo>
                        <a:pt x="423" y="389"/>
                        <a:pt x="419" y="367"/>
                        <a:pt x="414" y="351"/>
                      </a:cubicBezTo>
                      <a:cubicBezTo>
                        <a:pt x="413" y="350"/>
                        <a:pt x="413" y="349"/>
                        <a:pt x="413" y="348"/>
                      </a:cubicBezTo>
                      <a:cubicBezTo>
                        <a:pt x="412" y="346"/>
                        <a:pt x="412" y="345"/>
                        <a:pt x="411" y="344"/>
                      </a:cubicBezTo>
                      <a:cubicBezTo>
                        <a:pt x="416" y="341"/>
                        <a:pt x="421" y="338"/>
                        <a:pt x="425" y="335"/>
                      </a:cubicBezTo>
                      <a:cubicBezTo>
                        <a:pt x="447" y="317"/>
                        <a:pt x="460" y="295"/>
                        <a:pt x="468" y="272"/>
                      </a:cubicBezTo>
                      <a:cubicBezTo>
                        <a:pt x="474" y="254"/>
                        <a:pt x="476" y="235"/>
                        <a:pt x="474" y="216"/>
                      </a:cubicBezTo>
                    </a:path>
                  </a:pathLst>
                </a:custGeom>
                <a:solidFill>
                  <a:srgbClr val="783F04"/>
                </a:solidFill>
                <a:ln w="9525" cap="flat" cmpd="sng">
                  <a:solidFill>
                    <a:srgbClr val="783F0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442;p33">
                  <a:extLst>
                    <a:ext uri="{FF2B5EF4-FFF2-40B4-BE49-F238E27FC236}">
                      <a16:creationId xmlns:a16="http://schemas.microsoft.com/office/drawing/2014/main" id="{9B156760-7101-146E-EB33-C3528B0C0E4E}"/>
                    </a:ext>
                  </a:extLst>
                </p:cNvPr>
                <p:cNvSpPr/>
                <p:nvPr/>
              </p:nvSpPr>
              <p:spPr>
                <a:xfrm rot="-662413" flipH="1">
                  <a:off x="6795421" y="3256079"/>
                  <a:ext cx="980906" cy="50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" h="621" extrusionOk="0">
                      <a:moveTo>
                        <a:pt x="135" y="3"/>
                      </a:moveTo>
                      <a:cubicBezTo>
                        <a:pt x="166" y="11"/>
                        <a:pt x="185" y="32"/>
                        <a:pt x="198" y="52"/>
                      </a:cubicBezTo>
                      <a:cubicBezTo>
                        <a:pt x="246" y="121"/>
                        <a:pt x="234" y="196"/>
                        <a:pt x="260" y="269"/>
                      </a:cubicBezTo>
                      <a:cubicBezTo>
                        <a:pt x="262" y="277"/>
                        <a:pt x="265" y="285"/>
                        <a:pt x="259" y="291"/>
                      </a:cubicBezTo>
                      <a:cubicBezTo>
                        <a:pt x="255" y="294"/>
                        <a:pt x="248" y="296"/>
                        <a:pt x="242" y="298"/>
                      </a:cubicBezTo>
                      <a:cubicBezTo>
                        <a:pt x="189" y="312"/>
                        <a:pt x="133" y="319"/>
                        <a:pt x="77" y="319"/>
                      </a:cubicBezTo>
                      <a:cubicBezTo>
                        <a:pt x="70" y="319"/>
                        <a:pt x="62" y="319"/>
                        <a:pt x="56" y="317"/>
                      </a:cubicBezTo>
                      <a:cubicBezTo>
                        <a:pt x="35" y="310"/>
                        <a:pt x="45" y="290"/>
                        <a:pt x="47" y="278"/>
                      </a:cubicBezTo>
                      <a:cubicBezTo>
                        <a:pt x="51" y="257"/>
                        <a:pt x="47" y="234"/>
                        <a:pt x="40" y="213"/>
                      </a:cubicBezTo>
                      <a:cubicBezTo>
                        <a:pt x="27" y="168"/>
                        <a:pt x="2" y="125"/>
                        <a:pt x="0" y="79"/>
                      </a:cubicBezTo>
                      <a:cubicBezTo>
                        <a:pt x="0" y="58"/>
                        <a:pt x="5" y="37"/>
                        <a:pt x="24" y="21"/>
                      </a:cubicBezTo>
                      <a:cubicBezTo>
                        <a:pt x="40" y="10"/>
                        <a:pt x="62" y="3"/>
                        <a:pt x="85" y="1"/>
                      </a:cubicBezTo>
                      <a:cubicBezTo>
                        <a:pt x="99" y="0"/>
                        <a:pt x="114" y="0"/>
                        <a:pt x="128" y="1"/>
                      </a:cubicBezTo>
                      <a:cubicBezTo>
                        <a:pt x="131" y="2"/>
                        <a:pt x="133" y="3"/>
                        <a:pt x="135" y="3"/>
                      </a:cubicBezTo>
                      <a:moveTo>
                        <a:pt x="1487" y="315"/>
                      </a:moveTo>
                      <a:cubicBezTo>
                        <a:pt x="1472" y="314"/>
                        <a:pt x="1457" y="316"/>
                        <a:pt x="1443" y="320"/>
                      </a:cubicBezTo>
                      <a:cubicBezTo>
                        <a:pt x="1429" y="323"/>
                        <a:pt x="1415" y="328"/>
                        <a:pt x="1404" y="335"/>
                      </a:cubicBezTo>
                      <a:cubicBezTo>
                        <a:pt x="1387" y="346"/>
                        <a:pt x="1378" y="362"/>
                        <a:pt x="1376" y="378"/>
                      </a:cubicBezTo>
                      <a:cubicBezTo>
                        <a:pt x="1371" y="427"/>
                        <a:pt x="1416" y="465"/>
                        <a:pt x="1447" y="507"/>
                      </a:cubicBezTo>
                      <a:cubicBezTo>
                        <a:pt x="1455" y="518"/>
                        <a:pt x="1462" y="528"/>
                        <a:pt x="1475" y="537"/>
                      </a:cubicBezTo>
                      <a:cubicBezTo>
                        <a:pt x="1485" y="544"/>
                        <a:pt x="1495" y="550"/>
                        <a:pt x="1503" y="559"/>
                      </a:cubicBezTo>
                      <a:cubicBezTo>
                        <a:pt x="1518" y="576"/>
                        <a:pt x="1529" y="598"/>
                        <a:pt x="1557" y="609"/>
                      </a:cubicBezTo>
                      <a:cubicBezTo>
                        <a:pt x="1586" y="620"/>
                        <a:pt x="1625" y="614"/>
                        <a:pt x="1650" y="598"/>
                      </a:cubicBezTo>
                      <a:cubicBezTo>
                        <a:pt x="1699" y="566"/>
                        <a:pt x="1698" y="524"/>
                        <a:pt x="1665" y="488"/>
                      </a:cubicBezTo>
                      <a:cubicBezTo>
                        <a:pt x="1646" y="467"/>
                        <a:pt x="1634" y="441"/>
                        <a:pt x="1620" y="419"/>
                      </a:cubicBezTo>
                      <a:cubicBezTo>
                        <a:pt x="1600" y="390"/>
                        <a:pt x="1591" y="371"/>
                        <a:pt x="1558" y="347"/>
                      </a:cubicBezTo>
                      <a:cubicBezTo>
                        <a:pt x="1538" y="333"/>
                        <a:pt x="1516" y="318"/>
                        <a:pt x="1487" y="315"/>
                      </a:cubicBezTo>
                    </a:path>
                  </a:pathLst>
                </a:custGeom>
                <a:solidFill>
                  <a:srgbClr val="783F0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443;p33">
                  <a:extLst>
                    <a:ext uri="{FF2B5EF4-FFF2-40B4-BE49-F238E27FC236}">
                      <a16:creationId xmlns:a16="http://schemas.microsoft.com/office/drawing/2014/main" id="{80C90991-E765-0FC8-AF1F-9B5B72C37923}"/>
                    </a:ext>
                  </a:extLst>
                </p:cNvPr>
                <p:cNvSpPr/>
                <p:nvPr/>
              </p:nvSpPr>
              <p:spPr>
                <a:xfrm rot="-662413" flipH="1">
                  <a:off x="6712076" y="2283095"/>
                  <a:ext cx="1114771" cy="1381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1710" extrusionOk="0">
                      <a:moveTo>
                        <a:pt x="1853" y="1470"/>
                      </a:moveTo>
                      <a:cubicBezTo>
                        <a:pt x="1824" y="1429"/>
                        <a:pt x="1798" y="1387"/>
                        <a:pt x="1766" y="1346"/>
                      </a:cubicBezTo>
                      <a:cubicBezTo>
                        <a:pt x="1697" y="1258"/>
                        <a:pt x="1603" y="1180"/>
                        <a:pt x="1501" y="1109"/>
                      </a:cubicBezTo>
                      <a:cubicBezTo>
                        <a:pt x="1475" y="1091"/>
                        <a:pt x="1449" y="1074"/>
                        <a:pt x="1428" y="1054"/>
                      </a:cubicBezTo>
                      <a:cubicBezTo>
                        <a:pt x="1393" y="1018"/>
                        <a:pt x="1385" y="980"/>
                        <a:pt x="1373" y="939"/>
                      </a:cubicBezTo>
                      <a:cubicBezTo>
                        <a:pt x="1357" y="889"/>
                        <a:pt x="1358" y="838"/>
                        <a:pt x="1361" y="787"/>
                      </a:cubicBezTo>
                      <a:cubicBezTo>
                        <a:pt x="1361" y="778"/>
                        <a:pt x="1362" y="770"/>
                        <a:pt x="1362" y="762"/>
                      </a:cubicBezTo>
                      <a:cubicBezTo>
                        <a:pt x="1369" y="668"/>
                        <a:pt x="1383" y="574"/>
                        <a:pt x="1404" y="480"/>
                      </a:cubicBezTo>
                      <a:cubicBezTo>
                        <a:pt x="1416" y="432"/>
                        <a:pt x="1434" y="384"/>
                        <a:pt x="1430" y="335"/>
                      </a:cubicBezTo>
                      <a:cubicBezTo>
                        <a:pt x="1426" y="285"/>
                        <a:pt x="1413" y="236"/>
                        <a:pt x="1395" y="188"/>
                      </a:cubicBezTo>
                      <a:cubicBezTo>
                        <a:pt x="1380" y="148"/>
                        <a:pt x="1360" y="109"/>
                        <a:pt x="1336" y="71"/>
                      </a:cubicBezTo>
                      <a:cubicBezTo>
                        <a:pt x="1312" y="32"/>
                        <a:pt x="1302" y="0"/>
                        <a:pt x="1232" y="2"/>
                      </a:cubicBezTo>
                      <a:cubicBezTo>
                        <a:pt x="1132" y="6"/>
                        <a:pt x="1018" y="50"/>
                        <a:pt x="942" y="93"/>
                      </a:cubicBezTo>
                      <a:cubicBezTo>
                        <a:pt x="939" y="95"/>
                        <a:pt x="937" y="96"/>
                        <a:pt x="934" y="98"/>
                      </a:cubicBezTo>
                      <a:cubicBezTo>
                        <a:pt x="919" y="89"/>
                        <a:pt x="902" y="81"/>
                        <a:pt x="884" y="76"/>
                      </a:cubicBezTo>
                      <a:cubicBezTo>
                        <a:pt x="855" y="69"/>
                        <a:pt x="823" y="68"/>
                        <a:pt x="793" y="71"/>
                      </a:cubicBezTo>
                      <a:cubicBezTo>
                        <a:pt x="759" y="73"/>
                        <a:pt x="723" y="77"/>
                        <a:pt x="692" y="88"/>
                      </a:cubicBezTo>
                      <a:cubicBezTo>
                        <a:pt x="613" y="117"/>
                        <a:pt x="548" y="161"/>
                        <a:pt x="490" y="207"/>
                      </a:cubicBezTo>
                      <a:cubicBezTo>
                        <a:pt x="430" y="255"/>
                        <a:pt x="371" y="301"/>
                        <a:pt x="314" y="351"/>
                      </a:cubicBezTo>
                      <a:cubicBezTo>
                        <a:pt x="220" y="434"/>
                        <a:pt x="136" y="522"/>
                        <a:pt x="62" y="614"/>
                      </a:cubicBezTo>
                      <a:cubicBezTo>
                        <a:pt x="24" y="661"/>
                        <a:pt x="0" y="713"/>
                        <a:pt x="3" y="767"/>
                      </a:cubicBezTo>
                      <a:cubicBezTo>
                        <a:pt x="7" y="826"/>
                        <a:pt x="35" y="882"/>
                        <a:pt x="57" y="938"/>
                      </a:cubicBezTo>
                      <a:lnTo>
                        <a:pt x="201" y="1306"/>
                      </a:lnTo>
                      <a:cubicBezTo>
                        <a:pt x="214" y="1341"/>
                        <a:pt x="228" y="1377"/>
                        <a:pt x="242" y="1412"/>
                      </a:cubicBezTo>
                      <a:cubicBezTo>
                        <a:pt x="249" y="1430"/>
                        <a:pt x="341" y="1426"/>
                        <a:pt x="366" y="1427"/>
                      </a:cubicBezTo>
                      <a:cubicBezTo>
                        <a:pt x="422" y="1429"/>
                        <a:pt x="478" y="1427"/>
                        <a:pt x="532" y="1418"/>
                      </a:cubicBezTo>
                      <a:cubicBezTo>
                        <a:pt x="566" y="1413"/>
                        <a:pt x="606" y="1403"/>
                        <a:pt x="607" y="1377"/>
                      </a:cubicBezTo>
                      <a:cubicBezTo>
                        <a:pt x="609" y="1351"/>
                        <a:pt x="586" y="1314"/>
                        <a:pt x="577" y="1288"/>
                      </a:cubicBezTo>
                      <a:cubicBezTo>
                        <a:pt x="543" y="1190"/>
                        <a:pt x="501" y="1094"/>
                        <a:pt x="464" y="996"/>
                      </a:cubicBezTo>
                      <a:cubicBezTo>
                        <a:pt x="444" y="945"/>
                        <a:pt x="409" y="878"/>
                        <a:pt x="442" y="827"/>
                      </a:cubicBezTo>
                      <a:cubicBezTo>
                        <a:pt x="467" y="788"/>
                        <a:pt x="503" y="754"/>
                        <a:pt x="543" y="722"/>
                      </a:cubicBezTo>
                      <a:cubicBezTo>
                        <a:pt x="574" y="696"/>
                        <a:pt x="607" y="671"/>
                        <a:pt x="641" y="646"/>
                      </a:cubicBezTo>
                      <a:cubicBezTo>
                        <a:pt x="707" y="599"/>
                        <a:pt x="779" y="554"/>
                        <a:pt x="855" y="516"/>
                      </a:cubicBezTo>
                      <a:cubicBezTo>
                        <a:pt x="860" y="514"/>
                        <a:pt x="865" y="512"/>
                        <a:pt x="870" y="509"/>
                      </a:cubicBezTo>
                      <a:cubicBezTo>
                        <a:pt x="874" y="544"/>
                        <a:pt x="878" y="579"/>
                        <a:pt x="882" y="613"/>
                      </a:cubicBezTo>
                      <a:cubicBezTo>
                        <a:pt x="893" y="728"/>
                        <a:pt x="914" y="843"/>
                        <a:pt x="946" y="955"/>
                      </a:cubicBezTo>
                      <a:cubicBezTo>
                        <a:pt x="958" y="1000"/>
                        <a:pt x="979" y="1042"/>
                        <a:pt x="997" y="1086"/>
                      </a:cubicBezTo>
                      <a:cubicBezTo>
                        <a:pt x="1017" y="1137"/>
                        <a:pt x="1062" y="1179"/>
                        <a:pt x="1111" y="1218"/>
                      </a:cubicBezTo>
                      <a:cubicBezTo>
                        <a:pt x="1168" y="1263"/>
                        <a:pt x="1218" y="1314"/>
                        <a:pt x="1269" y="1363"/>
                      </a:cubicBezTo>
                      <a:cubicBezTo>
                        <a:pt x="1371" y="1462"/>
                        <a:pt x="1468" y="1564"/>
                        <a:pt x="1569" y="1663"/>
                      </a:cubicBezTo>
                      <a:cubicBezTo>
                        <a:pt x="1578" y="1672"/>
                        <a:pt x="1587" y="1681"/>
                        <a:pt x="1596" y="1690"/>
                      </a:cubicBezTo>
                      <a:cubicBezTo>
                        <a:pt x="1615" y="1709"/>
                        <a:pt x="1646" y="1701"/>
                        <a:pt x="1674" y="1695"/>
                      </a:cubicBezTo>
                      <a:cubicBezTo>
                        <a:pt x="1761" y="1677"/>
                        <a:pt x="1847" y="1656"/>
                        <a:pt x="1931" y="1632"/>
                      </a:cubicBezTo>
                      <a:cubicBezTo>
                        <a:pt x="1913" y="1578"/>
                        <a:pt x="1889" y="1521"/>
                        <a:pt x="1853" y="147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444;p33">
                  <a:extLst>
                    <a:ext uri="{FF2B5EF4-FFF2-40B4-BE49-F238E27FC236}">
                      <a16:creationId xmlns:a16="http://schemas.microsoft.com/office/drawing/2014/main" id="{2EA25878-5259-C7F6-E2F8-2A6C7A037313}"/>
                    </a:ext>
                  </a:extLst>
                </p:cNvPr>
                <p:cNvSpPr/>
                <p:nvPr/>
              </p:nvSpPr>
              <p:spPr>
                <a:xfrm rot="-662413" flipH="1">
                  <a:off x="6812813" y="3450823"/>
                  <a:ext cx="1113617" cy="45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560" extrusionOk="0">
                      <a:moveTo>
                        <a:pt x="1922" y="325"/>
                      </a:moveTo>
                      <a:cubicBezTo>
                        <a:pt x="1915" y="340"/>
                        <a:pt x="1907" y="355"/>
                        <a:pt x="1900" y="370"/>
                      </a:cubicBezTo>
                      <a:cubicBezTo>
                        <a:pt x="1897" y="375"/>
                        <a:pt x="1894" y="380"/>
                        <a:pt x="1888" y="384"/>
                      </a:cubicBezTo>
                      <a:cubicBezTo>
                        <a:pt x="1882" y="387"/>
                        <a:pt x="1870" y="388"/>
                        <a:pt x="1866" y="383"/>
                      </a:cubicBezTo>
                      <a:cubicBezTo>
                        <a:pt x="1815" y="445"/>
                        <a:pt x="1731" y="559"/>
                        <a:pt x="1600" y="535"/>
                      </a:cubicBezTo>
                      <a:cubicBezTo>
                        <a:pt x="1592" y="534"/>
                        <a:pt x="1584" y="532"/>
                        <a:pt x="1576" y="528"/>
                      </a:cubicBezTo>
                      <a:cubicBezTo>
                        <a:pt x="1560" y="520"/>
                        <a:pt x="1553" y="505"/>
                        <a:pt x="1552" y="490"/>
                      </a:cubicBezTo>
                      <a:cubicBezTo>
                        <a:pt x="1551" y="480"/>
                        <a:pt x="1554" y="470"/>
                        <a:pt x="1559" y="461"/>
                      </a:cubicBezTo>
                      <a:cubicBezTo>
                        <a:pt x="1583" y="424"/>
                        <a:pt x="1603" y="386"/>
                        <a:pt x="1619" y="347"/>
                      </a:cubicBezTo>
                      <a:cubicBezTo>
                        <a:pt x="1631" y="319"/>
                        <a:pt x="1628" y="269"/>
                        <a:pt x="1681" y="265"/>
                      </a:cubicBezTo>
                      <a:cubicBezTo>
                        <a:pt x="1693" y="264"/>
                        <a:pt x="1705" y="263"/>
                        <a:pt x="1716" y="264"/>
                      </a:cubicBezTo>
                      <a:cubicBezTo>
                        <a:pt x="1736" y="265"/>
                        <a:pt x="1755" y="269"/>
                        <a:pt x="1772" y="279"/>
                      </a:cubicBezTo>
                      <a:cubicBezTo>
                        <a:pt x="1785" y="286"/>
                        <a:pt x="1827" y="317"/>
                        <a:pt x="1817" y="330"/>
                      </a:cubicBezTo>
                      <a:cubicBezTo>
                        <a:pt x="1831" y="311"/>
                        <a:pt x="1843" y="292"/>
                        <a:pt x="1854" y="272"/>
                      </a:cubicBezTo>
                      <a:cubicBezTo>
                        <a:pt x="1858" y="265"/>
                        <a:pt x="1873" y="228"/>
                        <a:pt x="1889" y="243"/>
                      </a:cubicBezTo>
                      <a:cubicBezTo>
                        <a:pt x="1900" y="253"/>
                        <a:pt x="1911" y="266"/>
                        <a:pt x="1918" y="280"/>
                      </a:cubicBezTo>
                      <a:cubicBezTo>
                        <a:pt x="1926" y="295"/>
                        <a:pt x="1929" y="311"/>
                        <a:pt x="1922" y="325"/>
                      </a:cubicBezTo>
                      <a:moveTo>
                        <a:pt x="8" y="184"/>
                      </a:moveTo>
                      <a:lnTo>
                        <a:pt x="328" y="135"/>
                      </a:lnTo>
                      <a:cubicBezTo>
                        <a:pt x="353" y="128"/>
                        <a:pt x="378" y="121"/>
                        <a:pt x="404" y="115"/>
                      </a:cubicBezTo>
                      <a:cubicBezTo>
                        <a:pt x="415" y="112"/>
                        <a:pt x="427" y="110"/>
                        <a:pt x="437" y="113"/>
                      </a:cubicBezTo>
                      <a:cubicBezTo>
                        <a:pt x="440" y="114"/>
                        <a:pt x="442" y="116"/>
                        <a:pt x="444" y="117"/>
                      </a:cubicBezTo>
                      <a:lnTo>
                        <a:pt x="540" y="102"/>
                      </a:lnTo>
                      <a:cubicBezTo>
                        <a:pt x="541" y="97"/>
                        <a:pt x="538" y="90"/>
                        <a:pt x="536" y="84"/>
                      </a:cubicBezTo>
                      <a:cubicBezTo>
                        <a:pt x="535" y="80"/>
                        <a:pt x="535" y="77"/>
                        <a:pt x="535" y="74"/>
                      </a:cubicBezTo>
                      <a:cubicBezTo>
                        <a:pt x="535" y="70"/>
                        <a:pt x="537" y="66"/>
                        <a:pt x="536" y="63"/>
                      </a:cubicBezTo>
                      <a:cubicBezTo>
                        <a:pt x="536" y="59"/>
                        <a:pt x="535" y="55"/>
                        <a:pt x="533" y="52"/>
                      </a:cubicBezTo>
                      <a:cubicBezTo>
                        <a:pt x="527" y="38"/>
                        <a:pt x="507" y="6"/>
                        <a:pt x="482" y="1"/>
                      </a:cubicBezTo>
                      <a:cubicBezTo>
                        <a:pt x="476" y="0"/>
                        <a:pt x="470" y="1"/>
                        <a:pt x="465" y="3"/>
                      </a:cubicBezTo>
                      <a:cubicBezTo>
                        <a:pt x="404" y="24"/>
                        <a:pt x="343" y="46"/>
                        <a:pt x="282" y="67"/>
                      </a:cubicBezTo>
                      <a:cubicBezTo>
                        <a:pt x="290" y="55"/>
                        <a:pt x="295" y="41"/>
                        <a:pt x="290" y="28"/>
                      </a:cubicBezTo>
                      <a:cubicBezTo>
                        <a:pt x="287" y="18"/>
                        <a:pt x="279" y="11"/>
                        <a:pt x="269" y="9"/>
                      </a:cubicBezTo>
                      <a:cubicBezTo>
                        <a:pt x="258" y="6"/>
                        <a:pt x="244" y="8"/>
                        <a:pt x="232" y="17"/>
                      </a:cubicBezTo>
                      <a:cubicBezTo>
                        <a:pt x="203" y="38"/>
                        <a:pt x="179" y="63"/>
                        <a:pt x="148" y="82"/>
                      </a:cubicBezTo>
                      <a:cubicBezTo>
                        <a:pt x="108" y="108"/>
                        <a:pt x="55" y="123"/>
                        <a:pt x="15" y="150"/>
                      </a:cubicBezTo>
                      <a:cubicBezTo>
                        <a:pt x="8" y="154"/>
                        <a:pt x="3" y="160"/>
                        <a:pt x="1" y="167"/>
                      </a:cubicBezTo>
                      <a:cubicBezTo>
                        <a:pt x="0" y="173"/>
                        <a:pt x="2" y="179"/>
                        <a:pt x="8" y="18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445;p33">
                  <a:extLst>
                    <a:ext uri="{FF2B5EF4-FFF2-40B4-BE49-F238E27FC236}">
                      <a16:creationId xmlns:a16="http://schemas.microsoft.com/office/drawing/2014/main" id="{B1D8404B-3DBD-C72D-8CE1-D5B4C194DFA1}"/>
                    </a:ext>
                  </a:extLst>
                </p:cNvPr>
                <p:cNvSpPr/>
                <p:nvPr/>
              </p:nvSpPr>
              <p:spPr>
                <a:xfrm rot="-662413" flipH="1">
                  <a:off x="6817531" y="3499649"/>
                  <a:ext cx="1113617" cy="40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" h="499" extrusionOk="0">
                      <a:moveTo>
                        <a:pt x="3" y="106"/>
                      </a:moveTo>
                      <a:lnTo>
                        <a:pt x="4" y="105"/>
                      </a:lnTo>
                      <a:lnTo>
                        <a:pt x="5" y="105"/>
                      </a:lnTo>
                      <a:cubicBezTo>
                        <a:pt x="6" y="105"/>
                        <a:pt x="6" y="105"/>
                        <a:pt x="7" y="105"/>
                      </a:cubicBezTo>
                      <a:cubicBezTo>
                        <a:pt x="8" y="105"/>
                        <a:pt x="8" y="105"/>
                        <a:pt x="9" y="105"/>
                      </a:cubicBezTo>
                      <a:cubicBezTo>
                        <a:pt x="10" y="104"/>
                        <a:pt x="11" y="104"/>
                        <a:pt x="12" y="104"/>
                      </a:cubicBezTo>
                      <a:cubicBezTo>
                        <a:pt x="13" y="104"/>
                        <a:pt x="14" y="104"/>
                        <a:pt x="15" y="104"/>
                      </a:cubicBezTo>
                      <a:cubicBezTo>
                        <a:pt x="16" y="104"/>
                        <a:pt x="17" y="103"/>
                        <a:pt x="18" y="103"/>
                      </a:cubicBezTo>
                      <a:cubicBezTo>
                        <a:pt x="19" y="103"/>
                        <a:pt x="20" y="103"/>
                        <a:pt x="22" y="103"/>
                      </a:cubicBezTo>
                      <a:cubicBezTo>
                        <a:pt x="23" y="102"/>
                        <a:pt x="24" y="102"/>
                        <a:pt x="25" y="102"/>
                      </a:cubicBezTo>
                      <a:lnTo>
                        <a:pt x="30" y="101"/>
                      </a:lnTo>
                      <a:cubicBezTo>
                        <a:pt x="31" y="101"/>
                        <a:pt x="33" y="101"/>
                        <a:pt x="34" y="101"/>
                      </a:cubicBezTo>
                      <a:cubicBezTo>
                        <a:pt x="36" y="100"/>
                        <a:pt x="37" y="100"/>
                        <a:pt x="39" y="100"/>
                      </a:cubicBezTo>
                      <a:cubicBezTo>
                        <a:pt x="41" y="100"/>
                        <a:pt x="43" y="99"/>
                        <a:pt x="44" y="99"/>
                      </a:cubicBezTo>
                      <a:cubicBezTo>
                        <a:pt x="46" y="99"/>
                        <a:pt x="48" y="99"/>
                        <a:pt x="50" y="98"/>
                      </a:cubicBezTo>
                      <a:cubicBezTo>
                        <a:pt x="51" y="98"/>
                        <a:pt x="53" y="98"/>
                        <a:pt x="55" y="97"/>
                      </a:cubicBezTo>
                      <a:cubicBezTo>
                        <a:pt x="57" y="97"/>
                        <a:pt x="59" y="97"/>
                        <a:pt x="61" y="96"/>
                      </a:cubicBezTo>
                      <a:lnTo>
                        <a:pt x="67" y="95"/>
                      </a:lnTo>
                      <a:cubicBezTo>
                        <a:pt x="70" y="95"/>
                        <a:pt x="72" y="95"/>
                        <a:pt x="74" y="94"/>
                      </a:cubicBezTo>
                      <a:cubicBezTo>
                        <a:pt x="76" y="94"/>
                        <a:pt x="78" y="94"/>
                        <a:pt x="81" y="93"/>
                      </a:cubicBezTo>
                      <a:cubicBezTo>
                        <a:pt x="83" y="93"/>
                        <a:pt x="85" y="93"/>
                        <a:pt x="88" y="92"/>
                      </a:cubicBezTo>
                      <a:cubicBezTo>
                        <a:pt x="90" y="92"/>
                        <a:pt x="92" y="92"/>
                        <a:pt x="95" y="91"/>
                      </a:cubicBezTo>
                      <a:cubicBezTo>
                        <a:pt x="97" y="91"/>
                        <a:pt x="100" y="90"/>
                        <a:pt x="102" y="90"/>
                      </a:cubicBezTo>
                      <a:cubicBezTo>
                        <a:pt x="104" y="90"/>
                        <a:pt x="107" y="89"/>
                        <a:pt x="109" y="89"/>
                      </a:cubicBezTo>
                      <a:cubicBezTo>
                        <a:pt x="112" y="88"/>
                        <a:pt x="114" y="88"/>
                        <a:pt x="117" y="88"/>
                      </a:cubicBezTo>
                      <a:cubicBezTo>
                        <a:pt x="120" y="87"/>
                        <a:pt x="122" y="87"/>
                        <a:pt x="125" y="87"/>
                      </a:cubicBezTo>
                      <a:lnTo>
                        <a:pt x="133" y="85"/>
                      </a:lnTo>
                      <a:cubicBezTo>
                        <a:pt x="136" y="85"/>
                        <a:pt x="138" y="84"/>
                        <a:pt x="141" y="84"/>
                      </a:cubicBezTo>
                      <a:cubicBezTo>
                        <a:pt x="144" y="84"/>
                        <a:pt x="147" y="83"/>
                        <a:pt x="150" y="83"/>
                      </a:cubicBezTo>
                      <a:cubicBezTo>
                        <a:pt x="152" y="82"/>
                        <a:pt x="155" y="82"/>
                        <a:pt x="158" y="81"/>
                      </a:cubicBezTo>
                      <a:lnTo>
                        <a:pt x="166" y="80"/>
                      </a:lnTo>
                      <a:cubicBezTo>
                        <a:pt x="169" y="80"/>
                        <a:pt x="172" y="79"/>
                        <a:pt x="175" y="79"/>
                      </a:cubicBezTo>
                      <a:cubicBezTo>
                        <a:pt x="178" y="78"/>
                        <a:pt x="181" y="78"/>
                        <a:pt x="184" y="77"/>
                      </a:cubicBezTo>
                      <a:cubicBezTo>
                        <a:pt x="187" y="77"/>
                        <a:pt x="190" y="76"/>
                        <a:pt x="193" y="76"/>
                      </a:cubicBezTo>
                      <a:cubicBezTo>
                        <a:pt x="196" y="75"/>
                        <a:pt x="199" y="75"/>
                        <a:pt x="202" y="74"/>
                      </a:cubicBezTo>
                      <a:cubicBezTo>
                        <a:pt x="205" y="74"/>
                        <a:pt x="208" y="73"/>
                        <a:pt x="211" y="73"/>
                      </a:cubicBezTo>
                      <a:cubicBezTo>
                        <a:pt x="214" y="73"/>
                        <a:pt x="217" y="72"/>
                        <a:pt x="220" y="72"/>
                      </a:cubicBezTo>
                      <a:cubicBezTo>
                        <a:pt x="223" y="71"/>
                        <a:pt x="226" y="71"/>
                        <a:pt x="229" y="70"/>
                      </a:cubicBezTo>
                      <a:cubicBezTo>
                        <a:pt x="232" y="70"/>
                        <a:pt x="235" y="69"/>
                        <a:pt x="238" y="69"/>
                      </a:cubicBezTo>
                      <a:cubicBezTo>
                        <a:pt x="241" y="68"/>
                        <a:pt x="244" y="68"/>
                        <a:pt x="247" y="67"/>
                      </a:cubicBezTo>
                      <a:cubicBezTo>
                        <a:pt x="250" y="67"/>
                        <a:pt x="254" y="66"/>
                        <a:pt x="257" y="66"/>
                      </a:cubicBezTo>
                      <a:cubicBezTo>
                        <a:pt x="260" y="66"/>
                        <a:pt x="263" y="65"/>
                        <a:pt x="266" y="65"/>
                      </a:cubicBezTo>
                      <a:cubicBezTo>
                        <a:pt x="269" y="64"/>
                        <a:pt x="272" y="64"/>
                        <a:pt x="275" y="63"/>
                      </a:cubicBezTo>
                      <a:cubicBezTo>
                        <a:pt x="278" y="63"/>
                        <a:pt x="281" y="62"/>
                        <a:pt x="284" y="62"/>
                      </a:cubicBezTo>
                      <a:cubicBezTo>
                        <a:pt x="287" y="61"/>
                        <a:pt x="290" y="61"/>
                        <a:pt x="293" y="60"/>
                      </a:cubicBezTo>
                      <a:cubicBezTo>
                        <a:pt x="296" y="60"/>
                        <a:pt x="300" y="60"/>
                        <a:pt x="303" y="59"/>
                      </a:cubicBezTo>
                      <a:cubicBezTo>
                        <a:pt x="306" y="59"/>
                        <a:pt x="309" y="58"/>
                        <a:pt x="312" y="58"/>
                      </a:cubicBezTo>
                      <a:cubicBezTo>
                        <a:pt x="315" y="57"/>
                        <a:pt x="318" y="57"/>
                        <a:pt x="321" y="56"/>
                      </a:cubicBezTo>
                      <a:cubicBezTo>
                        <a:pt x="324" y="56"/>
                        <a:pt x="327" y="55"/>
                        <a:pt x="330" y="55"/>
                      </a:cubicBezTo>
                      <a:cubicBezTo>
                        <a:pt x="333" y="54"/>
                        <a:pt x="336" y="54"/>
                        <a:pt x="339" y="53"/>
                      </a:cubicBezTo>
                      <a:cubicBezTo>
                        <a:pt x="342" y="53"/>
                        <a:pt x="345" y="53"/>
                        <a:pt x="348" y="52"/>
                      </a:cubicBezTo>
                      <a:cubicBezTo>
                        <a:pt x="351" y="52"/>
                        <a:pt x="354" y="51"/>
                        <a:pt x="357" y="51"/>
                      </a:cubicBezTo>
                      <a:cubicBezTo>
                        <a:pt x="360" y="50"/>
                        <a:pt x="363" y="50"/>
                        <a:pt x="365" y="49"/>
                      </a:cubicBezTo>
                      <a:cubicBezTo>
                        <a:pt x="368" y="49"/>
                        <a:pt x="371" y="48"/>
                        <a:pt x="374" y="48"/>
                      </a:cubicBezTo>
                      <a:lnTo>
                        <a:pt x="382" y="47"/>
                      </a:lnTo>
                      <a:cubicBezTo>
                        <a:pt x="385" y="46"/>
                        <a:pt x="388" y="46"/>
                        <a:pt x="391" y="45"/>
                      </a:cubicBezTo>
                      <a:cubicBezTo>
                        <a:pt x="394" y="45"/>
                        <a:pt x="396" y="45"/>
                        <a:pt x="399" y="44"/>
                      </a:cubicBezTo>
                      <a:lnTo>
                        <a:pt x="407" y="43"/>
                      </a:lnTo>
                      <a:cubicBezTo>
                        <a:pt x="410" y="42"/>
                        <a:pt x="413" y="42"/>
                        <a:pt x="415" y="42"/>
                      </a:cubicBezTo>
                      <a:cubicBezTo>
                        <a:pt x="418" y="41"/>
                        <a:pt x="420" y="41"/>
                        <a:pt x="423" y="40"/>
                      </a:cubicBezTo>
                      <a:cubicBezTo>
                        <a:pt x="425" y="40"/>
                        <a:pt x="428" y="40"/>
                        <a:pt x="430" y="39"/>
                      </a:cubicBezTo>
                      <a:cubicBezTo>
                        <a:pt x="433" y="39"/>
                        <a:pt x="435" y="38"/>
                        <a:pt x="438" y="38"/>
                      </a:cubicBezTo>
                      <a:cubicBezTo>
                        <a:pt x="440" y="38"/>
                        <a:pt x="443" y="37"/>
                        <a:pt x="445" y="37"/>
                      </a:cubicBezTo>
                      <a:cubicBezTo>
                        <a:pt x="448" y="36"/>
                        <a:pt x="450" y="36"/>
                        <a:pt x="452" y="36"/>
                      </a:cubicBezTo>
                      <a:cubicBezTo>
                        <a:pt x="455" y="35"/>
                        <a:pt x="457" y="35"/>
                        <a:pt x="459" y="35"/>
                      </a:cubicBezTo>
                      <a:cubicBezTo>
                        <a:pt x="461" y="34"/>
                        <a:pt x="463" y="34"/>
                        <a:pt x="466" y="34"/>
                      </a:cubicBezTo>
                      <a:cubicBezTo>
                        <a:pt x="468" y="33"/>
                        <a:pt x="470" y="33"/>
                        <a:pt x="472" y="33"/>
                      </a:cubicBezTo>
                      <a:lnTo>
                        <a:pt x="478" y="32"/>
                      </a:lnTo>
                      <a:cubicBezTo>
                        <a:pt x="480" y="31"/>
                        <a:pt x="482" y="31"/>
                        <a:pt x="484" y="31"/>
                      </a:cubicBezTo>
                      <a:cubicBezTo>
                        <a:pt x="486" y="30"/>
                        <a:pt x="488" y="30"/>
                        <a:pt x="490" y="30"/>
                      </a:cubicBezTo>
                      <a:cubicBezTo>
                        <a:pt x="491" y="29"/>
                        <a:pt x="493" y="29"/>
                        <a:pt x="495" y="29"/>
                      </a:cubicBezTo>
                      <a:cubicBezTo>
                        <a:pt x="497" y="29"/>
                        <a:pt x="499" y="28"/>
                        <a:pt x="500" y="28"/>
                      </a:cubicBezTo>
                      <a:cubicBezTo>
                        <a:pt x="502" y="28"/>
                        <a:pt x="503" y="28"/>
                        <a:pt x="505" y="27"/>
                      </a:cubicBezTo>
                      <a:cubicBezTo>
                        <a:pt x="506" y="27"/>
                        <a:pt x="508" y="27"/>
                        <a:pt x="509" y="27"/>
                      </a:cubicBezTo>
                      <a:cubicBezTo>
                        <a:pt x="511" y="27"/>
                        <a:pt x="512" y="26"/>
                        <a:pt x="513" y="26"/>
                      </a:cubicBezTo>
                      <a:lnTo>
                        <a:pt x="517" y="26"/>
                      </a:lnTo>
                      <a:cubicBezTo>
                        <a:pt x="518" y="25"/>
                        <a:pt x="520" y="25"/>
                        <a:pt x="521" y="25"/>
                      </a:cubicBezTo>
                      <a:cubicBezTo>
                        <a:pt x="522" y="25"/>
                        <a:pt x="523" y="25"/>
                        <a:pt x="524" y="24"/>
                      </a:cubicBezTo>
                      <a:cubicBezTo>
                        <a:pt x="525" y="24"/>
                        <a:pt x="526" y="24"/>
                        <a:pt x="527" y="24"/>
                      </a:cubicBezTo>
                      <a:cubicBezTo>
                        <a:pt x="528" y="24"/>
                        <a:pt x="528" y="24"/>
                        <a:pt x="529" y="24"/>
                      </a:cubicBezTo>
                      <a:cubicBezTo>
                        <a:pt x="530" y="23"/>
                        <a:pt x="531" y="23"/>
                        <a:pt x="531" y="23"/>
                      </a:cubicBezTo>
                      <a:cubicBezTo>
                        <a:pt x="532" y="23"/>
                        <a:pt x="532" y="23"/>
                        <a:pt x="533" y="23"/>
                      </a:cubicBezTo>
                      <a:cubicBezTo>
                        <a:pt x="534" y="23"/>
                        <a:pt x="534" y="23"/>
                        <a:pt x="534" y="23"/>
                      </a:cubicBezTo>
                      <a:cubicBezTo>
                        <a:pt x="535" y="23"/>
                        <a:pt x="535" y="23"/>
                        <a:pt x="535" y="23"/>
                      </a:cubicBezTo>
                      <a:lnTo>
                        <a:pt x="536" y="23"/>
                      </a:lnTo>
                      <a:cubicBezTo>
                        <a:pt x="538" y="29"/>
                        <a:pt x="541" y="36"/>
                        <a:pt x="539" y="41"/>
                      </a:cubicBezTo>
                      <a:lnTo>
                        <a:pt x="444" y="56"/>
                      </a:lnTo>
                      <a:cubicBezTo>
                        <a:pt x="442" y="55"/>
                        <a:pt x="439" y="54"/>
                        <a:pt x="437" y="53"/>
                      </a:cubicBezTo>
                      <a:cubicBezTo>
                        <a:pt x="426" y="49"/>
                        <a:pt x="414" y="51"/>
                        <a:pt x="403" y="54"/>
                      </a:cubicBezTo>
                      <a:cubicBezTo>
                        <a:pt x="378" y="61"/>
                        <a:pt x="353" y="67"/>
                        <a:pt x="327" y="74"/>
                      </a:cubicBezTo>
                      <a:lnTo>
                        <a:pt x="8" y="124"/>
                      </a:lnTo>
                      <a:cubicBezTo>
                        <a:pt x="8" y="124"/>
                        <a:pt x="7" y="122"/>
                        <a:pt x="6" y="122"/>
                      </a:cubicBezTo>
                      <a:lnTo>
                        <a:pt x="5" y="121"/>
                      </a:lnTo>
                      <a:cubicBezTo>
                        <a:pt x="4" y="120"/>
                        <a:pt x="4" y="119"/>
                        <a:pt x="3" y="118"/>
                      </a:cubicBezTo>
                      <a:cubicBezTo>
                        <a:pt x="2" y="116"/>
                        <a:pt x="1" y="114"/>
                        <a:pt x="1" y="112"/>
                      </a:cubicBezTo>
                      <a:cubicBezTo>
                        <a:pt x="1" y="111"/>
                        <a:pt x="1" y="110"/>
                        <a:pt x="1" y="109"/>
                      </a:cubicBezTo>
                      <a:cubicBezTo>
                        <a:pt x="1" y="108"/>
                        <a:pt x="0" y="106"/>
                        <a:pt x="2" y="106"/>
                      </a:cubicBezTo>
                      <a:cubicBezTo>
                        <a:pt x="3" y="106"/>
                        <a:pt x="3" y="106"/>
                        <a:pt x="3" y="106"/>
                      </a:cubicBezTo>
                      <a:moveTo>
                        <a:pt x="147" y="15"/>
                      </a:moveTo>
                      <a:cubicBezTo>
                        <a:pt x="172" y="23"/>
                        <a:pt x="194" y="34"/>
                        <a:pt x="214" y="47"/>
                      </a:cubicBezTo>
                      <a:cubicBezTo>
                        <a:pt x="221" y="51"/>
                        <a:pt x="232" y="50"/>
                        <a:pt x="239" y="48"/>
                      </a:cubicBezTo>
                      <a:cubicBezTo>
                        <a:pt x="244" y="47"/>
                        <a:pt x="256" y="41"/>
                        <a:pt x="250" y="37"/>
                      </a:cubicBezTo>
                      <a:cubicBezTo>
                        <a:pt x="228" y="23"/>
                        <a:pt x="204" y="12"/>
                        <a:pt x="177" y="3"/>
                      </a:cubicBezTo>
                      <a:cubicBezTo>
                        <a:pt x="169" y="0"/>
                        <a:pt x="158" y="1"/>
                        <a:pt x="151" y="4"/>
                      </a:cubicBezTo>
                      <a:cubicBezTo>
                        <a:pt x="146" y="6"/>
                        <a:pt x="139" y="12"/>
                        <a:pt x="147" y="15"/>
                      </a:cubicBezTo>
                      <a:moveTo>
                        <a:pt x="1922" y="264"/>
                      </a:moveTo>
                      <a:cubicBezTo>
                        <a:pt x="1915" y="279"/>
                        <a:pt x="1907" y="294"/>
                        <a:pt x="1900" y="309"/>
                      </a:cubicBezTo>
                      <a:cubicBezTo>
                        <a:pt x="1897" y="314"/>
                        <a:pt x="1894" y="319"/>
                        <a:pt x="1888" y="323"/>
                      </a:cubicBezTo>
                      <a:cubicBezTo>
                        <a:pt x="1882" y="326"/>
                        <a:pt x="1870" y="327"/>
                        <a:pt x="1866" y="322"/>
                      </a:cubicBezTo>
                      <a:cubicBezTo>
                        <a:pt x="1815" y="384"/>
                        <a:pt x="1731" y="498"/>
                        <a:pt x="1600" y="474"/>
                      </a:cubicBezTo>
                      <a:cubicBezTo>
                        <a:pt x="1592" y="473"/>
                        <a:pt x="1584" y="471"/>
                        <a:pt x="1576" y="467"/>
                      </a:cubicBezTo>
                      <a:cubicBezTo>
                        <a:pt x="1560" y="459"/>
                        <a:pt x="1553" y="444"/>
                        <a:pt x="1552" y="429"/>
                      </a:cubicBezTo>
                      <a:cubicBezTo>
                        <a:pt x="1557" y="435"/>
                        <a:pt x="1563" y="442"/>
                        <a:pt x="1570" y="447"/>
                      </a:cubicBezTo>
                      <a:cubicBezTo>
                        <a:pt x="1588" y="462"/>
                        <a:pt x="1612" y="466"/>
                        <a:pt x="1640" y="465"/>
                      </a:cubicBezTo>
                      <a:cubicBezTo>
                        <a:pt x="1679" y="464"/>
                        <a:pt x="1713" y="446"/>
                        <a:pt x="1740" y="428"/>
                      </a:cubicBezTo>
                      <a:cubicBezTo>
                        <a:pt x="1770" y="410"/>
                        <a:pt x="1794" y="388"/>
                        <a:pt x="1813" y="365"/>
                      </a:cubicBezTo>
                      <a:cubicBezTo>
                        <a:pt x="1829" y="345"/>
                        <a:pt x="1843" y="324"/>
                        <a:pt x="1863" y="307"/>
                      </a:cubicBezTo>
                      <a:cubicBezTo>
                        <a:pt x="1884" y="289"/>
                        <a:pt x="1898" y="269"/>
                        <a:pt x="1907" y="248"/>
                      </a:cubicBezTo>
                      <a:cubicBezTo>
                        <a:pt x="1910" y="238"/>
                        <a:pt x="1913" y="228"/>
                        <a:pt x="1918" y="219"/>
                      </a:cubicBezTo>
                      <a:cubicBezTo>
                        <a:pt x="1926" y="234"/>
                        <a:pt x="1929" y="250"/>
                        <a:pt x="1922" y="264"/>
                      </a:cubicBezTo>
                      <a:moveTo>
                        <a:pt x="1760" y="322"/>
                      </a:moveTo>
                      <a:cubicBezTo>
                        <a:pt x="1766" y="316"/>
                        <a:pt x="1782" y="307"/>
                        <a:pt x="1773" y="301"/>
                      </a:cubicBezTo>
                      <a:cubicBezTo>
                        <a:pt x="1766" y="296"/>
                        <a:pt x="1755" y="292"/>
                        <a:pt x="1747" y="289"/>
                      </a:cubicBezTo>
                      <a:cubicBezTo>
                        <a:pt x="1730" y="283"/>
                        <a:pt x="1712" y="279"/>
                        <a:pt x="1693" y="276"/>
                      </a:cubicBezTo>
                      <a:cubicBezTo>
                        <a:pt x="1674" y="273"/>
                        <a:pt x="1654" y="273"/>
                        <a:pt x="1635" y="274"/>
                      </a:cubicBezTo>
                      <a:cubicBezTo>
                        <a:pt x="1624" y="275"/>
                        <a:pt x="1619" y="276"/>
                        <a:pt x="1614" y="283"/>
                      </a:cubicBezTo>
                      <a:cubicBezTo>
                        <a:pt x="1610" y="289"/>
                        <a:pt x="1606" y="297"/>
                        <a:pt x="1605" y="304"/>
                      </a:cubicBezTo>
                      <a:cubicBezTo>
                        <a:pt x="1605" y="306"/>
                        <a:pt x="1605" y="308"/>
                        <a:pt x="1604" y="310"/>
                      </a:cubicBezTo>
                      <a:cubicBezTo>
                        <a:pt x="1604" y="312"/>
                        <a:pt x="1621" y="306"/>
                        <a:pt x="1622" y="306"/>
                      </a:cubicBezTo>
                      <a:cubicBezTo>
                        <a:pt x="1628" y="304"/>
                        <a:pt x="1635" y="303"/>
                        <a:pt x="1641" y="303"/>
                      </a:cubicBezTo>
                      <a:cubicBezTo>
                        <a:pt x="1656" y="301"/>
                        <a:pt x="1670" y="302"/>
                        <a:pt x="1684" y="304"/>
                      </a:cubicBezTo>
                      <a:cubicBezTo>
                        <a:pt x="1697" y="306"/>
                        <a:pt x="1709" y="309"/>
                        <a:pt x="1721" y="312"/>
                      </a:cubicBezTo>
                      <a:cubicBezTo>
                        <a:pt x="1732" y="316"/>
                        <a:pt x="1741" y="321"/>
                        <a:pt x="1753" y="323"/>
                      </a:cubicBezTo>
                      <a:cubicBezTo>
                        <a:pt x="1754" y="323"/>
                        <a:pt x="1755" y="324"/>
                        <a:pt x="1756" y="324"/>
                      </a:cubicBezTo>
                      <a:lnTo>
                        <a:pt x="1757" y="323"/>
                      </a:lnTo>
                      <a:cubicBezTo>
                        <a:pt x="1758" y="323"/>
                        <a:pt x="1759" y="322"/>
                        <a:pt x="1760" y="322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446;p33">
                  <a:extLst>
                    <a:ext uri="{FF2B5EF4-FFF2-40B4-BE49-F238E27FC236}">
                      <a16:creationId xmlns:a16="http://schemas.microsoft.com/office/drawing/2014/main" id="{1C32BC42-5597-C284-CF77-2298A68C5A4D}"/>
                    </a:ext>
                  </a:extLst>
                </p:cNvPr>
                <p:cNvSpPr/>
                <p:nvPr/>
              </p:nvSpPr>
              <p:spPr>
                <a:xfrm rot="-662413" flipH="1">
                  <a:off x="7478050" y="1799119"/>
                  <a:ext cx="228493" cy="470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582" extrusionOk="0">
                      <a:moveTo>
                        <a:pt x="10" y="518"/>
                      </a:moveTo>
                      <a:cubicBezTo>
                        <a:pt x="11" y="520"/>
                        <a:pt x="13" y="521"/>
                        <a:pt x="16" y="522"/>
                      </a:cubicBezTo>
                      <a:cubicBezTo>
                        <a:pt x="31" y="526"/>
                        <a:pt x="57" y="512"/>
                        <a:pt x="70" y="509"/>
                      </a:cubicBezTo>
                      <a:cubicBezTo>
                        <a:pt x="105" y="502"/>
                        <a:pt x="143" y="514"/>
                        <a:pt x="171" y="529"/>
                      </a:cubicBezTo>
                      <a:cubicBezTo>
                        <a:pt x="200" y="545"/>
                        <a:pt x="225" y="564"/>
                        <a:pt x="257" y="576"/>
                      </a:cubicBezTo>
                      <a:cubicBezTo>
                        <a:pt x="265" y="579"/>
                        <a:pt x="273" y="581"/>
                        <a:pt x="282" y="581"/>
                      </a:cubicBezTo>
                      <a:cubicBezTo>
                        <a:pt x="322" y="580"/>
                        <a:pt x="313" y="540"/>
                        <a:pt x="314" y="521"/>
                      </a:cubicBezTo>
                      <a:cubicBezTo>
                        <a:pt x="317" y="497"/>
                        <a:pt x="333" y="475"/>
                        <a:pt x="344" y="452"/>
                      </a:cubicBezTo>
                      <a:cubicBezTo>
                        <a:pt x="361" y="416"/>
                        <a:pt x="359" y="382"/>
                        <a:pt x="365" y="346"/>
                      </a:cubicBezTo>
                      <a:cubicBezTo>
                        <a:pt x="371" y="309"/>
                        <a:pt x="377" y="272"/>
                        <a:pt x="374" y="235"/>
                      </a:cubicBezTo>
                      <a:cubicBezTo>
                        <a:pt x="371" y="183"/>
                        <a:pt x="395" y="132"/>
                        <a:pt x="362" y="83"/>
                      </a:cubicBezTo>
                      <a:cubicBezTo>
                        <a:pt x="344" y="55"/>
                        <a:pt x="311" y="33"/>
                        <a:pt x="271" y="21"/>
                      </a:cubicBezTo>
                      <a:cubicBezTo>
                        <a:pt x="234" y="9"/>
                        <a:pt x="178" y="0"/>
                        <a:pt x="141" y="18"/>
                      </a:cubicBezTo>
                      <a:cubicBezTo>
                        <a:pt x="114" y="31"/>
                        <a:pt x="89" y="62"/>
                        <a:pt x="79" y="83"/>
                      </a:cubicBezTo>
                      <a:cubicBezTo>
                        <a:pt x="66" y="111"/>
                        <a:pt x="66" y="142"/>
                        <a:pt x="71" y="171"/>
                      </a:cubicBezTo>
                      <a:cubicBezTo>
                        <a:pt x="77" y="206"/>
                        <a:pt x="91" y="243"/>
                        <a:pt x="82" y="278"/>
                      </a:cubicBezTo>
                      <a:cubicBezTo>
                        <a:pt x="77" y="301"/>
                        <a:pt x="67" y="323"/>
                        <a:pt x="62" y="345"/>
                      </a:cubicBezTo>
                      <a:cubicBezTo>
                        <a:pt x="55" y="381"/>
                        <a:pt x="62" y="419"/>
                        <a:pt x="37" y="451"/>
                      </a:cubicBezTo>
                      <a:cubicBezTo>
                        <a:pt x="28" y="463"/>
                        <a:pt x="14" y="474"/>
                        <a:pt x="7" y="487"/>
                      </a:cubicBezTo>
                      <a:cubicBezTo>
                        <a:pt x="3" y="494"/>
                        <a:pt x="0" y="511"/>
                        <a:pt x="10" y="518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447;p33">
                  <a:extLst>
                    <a:ext uri="{FF2B5EF4-FFF2-40B4-BE49-F238E27FC236}">
                      <a16:creationId xmlns:a16="http://schemas.microsoft.com/office/drawing/2014/main" id="{60FC7B7B-8F59-4BCC-9970-BD5AA424386D}"/>
                    </a:ext>
                  </a:extLst>
                </p:cNvPr>
                <p:cNvSpPr/>
                <p:nvPr/>
              </p:nvSpPr>
              <p:spPr>
                <a:xfrm rot="-662413" flipH="1">
                  <a:off x="6527016" y="1756885"/>
                  <a:ext cx="512956" cy="468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" h="580" extrusionOk="0">
                      <a:moveTo>
                        <a:pt x="694" y="536"/>
                      </a:moveTo>
                      <a:cubicBezTo>
                        <a:pt x="724" y="528"/>
                        <a:pt x="754" y="523"/>
                        <a:pt x="786" y="523"/>
                      </a:cubicBezTo>
                      <a:cubicBezTo>
                        <a:pt x="811" y="523"/>
                        <a:pt x="839" y="526"/>
                        <a:pt x="859" y="516"/>
                      </a:cubicBezTo>
                      <a:cubicBezTo>
                        <a:pt x="886" y="504"/>
                        <a:pt x="888" y="478"/>
                        <a:pt x="887" y="457"/>
                      </a:cubicBezTo>
                      <a:cubicBezTo>
                        <a:pt x="887" y="449"/>
                        <a:pt x="887" y="438"/>
                        <a:pt x="879" y="431"/>
                      </a:cubicBezTo>
                      <a:cubicBezTo>
                        <a:pt x="872" y="425"/>
                        <a:pt x="861" y="425"/>
                        <a:pt x="858" y="417"/>
                      </a:cubicBezTo>
                      <a:cubicBezTo>
                        <a:pt x="852" y="404"/>
                        <a:pt x="856" y="398"/>
                        <a:pt x="845" y="386"/>
                      </a:cubicBezTo>
                      <a:cubicBezTo>
                        <a:pt x="833" y="373"/>
                        <a:pt x="824" y="360"/>
                        <a:pt x="807" y="349"/>
                      </a:cubicBezTo>
                      <a:cubicBezTo>
                        <a:pt x="764" y="323"/>
                        <a:pt x="698" y="320"/>
                        <a:pt x="656" y="293"/>
                      </a:cubicBezTo>
                      <a:cubicBezTo>
                        <a:pt x="643" y="284"/>
                        <a:pt x="632" y="273"/>
                        <a:pt x="623" y="261"/>
                      </a:cubicBezTo>
                      <a:cubicBezTo>
                        <a:pt x="600" y="235"/>
                        <a:pt x="584" y="194"/>
                        <a:pt x="547" y="176"/>
                      </a:cubicBezTo>
                      <a:cubicBezTo>
                        <a:pt x="511" y="159"/>
                        <a:pt x="466" y="155"/>
                        <a:pt x="427" y="142"/>
                      </a:cubicBezTo>
                      <a:cubicBezTo>
                        <a:pt x="383" y="127"/>
                        <a:pt x="349" y="102"/>
                        <a:pt x="317" y="78"/>
                      </a:cubicBezTo>
                      <a:cubicBezTo>
                        <a:pt x="284" y="53"/>
                        <a:pt x="250" y="28"/>
                        <a:pt x="206" y="14"/>
                      </a:cubicBezTo>
                      <a:cubicBezTo>
                        <a:pt x="164" y="1"/>
                        <a:pt x="117" y="0"/>
                        <a:pt x="77" y="17"/>
                      </a:cubicBezTo>
                      <a:cubicBezTo>
                        <a:pt x="39" y="32"/>
                        <a:pt x="22" y="61"/>
                        <a:pt x="15" y="90"/>
                      </a:cubicBezTo>
                      <a:cubicBezTo>
                        <a:pt x="0" y="155"/>
                        <a:pt x="28" y="224"/>
                        <a:pt x="89" y="275"/>
                      </a:cubicBezTo>
                      <a:cubicBezTo>
                        <a:pt x="151" y="327"/>
                        <a:pt x="259" y="342"/>
                        <a:pt x="319" y="395"/>
                      </a:cubicBezTo>
                      <a:cubicBezTo>
                        <a:pt x="336" y="410"/>
                        <a:pt x="349" y="427"/>
                        <a:pt x="367" y="440"/>
                      </a:cubicBezTo>
                      <a:cubicBezTo>
                        <a:pt x="414" y="474"/>
                        <a:pt x="486" y="482"/>
                        <a:pt x="548" y="502"/>
                      </a:cubicBezTo>
                      <a:cubicBezTo>
                        <a:pt x="557" y="505"/>
                        <a:pt x="568" y="510"/>
                        <a:pt x="568" y="517"/>
                      </a:cubicBezTo>
                      <a:cubicBezTo>
                        <a:pt x="568" y="521"/>
                        <a:pt x="564" y="525"/>
                        <a:pt x="561" y="528"/>
                      </a:cubicBezTo>
                      <a:cubicBezTo>
                        <a:pt x="553" y="536"/>
                        <a:pt x="547" y="546"/>
                        <a:pt x="544" y="555"/>
                      </a:cubicBezTo>
                      <a:cubicBezTo>
                        <a:pt x="542" y="560"/>
                        <a:pt x="541" y="565"/>
                        <a:pt x="543" y="570"/>
                      </a:cubicBezTo>
                      <a:cubicBezTo>
                        <a:pt x="545" y="575"/>
                        <a:pt x="551" y="579"/>
                        <a:pt x="558" y="579"/>
                      </a:cubicBezTo>
                      <a:cubicBezTo>
                        <a:pt x="563" y="579"/>
                        <a:pt x="567" y="578"/>
                        <a:pt x="571" y="576"/>
                      </a:cubicBezTo>
                      <a:cubicBezTo>
                        <a:pt x="611" y="562"/>
                        <a:pt x="652" y="546"/>
                        <a:pt x="694" y="536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48;p33">
                  <a:extLst>
                    <a:ext uri="{FF2B5EF4-FFF2-40B4-BE49-F238E27FC236}">
                      <a16:creationId xmlns:a16="http://schemas.microsoft.com/office/drawing/2014/main" id="{197EB76B-277A-5E4B-09B0-96EF6245AF31}"/>
                    </a:ext>
                  </a:extLst>
                </p:cNvPr>
                <p:cNvSpPr/>
                <p:nvPr/>
              </p:nvSpPr>
              <p:spPr>
                <a:xfrm rot="-662413" flipH="1">
                  <a:off x="7124296" y="1462304"/>
                  <a:ext cx="180025" cy="53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66" extrusionOk="0">
                      <a:moveTo>
                        <a:pt x="253" y="1"/>
                      </a:moveTo>
                      <a:cubicBezTo>
                        <a:pt x="261" y="0"/>
                        <a:pt x="269" y="1"/>
                        <a:pt x="279" y="3"/>
                      </a:cubicBezTo>
                      <a:cubicBezTo>
                        <a:pt x="284" y="5"/>
                        <a:pt x="311" y="12"/>
                        <a:pt x="299" y="19"/>
                      </a:cubicBezTo>
                      <a:cubicBezTo>
                        <a:pt x="294" y="23"/>
                        <a:pt x="275" y="19"/>
                        <a:pt x="268" y="19"/>
                      </a:cubicBezTo>
                      <a:cubicBezTo>
                        <a:pt x="257" y="19"/>
                        <a:pt x="246" y="20"/>
                        <a:pt x="235" y="23"/>
                      </a:cubicBezTo>
                      <a:cubicBezTo>
                        <a:pt x="231" y="24"/>
                        <a:pt x="223" y="26"/>
                        <a:pt x="219" y="23"/>
                      </a:cubicBezTo>
                      <a:cubicBezTo>
                        <a:pt x="209" y="18"/>
                        <a:pt x="221" y="7"/>
                        <a:pt x="228" y="6"/>
                      </a:cubicBezTo>
                      <a:cubicBezTo>
                        <a:pt x="237" y="3"/>
                        <a:pt x="245" y="2"/>
                        <a:pt x="253" y="1"/>
                      </a:cubicBezTo>
                      <a:moveTo>
                        <a:pt x="69" y="25"/>
                      </a:moveTo>
                      <a:cubicBezTo>
                        <a:pt x="56" y="28"/>
                        <a:pt x="44" y="32"/>
                        <a:pt x="34" y="38"/>
                      </a:cubicBezTo>
                      <a:cubicBezTo>
                        <a:pt x="30" y="40"/>
                        <a:pt x="0" y="63"/>
                        <a:pt x="12" y="65"/>
                      </a:cubicBezTo>
                      <a:cubicBezTo>
                        <a:pt x="13" y="65"/>
                        <a:pt x="13" y="65"/>
                        <a:pt x="14" y="65"/>
                      </a:cubicBezTo>
                      <a:cubicBezTo>
                        <a:pt x="30" y="61"/>
                        <a:pt x="43" y="53"/>
                        <a:pt x="59" y="49"/>
                      </a:cubicBezTo>
                      <a:cubicBezTo>
                        <a:pt x="76" y="44"/>
                        <a:pt x="94" y="40"/>
                        <a:pt x="113" y="38"/>
                      </a:cubicBezTo>
                      <a:cubicBezTo>
                        <a:pt x="117" y="37"/>
                        <a:pt x="122" y="37"/>
                        <a:pt x="125" y="35"/>
                      </a:cubicBezTo>
                      <a:cubicBezTo>
                        <a:pt x="136" y="31"/>
                        <a:pt x="131" y="18"/>
                        <a:pt x="118" y="19"/>
                      </a:cubicBezTo>
                      <a:cubicBezTo>
                        <a:pt x="101" y="19"/>
                        <a:pt x="85" y="21"/>
                        <a:pt x="69" y="25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49;p33">
                  <a:extLst>
                    <a:ext uri="{FF2B5EF4-FFF2-40B4-BE49-F238E27FC236}">
                      <a16:creationId xmlns:a16="http://schemas.microsoft.com/office/drawing/2014/main" id="{EDE131E1-44DC-0F04-612E-BFC828995624}"/>
                    </a:ext>
                  </a:extLst>
                </p:cNvPr>
                <p:cNvSpPr/>
                <p:nvPr/>
              </p:nvSpPr>
              <p:spPr>
                <a:xfrm rot="-662413" flipH="1">
                  <a:off x="7141003" y="1506521"/>
                  <a:ext cx="122902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" h="56" extrusionOk="0">
                      <a:moveTo>
                        <a:pt x="176" y="19"/>
                      </a:moveTo>
                      <a:cubicBezTo>
                        <a:pt x="176" y="13"/>
                        <a:pt x="177" y="5"/>
                        <a:pt x="186" y="2"/>
                      </a:cubicBezTo>
                      <a:cubicBezTo>
                        <a:pt x="191" y="0"/>
                        <a:pt x="196" y="1"/>
                        <a:pt x="201" y="3"/>
                      </a:cubicBezTo>
                      <a:cubicBezTo>
                        <a:pt x="202" y="3"/>
                        <a:pt x="203" y="4"/>
                        <a:pt x="203" y="5"/>
                      </a:cubicBezTo>
                      <a:cubicBezTo>
                        <a:pt x="204" y="5"/>
                        <a:pt x="205" y="6"/>
                        <a:pt x="205" y="6"/>
                      </a:cubicBezTo>
                      <a:cubicBezTo>
                        <a:pt x="210" y="10"/>
                        <a:pt x="212" y="14"/>
                        <a:pt x="212" y="19"/>
                      </a:cubicBezTo>
                      <a:cubicBezTo>
                        <a:pt x="212" y="23"/>
                        <a:pt x="212" y="26"/>
                        <a:pt x="208" y="29"/>
                      </a:cubicBezTo>
                      <a:cubicBezTo>
                        <a:pt x="204" y="33"/>
                        <a:pt x="195" y="34"/>
                        <a:pt x="189" y="33"/>
                      </a:cubicBezTo>
                      <a:cubicBezTo>
                        <a:pt x="180" y="31"/>
                        <a:pt x="176" y="25"/>
                        <a:pt x="176" y="19"/>
                      </a:cubicBezTo>
                      <a:moveTo>
                        <a:pt x="13" y="53"/>
                      </a:moveTo>
                      <a:cubicBezTo>
                        <a:pt x="19" y="55"/>
                        <a:pt x="28" y="54"/>
                        <a:pt x="32" y="50"/>
                      </a:cubicBezTo>
                      <a:cubicBezTo>
                        <a:pt x="36" y="47"/>
                        <a:pt x="36" y="44"/>
                        <a:pt x="36" y="40"/>
                      </a:cubicBezTo>
                      <a:cubicBezTo>
                        <a:pt x="36" y="36"/>
                        <a:pt x="34" y="31"/>
                        <a:pt x="30" y="27"/>
                      </a:cubicBezTo>
                      <a:cubicBezTo>
                        <a:pt x="29" y="27"/>
                        <a:pt x="28" y="26"/>
                        <a:pt x="28" y="26"/>
                      </a:cubicBezTo>
                      <a:cubicBezTo>
                        <a:pt x="27" y="25"/>
                        <a:pt x="26" y="24"/>
                        <a:pt x="25" y="24"/>
                      </a:cubicBezTo>
                      <a:cubicBezTo>
                        <a:pt x="21" y="22"/>
                        <a:pt x="15" y="21"/>
                        <a:pt x="11" y="23"/>
                      </a:cubicBezTo>
                      <a:cubicBezTo>
                        <a:pt x="1" y="26"/>
                        <a:pt x="0" y="34"/>
                        <a:pt x="0" y="40"/>
                      </a:cubicBezTo>
                      <a:cubicBezTo>
                        <a:pt x="1" y="46"/>
                        <a:pt x="4" y="52"/>
                        <a:pt x="13" y="53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50;p33">
                  <a:extLst>
                    <a:ext uri="{FF2B5EF4-FFF2-40B4-BE49-F238E27FC236}">
                      <a16:creationId xmlns:a16="http://schemas.microsoft.com/office/drawing/2014/main" id="{3FCC35FE-EB28-8667-03E7-48F7A7859B30}"/>
                    </a:ext>
                  </a:extLst>
                </p:cNvPr>
                <p:cNvSpPr/>
                <p:nvPr/>
              </p:nvSpPr>
              <p:spPr>
                <a:xfrm rot="-662413" flipH="1">
                  <a:off x="7173663" y="1602295"/>
                  <a:ext cx="79626" cy="4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2" extrusionOk="0">
                      <a:moveTo>
                        <a:pt x="127" y="0"/>
                      </a:moveTo>
                      <a:cubicBezTo>
                        <a:pt x="121" y="0"/>
                        <a:pt x="114" y="1"/>
                        <a:pt x="110" y="2"/>
                      </a:cubicBezTo>
                      <a:cubicBezTo>
                        <a:pt x="80" y="7"/>
                        <a:pt x="48" y="11"/>
                        <a:pt x="17" y="13"/>
                      </a:cubicBezTo>
                      <a:cubicBezTo>
                        <a:pt x="13" y="13"/>
                        <a:pt x="9" y="13"/>
                        <a:pt x="7" y="15"/>
                      </a:cubicBezTo>
                      <a:cubicBezTo>
                        <a:pt x="0" y="17"/>
                        <a:pt x="9" y="24"/>
                        <a:pt x="13" y="26"/>
                      </a:cubicBezTo>
                      <a:cubicBezTo>
                        <a:pt x="38" y="42"/>
                        <a:pt x="82" y="51"/>
                        <a:pt x="113" y="35"/>
                      </a:cubicBezTo>
                      <a:cubicBezTo>
                        <a:pt x="125" y="29"/>
                        <a:pt x="132" y="20"/>
                        <a:pt x="134" y="11"/>
                      </a:cubicBezTo>
                      <a:cubicBezTo>
                        <a:pt x="135" y="8"/>
                        <a:pt x="137" y="4"/>
                        <a:pt x="133" y="2"/>
                      </a:cubicBezTo>
                      <a:cubicBezTo>
                        <a:pt x="132" y="1"/>
                        <a:pt x="129" y="1"/>
                        <a:pt x="127" y="0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51;p33">
                  <a:extLst>
                    <a:ext uri="{FF2B5EF4-FFF2-40B4-BE49-F238E27FC236}">
                      <a16:creationId xmlns:a16="http://schemas.microsoft.com/office/drawing/2014/main" id="{9A2BD459-8F29-43D0-EFA1-E198E0F4FAA2}"/>
                    </a:ext>
                  </a:extLst>
                </p:cNvPr>
                <p:cNvSpPr/>
                <p:nvPr/>
              </p:nvSpPr>
              <p:spPr>
                <a:xfrm rot="-662413" flipH="1">
                  <a:off x="6623110" y="1507693"/>
                  <a:ext cx="1275755" cy="1118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1" h="1385" extrusionOk="0">
                      <a:moveTo>
                        <a:pt x="513" y="1001"/>
                      </a:moveTo>
                      <a:cubicBezTo>
                        <a:pt x="511" y="1003"/>
                        <a:pt x="506" y="1003"/>
                        <a:pt x="503" y="1002"/>
                      </a:cubicBezTo>
                      <a:lnTo>
                        <a:pt x="485" y="999"/>
                      </a:lnTo>
                      <a:cubicBezTo>
                        <a:pt x="479" y="998"/>
                        <a:pt x="473" y="997"/>
                        <a:pt x="468" y="997"/>
                      </a:cubicBezTo>
                      <a:cubicBezTo>
                        <a:pt x="456" y="996"/>
                        <a:pt x="444" y="997"/>
                        <a:pt x="433" y="995"/>
                      </a:cubicBezTo>
                      <a:cubicBezTo>
                        <a:pt x="431" y="994"/>
                        <a:pt x="428" y="993"/>
                        <a:pt x="430" y="991"/>
                      </a:cubicBezTo>
                      <a:cubicBezTo>
                        <a:pt x="432" y="990"/>
                        <a:pt x="437" y="989"/>
                        <a:pt x="440" y="990"/>
                      </a:cubicBezTo>
                      <a:cubicBezTo>
                        <a:pt x="451" y="992"/>
                        <a:pt x="463" y="991"/>
                        <a:pt x="474" y="992"/>
                      </a:cubicBezTo>
                      <a:cubicBezTo>
                        <a:pt x="486" y="993"/>
                        <a:pt x="498" y="996"/>
                        <a:pt x="510" y="997"/>
                      </a:cubicBezTo>
                      <a:cubicBezTo>
                        <a:pt x="512" y="998"/>
                        <a:pt x="515" y="999"/>
                        <a:pt x="513" y="1001"/>
                      </a:cubicBezTo>
                      <a:moveTo>
                        <a:pt x="204" y="1165"/>
                      </a:moveTo>
                      <a:cubicBezTo>
                        <a:pt x="203" y="1163"/>
                        <a:pt x="198" y="1163"/>
                        <a:pt x="195" y="1163"/>
                      </a:cubicBezTo>
                      <a:cubicBezTo>
                        <a:pt x="172" y="1166"/>
                        <a:pt x="153" y="1175"/>
                        <a:pt x="133" y="1183"/>
                      </a:cubicBezTo>
                      <a:cubicBezTo>
                        <a:pt x="131" y="1185"/>
                        <a:pt x="131" y="1186"/>
                        <a:pt x="134" y="1187"/>
                      </a:cubicBezTo>
                      <a:cubicBezTo>
                        <a:pt x="136" y="1188"/>
                        <a:pt x="141" y="1188"/>
                        <a:pt x="144" y="1187"/>
                      </a:cubicBezTo>
                      <a:cubicBezTo>
                        <a:pt x="161" y="1179"/>
                        <a:pt x="179" y="1171"/>
                        <a:pt x="199" y="1168"/>
                      </a:cubicBezTo>
                      <a:cubicBezTo>
                        <a:pt x="202" y="1168"/>
                        <a:pt x="206" y="1167"/>
                        <a:pt x="204" y="1165"/>
                      </a:cubicBezTo>
                      <a:moveTo>
                        <a:pt x="338" y="1211"/>
                      </a:moveTo>
                      <a:cubicBezTo>
                        <a:pt x="331" y="1200"/>
                        <a:pt x="317" y="1192"/>
                        <a:pt x="304" y="1185"/>
                      </a:cubicBezTo>
                      <a:cubicBezTo>
                        <a:pt x="289" y="1178"/>
                        <a:pt x="273" y="1170"/>
                        <a:pt x="254" y="1169"/>
                      </a:cubicBezTo>
                      <a:cubicBezTo>
                        <a:pt x="251" y="1169"/>
                        <a:pt x="246" y="1169"/>
                        <a:pt x="245" y="1171"/>
                      </a:cubicBezTo>
                      <a:cubicBezTo>
                        <a:pt x="244" y="1173"/>
                        <a:pt x="248" y="1174"/>
                        <a:pt x="250" y="1174"/>
                      </a:cubicBezTo>
                      <a:cubicBezTo>
                        <a:pt x="259" y="1174"/>
                        <a:pt x="266" y="1177"/>
                        <a:pt x="273" y="1180"/>
                      </a:cubicBezTo>
                      <a:cubicBezTo>
                        <a:pt x="280" y="1183"/>
                        <a:pt x="287" y="1186"/>
                        <a:pt x="293" y="1189"/>
                      </a:cubicBezTo>
                      <a:cubicBezTo>
                        <a:pt x="306" y="1196"/>
                        <a:pt x="317" y="1203"/>
                        <a:pt x="324" y="1213"/>
                      </a:cubicBezTo>
                      <a:cubicBezTo>
                        <a:pt x="326" y="1216"/>
                        <a:pt x="340" y="1215"/>
                        <a:pt x="338" y="1211"/>
                      </a:cubicBezTo>
                      <a:moveTo>
                        <a:pt x="205" y="1224"/>
                      </a:moveTo>
                      <a:cubicBezTo>
                        <a:pt x="202" y="1223"/>
                        <a:pt x="197" y="1223"/>
                        <a:pt x="195" y="1225"/>
                      </a:cubicBezTo>
                      <a:cubicBezTo>
                        <a:pt x="174" y="1239"/>
                        <a:pt x="164" y="1260"/>
                        <a:pt x="163" y="1280"/>
                      </a:cubicBezTo>
                      <a:cubicBezTo>
                        <a:pt x="163" y="1283"/>
                        <a:pt x="177" y="1283"/>
                        <a:pt x="177" y="1280"/>
                      </a:cubicBezTo>
                      <a:cubicBezTo>
                        <a:pt x="178" y="1260"/>
                        <a:pt x="187" y="1241"/>
                        <a:pt x="208" y="1227"/>
                      </a:cubicBezTo>
                      <a:cubicBezTo>
                        <a:pt x="210" y="1225"/>
                        <a:pt x="207" y="1224"/>
                        <a:pt x="205" y="1224"/>
                      </a:cubicBezTo>
                      <a:moveTo>
                        <a:pt x="165" y="1350"/>
                      </a:moveTo>
                      <a:cubicBezTo>
                        <a:pt x="121" y="1329"/>
                        <a:pt x="104" y="1290"/>
                        <a:pt x="122" y="1256"/>
                      </a:cubicBezTo>
                      <a:cubicBezTo>
                        <a:pt x="124" y="1253"/>
                        <a:pt x="109" y="1252"/>
                        <a:pt x="108" y="1255"/>
                      </a:cubicBezTo>
                      <a:cubicBezTo>
                        <a:pt x="88" y="1291"/>
                        <a:pt x="107" y="1331"/>
                        <a:pt x="152" y="1353"/>
                      </a:cubicBezTo>
                      <a:cubicBezTo>
                        <a:pt x="155" y="1354"/>
                        <a:pt x="159" y="1354"/>
                        <a:pt x="163" y="1353"/>
                      </a:cubicBezTo>
                      <a:cubicBezTo>
                        <a:pt x="164" y="1353"/>
                        <a:pt x="168" y="1351"/>
                        <a:pt x="165" y="1350"/>
                      </a:cubicBezTo>
                      <a:moveTo>
                        <a:pt x="117" y="1368"/>
                      </a:moveTo>
                      <a:cubicBezTo>
                        <a:pt x="75" y="1348"/>
                        <a:pt x="57" y="1311"/>
                        <a:pt x="73" y="1278"/>
                      </a:cubicBezTo>
                      <a:cubicBezTo>
                        <a:pt x="75" y="1274"/>
                        <a:pt x="61" y="1274"/>
                        <a:pt x="59" y="1277"/>
                      </a:cubicBezTo>
                      <a:cubicBezTo>
                        <a:pt x="42" y="1311"/>
                        <a:pt x="61" y="1350"/>
                        <a:pt x="105" y="1370"/>
                      </a:cubicBezTo>
                      <a:cubicBezTo>
                        <a:pt x="108" y="1372"/>
                        <a:pt x="112" y="1372"/>
                        <a:pt x="115" y="1371"/>
                      </a:cubicBezTo>
                      <a:cubicBezTo>
                        <a:pt x="117" y="1371"/>
                        <a:pt x="120" y="1369"/>
                        <a:pt x="117" y="1368"/>
                      </a:cubicBezTo>
                      <a:moveTo>
                        <a:pt x="72" y="1379"/>
                      </a:moveTo>
                      <a:cubicBezTo>
                        <a:pt x="51" y="1371"/>
                        <a:pt x="30" y="1363"/>
                        <a:pt x="23" y="1346"/>
                      </a:cubicBezTo>
                      <a:cubicBezTo>
                        <a:pt x="15" y="1329"/>
                        <a:pt x="22" y="1310"/>
                        <a:pt x="28" y="1293"/>
                      </a:cubicBezTo>
                      <a:cubicBezTo>
                        <a:pt x="30" y="1289"/>
                        <a:pt x="15" y="1289"/>
                        <a:pt x="14" y="1292"/>
                      </a:cubicBezTo>
                      <a:cubicBezTo>
                        <a:pt x="7" y="1310"/>
                        <a:pt x="0" y="1330"/>
                        <a:pt x="9" y="1348"/>
                      </a:cubicBezTo>
                      <a:cubicBezTo>
                        <a:pt x="17" y="1366"/>
                        <a:pt x="39" y="1375"/>
                        <a:pt x="62" y="1383"/>
                      </a:cubicBezTo>
                      <a:cubicBezTo>
                        <a:pt x="65" y="1384"/>
                        <a:pt x="70" y="1384"/>
                        <a:pt x="73" y="1383"/>
                      </a:cubicBezTo>
                      <a:cubicBezTo>
                        <a:pt x="75" y="1382"/>
                        <a:pt x="75" y="1380"/>
                        <a:pt x="72" y="1379"/>
                      </a:cubicBezTo>
                      <a:moveTo>
                        <a:pt x="259" y="1239"/>
                      </a:moveTo>
                      <a:cubicBezTo>
                        <a:pt x="258" y="1237"/>
                        <a:pt x="254" y="1236"/>
                        <a:pt x="251" y="1236"/>
                      </a:cubicBezTo>
                      <a:cubicBezTo>
                        <a:pt x="249" y="1236"/>
                        <a:pt x="243" y="1237"/>
                        <a:pt x="244" y="1239"/>
                      </a:cubicBezTo>
                      <a:cubicBezTo>
                        <a:pt x="247" y="1252"/>
                        <a:pt x="244" y="1265"/>
                        <a:pt x="234" y="1277"/>
                      </a:cubicBezTo>
                      <a:cubicBezTo>
                        <a:pt x="232" y="1279"/>
                        <a:pt x="238" y="1280"/>
                        <a:pt x="239" y="1280"/>
                      </a:cubicBezTo>
                      <a:cubicBezTo>
                        <a:pt x="242" y="1280"/>
                        <a:pt x="247" y="1280"/>
                        <a:pt x="248" y="1278"/>
                      </a:cubicBezTo>
                      <a:cubicBezTo>
                        <a:pt x="258" y="1266"/>
                        <a:pt x="262" y="1252"/>
                        <a:pt x="259" y="1239"/>
                      </a:cubicBezTo>
                      <a:moveTo>
                        <a:pt x="2036" y="1234"/>
                      </a:moveTo>
                      <a:cubicBezTo>
                        <a:pt x="2033" y="1220"/>
                        <a:pt x="2031" y="1205"/>
                        <a:pt x="2027" y="1190"/>
                      </a:cubicBezTo>
                      <a:cubicBezTo>
                        <a:pt x="2026" y="1186"/>
                        <a:pt x="2012" y="1187"/>
                        <a:pt x="2012" y="1190"/>
                      </a:cubicBezTo>
                      <a:cubicBezTo>
                        <a:pt x="2016" y="1205"/>
                        <a:pt x="2019" y="1220"/>
                        <a:pt x="2021" y="1235"/>
                      </a:cubicBezTo>
                      <a:cubicBezTo>
                        <a:pt x="2024" y="1249"/>
                        <a:pt x="2028" y="1264"/>
                        <a:pt x="2023" y="1278"/>
                      </a:cubicBezTo>
                      <a:cubicBezTo>
                        <a:pt x="2022" y="1281"/>
                        <a:pt x="2037" y="1281"/>
                        <a:pt x="2038" y="1278"/>
                      </a:cubicBezTo>
                      <a:cubicBezTo>
                        <a:pt x="2042" y="1263"/>
                        <a:pt x="2038" y="1248"/>
                        <a:pt x="2036" y="1234"/>
                      </a:cubicBezTo>
                      <a:moveTo>
                        <a:pt x="2109" y="1240"/>
                      </a:moveTo>
                      <a:cubicBezTo>
                        <a:pt x="2109" y="1255"/>
                        <a:pt x="2107" y="1271"/>
                        <a:pt x="2103" y="1286"/>
                      </a:cubicBezTo>
                      <a:cubicBezTo>
                        <a:pt x="2102" y="1293"/>
                        <a:pt x="2099" y="1300"/>
                        <a:pt x="2093" y="1306"/>
                      </a:cubicBezTo>
                      <a:cubicBezTo>
                        <a:pt x="2087" y="1312"/>
                        <a:pt x="2080" y="1317"/>
                        <a:pt x="2073" y="1322"/>
                      </a:cubicBezTo>
                      <a:cubicBezTo>
                        <a:pt x="2069" y="1324"/>
                        <a:pt x="2055" y="1323"/>
                        <a:pt x="2060" y="1320"/>
                      </a:cubicBezTo>
                      <a:cubicBezTo>
                        <a:pt x="2067" y="1315"/>
                        <a:pt x="2074" y="1309"/>
                        <a:pt x="2080" y="1303"/>
                      </a:cubicBezTo>
                      <a:cubicBezTo>
                        <a:pt x="2086" y="1297"/>
                        <a:pt x="2088" y="1291"/>
                        <a:pt x="2090" y="1284"/>
                      </a:cubicBezTo>
                      <a:cubicBezTo>
                        <a:pt x="2093" y="1270"/>
                        <a:pt x="2094" y="1255"/>
                        <a:pt x="2095" y="1240"/>
                      </a:cubicBezTo>
                      <a:cubicBezTo>
                        <a:pt x="2095" y="1236"/>
                        <a:pt x="2109" y="1236"/>
                        <a:pt x="2109" y="1240"/>
                      </a:cubicBezTo>
                      <a:moveTo>
                        <a:pt x="2163" y="1242"/>
                      </a:moveTo>
                      <a:cubicBezTo>
                        <a:pt x="2163" y="1256"/>
                        <a:pt x="2164" y="1270"/>
                        <a:pt x="2159" y="1284"/>
                      </a:cubicBezTo>
                      <a:cubicBezTo>
                        <a:pt x="2154" y="1296"/>
                        <a:pt x="2145" y="1307"/>
                        <a:pt x="2133" y="1316"/>
                      </a:cubicBezTo>
                      <a:cubicBezTo>
                        <a:pt x="2129" y="1319"/>
                        <a:pt x="2115" y="1318"/>
                        <a:pt x="2120" y="1314"/>
                      </a:cubicBezTo>
                      <a:cubicBezTo>
                        <a:pt x="2132" y="1305"/>
                        <a:pt x="2140" y="1294"/>
                        <a:pt x="2145" y="1283"/>
                      </a:cubicBezTo>
                      <a:cubicBezTo>
                        <a:pt x="2149" y="1270"/>
                        <a:pt x="2148" y="1256"/>
                        <a:pt x="2148" y="1243"/>
                      </a:cubicBezTo>
                      <a:cubicBezTo>
                        <a:pt x="2148" y="1239"/>
                        <a:pt x="2163" y="1239"/>
                        <a:pt x="2163" y="1242"/>
                      </a:cubicBezTo>
                      <a:moveTo>
                        <a:pt x="2209" y="1242"/>
                      </a:moveTo>
                      <a:cubicBezTo>
                        <a:pt x="2210" y="1267"/>
                        <a:pt x="2207" y="1294"/>
                        <a:pt x="2181" y="1314"/>
                      </a:cubicBezTo>
                      <a:cubicBezTo>
                        <a:pt x="2178" y="1316"/>
                        <a:pt x="2164" y="1315"/>
                        <a:pt x="2168" y="1311"/>
                      </a:cubicBezTo>
                      <a:cubicBezTo>
                        <a:pt x="2193" y="1292"/>
                        <a:pt x="2195" y="1266"/>
                        <a:pt x="2194" y="1242"/>
                      </a:cubicBezTo>
                      <a:cubicBezTo>
                        <a:pt x="2194" y="1239"/>
                        <a:pt x="2209" y="1239"/>
                        <a:pt x="2209" y="1242"/>
                      </a:cubicBezTo>
                      <a:moveTo>
                        <a:pt x="1096" y="70"/>
                      </a:moveTo>
                      <a:cubicBezTo>
                        <a:pt x="1096" y="69"/>
                        <a:pt x="1096" y="69"/>
                        <a:pt x="1096" y="68"/>
                      </a:cubicBezTo>
                      <a:cubicBezTo>
                        <a:pt x="1090" y="57"/>
                        <a:pt x="1077" y="48"/>
                        <a:pt x="1068" y="38"/>
                      </a:cubicBezTo>
                      <a:cubicBezTo>
                        <a:pt x="1056" y="27"/>
                        <a:pt x="1046" y="15"/>
                        <a:pt x="1036" y="3"/>
                      </a:cubicBezTo>
                      <a:cubicBezTo>
                        <a:pt x="1033" y="0"/>
                        <a:pt x="1021" y="1"/>
                        <a:pt x="1024" y="4"/>
                      </a:cubicBezTo>
                      <a:cubicBezTo>
                        <a:pt x="1035" y="16"/>
                        <a:pt x="1045" y="28"/>
                        <a:pt x="1056" y="39"/>
                      </a:cubicBezTo>
                      <a:cubicBezTo>
                        <a:pt x="1065" y="49"/>
                        <a:pt x="1077" y="57"/>
                        <a:pt x="1083" y="69"/>
                      </a:cubicBezTo>
                      <a:cubicBezTo>
                        <a:pt x="1083" y="69"/>
                        <a:pt x="1084" y="69"/>
                        <a:pt x="1084" y="70"/>
                      </a:cubicBezTo>
                      <a:cubicBezTo>
                        <a:pt x="1082" y="73"/>
                        <a:pt x="1078" y="75"/>
                        <a:pt x="1074" y="77"/>
                      </a:cubicBezTo>
                      <a:cubicBezTo>
                        <a:pt x="1069" y="79"/>
                        <a:pt x="1064" y="81"/>
                        <a:pt x="1059" y="83"/>
                      </a:cubicBezTo>
                      <a:cubicBezTo>
                        <a:pt x="1049" y="86"/>
                        <a:pt x="1038" y="89"/>
                        <a:pt x="1028" y="91"/>
                      </a:cubicBezTo>
                      <a:cubicBezTo>
                        <a:pt x="1026" y="92"/>
                        <a:pt x="1023" y="93"/>
                        <a:pt x="1025" y="94"/>
                      </a:cubicBezTo>
                      <a:cubicBezTo>
                        <a:pt x="1027" y="96"/>
                        <a:pt x="1031" y="96"/>
                        <a:pt x="1034" y="96"/>
                      </a:cubicBezTo>
                      <a:cubicBezTo>
                        <a:pt x="1045" y="94"/>
                        <a:pt x="1057" y="91"/>
                        <a:pt x="1068" y="87"/>
                      </a:cubicBezTo>
                      <a:cubicBezTo>
                        <a:pt x="1074" y="85"/>
                        <a:pt x="1079" y="82"/>
                        <a:pt x="1084" y="80"/>
                      </a:cubicBezTo>
                      <a:cubicBezTo>
                        <a:pt x="1089" y="78"/>
                        <a:pt x="1094" y="76"/>
                        <a:pt x="1096" y="72"/>
                      </a:cubicBezTo>
                      <a:cubicBezTo>
                        <a:pt x="1097" y="71"/>
                        <a:pt x="1096" y="70"/>
                        <a:pt x="1096" y="7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52;p33">
                  <a:extLst>
                    <a:ext uri="{FF2B5EF4-FFF2-40B4-BE49-F238E27FC236}">
                      <a16:creationId xmlns:a16="http://schemas.microsoft.com/office/drawing/2014/main" id="{6716735E-EEDD-EF85-44BC-EF31F4F15BFD}"/>
                    </a:ext>
                  </a:extLst>
                </p:cNvPr>
                <p:cNvSpPr/>
                <p:nvPr/>
              </p:nvSpPr>
              <p:spPr>
                <a:xfrm rot="-662413" flipH="1">
                  <a:off x="7147690" y="1326168"/>
                  <a:ext cx="308120" cy="257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319" extrusionOk="0">
                      <a:moveTo>
                        <a:pt x="400" y="54"/>
                      </a:moveTo>
                      <a:cubicBezTo>
                        <a:pt x="398" y="40"/>
                        <a:pt x="385" y="29"/>
                        <a:pt x="369" y="21"/>
                      </a:cubicBezTo>
                      <a:cubicBezTo>
                        <a:pt x="350" y="12"/>
                        <a:pt x="327" y="8"/>
                        <a:pt x="304" y="5"/>
                      </a:cubicBezTo>
                      <a:cubicBezTo>
                        <a:pt x="303" y="5"/>
                        <a:pt x="299" y="4"/>
                        <a:pt x="301" y="2"/>
                      </a:cubicBezTo>
                      <a:cubicBezTo>
                        <a:pt x="302" y="0"/>
                        <a:pt x="306" y="1"/>
                        <a:pt x="308" y="1"/>
                      </a:cubicBezTo>
                      <a:cubicBezTo>
                        <a:pt x="333" y="5"/>
                        <a:pt x="358" y="9"/>
                        <a:pt x="380" y="19"/>
                      </a:cubicBezTo>
                      <a:cubicBezTo>
                        <a:pt x="397" y="28"/>
                        <a:pt x="411" y="40"/>
                        <a:pt x="413" y="55"/>
                      </a:cubicBezTo>
                      <a:cubicBezTo>
                        <a:pt x="413" y="58"/>
                        <a:pt x="401" y="57"/>
                        <a:pt x="400" y="54"/>
                      </a:cubicBezTo>
                      <a:moveTo>
                        <a:pt x="435" y="14"/>
                      </a:moveTo>
                      <a:cubicBezTo>
                        <a:pt x="432" y="13"/>
                        <a:pt x="428" y="13"/>
                        <a:pt x="426" y="13"/>
                      </a:cubicBezTo>
                      <a:cubicBezTo>
                        <a:pt x="423" y="14"/>
                        <a:pt x="423" y="15"/>
                        <a:pt x="425" y="16"/>
                      </a:cubicBezTo>
                      <a:cubicBezTo>
                        <a:pt x="440" y="24"/>
                        <a:pt x="448" y="37"/>
                        <a:pt x="447" y="50"/>
                      </a:cubicBezTo>
                      <a:cubicBezTo>
                        <a:pt x="447" y="53"/>
                        <a:pt x="460" y="54"/>
                        <a:pt x="460" y="51"/>
                      </a:cubicBezTo>
                      <a:cubicBezTo>
                        <a:pt x="461" y="36"/>
                        <a:pt x="451" y="23"/>
                        <a:pt x="435" y="14"/>
                      </a:cubicBezTo>
                      <a:moveTo>
                        <a:pt x="194" y="117"/>
                      </a:moveTo>
                      <a:cubicBezTo>
                        <a:pt x="165" y="95"/>
                        <a:pt x="120" y="84"/>
                        <a:pt x="77" y="87"/>
                      </a:cubicBezTo>
                      <a:cubicBezTo>
                        <a:pt x="75" y="87"/>
                        <a:pt x="73" y="89"/>
                        <a:pt x="74" y="90"/>
                      </a:cubicBezTo>
                      <a:cubicBezTo>
                        <a:pt x="76" y="92"/>
                        <a:pt x="80" y="91"/>
                        <a:pt x="83" y="91"/>
                      </a:cubicBezTo>
                      <a:cubicBezTo>
                        <a:pt x="120" y="89"/>
                        <a:pt x="158" y="100"/>
                        <a:pt x="182" y="119"/>
                      </a:cubicBezTo>
                      <a:cubicBezTo>
                        <a:pt x="185" y="121"/>
                        <a:pt x="197" y="120"/>
                        <a:pt x="194" y="117"/>
                      </a:cubicBezTo>
                      <a:moveTo>
                        <a:pt x="161" y="193"/>
                      </a:moveTo>
                      <a:cubicBezTo>
                        <a:pt x="107" y="222"/>
                        <a:pt x="77" y="274"/>
                        <a:pt x="8" y="290"/>
                      </a:cubicBezTo>
                      <a:cubicBezTo>
                        <a:pt x="0" y="292"/>
                        <a:pt x="10" y="295"/>
                        <a:pt x="15" y="294"/>
                      </a:cubicBezTo>
                      <a:cubicBezTo>
                        <a:pt x="86" y="277"/>
                        <a:pt x="116" y="226"/>
                        <a:pt x="173" y="195"/>
                      </a:cubicBezTo>
                      <a:cubicBezTo>
                        <a:pt x="177" y="193"/>
                        <a:pt x="165" y="191"/>
                        <a:pt x="161" y="193"/>
                      </a:cubicBezTo>
                      <a:moveTo>
                        <a:pt x="91" y="284"/>
                      </a:moveTo>
                      <a:cubicBezTo>
                        <a:pt x="89" y="283"/>
                        <a:pt x="85" y="284"/>
                        <a:pt x="83" y="285"/>
                      </a:cubicBezTo>
                      <a:cubicBezTo>
                        <a:pt x="74" y="297"/>
                        <a:pt x="60" y="307"/>
                        <a:pt x="44" y="314"/>
                      </a:cubicBezTo>
                      <a:cubicBezTo>
                        <a:pt x="42" y="315"/>
                        <a:pt x="41" y="316"/>
                        <a:pt x="44" y="317"/>
                      </a:cubicBezTo>
                      <a:cubicBezTo>
                        <a:pt x="46" y="318"/>
                        <a:pt x="51" y="318"/>
                        <a:pt x="53" y="317"/>
                      </a:cubicBezTo>
                      <a:cubicBezTo>
                        <a:pt x="71" y="309"/>
                        <a:pt x="85" y="299"/>
                        <a:pt x="96" y="287"/>
                      </a:cubicBezTo>
                      <a:cubicBezTo>
                        <a:pt x="97" y="285"/>
                        <a:pt x="93" y="284"/>
                        <a:pt x="91" y="284"/>
                      </a:cubicBezTo>
                      <a:moveTo>
                        <a:pt x="509" y="12"/>
                      </a:moveTo>
                      <a:cubicBezTo>
                        <a:pt x="506" y="9"/>
                        <a:pt x="493" y="11"/>
                        <a:pt x="498" y="14"/>
                      </a:cubicBezTo>
                      <a:cubicBezTo>
                        <a:pt x="517" y="27"/>
                        <a:pt x="518" y="47"/>
                        <a:pt x="503" y="62"/>
                      </a:cubicBezTo>
                      <a:cubicBezTo>
                        <a:pt x="501" y="63"/>
                        <a:pt x="506" y="64"/>
                        <a:pt x="507" y="64"/>
                      </a:cubicBezTo>
                      <a:cubicBezTo>
                        <a:pt x="510" y="65"/>
                        <a:pt x="513" y="64"/>
                        <a:pt x="515" y="63"/>
                      </a:cubicBezTo>
                      <a:cubicBezTo>
                        <a:pt x="533" y="47"/>
                        <a:pt x="529" y="25"/>
                        <a:pt x="509" y="1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3;p33">
                  <a:extLst>
                    <a:ext uri="{FF2B5EF4-FFF2-40B4-BE49-F238E27FC236}">
                      <a16:creationId xmlns:a16="http://schemas.microsoft.com/office/drawing/2014/main" id="{B5B2574B-74A5-21A4-259C-32B7F314D856}"/>
                    </a:ext>
                  </a:extLst>
                </p:cNvPr>
                <p:cNvSpPr/>
                <p:nvPr/>
              </p:nvSpPr>
              <p:spPr>
                <a:xfrm rot="-662413" flipH="1">
                  <a:off x="7188898" y="1661412"/>
                  <a:ext cx="126941" cy="4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" h="56" extrusionOk="0">
                      <a:moveTo>
                        <a:pt x="219" y="10"/>
                      </a:moveTo>
                      <a:cubicBezTo>
                        <a:pt x="211" y="14"/>
                        <a:pt x="204" y="17"/>
                        <a:pt x="194" y="19"/>
                      </a:cubicBezTo>
                      <a:cubicBezTo>
                        <a:pt x="178" y="24"/>
                        <a:pt x="160" y="25"/>
                        <a:pt x="143" y="26"/>
                      </a:cubicBezTo>
                      <a:cubicBezTo>
                        <a:pt x="137" y="26"/>
                        <a:pt x="130" y="26"/>
                        <a:pt x="124" y="26"/>
                      </a:cubicBezTo>
                      <a:cubicBezTo>
                        <a:pt x="106" y="27"/>
                        <a:pt x="84" y="23"/>
                        <a:pt x="66" y="20"/>
                      </a:cubicBezTo>
                      <a:cubicBezTo>
                        <a:pt x="43" y="17"/>
                        <a:pt x="21" y="9"/>
                        <a:pt x="0" y="0"/>
                      </a:cubicBezTo>
                      <a:cubicBezTo>
                        <a:pt x="2" y="10"/>
                        <a:pt x="10" y="21"/>
                        <a:pt x="28" y="31"/>
                      </a:cubicBezTo>
                      <a:cubicBezTo>
                        <a:pt x="45" y="41"/>
                        <a:pt x="68" y="47"/>
                        <a:pt x="90" y="51"/>
                      </a:cubicBezTo>
                      <a:cubicBezTo>
                        <a:pt x="105" y="53"/>
                        <a:pt x="119" y="55"/>
                        <a:pt x="134" y="54"/>
                      </a:cubicBezTo>
                      <a:cubicBezTo>
                        <a:pt x="143" y="54"/>
                        <a:pt x="152" y="53"/>
                        <a:pt x="162" y="50"/>
                      </a:cubicBezTo>
                      <a:cubicBezTo>
                        <a:pt x="176" y="39"/>
                        <a:pt x="191" y="29"/>
                        <a:pt x="206" y="19"/>
                      </a:cubicBezTo>
                      <a:cubicBezTo>
                        <a:pt x="210" y="16"/>
                        <a:pt x="214" y="13"/>
                        <a:pt x="219" y="10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54;p33">
                  <a:extLst>
                    <a:ext uri="{FF2B5EF4-FFF2-40B4-BE49-F238E27FC236}">
                      <a16:creationId xmlns:a16="http://schemas.microsoft.com/office/drawing/2014/main" id="{43B87CF3-DDC1-713F-6050-2A49001BD81C}"/>
                    </a:ext>
                  </a:extLst>
                </p:cNvPr>
                <p:cNvSpPr/>
                <p:nvPr/>
              </p:nvSpPr>
              <p:spPr>
                <a:xfrm rot="-662413" flipH="1">
                  <a:off x="7311208" y="1581734"/>
                  <a:ext cx="334085" cy="89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1109" extrusionOk="0">
                      <a:moveTo>
                        <a:pt x="471" y="539"/>
                      </a:moveTo>
                      <a:cubicBezTo>
                        <a:pt x="446" y="498"/>
                        <a:pt x="426" y="456"/>
                        <a:pt x="409" y="413"/>
                      </a:cubicBezTo>
                      <a:cubicBezTo>
                        <a:pt x="400" y="391"/>
                        <a:pt x="387" y="367"/>
                        <a:pt x="386" y="345"/>
                      </a:cubicBezTo>
                      <a:cubicBezTo>
                        <a:pt x="386" y="320"/>
                        <a:pt x="380" y="295"/>
                        <a:pt x="376" y="271"/>
                      </a:cubicBezTo>
                      <a:cubicBezTo>
                        <a:pt x="368" y="217"/>
                        <a:pt x="364" y="162"/>
                        <a:pt x="377" y="108"/>
                      </a:cubicBezTo>
                      <a:cubicBezTo>
                        <a:pt x="378" y="94"/>
                        <a:pt x="380" y="81"/>
                        <a:pt x="376" y="68"/>
                      </a:cubicBezTo>
                      <a:cubicBezTo>
                        <a:pt x="371" y="45"/>
                        <a:pt x="362" y="21"/>
                        <a:pt x="351" y="0"/>
                      </a:cubicBezTo>
                      <a:cubicBezTo>
                        <a:pt x="347" y="1"/>
                        <a:pt x="343" y="3"/>
                        <a:pt x="340" y="5"/>
                      </a:cubicBezTo>
                      <a:cubicBezTo>
                        <a:pt x="321" y="15"/>
                        <a:pt x="310" y="33"/>
                        <a:pt x="300" y="48"/>
                      </a:cubicBezTo>
                      <a:cubicBezTo>
                        <a:pt x="287" y="64"/>
                        <a:pt x="277" y="82"/>
                        <a:pt x="267" y="100"/>
                      </a:cubicBezTo>
                      <a:cubicBezTo>
                        <a:pt x="258" y="117"/>
                        <a:pt x="254" y="137"/>
                        <a:pt x="241" y="153"/>
                      </a:cubicBezTo>
                      <a:cubicBezTo>
                        <a:pt x="219" y="180"/>
                        <a:pt x="181" y="203"/>
                        <a:pt x="147" y="223"/>
                      </a:cubicBezTo>
                      <a:cubicBezTo>
                        <a:pt x="105" y="249"/>
                        <a:pt x="69" y="280"/>
                        <a:pt x="34" y="311"/>
                      </a:cubicBezTo>
                      <a:cubicBezTo>
                        <a:pt x="12" y="330"/>
                        <a:pt x="0" y="351"/>
                        <a:pt x="5" y="376"/>
                      </a:cubicBezTo>
                      <a:cubicBezTo>
                        <a:pt x="21" y="451"/>
                        <a:pt x="129" y="486"/>
                        <a:pt x="197" y="538"/>
                      </a:cubicBezTo>
                      <a:cubicBezTo>
                        <a:pt x="241" y="572"/>
                        <a:pt x="276" y="610"/>
                        <a:pt x="294" y="653"/>
                      </a:cubicBezTo>
                      <a:cubicBezTo>
                        <a:pt x="307" y="684"/>
                        <a:pt x="319" y="714"/>
                        <a:pt x="330" y="745"/>
                      </a:cubicBezTo>
                      <a:cubicBezTo>
                        <a:pt x="339" y="772"/>
                        <a:pt x="348" y="800"/>
                        <a:pt x="353" y="828"/>
                      </a:cubicBezTo>
                      <a:cubicBezTo>
                        <a:pt x="358" y="854"/>
                        <a:pt x="359" y="880"/>
                        <a:pt x="359" y="907"/>
                      </a:cubicBezTo>
                      <a:cubicBezTo>
                        <a:pt x="361" y="947"/>
                        <a:pt x="362" y="987"/>
                        <a:pt x="364" y="1027"/>
                      </a:cubicBezTo>
                      <a:cubicBezTo>
                        <a:pt x="364" y="1054"/>
                        <a:pt x="366" y="1081"/>
                        <a:pt x="361" y="1108"/>
                      </a:cubicBezTo>
                      <a:cubicBezTo>
                        <a:pt x="384" y="1081"/>
                        <a:pt x="392" y="1054"/>
                        <a:pt x="408" y="1025"/>
                      </a:cubicBezTo>
                      <a:cubicBezTo>
                        <a:pt x="428" y="991"/>
                        <a:pt x="448" y="957"/>
                        <a:pt x="472" y="924"/>
                      </a:cubicBezTo>
                      <a:cubicBezTo>
                        <a:pt x="500" y="885"/>
                        <a:pt x="532" y="848"/>
                        <a:pt x="552" y="808"/>
                      </a:cubicBezTo>
                      <a:cubicBezTo>
                        <a:pt x="578" y="756"/>
                        <a:pt x="574" y="710"/>
                        <a:pt x="548" y="660"/>
                      </a:cubicBezTo>
                      <a:cubicBezTo>
                        <a:pt x="526" y="618"/>
                        <a:pt x="495" y="580"/>
                        <a:pt x="471" y="539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55;p33">
                  <a:extLst>
                    <a:ext uri="{FF2B5EF4-FFF2-40B4-BE49-F238E27FC236}">
                      <a16:creationId xmlns:a16="http://schemas.microsoft.com/office/drawing/2014/main" id="{2A7070BF-31CC-5310-6BE2-3CF30A6CB6D3}"/>
                    </a:ext>
                  </a:extLst>
                </p:cNvPr>
                <p:cNvSpPr/>
                <p:nvPr/>
              </p:nvSpPr>
              <p:spPr>
                <a:xfrm rot="-662413" flipH="1">
                  <a:off x="6782664" y="1672817"/>
                  <a:ext cx="549307" cy="885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1096" extrusionOk="0">
                      <a:moveTo>
                        <a:pt x="950" y="984"/>
                      </a:moveTo>
                      <a:cubicBezTo>
                        <a:pt x="948" y="901"/>
                        <a:pt x="926" y="818"/>
                        <a:pt x="881" y="741"/>
                      </a:cubicBezTo>
                      <a:cubicBezTo>
                        <a:pt x="838" y="666"/>
                        <a:pt x="774" y="598"/>
                        <a:pt x="740" y="520"/>
                      </a:cubicBezTo>
                      <a:cubicBezTo>
                        <a:pt x="723" y="480"/>
                        <a:pt x="713" y="439"/>
                        <a:pt x="693" y="399"/>
                      </a:cubicBezTo>
                      <a:cubicBezTo>
                        <a:pt x="672" y="360"/>
                        <a:pt x="638" y="318"/>
                        <a:pt x="647" y="275"/>
                      </a:cubicBezTo>
                      <a:cubicBezTo>
                        <a:pt x="657" y="232"/>
                        <a:pt x="676" y="194"/>
                        <a:pt x="670" y="150"/>
                      </a:cubicBezTo>
                      <a:cubicBezTo>
                        <a:pt x="666" y="120"/>
                        <a:pt x="653" y="88"/>
                        <a:pt x="621" y="66"/>
                      </a:cubicBezTo>
                      <a:cubicBezTo>
                        <a:pt x="583" y="41"/>
                        <a:pt x="531" y="39"/>
                        <a:pt x="481" y="34"/>
                      </a:cubicBezTo>
                      <a:cubicBezTo>
                        <a:pt x="373" y="25"/>
                        <a:pt x="263" y="22"/>
                        <a:pt x="159" y="0"/>
                      </a:cubicBezTo>
                      <a:cubicBezTo>
                        <a:pt x="151" y="15"/>
                        <a:pt x="140" y="29"/>
                        <a:pt x="124" y="42"/>
                      </a:cubicBezTo>
                      <a:lnTo>
                        <a:pt x="123" y="43"/>
                      </a:lnTo>
                      <a:cubicBezTo>
                        <a:pt x="113" y="49"/>
                        <a:pt x="104" y="56"/>
                        <a:pt x="97" y="60"/>
                      </a:cubicBezTo>
                      <a:cubicBezTo>
                        <a:pt x="63" y="83"/>
                        <a:pt x="32" y="108"/>
                        <a:pt x="0" y="132"/>
                      </a:cubicBezTo>
                      <a:cubicBezTo>
                        <a:pt x="38" y="153"/>
                        <a:pt x="69" y="182"/>
                        <a:pt x="90" y="213"/>
                      </a:cubicBezTo>
                      <a:cubicBezTo>
                        <a:pt x="90" y="231"/>
                        <a:pt x="91" y="249"/>
                        <a:pt x="93" y="267"/>
                      </a:cubicBezTo>
                      <a:cubicBezTo>
                        <a:pt x="97" y="294"/>
                        <a:pt x="111" y="319"/>
                        <a:pt x="122" y="344"/>
                      </a:cubicBezTo>
                      <a:cubicBezTo>
                        <a:pt x="135" y="374"/>
                        <a:pt x="151" y="403"/>
                        <a:pt x="170" y="431"/>
                      </a:cubicBezTo>
                      <a:cubicBezTo>
                        <a:pt x="247" y="544"/>
                        <a:pt x="374" y="639"/>
                        <a:pt x="445" y="753"/>
                      </a:cubicBezTo>
                      <a:cubicBezTo>
                        <a:pt x="462" y="780"/>
                        <a:pt x="475" y="808"/>
                        <a:pt x="486" y="837"/>
                      </a:cubicBezTo>
                      <a:cubicBezTo>
                        <a:pt x="495" y="863"/>
                        <a:pt x="493" y="884"/>
                        <a:pt x="495" y="910"/>
                      </a:cubicBezTo>
                      <a:cubicBezTo>
                        <a:pt x="498" y="971"/>
                        <a:pt x="512" y="1037"/>
                        <a:pt x="542" y="1095"/>
                      </a:cubicBezTo>
                      <a:cubicBezTo>
                        <a:pt x="582" y="1094"/>
                        <a:pt x="622" y="1091"/>
                        <a:pt x="662" y="1088"/>
                      </a:cubicBezTo>
                      <a:cubicBezTo>
                        <a:pt x="714" y="1084"/>
                        <a:pt x="767" y="1078"/>
                        <a:pt x="818" y="1070"/>
                      </a:cubicBezTo>
                      <a:cubicBezTo>
                        <a:pt x="867" y="1063"/>
                        <a:pt x="925" y="1067"/>
                        <a:pt x="943" y="1029"/>
                      </a:cubicBezTo>
                      <a:cubicBezTo>
                        <a:pt x="950" y="1014"/>
                        <a:pt x="951" y="999"/>
                        <a:pt x="950" y="984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56;p33">
                  <a:extLst>
                    <a:ext uri="{FF2B5EF4-FFF2-40B4-BE49-F238E27FC236}">
                      <a16:creationId xmlns:a16="http://schemas.microsoft.com/office/drawing/2014/main" id="{154606A5-2BE9-3BE6-8EBE-A3C0D66B35A1}"/>
                    </a:ext>
                  </a:extLst>
                </p:cNvPr>
                <p:cNvSpPr/>
                <p:nvPr/>
              </p:nvSpPr>
              <p:spPr>
                <a:xfrm rot="-662413" flipH="1">
                  <a:off x="6582035" y="1679893"/>
                  <a:ext cx="1102654" cy="852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055" extrusionOk="0">
                      <a:moveTo>
                        <a:pt x="536" y="966"/>
                      </a:moveTo>
                      <a:cubicBezTo>
                        <a:pt x="499" y="995"/>
                        <a:pt x="462" y="1024"/>
                        <a:pt x="426" y="1054"/>
                      </a:cubicBezTo>
                      <a:cubicBezTo>
                        <a:pt x="441" y="1032"/>
                        <a:pt x="448" y="1010"/>
                        <a:pt x="462" y="987"/>
                      </a:cubicBezTo>
                      <a:cubicBezTo>
                        <a:pt x="481" y="953"/>
                        <a:pt x="501" y="919"/>
                        <a:pt x="526" y="886"/>
                      </a:cubicBezTo>
                      <a:cubicBezTo>
                        <a:pt x="549" y="853"/>
                        <a:pt x="576" y="820"/>
                        <a:pt x="596" y="786"/>
                      </a:cubicBezTo>
                      <a:cubicBezTo>
                        <a:pt x="609" y="818"/>
                        <a:pt x="616" y="851"/>
                        <a:pt x="610" y="886"/>
                      </a:cubicBezTo>
                      <a:cubicBezTo>
                        <a:pt x="609" y="894"/>
                        <a:pt x="607" y="903"/>
                        <a:pt x="611" y="911"/>
                      </a:cubicBezTo>
                      <a:cubicBezTo>
                        <a:pt x="585" y="928"/>
                        <a:pt x="560" y="947"/>
                        <a:pt x="536" y="966"/>
                      </a:cubicBezTo>
                      <a:moveTo>
                        <a:pt x="1321" y="361"/>
                      </a:moveTo>
                      <a:cubicBezTo>
                        <a:pt x="1286" y="335"/>
                        <a:pt x="1248" y="311"/>
                        <a:pt x="1208" y="289"/>
                      </a:cubicBezTo>
                      <a:cubicBezTo>
                        <a:pt x="1204" y="287"/>
                        <a:pt x="1197" y="286"/>
                        <a:pt x="1192" y="288"/>
                      </a:cubicBezTo>
                      <a:cubicBezTo>
                        <a:pt x="1189" y="288"/>
                        <a:pt x="1184" y="291"/>
                        <a:pt x="1188" y="293"/>
                      </a:cubicBezTo>
                      <a:cubicBezTo>
                        <a:pt x="1228" y="315"/>
                        <a:pt x="1266" y="339"/>
                        <a:pt x="1301" y="365"/>
                      </a:cubicBezTo>
                      <a:cubicBezTo>
                        <a:pt x="1305" y="369"/>
                        <a:pt x="1328" y="366"/>
                        <a:pt x="1321" y="361"/>
                      </a:cubicBezTo>
                      <a:moveTo>
                        <a:pt x="1910" y="441"/>
                      </a:moveTo>
                      <a:cubicBezTo>
                        <a:pt x="1910" y="445"/>
                        <a:pt x="1902" y="445"/>
                        <a:pt x="1898" y="445"/>
                      </a:cubicBezTo>
                      <a:cubicBezTo>
                        <a:pt x="1851" y="446"/>
                        <a:pt x="1806" y="461"/>
                        <a:pt x="1766" y="476"/>
                      </a:cubicBezTo>
                      <a:cubicBezTo>
                        <a:pt x="1726" y="490"/>
                        <a:pt x="1690" y="507"/>
                        <a:pt x="1660" y="529"/>
                      </a:cubicBezTo>
                      <a:cubicBezTo>
                        <a:pt x="1655" y="533"/>
                        <a:pt x="1632" y="531"/>
                        <a:pt x="1640" y="525"/>
                      </a:cubicBezTo>
                      <a:cubicBezTo>
                        <a:pt x="1672" y="501"/>
                        <a:pt x="1712" y="483"/>
                        <a:pt x="1754" y="468"/>
                      </a:cubicBezTo>
                      <a:cubicBezTo>
                        <a:pt x="1799" y="452"/>
                        <a:pt x="1847" y="438"/>
                        <a:pt x="1898" y="437"/>
                      </a:cubicBezTo>
                      <a:cubicBezTo>
                        <a:pt x="1901" y="437"/>
                        <a:pt x="1910" y="438"/>
                        <a:pt x="1910" y="441"/>
                      </a:cubicBezTo>
                      <a:moveTo>
                        <a:pt x="1812" y="385"/>
                      </a:moveTo>
                      <a:cubicBezTo>
                        <a:pt x="1811" y="388"/>
                        <a:pt x="1802" y="388"/>
                        <a:pt x="1798" y="388"/>
                      </a:cubicBezTo>
                      <a:cubicBezTo>
                        <a:pt x="1679" y="374"/>
                        <a:pt x="1562" y="351"/>
                        <a:pt x="1449" y="320"/>
                      </a:cubicBezTo>
                      <a:cubicBezTo>
                        <a:pt x="1445" y="319"/>
                        <a:pt x="1446" y="316"/>
                        <a:pt x="1449" y="315"/>
                      </a:cubicBezTo>
                      <a:cubicBezTo>
                        <a:pt x="1454" y="313"/>
                        <a:pt x="1461" y="313"/>
                        <a:pt x="1466" y="315"/>
                      </a:cubicBezTo>
                      <a:cubicBezTo>
                        <a:pt x="1575" y="345"/>
                        <a:pt x="1688" y="367"/>
                        <a:pt x="1804" y="380"/>
                      </a:cubicBezTo>
                      <a:cubicBezTo>
                        <a:pt x="1808" y="381"/>
                        <a:pt x="1814" y="382"/>
                        <a:pt x="1812" y="385"/>
                      </a:cubicBezTo>
                      <a:moveTo>
                        <a:pt x="1226" y="39"/>
                      </a:moveTo>
                      <a:cubicBezTo>
                        <a:pt x="1218" y="41"/>
                        <a:pt x="1212" y="42"/>
                        <a:pt x="1204" y="45"/>
                      </a:cubicBezTo>
                      <a:cubicBezTo>
                        <a:pt x="1198" y="48"/>
                        <a:pt x="1191" y="51"/>
                        <a:pt x="1186" y="55"/>
                      </a:cubicBezTo>
                      <a:cubicBezTo>
                        <a:pt x="1175" y="63"/>
                        <a:pt x="1167" y="74"/>
                        <a:pt x="1164" y="84"/>
                      </a:cubicBezTo>
                      <a:cubicBezTo>
                        <a:pt x="1163" y="88"/>
                        <a:pt x="1157" y="88"/>
                        <a:pt x="1153" y="88"/>
                      </a:cubicBezTo>
                      <a:cubicBezTo>
                        <a:pt x="1150" y="88"/>
                        <a:pt x="1147" y="88"/>
                        <a:pt x="1144" y="87"/>
                      </a:cubicBezTo>
                      <a:cubicBezTo>
                        <a:pt x="1143" y="87"/>
                        <a:pt x="1141" y="86"/>
                        <a:pt x="1141" y="84"/>
                      </a:cubicBezTo>
                      <a:cubicBezTo>
                        <a:pt x="1147" y="59"/>
                        <a:pt x="1178" y="38"/>
                        <a:pt x="1215" y="32"/>
                      </a:cubicBezTo>
                      <a:cubicBezTo>
                        <a:pt x="1220" y="32"/>
                        <a:pt x="1226" y="31"/>
                        <a:pt x="1230" y="34"/>
                      </a:cubicBezTo>
                      <a:cubicBezTo>
                        <a:pt x="1234" y="36"/>
                        <a:pt x="1230" y="39"/>
                        <a:pt x="1226" y="39"/>
                      </a:cubicBezTo>
                      <a:moveTo>
                        <a:pt x="233" y="783"/>
                      </a:moveTo>
                      <a:cubicBezTo>
                        <a:pt x="214" y="760"/>
                        <a:pt x="192" y="735"/>
                        <a:pt x="157" y="722"/>
                      </a:cubicBezTo>
                      <a:cubicBezTo>
                        <a:pt x="136" y="714"/>
                        <a:pt x="113" y="713"/>
                        <a:pt x="90" y="715"/>
                      </a:cubicBezTo>
                      <a:cubicBezTo>
                        <a:pt x="65" y="717"/>
                        <a:pt x="40" y="720"/>
                        <a:pt x="16" y="723"/>
                      </a:cubicBezTo>
                      <a:cubicBezTo>
                        <a:pt x="12" y="724"/>
                        <a:pt x="3" y="724"/>
                        <a:pt x="2" y="721"/>
                      </a:cubicBezTo>
                      <a:cubicBezTo>
                        <a:pt x="0" y="717"/>
                        <a:pt x="6" y="716"/>
                        <a:pt x="10" y="716"/>
                      </a:cubicBezTo>
                      <a:cubicBezTo>
                        <a:pt x="61" y="710"/>
                        <a:pt x="119" y="698"/>
                        <a:pt x="169" y="714"/>
                      </a:cubicBezTo>
                      <a:cubicBezTo>
                        <a:pt x="210" y="728"/>
                        <a:pt x="234" y="755"/>
                        <a:pt x="256" y="781"/>
                      </a:cubicBezTo>
                      <a:cubicBezTo>
                        <a:pt x="260" y="786"/>
                        <a:pt x="238" y="788"/>
                        <a:pt x="233" y="783"/>
                      </a:cubicBezTo>
                      <a:moveTo>
                        <a:pt x="728" y="203"/>
                      </a:moveTo>
                      <a:cubicBezTo>
                        <a:pt x="725" y="205"/>
                        <a:pt x="720" y="206"/>
                        <a:pt x="716" y="205"/>
                      </a:cubicBezTo>
                      <a:cubicBezTo>
                        <a:pt x="714" y="205"/>
                        <a:pt x="706" y="203"/>
                        <a:pt x="709" y="201"/>
                      </a:cubicBezTo>
                      <a:cubicBezTo>
                        <a:pt x="774" y="146"/>
                        <a:pt x="806" y="75"/>
                        <a:pt x="794" y="5"/>
                      </a:cubicBezTo>
                      <a:cubicBezTo>
                        <a:pt x="794" y="1"/>
                        <a:pt x="813" y="0"/>
                        <a:pt x="814" y="5"/>
                      </a:cubicBezTo>
                      <a:cubicBezTo>
                        <a:pt x="825" y="75"/>
                        <a:pt x="794" y="148"/>
                        <a:pt x="728" y="203"/>
                      </a:cubicBezTo>
                      <a:moveTo>
                        <a:pt x="407" y="184"/>
                      </a:moveTo>
                      <a:cubicBezTo>
                        <a:pt x="407" y="187"/>
                        <a:pt x="401" y="187"/>
                        <a:pt x="398" y="187"/>
                      </a:cubicBezTo>
                      <a:cubicBezTo>
                        <a:pt x="363" y="188"/>
                        <a:pt x="329" y="190"/>
                        <a:pt x="296" y="194"/>
                      </a:cubicBezTo>
                      <a:cubicBezTo>
                        <a:pt x="293" y="194"/>
                        <a:pt x="283" y="194"/>
                        <a:pt x="283" y="191"/>
                      </a:cubicBezTo>
                      <a:cubicBezTo>
                        <a:pt x="283" y="169"/>
                        <a:pt x="283" y="147"/>
                        <a:pt x="283" y="126"/>
                      </a:cubicBezTo>
                      <a:cubicBezTo>
                        <a:pt x="283" y="121"/>
                        <a:pt x="303" y="121"/>
                        <a:pt x="303" y="126"/>
                      </a:cubicBezTo>
                      <a:cubicBezTo>
                        <a:pt x="303" y="146"/>
                        <a:pt x="303" y="166"/>
                        <a:pt x="303" y="186"/>
                      </a:cubicBezTo>
                      <a:cubicBezTo>
                        <a:pt x="334" y="183"/>
                        <a:pt x="366" y="181"/>
                        <a:pt x="398" y="180"/>
                      </a:cubicBezTo>
                      <a:cubicBezTo>
                        <a:pt x="400" y="180"/>
                        <a:pt x="407" y="181"/>
                        <a:pt x="407" y="184"/>
                      </a:cubicBezTo>
                      <a:moveTo>
                        <a:pt x="302" y="560"/>
                      </a:moveTo>
                      <a:cubicBezTo>
                        <a:pt x="253" y="516"/>
                        <a:pt x="203" y="473"/>
                        <a:pt x="150" y="431"/>
                      </a:cubicBezTo>
                      <a:cubicBezTo>
                        <a:pt x="144" y="426"/>
                        <a:pt x="163" y="424"/>
                        <a:pt x="167" y="427"/>
                      </a:cubicBezTo>
                      <a:cubicBezTo>
                        <a:pt x="220" y="470"/>
                        <a:pt x="272" y="513"/>
                        <a:pt x="321" y="558"/>
                      </a:cubicBezTo>
                      <a:cubicBezTo>
                        <a:pt x="325" y="562"/>
                        <a:pt x="306" y="563"/>
                        <a:pt x="302" y="560"/>
                      </a:cubicBezTo>
                      <a:moveTo>
                        <a:pt x="234" y="527"/>
                      </a:moveTo>
                      <a:cubicBezTo>
                        <a:pt x="230" y="529"/>
                        <a:pt x="224" y="529"/>
                        <a:pt x="220" y="527"/>
                      </a:cubicBezTo>
                      <a:cubicBezTo>
                        <a:pt x="189" y="514"/>
                        <a:pt x="156" y="504"/>
                        <a:pt x="121" y="498"/>
                      </a:cubicBezTo>
                      <a:cubicBezTo>
                        <a:pt x="118" y="498"/>
                        <a:pt x="114" y="496"/>
                        <a:pt x="117" y="493"/>
                      </a:cubicBezTo>
                      <a:cubicBezTo>
                        <a:pt x="121" y="491"/>
                        <a:pt x="127" y="492"/>
                        <a:pt x="131" y="492"/>
                      </a:cubicBezTo>
                      <a:cubicBezTo>
                        <a:pt x="168" y="498"/>
                        <a:pt x="203" y="509"/>
                        <a:pt x="234" y="523"/>
                      </a:cubicBezTo>
                      <a:cubicBezTo>
                        <a:pt x="238" y="524"/>
                        <a:pt x="238" y="526"/>
                        <a:pt x="234" y="527"/>
                      </a:cubicBezTo>
                      <a:moveTo>
                        <a:pt x="300" y="617"/>
                      </a:moveTo>
                      <a:cubicBezTo>
                        <a:pt x="231" y="625"/>
                        <a:pt x="164" y="642"/>
                        <a:pt x="102" y="666"/>
                      </a:cubicBezTo>
                      <a:cubicBezTo>
                        <a:pt x="97" y="668"/>
                        <a:pt x="79" y="665"/>
                        <a:pt x="88" y="661"/>
                      </a:cubicBezTo>
                      <a:cubicBezTo>
                        <a:pt x="152" y="636"/>
                        <a:pt x="222" y="619"/>
                        <a:pt x="295" y="611"/>
                      </a:cubicBezTo>
                      <a:cubicBezTo>
                        <a:pt x="298" y="610"/>
                        <a:pt x="306" y="611"/>
                        <a:pt x="307" y="613"/>
                      </a:cubicBezTo>
                      <a:cubicBezTo>
                        <a:pt x="309" y="616"/>
                        <a:pt x="303" y="617"/>
                        <a:pt x="300" y="617"/>
                      </a:cubicBezTo>
                      <a:moveTo>
                        <a:pt x="831" y="331"/>
                      </a:moveTo>
                      <a:cubicBezTo>
                        <a:pt x="831" y="333"/>
                        <a:pt x="831" y="335"/>
                        <a:pt x="829" y="336"/>
                      </a:cubicBezTo>
                      <a:cubicBezTo>
                        <a:pt x="826" y="339"/>
                        <a:pt x="820" y="340"/>
                        <a:pt x="815" y="340"/>
                      </a:cubicBezTo>
                      <a:cubicBezTo>
                        <a:pt x="812" y="340"/>
                        <a:pt x="808" y="339"/>
                        <a:pt x="806" y="338"/>
                      </a:cubicBezTo>
                      <a:cubicBezTo>
                        <a:pt x="804" y="337"/>
                        <a:pt x="803" y="336"/>
                        <a:pt x="802" y="335"/>
                      </a:cubicBezTo>
                      <a:cubicBezTo>
                        <a:pt x="800" y="333"/>
                        <a:pt x="799" y="332"/>
                        <a:pt x="798" y="329"/>
                      </a:cubicBezTo>
                      <a:cubicBezTo>
                        <a:pt x="797" y="327"/>
                        <a:pt x="796" y="325"/>
                        <a:pt x="796" y="323"/>
                      </a:cubicBezTo>
                      <a:cubicBezTo>
                        <a:pt x="796" y="321"/>
                        <a:pt x="796" y="318"/>
                        <a:pt x="797" y="316"/>
                      </a:cubicBezTo>
                      <a:cubicBezTo>
                        <a:pt x="797" y="316"/>
                        <a:pt x="798" y="316"/>
                        <a:pt x="798" y="315"/>
                      </a:cubicBezTo>
                      <a:lnTo>
                        <a:pt x="798" y="314"/>
                      </a:lnTo>
                      <a:cubicBezTo>
                        <a:pt x="800" y="312"/>
                        <a:pt x="803" y="311"/>
                        <a:pt x="805" y="311"/>
                      </a:cubicBezTo>
                      <a:cubicBezTo>
                        <a:pt x="811" y="309"/>
                        <a:pt x="819" y="310"/>
                        <a:pt x="824" y="313"/>
                      </a:cubicBezTo>
                      <a:cubicBezTo>
                        <a:pt x="827" y="314"/>
                        <a:pt x="828" y="316"/>
                        <a:pt x="829" y="318"/>
                      </a:cubicBezTo>
                      <a:cubicBezTo>
                        <a:pt x="832" y="323"/>
                        <a:pt x="832" y="327"/>
                        <a:pt x="831" y="331"/>
                      </a:cubicBezTo>
                      <a:moveTo>
                        <a:pt x="943" y="488"/>
                      </a:moveTo>
                      <a:cubicBezTo>
                        <a:pt x="943" y="490"/>
                        <a:pt x="943" y="492"/>
                        <a:pt x="941" y="494"/>
                      </a:cubicBezTo>
                      <a:cubicBezTo>
                        <a:pt x="938" y="497"/>
                        <a:pt x="932" y="498"/>
                        <a:pt x="927" y="497"/>
                      </a:cubicBezTo>
                      <a:cubicBezTo>
                        <a:pt x="924" y="497"/>
                        <a:pt x="920" y="497"/>
                        <a:pt x="918" y="495"/>
                      </a:cubicBezTo>
                      <a:cubicBezTo>
                        <a:pt x="917" y="494"/>
                        <a:pt x="916" y="493"/>
                        <a:pt x="915" y="492"/>
                      </a:cubicBezTo>
                      <a:cubicBezTo>
                        <a:pt x="913" y="491"/>
                        <a:pt x="911" y="489"/>
                        <a:pt x="910" y="487"/>
                      </a:cubicBezTo>
                      <a:cubicBezTo>
                        <a:pt x="909" y="485"/>
                        <a:pt x="908" y="483"/>
                        <a:pt x="908" y="480"/>
                      </a:cubicBezTo>
                      <a:cubicBezTo>
                        <a:pt x="908" y="478"/>
                        <a:pt x="908" y="476"/>
                        <a:pt x="909" y="474"/>
                      </a:cubicBezTo>
                      <a:cubicBezTo>
                        <a:pt x="910" y="473"/>
                        <a:pt x="910" y="473"/>
                        <a:pt x="910" y="473"/>
                      </a:cubicBezTo>
                      <a:lnTo>
                        <a:pt x="911" y="471"/>
                      </a:lnTo>
                      <a:cubicBezTo>
                        <a:pt x="912" y="470"/>
                        <a:pt x="915" y="469"/>
                        <a:pt x="917" y="468"/>
                      </a:cubicBezTo>
                      <a:cubicBezTo>
                        <a:pt x="924" y="467"/>
                        <a:pt x="931" y="467"/>
                        <a:pt x="936" y="470"/>
                      </a:cubicBezTo>
                      <a:cubicBezTo>
                        <a:pt x="939" y="471"/>
                        <a:pt x="941" y="474"/>
                        <a:pt x="942" y="476"/>
                      </a:cubicBezTo>
                      <a:cubicBezTo>
                        <a:pt x="944" y="480"/>
                        <a:pt x="944" y="484"/>
                        <a:pt x="943" y="488"/>
                      </a:cubicBezTo>
                      <a:moveTo>
                        <a:pt x="1076" y="628"/>
                      </a:moveTo>
                      <a:cubicBezTo>
                        <a:pt x="1075" y="629"/>
                        <a:pt x="1075" y="631"/>
                        <a:pt x="1074" y="633"/>
                      </a:cubicBezTo>
                      <a:cubicBezTo>
                        <a:pt x="1071" y="636"/>
                        <a:pt x="1065" y="637"/>
                        <a:pt x="1060" y="637"/>
                      </a:cubicBezTo>
                      <a:cubicBezTo>
                        <a:pt x="1056" y="637"/>
                        <a:pt x="1053" y="636"/>
                        <a:pt x="1050" y="634"/>
                      </a:cubicBezTo>
                      <a:cubicBezTo>
                        <a:pt x="1049" y="634"/>
                        <a:pt x="1048" y="633"/>
                        <a:pt x="1047" y="632"/>
                      </a:cubicBezTo>
                      <a:cubicBezTo>
                        <a:pt x="1045" y="630"/>
                        <a:pt x="1044" y="628"/>
                        <a:pt x="1043" y="626"/>
                      </a:cubicBezTo>
                      <a:cubicBezTo>
                        <a:pt x="1042" y="624"/>
                        <a:pt x="1041" y="622"/>
                        <a:pt x="1041" y="620"/>
                      </a:cubicBezTo>
                      <a:cubicBezTo>
                        <a:pt x="1040" y="618"/>
                        <a:pt x="1040" y="615"/>
                        <a:pt x="1042" y="613"/>
                      </a:cubicBezTo>
                      <a:cubicBezTo>
                        <a:pt x="1042" y="613"/>
                        <a:pt x="1042" y="612"/>
                        <a:pt x="1043" y="612"/>
                      </a:cubicBezTo>
                      <a:lnTo>
                        <a:pt x="1043" y="611"/>
                      </a:lnTo>
                      <a:cubicBezTo>
                        <a:pt x="1044" y="609"/>
                        <a:pt x="1047" y="608"/>
                        <a:pt x="1050" y="607"/>
                      </a:cubicBezTo>
                      <a:cubicBezTo>
                        <a:pt x="1056" y="606"/>
                        <a:pt x="1063" y="607"/>
                        <a:pt x="1068" y="609"/>
                      </a:cubicBezTo>
                      <a:cubicBezTo>
                        <a:pt x="1071" y="611"/>
                        <a:pt x="1073" y="613"/>
                        <a:pt x="1074" y="615"/>
                      </a:cubicBezTo>
                      <a:cubicBezTo>
                        <a:pt x="1076" y="619"/>
                        <a:pt x="1076" y="623"/>
                        <a:pt x="1076" y="628"/>
                      </a:cubicBezTo>
                      <a:moveTo>
                        <a:pt x="1188" y="798"/>
                      </a:moveTo>
                      <a:cubicBezTo>
                        <a:pt x="1188" y="800"/>
                        <a:pt x="1187" y="802"/>
                        <a:pt x="1186" y="804"/>
                      </a:cubicBezTo>
                      <a:cubicBezTo>
                        <a:pt x="1183" y="807"/>
                        <a:pt x="1177" y="808"/>
                        <a:pt x="1172" y="807"/>
                      </a:cubicBezTo>
                      <a:cubicBezTo>
                        <a:pt x="1168" y="807"/>
                        <a:pt x="1165" y="807"/>
                        <a:pt x="1163" y="805"/>
                      </a:cubicBezTo>
                      <a:cubicBezTo>
                        <a:pt x="1161" y="804"/>
                        <a:pt x="1160" y="803"/>
                        <a:pt x="1159" y="802"/>
                      </a:cubicBezTo>
                      <a:cubicBezTo>
                        <a:pt x="1157" y="801"/>
                        <a:pt x="1156" y="799"/>
                        <a:pt x="1155" y="797"/>
                      </a:cubicBezTo>
                      <a:cubicBezTo>
                        <a:pt x="1154" y="795"/>
                        <a:pt x="1153" y="793"/>
                        <a:pt x="1153" y="790"/>
                      </a:cubicBezTo>
                      <a:cubicBezTo>
                        <a:pt x="1153" y="788"/>
                        <a:pt x="1152" y="786"/>
                        <a:pt x="1154" y="784"/>
                      </a:cubicBezTo>
                      <a:cubicBezTo>
                        <a:pt x="1154" y="783"/>
                        <a:pt x="1155" y="783"/>
                        <a:pt x="1155" y="783"/>
                      </a:cubicBezTo>
                      <a:lnTo>
                        <a:pt x="1155" y="782"/>
                      </a:lnTo>
                      <a:cubicBezTo>
                        <a:pt x="1156" y="780"/>
                        <a:pt x="1159" y="779"/>
                        <a:pt x="1162" y="778"/>
                      </a:cubicBezTo>
                      <a:cubicBezTo>
                        <a:pt x="1168" y="777"/>
                        <a:pt x="1175" y="778"/>
                        <a:pt x="1181" y="780"/>
                      </a:cubicBezTo>
                      <a:cubicBezTo>
                        <a:pt x="1183" y="782"/>
                        <a:pt x="1185" y="784"/>
                        <a:pt x="1186" y="786"/>
                      </a:cubicBezTo>
                      <a:cubicBezTo>
                        <a:pt x="1188" y="790"/>
                        <a:pt x="1188" y="794"/>
                        <a:pt x="1188" y="798"/>
                      </a:cubicBezTo>
                      <a:moveTo>
                        <a:pt x="1378" y="802"/>
                      </a:moveTo>
                      <a:cubicBezTo>
                        <a:pt x="1376" y="805"/>
                        <a:pt x="1363" y="804"/>
                        <a:pt x="1365" y="801"/>
                      </a:cubicBezTo>
                      <a:cubicBezTo>
                        <a:pt x="1407" y="728"/>
                        <a:pt x="1410" y="646"/>
                        <a:pt x="1373" y="571"/>
                      </a:cubicBezTo>
                      <a:cubicBezTo>
                        <a:pt x="1371" y="568"/>
                        <a:pt x="1384" y="567"/>
                        <a:pt x="1386" y="570"/>
                      </a:cubicBezTo>
                      <a:cubicBezTo>
                        <a:pt x="1424" y="645"/>
                        <a:pt x="1421" y="728"/>
                        <a:pt x="1378" y="802"/>
                      </a:cubicBezTo>
                      <a:moveTo>
                        <a:pt x="536" y="592"/>
                      </a:moveTo>
                      <a:cubicBezTo>
                        <a:pt x="517" y="619"/>
                        <a:pt x="500" y="647"/>
                        <a:pt x="486" y="676"/>
                      </a:cubicBezTo>
                      <a:cubicBezTo>
                        <a:pt x="485" y="679"/>
                        <a:pt x="472" y="678"/>
                        <a:pt x="473" y="675"/>
                      </a:cubicBezTo>
                      <a:lnTo>
                        <a:pt x="474" y="674"/>
                      </a:lnTo>
                      <a:cubicBezTo>
                        <a:pt x="439" y="665"/>
                        <a:pt x="403" y="656"/>
                        <a:pt x="369" y="648"/>
                      </a:cubicBezTo>
                      <a:cubicBezTo>
                        <a:pt x="366" y="647"/>
                        <a:pt x="364" y="646"/>
                        <a:pt x="366" y="645"/>
                      </a:cubicBezTo>
                      <a:cubicBezTo>
                        <a:pt x="368" y="643"/>
                        <a:pt x="373" y="643"/>
                        <a:pt x="375" y="644"/>
                      </a:cubicBezTo>
                      <a:cubicBezTo>
                        <a:pt x="409" y="652"/>
                        <a:pt x="443" y="661"/>
                        <a:pt x="476" y="669"/>
                      </a:cubicBezTo>
                      <a:cubicBezTo>
                        <a:pt x="489" y="642"/>
                        <a:pt x="505" y="616"/>
                        <a:pt x="524" y="590"/>
                      </a:cubicBezTo>
                      <a:cubicBezTo>
                        <a:pt x="524" y="590"/>
                        <a:pt x="525" y="589"/>
                        <a:pt x="527" y="589"/>
                      </a:cubicBezTo>
                      <a:cubicBezTo>
                        <a:pt x="496" y="545"/>
                        <a:pt x="464" y="502"/>
                        <a:pt x="433" y="458"/>
                      </a:cubicBezTo>
                      <a:cubicBezTo>
                        <a:pt x="385" y="474"/>
                        <a:pt x="337" y="490"/>
                        <a:pt x="290" y="507"/>
                      </a:cubicBezTo>
                      <a:cubicBezTo>
                        <a:pt x="286" y="509"/>
                        <a:pt x="274" y="506"/>
                        <a:pt x="281" y="504"/>
                      </a:cubicBezTo>
                      <a:cubicBezTo>
                        <a:pt x="331" y="486"/>
                        <a:pt x="382" y="469"/>
                        <a:pt x="433" y="452"/>
                      </a:cubicBezTo>
                      <a:cubicBezTo>
                        <a:pt x="436" y="452"/>
                        <a:pt x="440" y="451"/>
                        <a:pt x="443" y="452"/>
                      </a:cubicBezTo>
                      <a:cubicBezTo>
                        <a:pt x="444" y="453"/>
                        <a:pt x="445" y="454"/>
                        <a:pt x="444" y="455"/>
                      </a:cubicBezTo>
                      <a:lnTo>
                        <a:pt x="445" y="455"/>
                      </a:lnTo>
                      <a:cubicBezTo>
                        <a:pt x="477" y="500"/>
                        <a:pt x="509" y="545"/>
                        <a:pt x="541" y="590"/>
                      </a:cubicBezTo>
                      <a:cubicBezTo>
                        <a:pt x="542" y="591"/>
                        <a:pt x="539" y="592"/>
                        <a:pt x="536" y="592"/>
                      </a:cubicBezTo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57;p33">
                  <a:extLst>
                    <a:ext uri="{FF2B5EF4-FFF2-40B4-BE49-F238E27FC236}">
                      <a16:creationId xmlns:a16="http://schemas.microsoft.com/office/drawing/2014/main" id="{A0B629F7-B634-0EEE-57C2-2AFABE57BF07}"/>
                    </a:ext>
                  </a:extLst>
                </p:cNvPr>
                <p:cNvSpPr/>
                <p:nvPr/>
              </p:nvSpPr>
              <p:spPr>
                <a:xfrm rot="-662413" flipH="1">
                  <a:off x="7038555" y="1715636"/>
                  <a:ext cx="403326" cy="74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920" extrusionOk="0">
                      <a:moveTo>
                        <a:pt x="680" y="739"/>
                      </a:moveTo>
                      <a:cubicBezTo>
                        <a:pt x="670" y="711"/>
                        <a:pt x="656" y="683"/>
                        <a:pt x="639" y="656"/>
                      </a:cubicBezTo>
                      <a:cubicBezTo>
                        <a:pt x="568" y="542"/>
                        <a:pt x="442" y="447"/>
                        <a:pt x="364" y="334"/>
                      </a:cubicBezTo>
                      <a:cubicBezTo>
                        <a:pt x="345" y="306"/>
                        <a:pt x="329" y="277"/>
                        <a:pt x="316" y="247"/>
                      </a:cubicBezTo>
                      <a:cubicBezTo>
                        <a:pt x="305" y="221"/>
                        <a:pt x="291" y="197"/>
                        <a:pt x="287" y="170"/>
                      </a:cubicBezTo>
                      <a:cubicBezTo>
                        <a:pt x="285" y="152"/>
                        <a:pt x="284" y="134"/>
                        <a:pt x="285" y="116"/>
                      </a:cubicBezTo>
                      <a:cubicBezTo>
                        <a:pt x="279" y="108"/>
                        <a:pt x="274" y="101"/>
                        <a:pt x="267" y="94"/>
                      </a:cubicBezTo>
                      <a:cubicBezTo>
                        <a:pt x="246" y="104"/>
                        <a:pt x="220" y="109"/>
                        <a:pt x="194" y="110"/>
                      </a:cubicBezTo>
                      <a:cubicBezTo>
                        <a:pt x="164" y="111"/>
                        <a:pt x="134" y="106"/>
                        <a:pt x="108" y="96"/>
                      </a:cubicBezTo>
                      <a:cubicBezTo>
                        <a:pt x="87" y="89"/>
                        <a:pt x="68" y="78"/>
                        <a:pt x="51" y="66"/>
                      </a:cubicBezTo>
                      <a:cubicBezTo>
                        <a:pt x="40" y="58"/>
                        <a:pt x="29" y="50"/>
                        <a:pt x="22" y="40"/>
                      </a:cubicBezTo>
                      <a:cubicBezTo>
                        <a:pt x="12" y="27"/>
                        <a:pt x="12" y="13"/>
                        <a:pt x="12" y="0"/>
                      </a:cubicBezTo>
                      <a:cubicBezTo>
                        <a:pt x="0" y="54"/>
                        <a:pt x="3" y="109"/>
                        <a:pt x="12" y="163"/>
                      </a:cubicBezTo>
                      <a:cubicBezTo>
                        <a:pt x="16" y="187"/>
                        <a:pt x="21" y="212"/>
                        <a:pt x="22" y="237"/>
                      </a:cubicBezTo>
                      <a:cubicBezTo>
                        <a:pt x="22" y="259"/>
                        <a:pt x="36" y="283"/>
                        <a:pt x="45" y="305"/>
                      </a:cubicBezTo>
                      <a:cubicBezTo>
                        <a:pt x="62" y="348"/>
                        <a:pt x="82" y="390"/>
                        <a:pt x="107" y="431"/>
                      </a:cubicBezTo>
                      <a:cubicBezTo>
                        <a:pt x="131" y="472"/>
                        <a:pt x="162" y="510"/>
                        <a:pt x="184" y="552"/>
                      </a:cubicBezTo>
                      <a:cubicBezTo>
                        <a:pt x="211" y="602"/>
                        <a:pt x="214" y="648"/>
                        <a:pt x="188" y="700"/>
                      </a:cubicBezTo>
                      <a:cubicBezTo>
                        <a:pt x="185" y="705"/>
                        <a:pt x="182" y="711"/>
                        <a:pt x="179" y="716"/>
                      </a:cubicBezTo>
                      <a:cubicBezTo>
                        <a:pt x="192" y="748"/>
                        <a:pt x="199" y="781"/>
                        <a:pt x="193" y="816"/>
                      </a:cubicBezTo>
                      <a:cubicBezTo>
                        <a:pt x="192" y="825"/>
                        <a:pt x="190" y="834"/>
                        <a:pt x="195" y="842"/>
                      </a:cubicBezTo>
                      <a:cubicBezTo>
                        <a:pt x="200" y="851"/>
                        <a:pt x="212" y="856"/>
                        <a:pt x="224" y="861"/>
                      </a:cubicBezTo>
                      <a:cubicBezTo>
                        <a:pt x="366" y="916"/>
                        <a:pt x="543" y="919"/>
                        <a:pt x="698" y="885"/>
                      </a:cubicBezTo>
                      <a:cubicBezTo>
                        <a:pt x="693" y="861"/>
                        <a:pt x="690" y="836"/>
                        <a:pt x="689" y="813"/>
                      </a:cubicBezTo>
                      <a:cubicBezTo>
                        <a:pt x="687" y="787"/>
                        <a:pt x="689" y="766"/>
                        <a:pt x="680" y="739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458;p33">
                  <a:extLst>
                    <a:ext uri="{FF2B5EF4-FFF2-40B4-BE49-F238E27FC236}">
                      <a16:creationId xmlns:a16="http://schemas.microsoft.com/office/drawing/2014/main" id="{3CAD725E-9BE9-27CD-FC32-05E1E927A3FF}"/>
                    </a:ext>
                  </a:extLst>
                </p:cNvPr>
                <p:cNvSpPr/>
                <p:nvPr/>
              </p:nvSpPr>
              <p:spPr>
                <a:xfrm rot="-662413" flipH="1">
                  <a:off x="7156383" y="2196389"/>
                  <a:ext cx="189834" cy="190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" h="236" extrusionOk="0">
                      <a:moveTo>
                        <a:pt x="321" y="234"/>
                      </a:moveTo>
                      <a:cubicBezTo>
                        <a:pt x="317" y="235"/>
                        <a:pt x="311" y="235"/>
                        <a:pt x="307" y="233"/>
                      </a:cubicBezTo>
                      <a:cubicBezTo>
                        <a:pt x="280" y="219"/>
                        <a:pt x="255" y="205"/>
                        <a:pt x="230" y="189"/>
                      </a:cubicBezTo>
                      <a:cubicBezTo>
                        <a:pt x="142" y="136"/>
                        <a:pt x="66" y="75"/>
                        <a:pt x="4" y="8"/>
                      </a:cubicBezTo>
                      <a:cubicBezTo>
                        <a:pt x="0" y="4"/>
                        <a:pt x="19" y="2"/>
                        <a:pt x="23" y="6"/>
                      </a:cubicBezTo>
                      <a:cubicBezTo>
                        <a:pt x="40" y="25"/>
                        <a:pt x="59" y="44"/>
                        <a:pt x="79" y="61"/>
                      </a:cubicBezTo>
                      <a:cubicBezTo>
                        <a:pt x="148" y="125"/>
                        <a:pt x="232" y="181"/>
                        <a:pt x="324" y="229"/>
                      </a:cubicBezTo>
                      <a:cubicBezTo>
                        <a:pt x="328" y="231"/>
                        <a:pt x="323" y="233"/>
                        <a:pt x="321" y="234"/>
                      </a:cubicBezTo>
                      <a:moveTo>
                        <a:pt x="284" y="49"/>
                      </a:moveTo>
                      <a:cubicBezTo>
                        <a:pt x="247" y="34"/>
                        <a:pt x="211" y="19"/>
                        <a:pt x="176" y="2"/>
                      </a:cubicBezTo>
                      <a:cubicBezTo>
                        <a:pt x="172" y="1"/>
                        <a:pt x="166" y="0"/>
                        <a:pt x="162" y="1"/>
                      </a:cubicBezTo>
                      <a:cubicBezTo>
                        <a:pt x="159" y="2"/>
                        <a:pt x="155" y="4"/>
                        <a:pt x="158" y="6"/>
                      </a:cubicBezTo>
                      <a:cubicBezTo>
                        <a:pt x="195" y="23"/>
                        <a:pt x="232" y="39"/>
                        <a:pt x="270" y="54"/>
                      </a:cubicBezTo>
                      <a:cubicBezTo>
                        <a:pt x="273" y="55"/>
                        <a:pt x="280" y="55"/>
                        <a:pt x="284" y="54"/>
                      </a:cubicBezTo>
                      <a:cubicBezTo>
                        <a:pt x="287" y="52"/>
                        <a:pt x="287" y="50"/>
                        <a:pt x="284" y="49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459;p33">
                  <a:extLst>
                    <a:ext uri="{FF2B5EF4-FFF2-40B4-BE49-F238E27FC236}">
                      <a16:creationId xmlns:a16="http://schemas.microsoft.com/office/drawing/2014/main" id="{814D556C-9CD2-2E1A-EAC2-6B1E28676691}"/>
                    </a:ext>
                  </a:extLst>
                </p:cNvPr>
                <p:cNvSpPr/>
                <p:nvPr/>
              </p:nvSpPr>
              <p:spPr>
                <a:xfrm rot="-662413" flipH="1">
                  <a:off x="6782317" y="2538722"/>
                  <a:ext cx="909358" cy="1019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1262" extrusionOk="0">
                      <a:moveTo>
                        <a:pt x="619" y="195"/>
                      </a:moveTo>
                      <a:cubicBezTo>
                        <a:pt x="614" y="196"/>
                        <a:pt x="608" y="196"/>
                        <a:pt x="604" y="194"/>
                      </a:cubicBezTo>
                      <a:cubicBezTo>
                        <a:pt x="583" y="183"/>
                        <a:pt x="564" y="169"/>
                        <a:pt x="547" y="154"/>
                      </a:cubicBezTo>
                      <a:cubicBezTo>
                        <a:pt x="490" y="105"/>
                        <a:pt x="450" y="41"/>
                        <a:pt x="367" y="7"/>
                      </a:cubicBezTo>
                      <a:cubicBezTo>
                        <a:pt x="363" y="6"/>
                        <a:pt x="362" y="4"/>
                        <a:pt x="366" y="2"/>
                      </a:cubicBezTo>
                      <a:cubicBezTo>
                        <a:pt x="370" y="1"/>
                        <a:pt x="377" y="0"/>
                        <a:pt x="381" y="2"/>
                      </a:cubicBezTo>
                      <a:cubicBezTo>
                        <a:pt x="404" y="11"/>
                        <a:pt x="425" y="23"/>
                        <a:pt x="443" y="36"/>
                      </a:cubicBezTo>
                      <a:cubicBezTo>
                        <a:pt x="509" y="84"/>
                        <a:pt x="545" y="149"/>
                        <a:pt x="622" y="190"/>
                      </a:cubicBezTo>
                      <a:cubicBezTo>
                        <a:pt x="626" y="192"/>
                        <a:pt x="621" y="194"/>
                        <a:pt x="619" y="195"/>
                      </a:cubicBezTo>
                      <a:moveTo>
                        <a:pt x="439" y="78"/>
                      </a:moveTo>
                      <a:cubicBezTo>
                        <a:pt x="404" y="60"/>
                        <a:pt x="363" y="47"/>
                        <a:pt x="319" y="40"/>
                      </a:cubicBezTo>
                      <a:cubicBezTo>
                        <a:pt x="315" y="39"/>
                        <a:pt x="308" y="39"/>
                        <a:pt x="305" y="42"/>
                      </a:cubicBezTo>
                      <a:cubicBezTo>
                        <a:pt x="302" y="44"/>
                        <a:pt x="306" y="46"/>
                        <a:pt x="309" y="46"/>
                      </a:cubicBezTo>
                      <a:cubicBezTo>
                        <a:pt x="350" y="53"/>
                        <a:pt x="388" y="65"/>
                        <a:pt x="421" y="83"/>
                      </a:cubicBezTo>
                      <a:cubicBezTo>
                        <a:pt x="425" y="85"/>
                        <a:pt x="431" y="84"/>
                        <a:pt x="436" y="83"/>
                      </a:cubicBezTo>
                      <a:cubicBezTo>
                        <a:pt x="439" y="83"/>
                        <a:pt x="443" y="80"/>
                        <a:pt x="439" y="78"/>
                      </a:cubicBezTo>
                      <a:moveTo>
                        <a:pt x="864" y="13"/>
                      </a:moveTo>
                      <a:cubicBezTo>
                        <a:pt x="859" y="12"/>
                        <a:pt x="852" y="12"/>
                        <a:pt x="848" y="15"/>
                      </a:cubicBezTo>
                      <a:cubicBezTo>
                        <a:pt x="788" y="42"/>
                        <a:pt x="735" y="76"/>
                        <a:pt x="690" y="115"/>
                      </a:cubicBezTo>
                      <a:cubicBezTo>
                        <a:pt x="687" y="118"/>
                        <a:pt x="695" y="120"/>
                        <a:pt x="698" y="120"/>
                      </a:cubicBezTo>
                      <a:cubicBezTo>
                        <a:pt x="703" y="121"/>
                        <a:pt x="709" y="120"/>
                        <a:pt x="712" y="117"/>
                      </a:cubicBezTo>
                      <a:cubicBezTo>
                        <a:pt x="756" y="79"/>
                        <a:pt x="809" y="46"/>
                        <a:pt x="868" y="19"/>
                      </a:cubicBezTo>
                      <a:cubicBezTo>
                        <a:pt x="872" y="16"/>
                        <a:pt x="867" y="14"/>
                        <a:pt x="864" y="13"/>
                      </a:cubicBezTo>
                      <a:moveTo>
                        <a:pt x="944" y="622"/>
                      </a:moveTo>
                      <a:cubicBezTo>
                        <a:pt x="852" y="542"/>
                        <a:pt x="772" y="457"/>
                        <a:pt x="705" y="367"/>
                      </a:cubicBezTo>
                      <a:cubicBezTo>
                        <a:pt x="686" y="342"/>
                        <a:pt x="668" y="316"/>
                        <a:pt x="651" y="290"/>
                      </a:cubicBezTo>
                      <a:cubicBezTo>
                        <a:pt x="648" y="285"/>
                        <a:pt x="625" y="286"/>
                        <a:pt x="629" y="292"/>
                      </a:cubicBezTo>
                      <a:cubicBezTo>
                        <a:pt x="689" y="384"/>
                        <a:pt x="762" y="473"/>
                        <a:pt x="847" y="555"/>
                      </a:cubicBezTo>
                      <a:cubicBezTo>
                        <a:pt x="871" y="579"/>
                        <a:pt x="896" y="601"/>
                        <a:pt x="922" y="624"/>
                      </a:cubicBezTo>
                      <a:cubicBezTo>
                        <a:pt x="925" y="627"/>
                        <a:pt x="931" y="627"/>
                        <a:pt x="936" y="627"/>
                      </a:cubicBezTo>
                      <a:cubicBezTo>
                        <a:pt x="938" y="626"/>
                        <a:pt x="948" y="624"/>
                        <a:pt x="944" y="622"/>
                      </a:cubicBezTo>
                      <a:moveTo>
                        <a:pt x="1525" y="1254"/>
                      </a:moveTo>
                      <a:cubicBezTo>
                        <a:pt x="1380" y="1201"/>
                        <a:pt x="1246" y="1136"/>
                        <a:pt x="1126" y="1060"/>
                      </a:cubicBezTo>
                      <a:cubicBezTo>
                        <a:pt x="1092" y="1038"/>
                        <a:pt x="1059" y="1016"/>
                        <a:pt x="1028" y="993"/>
                      </a:cubicBezTo>
                      <a:cubicBezTo>
                        <a:pt x="1023" y="989"/>
                        <a:pt x="1000" y="991"/>
                        <a:pt x="1008" y="997"/>
                      </a:cubicBezTo>
                      <a:cubicBezTo>
                        <a:pt x="1120" y="1079"/>
                        <a:pt x="1248" y="1152"/>
                        <a:pt x="1387" y="1212"/>
                      </a:cubicBezTo>
                      <a:cubicBezTo>
                        <a:pt x="1427" y="1229"/>
                        <a:pt x="1467" y="1245"/>
                        <a:pt x="1509" y="1260"/>
                      </a:cubicBezTo>
                      <a:cubicBezTo>
                        <a:pt x="1513" y="1261"/>
                        <a:pt x="1521" y="1261"/>
                        <a:pt x="1525" y="1260"/>
                      </a:cubicBezTo>
                      <a:cubicBezTo>
                        <a:pt x="1529" y="1258"/>
                        <a:pt x="1529" y="1255"/>
                        <a:pt x="1525" y="1254"/>
                      </a:cubicBezTo>
                      <a:moveTo>
                        <a:pt x="1571" y="1206"/>
                      </a:moveTo>
                      <a:cubicBezTo>
                        <a:pt x="1554" y="1200"/>
                        <a:pt x="1536" y="1195"/>
                        <a:pt x="1519" y="1189"/>
                      </a:cubicBezTo>
                      <a:cubicBezTo>
                        <a:pt x="1514" y="1187"/>
                        <a:pt x="1507" y="1187"/>
                        <a:pt x="1503" y="1189"/>
                      </a:cubicBezTo>
                      <a:cubicBezTo>
                        <a:pt x="1501" y="1190"/>
                        <a:pt x="1499" y="1190"/>
                        <a:pt x="1499" y="1192"/>
                      </a:cubicBezTo>
                      <a:cubicBezTo>
                        <a:pt x="1499" y="1193"/>
                        <a:pt x="1501" y="1194"/>
                        <a:pt x="1503" y="1195"/>
                      </a:cubicBezTo>
                      <a:cubicBezTo>
                        <a:pt x="1520" y="1200"/>
                        <a:pt x="1537" y="1206"/>
                        <a:pt x="1555" y="1212"/>
                      </a:cubicBezTo>
                      <a:cubicBezTo>
                        <a:pt x="1560" y="1213"/>
                        <a:pt x="1566" y="1214"/>
                        <a:pt x="1571" y="1212"/>
                      </a:cubicBezTo>
                      <a:cubicBezTo>
                        <a:pt x="1573" y="1211"/>
                        <a:pt x="1574" y="1210"/>
                        <a:pt x="1574" y="1209"/>
                      </a:cubicBezTo>
                      <a:cubicBezTo>
                        <a:pt x="1575" y="1208"/>
                        <a:pt x="1573" y="1207"/>
                        <a:pt x="1571" y="1206"/>
                      </a:cubicBezTo>
                      <a:moveTo>
                        <a:pt x="158" y="532"/>
                      </a:moveTo>
                      <a:cubicBezTo>
                        <a:pt x="110" y="611"/>
                        <a:pt x="59" y="689"/>
                        <a:pt x="4" y="766"/>
                      </a:cubicBezTo>
                      <a:cubicBezTo>
                        <a:pt x="0" y="771"/>
                        <a:pt x="23" y="773"/>
                        <a:pt x="27" y="768"/>
                      </a:cubicBezTo>
                      <a:cubicBezTo>
                        <a:pt x="81" y="691"/>
                        <a:pt x="132" y="613"/>
                        <a:pt x="180" y="534"/>
                      </a:cubicBezTo>
                      <a:cubicBezTo>
                        <a:pt x="184" y="529"/>
                        <a:pt x="161" y="527"/>
                        <a:pt x="158" y="532"/>
                      </a:cubicBezTo>
                      <a:moveTo>
                        <a:pt x="139" y="644"/>
                      </a:moveTo>
                      <a:cubicBezTo>
                        <a:pt x="136" y="679"/>
                        <a:pt x="133" y="714"/>
                        <a:pt x="132" y="749"/>
                      </a:cubicBezTo>
                      <a:cubicBezTo>
                        <a:pt x="132" y="754"/>
                        <a:pt x="156" y="754"/>
                        <a:pt x="156" y="749"/>
                      </a:cubicBezTo>
                      <a:cubicBezTo>
                        <a:pt x="156" y="714"/>
                        <a:pt x="159" y="679"/>
                        <a:pt x="163" y="644"/>
                      </a:cubicBezTo>
                      <a:cubicBezTo>
                        <a:pt x="163" y="639"/>
                        <a:pt x="140" y="638"/>
                        <a:pt x="139" y="644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5" name="Google Shape;460;p33">
              <a:extLst>
                <a:ext uri="{FF2B5EF4-FFF2-40B4-BE49-F238E27FC236}">
                  <a16:creationId xmlns:a16="http://schemas.microsoft.com/office/drawing/2014/main" id="{B32EE7D9-CDA4-C548-F2A2-49B3ABBCF0E5}"/>
                </a:ext>
              </a:extLst>
            </p:cNvPr>
            <p:cNvSpPr/>
            <p:nvPr/>
          </p:nvSpPr>
          <p:spPr>
            <a:xfrm>
              <a:off x="8104262" y="1355126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61;p33">
              <a:extLst>
                <a:ext uri="{FF2B5EF4-FFF2-40B4-BE49-F238E27FC236}">
                  <a16:creationId xmlns:a16="http://schemas.microsoft.com/office/drawing/2014/main" id="{0321E412-D4CA-640E-FF69-3A3435D1D833}"/>
                </a:ext>
              </a:extLst>
            </p:cNvPr>
            <p:cNvSpPr/>
            <p:nvPr/>
          </p:nvSpPr>
          <p:spPr>
            <a:xfrm rot="10800000">
              <a:off x="6208350" y="3634725"/>
              <a:ext cx="238425" cy="351599"/>
            </a:xfrm>
            <a:custGeom>
              <a:avLst/>
              <a:gdLst/>
              <a:ahLst/>
              <a:cxnLst/>
              <a:rect l="l" t="t" r="r" b="b"/>
              <a:pathLst>
                <a:path w="552" h="814" extrusionOk="0">
                  <a:moveTo>
                    <a:pt x="544" y="410"/>
                  </a:moveTo>
                  <a:cubicBezTo>
                    <a:pt x="502" y="401"/>
                    <a:pt x="440" y="386"/>
                    <a:pt x="409" y="355"/>
                  </a:cubicBezTo>
                  <a:cubicBezTo>
                    <a:pt x="371" y="316"/>
                    <a:pt x="351" y="249"/>
                    <a:pt x="339" y="198"/>
                  </a:cubicBezTo>
                  <a:cubicBezTo>
                    <a:pt x="323" y="134"/>
                    <a:pt x="317" y="66"/>
                    <a:pt x="312" y="0"/>
                  </a:cubicBezTo>
                  <a:cubicBezTo>
                    <a:pt x="303" y="70"/>
                    <a:pt x="294" y="142"/>
                    <a:pt x="262" y="206"/>
                  </a:cubicBezTo>
                  <a:cubicBezTo>
                    <a:pt x="221" y="288"/>
                    <a:pt x="132" y="329"/>
                    <a:pt x="45" y="346"/>
                  </a:cubicBezTo>
                  <a:cubicBezTo>
                    <a:pt x="28" y="350"/>
                    <a:pt x="9" y="354"/>
                    <a:pt x="0" y="368"/>
                  </a:cubicBezTo>
                  <a:cubicBezTo>
                    <a:pt x="12" y="348"/>
                    <a:pt x="108" y="386"/>
                    <a:pt x="123" y="394"/>
                  </a:cubicBezTo>
                  <a:cubicBezTo>
                    <a:pt x="161" y="414"/>
                    <a:pt x="198" y="445"/>
                    <a:pt x="219" y="483"/>
                  </a:cubicBezTo>
                  <a:cubicBezTo>
                    <a:pt x="269" y="576"/>
                    <a:pt x="281" y="710"/>
                    <a:pt x="297" y="813"/>
                  </a:cubicBezTo>
                  <a:cubicBezTo>
                    <a:pt x="304" y="746"/>
                    <a:pt x="313" y="678"/>
                    <a:pt x="334" y="615"/>
                  </a:cubicBezTo>
                  <a:cubicBezTo>
                    <a:pt x="368" y="515"/>
                    <a:pt x="432" y="429"/>
                    <a:pt x="544" y="419"/>
                  </a:cubicBezTo>
                  <a:cubicBezTo>
                    <a:pt x="546" y="419"/>
                    <a:pt x="550" y="417"/>
                    <a:pt x="551" y="414"/>
                  </a:cubicBezTo>
                  <a:cubicBezTo>
                    <a:pt x="551" y="411"/>
                    <a:pt x="546" y="410"/>
                    <a:pt x="544" y="41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5301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oogle Shape;1349;p67"/>
          <p:cNvGrpSpPr/>
          <p:nvPr/>
        </p:nvGrpSpPr>
        <p:grpSpPr>
          <a:xfrm>
            <a:off x="5954938" y="-17660"/>
            <a:ext cx="3317601" cy="2247435"/>
            <a:chOff x="5954938" y="-17660"/>
            <a:chExt cx="3317601" cy="2247435"/>
          </a:xfrm>
        </p:grpSpPr>
        <p:sp>
          <p:nvSpPr>
            <p:cNvPr id="1350" name="Google Shape;1350;p67"/>
            <p:cNvSpPr/>
            <p:nvPr/>
          </p:nvSpPr>
          <p:spPr>
            <a:xfrm rot="10800000" flipH="1">
              <a:off x="5954938" y="-17660"/>
              <a:ext cx="3317601" cy="2247435"/>
            </a:xfrm>
            <a:custGeom>
              <a:avLst/>
              <a:gdLst/>
              <a:ahLst/>
              <a:cxnLst/>
              <a:rect l="l" t="t" r="r" b="b"/>
              <a:pathLst>
                <a:path w="3252" h="2203" extrusionOk="0">
                  <a:moveTo>
                    <a:pt x="290" y="2202"/>
                  </a:moveTo>
                  <a:cubicBezTo>
                    <a:pt x="177" y="2003"/>
                    <a:pt x="113" y="1776"/>
                    <a:pt x="113" y="1536"/>
                  </a:cubicBezTo>
                  <a:cubicBezTo>
                    <a:pt x="113" y="751"/>
                    <a:pt x="792" y="113"/>
                    <a:pt x="1626" y="113"/>
                  </a:cubicBezTo>
                  <a:cubicBezTo>
                    <a:pt x="2460" y="113"/>
                    <a:pt x="3138" y="751"/>
                    <a:pt x="3138" y="1536"/>
                  </a:cubicBezTo>
                  <a:cubicBezTo>
                    <a:pt x="3138" y="1776"/>
                    <a:pt x="3074" y="2003"/>
                    <a:pt x="2962" y="2202"/>
                  </a:cubicBezTo>
                  <a:lnTo>
                    <a:pt x="3090" y="2202"/>
                  </a:lnTo>
                  <a:cubicBezTo>
                    <a:pt x="3193" y="2001"/>
                    <a:pt x="3251" y="1774"/>
                    <a:pt x="3251" y="1536"/>
                  </a:cubicBezTo>
                  <a:cubicBezTo>
                    <a:pt x="3251" y="689"/>
                    <a:pt x="2522" y="0"/>
                    <a:pt x="1625" y="0"/>
                  </a:cubicBezTo>
                  <a:cubicBezTo>
                    <a:pt x="729" y="0"/>
                    <a:pt x="0" y="689"/>
                    <a:pt x="0" y="1536"/>
                  </a:cubicBezTo>
                  <a:cubicBezTo>
                    <a:pt x="0" y="1774"/>
                    <a:pt x="58" y="2000"/>
                    <a:pt x="161" y="2202"/>
                  </a:cubicBezTo>
                  <a:lnTo>
                    <a:pt x="290" y="220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67"/>
            <p:cNvSpPr/>
            <p:nvPr/>
          </p:nvSpPr>
          <p:spPr>
            <a:xfrm rot="10800000" flipH="1">
              <a:off x="6070217" y="-17659"/>
              <a:ext cx="3088062" cy="2138276"/>
            </a:xfrm>
            <a:custGeom>
              <a:avLst/>
              <a:gdLst/>
              <a:ahLst/>
              <a:cxnLst/>
              <a:rect l="l" t="t" r="r" b="b"/>
              <a:pathLst>
                <a:path w="3027" h="2096" extrusionOk="0">
                  <a:moveTo>
                    <a:pt x="306" y="2095"/>
                  </a:moveTo>
                  <a:cubicBezTo>
                    <a:pt x="183" y="1900"/>
                    <a:pt x="113" y="1672"/>
                    <a:pt x="113" y="1429"/>
                  </a:cubicBezTo>
                  <a:cubicBezTo>
                    <a:pt x="113" y="703"/>
                    <a:pt x="741" y="113"/>
                    <a:pt x="1513" y="113"/>
                  </a:cubicBezTo>
                  <a:cubicBezTo>
                    <a:pt x="2285" y="113"/>
                    <a:pt x="2913" y="703"/>
                    <a:pt x="2913" y="1429"/>
                  </a:cubicBezTo>
                  <a:cubicBezTo>
                    <a:pt x="2913" y="1672"/>
                    <a:pt x="2842" y="1900"/>
                    <a:pt x="2719" y="2095"/>
                  </a:cubicBezTo>
                  <a:lnTo>
                    <a:pt x="2851" y="2095"/>
                  </a:lnTo>
                  <a:cubicBezTo>
                    <a:pt x="2962" y="1896"/>
                    <a:pt x="3026" y="1669"/>
                    <a:pt x="3026" y="1429"/>
                  </a:cubicBezTo>
                  <a:cubicBezTo>
                    <a:pt x="3026" y="641"/>
                    <a:pt x="2347" y="0"/>
                    <a:pt x="1513" y="0"/>
                  </a:cubicBezTo>
                  <a:cubicBezTo>
                    <a:pt x="679" y="0"/>
                    <a:pt x="0" y="641"/>
                    <a:pt x="0" y="1429"/>
                  </a:cubicBezTo>
                  <a:cubicBezTo>
                    <a:pt x="0" y="1669"/>
                    <a:pt x="64" y="1896"/>
                    <a:pt x="175" y="2095"/>
                  </a:cubicBezTo>
                  <a:lnTo>
                    <a:pt x="306" y="209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67"/>
            <p:cNvSpPr/>
            <p:nvPr/>
          </p:nvSpPr>
          <p:spPr>
            <a:xfrm rot="10800000" flipH="1">
              <a:off x="6187537" y="-17659"/>
              <a:ext cx="2852402" cy="2028098"/>
            </a:xfrm>
            <a:custGeom>
              <a:avLst/>
              <a:gdLst/>
              <a:ahLst/>
              <a:cxnLst/>
              <a:rect l="l" t="t" r="r" b="b"/>
              <a:pathLst>
                <a:path w="2796" h="1988" extrusionOk="0">
                  <a:moveTo>
                    <a:pt x="326" y="1987"/>
                  </a:moveTo>
                  <a:cubicBezTo>
                    <a:pt x="191" y="1796"/>
                    <a:pt x="113" y="1567"/>
                    <a:pt x="113" y="1321"/>
                  </a:cubicBezTo>
                  <a:cubicBezTo>
                    <a:pt x="113" y="655"/>
                    <a:pt x="689" y="113"/>
                    <a:pt x="1398" y="113"/>
                  </a:cubicBezTo>
                  <a:cubicBezTo>
                    <a:pt x="2106" y="113"/>
                    <a:pt x="2683" y="655"/>
                    <a:pt x="2683" y="1321"/>
                  </a:cubicBezTo>
                  <a:cubicBezTo>
                    <a:pt x="2683" y="1567"/>
                    <a:pt x="2604" y="1796"/>
                    <a:pt x="2469" y="1987"/>
                  </a:cubicBezTo>
                  <a:lnTo>
                    <a:pt x="2604" y="1987"/>
                  </a:lnTo>
                  <a:cubicBezTo>
                    <a:pt x="2726" y="1791"/>
                    <a:pt x="2795" y="1564"/>
                    <a:pt x="2795" y="1321"/>
                  </a:cubicBezTo>
                  <a:cubicBezTo>
                    <a:pt x="2795" y="592"/>
                    <a:pt x="2168" y="0"/>
                    <a:pt x="1398" y="0"/>
                  </a:cubicBezTo>
                  <a:cubicBezTo>
                    <a:pt x="627" y="0"/>
                    <a:pt x="0" y="592"/>
                    <a:pt x="0" y="1321"/>
                  </a:cubicBezTo>
                  <a:cubicBezTo>
                    <a:pt x="0" y="1564"/>
                    <a:pt x="69" y="1791"/>
                    <a:pt x="191" y="1987"/>
                  </a:cubicBezTo>
                  <a:lnTo>
                    <a:pt x="326" y="198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67"/>
            <p:cNvSpPr/>
            <p:nvPr/>
          </p:nvSpPr>
          <p:spPr>
            <a:xfrm rot="10800000" flipH="1">
              <a:off x="6300776" y="-17659"/>
              <a:ext cx="2625924" cy="1920980"/>
            </a:xfrm>
            <a:custGeom>
              <a:avLst/>
              <a:gdLst/>
              <a:ahLst/>
              <a:cxnLst/>
              <a:rect l="l" t="t" r="r" b="b"/>
              <a:pathLst>
                <a:path w="2574" h="1883" extrusionOk="0">
                  <a:moveTo>
                    <a:pt x="352" y="1882"/>
                  </a:moveTo>
                  <a:cubicBezTo>
                    <a:pt x="202" y="1697"/>
                    <a:pt x="113" y="1466"/>
                    <a:pt x="113" y="1216"/>
                  </a:cubicBezTo>
                  <a:cubicBezTo>
                    <a:pt x="113" y="607"/>
                    <a:pt x="639" y="112"/>
                    <a:pt x="1287" y="112"/>
                  </a:cubicBezTo>
                  <a:cubicBezTo>
                    <a:pt x="1934" y="112"/>
                    <a:pt x="2461" y="607"/>
                    <a:pt x="2461" y="1216"/>
                  </a:cubicBezTo>
                  <a:cubicBezTo>
                    <a:pt x="2461" y="1466"/>
                    <a:pt x="2371" y="1697"/>
                    <a:pt x="2221" y="1882"/>
                  </a:cubicBezTo>
                  <a:lnTo>
                    <a:pt x="2362" y="1882"/>
                  </a:lnTo>
                  <a:cubicBezTo>
                    <a:pt x="2496" y="1691"/>
                    <a:pt x="2573" y="1462"/>
                    <a:pt x="2573" y="1216"/>
                  </a:cubicBezTo>
                  <a:cubicBezTo>
                    <a:pt x="2573" y="545"/>
                    <a:pt x="1996" y="0"/>
                    <a:pt x="1286" y="0"/>
                  </a:cubicBezTo>
                  <a:cubicBezTo>
                    <a:pt x="577" y="0"/>
                    <a:pt x="0" y="545"/>
                    <a:pt x="0" y="1216"/>
                  </a:cubicBezTo>
                  <a:cubicBezTo>
                    <a:pt x="0" y="1461"/>
                    <a:pt x="77" y="1691"/>
                    <a:pt x="210" y="1882"/>
                  </a:cubicBezTo>
                  <a:lnTo>
                    <a:pt x="352" y="1882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67"/>
          <p:cNvGrpSpPr/>
          <p:nvPr/>
        </p:nvGrpSpPr>
        <p:grpSpPr>
          <a:xfrm rot="4701014">
            <a:off x="7927433" y="1452368"/>
            <a:ext cx="1372616" cy="1427595"/>
            <a:chOff x="7809283" y="3511627"/>
            <a:chExt cx="1056290" cy="1098599"/>
          </a:xfrm>
        </p:grpSpPr>
        <p:sp>
          <p:nvSpPr>
            <p:cNvPr id="1355" name="Google Shape;1355;p67"/>
            <p:cNvSpPr/>
            <p:nvPr/>
          </p:nvSpPr>
          <p:spPr>
            <a:xfrm rot="-1908659">
              <a:off x="7978954" y="3636892"/>
              <a:ext cx="716949" cy="848068"/>
            </a:xfrm>
            <a:custGeom>
              <a:avLst/>
              <a:gdLst/>
              <a:ahLst/>
              <a:cxnLst/>
              <a:rect l="l" t="t" r="r" b="b"/>
              <a:pathLst>
                <a:path w="1449" h="1714" extrusionOk="0">
                  <a:moveTo>
                    <a:pt x="1448" y="1617"/>
                  </a:moveTo>
                  <a:cubicBezTo>
                    <a:pt x="1236" y="1590"/>
                    <a:pt x="1022" y="1604"/>
                    <a:pt x="811" y="1627"/>
                  </a:cubicBezTo>
                  <a:cubicBezTo>
                    <a:pt x="701" y="1639"/>
                    <a:pt x="592" y="1660"/>
                    <a:pt x="482" y="1676"/>
                  </a:cubicBezTo>
                  <a:cubicBezTo>
                    <a:pt x="391" y="1688"/>
                    <a:pt x="322" y="1713"/>
                    <a:pt x="271" y="1621"/>
                  </a:cubicBezTo>
                  <a:cubicBezTo>
                    <a:pt x="168" y="1438"/>
                    <a:pt x="88" y="1235"/>
                    <a:pt x="52" y="1028"/>
                  </a:cubicBezTo>
                  <a:cubicBezTo>
                    <a:pt x="0" y="734"/>
                    <a:pt x="35" y="431"/>
                    <a:pt x="212" y="167"/>
                  </a:cubicBezTo>
                  <a:cubicBezTo>
                    <a:pt x="230" y="140"/>
                    <a:pt x="250" y="121"/>
                    <a:pt x="271" y="108"/>
                  </a:cubicBezTo>
                  <a:cubicBezTo>
                    <a:pt x="328" y="73"/>
                    <a:pt x="397" y="77"/>
                    <a:pt x="477" y="67"/>
                  </a:cubicBezTo>
                  <a:cubicBezTo>
                    <a:pt x="640" y="47"/>
                    <a:pt x="817" y="4"/>
                    <a:pt x="982" y="4"/>
                  </a:cubicBezTo>
                  <a:cubicBezTo>
                    <a:pt x="999" y="2"/>
                    <a:pt x="1018" y="0"/>
                    <a:pt x="1032" y="10"/>
                  </a:cubicBezTo>
                  <a:cubicBezTo>
                    <a:pt x="1047" y="20"/>
                    <a:pt x="1052" y="40"/>
                    <a:pt x="1055" y="57"/>
                  </a:cubicBezTo>
                  <a:cubicBezTo>
                    <a:pt x="1101" y="288"/>
                    <a:pt x="1148" y="518"/>
                    <a:pt x="1194" y="748"/>
                  </a:cubicBezTo>
                  <a:cubicBezTo>
                    <a:pt x="1237" y="959"/>
                    <a:pt x="1313" y="1157"/>
                    <a:pt x="1374" y="1364"/>
                  </a:cubicBezTo>
                  <a:cubicBezTo>
                    <a:pt x="1378" y="1377"/>
                    <a:pt x="1381" y="1389"/>
                    <a:pt x="1385" y="1402"/>
                  </a:cubicBezTo>
                  <a:cubicBezTo>
                    <a:pt x="1406" y="1474"/>
                    <a:pt x="1427" y="1546"/>
                    <a:pt x="1448" y="161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67"/>
            <p:cNvSpPr/>
            <p:nvPr/>
          </p:nvSpPr>
          <p:spPr>
            <a:xfrm rot="-1908659">
              <a:off x="8019247" y="3731650"/>
              <a:ext cx="584346" cy="670439"/>
            </a:xfrm>
            <a:custGeom>
              <a:avLst/>
              <a:gdLst/>
              <a:ahLst/>
              <a:cxnLst/>
              <a:rect l="l" t="t" r="r" b="b"/>
              <a:pathLst>
                <a:path w="1181" h="1355" extrusionOk="0">
                  <a:moveTo>
                    <a:pt x="895" y="10"/>
                  </a:moveTo>
                  <a:cubicBezTo>
                    <a:pt x="895" y="18"/>
                    <a:pt x="882" y="20"/>
                    <a:pt x="876" y="20"/>
                  </a:cubicBezTo>
                  <a:cubicBezTo>
                    <a:pt x="821" y="20"/>
                    <a:pt x="767" y="26"/>
                    <a:pt x="713" y="33"/>
                  </a:cubicBezTo>
                  <a:cubicBezTo>
                    <a:pt x="522" y="61"/>
                    <a:pt x="335" y="118"/>
                    <a:pt x="141" y="121"/>
                  </a:cubicBezTo>
                  <a:cubicBezTo>
                    <a:pt x="136" y="121"/>
                    <a:pt x="121" y="119"/>
                    <a:pt x="122" y="111"/>
                  </a:cubicBezTo>
                  <a:cubicBezTo>
                    <a:pt x="122" y="103"/>
                    <a:pt x="135" y="101"/>
                    <a:pt x="141" y="101"/>
                  </a:cubicBezTo>
                  <a:cubicBezTo>
                    <a:pt x="195" y="101"/>
                    <a:pt x="250" y="95"/>
                    <a:pt x="304" y="87"/>
                  </a:cubicBezTo>
                  <a:cubicBezTo>
                    <a:pt x="495" y="60"/>
                    <a:pt x="681" y="2"/>
                    <a:pt x="876" y="0"/>
                  </a:cubicBezTo>
                  <a:cubicBezTo>
                    <a:pt x="881" y="0"/>
                    <a:pt x="895" y="2"/>
                    <a:pt x="895" y="10"/>
                  </a:cubicBezTo>
                  <a:moveTo>
                    <a:pt x="904" y="109"/>
                  </a:moveTo>
                  <a:cubicBezTo>
                    <a:pt x="898" y="103"/>
                    <a:pt x="885" y="104"/>
                    <a:pt x="878" y="106"/>
                  </a:cubicBezTo>
                  <a:cubicBezTo>
                    <a:pt x="781" y="133"/>
                    <a:pt x="682" y="149"/>
                    <a:pt x="583" y="161"/>
                  </a:cubicBezTo>
                  <a:cubicBezTo>
                    <a:pt x="480" y="174"/>
                    <a:pt x="378" y="186"/>
                    <a:pt x="276" y="198"/>
                  </a:cubicBezTo>
                  <a:cubicBezTo>
                    <a:pt x="217" y="204"/>
                    <a:pt x="158" y="211"/>
                    <a:pt x="99" y="218"/>
                  </a:cubicBezTo>
                  <a:cubicBezTo>
                    <a:pt x="93" y="219"/>
                    <a:pt x="82" y="223"/>
                    <a:pt x="86" y="230"/>
                  </a:cubicBezTo>
                  <a:cubicBezTo>
                    <a:pt x="89" y="238"/>
                    <a:pt x="103" y="238"/>
                    <a:pt x="109" y="237"/>
                  </a:cubicBezTo>
                  <a:lnTo>
                    <a:pt x="424" y="200"/>
                  </a:lnTo>
                  <a:cubicBezTo>
                    <a:pt x="525" y="189"/>
                    <a:pt x="628" y="178"/>
                    <a:pt x="729" y="160"/>
                  </a:cubicBezTo>
                  <a:cubicBezTo>
                    <a:pt x="786" y="150"/>
                    <a:pt x="842" y="138"/>
                    <a:pt x="897" y="122"/>
                  </a:cubicBezTo>
                  <a:cubicBezTo>
                    <a:pt x="903" y="121"/>
                    <a:pt x="910" y="115"/>
                    <a:pt x="904" y="109"/>
                  </a:cubicBezTo>
                  <a:moveTo>
                    <a:pt x="944" y="246"/>
                  </a:moveTo>
                  <a:cubicBezTo>
                    <a:pt x="941" y="239"/>
                    <a:pt x="927" y="238"/>
                    <a:pt x="920" y="239"/>
                  </a:cubicBezTo>
                  <a:cubicBezTo>
                    <a:pt x="806" y="253"/>
                    <a:pt x="692" y="267"/>
                    <a:pt x="577" y="281"/>
                  </a:cubicBezTo>
                  <a:cubicBezTo>
                    <a:pt x="466" y="294"/>
                    <a:pt x="355" y="308"/>
                    <a:pt x="245" y="329"/>
                  </a:cubicBezTo>
                  <a:cubicBezTo>
                    <a:pt x="183" y="340"/>
                    <a:pt x="121" y="354"/>
                    <a:pt x="59" y="371"/>
                  </a:cubicBezTo>
                  <a:cubicBezTo>
                    <a:pt x="53" y="372"/>
                    <a:pt x="46" y="378"/>
                    <a:pt x="52" y="384"/>
                  </a:cubicBezTo>
                  <a:cubicBezTo>
                    <a:pt x="58" y="390"/>
                    <a:pt x="71" y="390"/>
                    <a:pt x="78" y="388"/>
                  </a:cubicBezTo>
                  <a:cubicBezTo>
                    <a:pt x="294" y="330"/>
                    <a:pt x="518" y="308"/>
                    <a:pt x="739" y="281"/>
                  </a:cubicBezTo>
                  <a:lnTo>
                    <a:pt x="930" y="258"/>
                  </a:lnTo>
                  <a:cubicBezTo>
                    <a:pt x="937" y="258"/>
                    <a:pt x="947" y="254"/>
                    <a:pt x="944" y="246"/>
                  </a:cubicBezTo>
                  <a:moveTo>
                    <a:pt x="951" y="380"/>
                  </a:moveTo>
                  <a:cubicBezTo>
                    <a:pt x="945" y="373"/>
                    <a:pt x="932" y="374"/>
                    <a:pt x="925" y="376"/>
                  </a:cubicBezTo>
                  <a:cubicBezTo>
                    <a:pt x="701" y="437"/>
                    <a:pt x="469" y="462"/>
                    <a:pt x="240" y="490"/>
                  </a:cubicBezTo>
                  <a:cubicBezTo>
                    <a:pt x="173" y="498"/>
                    <a:pt x="107" y="506"/>
                    <a:pt x="41" y="514"/>
                  </a:cubicBezTo>
                  <a:cubicBezTo>
                    <a:pt x="36" y="515"/>
                    <a:pt x="25" y="519"/>
                    <a:pt x="28" y="526"/>
                  </a:cubicBezTo>
                  <a:cubicBezTo>
                    <a:pt x="31" y="534"/>
                    <a:pt x="45" y="534"/>
                    <a:pt x="52" y="533"/>
                  </a:cubicBezTo>
                  <a:cubicBezTo>
                    <a:pt x="170" y="519"/>
                    <a:pt x="289" y="504"/>
                    <a:pt x="407" y="490"/>
                  </a:cubicBezTo>
                  <a:cubicBezTo>
                    <a:pt x="522" y="475"/>
                    <a:pt x="637" y="459"/>
                    <a:pt x="751" y="438"/>
                  </a:cubicBezTo>
                  <a:cubicBezTo>
                    <a:pt x="816" y="425"/>
                    <a:pt x="880" y="410"/>
                    <a:pt x="944" y="393"/>
                  </a:cubicBezTo>
                  <a:cubicBezTo>
                    <a:pt x="951" y="391"/>
                    <a:pt x="957" y="386"/>
                    <a:pt x="951" y="380"/>
                  </a:cubicBezTo>
                  <a:moveTo>
                    <a:pt x="999" y="550"/>
                  </a:moveTo>
                  <a:cubicBezTo>
                    <a:pt x="996" y="543"/>
                    <a:pt x="981" y="542"/>
                    <a:pt x="975" y="543"/>
                  </a:cubicBezTo>
                  <a:cubicBezTo>
                    <a:pt x="724" y="587"/>
                    <a:pt x="472" y="624"/>
                    <a:pt x="219" y="655"/>
                  </a:cubicBezTo>
                  <a:cubicBezTo>
                    <a:pt x="150" y="664"/>
                    <a:pt x="80" y="669"/>
                    <a:pt x="12" y="686"/>
                  </a:cubicBezTo>
                  <a:cubicBezTo>
                    <a:pt x="6" y="688"/>
                    <a:pt x="0" y="694"/>
                    <a:pt x="5" y="700"/>
                  </a:cubicBezTo>
                  <a:cubicBezTo>
                    <a:pt x="11" y="706"/>
                    <a:pt x="24" y="705"/>
                    <a:pt x="32" y="703"/>
                  </a:cubicBezTo>
                  <a:cubicBezTo>
                    <a:pt x="91" y="688"/>
                    <a:pt x="153" y="684"/>
                    <a:pt x="214" y="676"/>
                  </a:cubicBezTo>
                  <a:cubicBezTo>
                    <a:pt x="276" y="669"/>
                    <a:pt x="338" y="661"/>
                    <a:pt x="400" y="652"/>
                  </a:cubicBezTo>
                  <a:cubicBezTo>
                    <a:pt x="525" y="636"/>
                    <a:pt x="650" y="617"/>
                    <a:pt x="774" y="597"/>
                  </a:cubicBezTo>
                  <a:cubicBezTo>
                    <a:pt x="845" y="586"/>
                    <a:pt x="915" y="574"/>
                    <a:pt x="985" y="562"/>
                  </a:cubicBezTo>
                  <a:cubicBezTo>
                    <a:pt x="991" y="561"/>
                    <a:pt x="1002" y="558"/>
                    <a:pt x="999" y="550"/>
                  </a:cubicBezTo>
                  <a:moveTo>
                    <a:pt x="1004" y="712"/>
                  </a:moveTo>
                  <a:cubicBezTo>
                    <a:pt x="1001" y="705"/>
                    <a:pt x="986" y="704"/>
                    <a:pt x="980" y="705"/>
                  </a:cubicBezTo>
                  <a:cubicBezTo>
                    <a:pt x="737" y="733"/>
                    <a:pt x="494" y="767"/>
                    <a:pt x="253" y="809"/>
                  </a:cubicBezTo>
                  <a:cubicBezTo>
                    <a:pt x="185" y="820"/>
                    <a:pt x="118" y="832"/>
                    <a:pt x="50" y="845"/>
                  </a:cubicBezTo>
                  <a:cubicBezTo>
                    <a:pt x="45" y="846"/>
                    <a:pt x="33" y="849"/>
                    <a:pt x="37" y="857"/>
                  </a:cubicBezTo>
                  <a:cubicBezTo>
                    <a:pt x="40" y="864"/>
                    <a:pt x="54" y="865"/>
                    <a:pt x="61" y="864"/>
                  </a:cubicBezTo>
                  <a:cubicBezTo>
                    <a:pt x="301" y="819"/>
                    <a:pt x="543" y="780"/>
                    <a:pt x="786" y="749"/>
                  </a:cubicBezTo>
                  <a:cubicBezTo>
                    <a:pt x="854" y="740"/>
                    <a:pt x="922" y="732"/>
                    <a:pt x="990" y="724"/>
                  </a:cubicBezTo>
                  <a:cubicBezTo>
                    <a:pt x="996" y="723"/>
                    <a:pt x="1007" y="720"/>
                    <a:pt x="1004" y="712"/>
                  </a:cubicBezTo>
                  <a:moveTo>
                    <a:pt x="1038" y="827"/>
                  </a:moveTo>
                  <a:cubicBezTo>
                    <a:pt x="1035" y="819"/>
                    <a:pt x="1020" y="819"/>
                    <a:pt x="1014" y="820"/>
                  </a:cubicBezTo>
                  <a:cubicBezTo>
                    <a:pt x="782" y="853"/>
                    <a:pt x="550" y="890"/>
                    <a:pt x="319" y="930"/>
                  </a:cubicBezTo>
                  <a:cubicBezTo>
                    <a:pt x="254" y="942"/>
                    <a:pt x="188" y="954"/>
                    <a:pt x="123" y="966"/>
                  </a:cubicBezTo>
                  <a:cubicBezTo>
                    <a:pt x="118" y="967"/>
                    <a:pt x="106" y="970"/>
                    <a:pt x="110" y="978"/>
                  </a:cubicBezTo>
                  <a:cubicBezTo>
                    <a:pt x="113" y="985"/>
                    <a:pt x="127" y="986"/>
                    <a:pt x="134" y="985"/>
                  </a:cubicBezTo>
                  <a:cubicBezTo>
                    <a:pt x="364" y="942"/>
                    <a:pt x="595" y="903"/>
                    <a:pt x="827" y="868"/>
                  </a:cubicBezTo>
                  <a:cubicBezTo>
                    <a:pt x="893" y="858"/>
                    <a:pt x="958" y="848"/>
                    <a:pt x="1024" y="839"/>
                  </a:cubicBezTo>
                  <a:cubicBezTo>
                    <a:pt x="1030" y="838"/>
                    <a:pt x="1041" y="835"/>
                    <a:pt x="1038" y="827"/>
                  </a:cubicBezTo>
                  <a:moveTo>
                    <a:pt x="1093" y="965"/>
                  </a:moveTo>
                  <a:cubicBezTo>
                    <a:pt x="1090" y="958"/>
                    <a:pt x="1076" y="958"/>
                    <a:pt x="1069" y="959"/>
                  </a:cubicBezTo>
                  <a:cubicBezTo>
                    <a:pt x="832" y="991"/>
                    <a:pt x="594" y="1026"/>
                    <a:pt x="358" y="1065"/>
                  </a:cubicBezTo>
                  <a:cubicBezTo>
                    <a:pt x="291" y="1075"/>
                    <a:pt x="224" y="1087"/>
                    <a:pt x="158" y="1098"/>
                  </a:cubicBezTo>
                  <a:cubicBezTo>
                    <a:pt x="152" y="1099"/>
                    <a:pt x="141" y="1102"/>
                    <a:pt x="144" y="1110"/>
                  </a:cubicBezTo>
                  <a:cubicBezTo>
                    <a:pt x="147" y="1117"/>
                    <a:pt x="162" y="1118"/>
                    <a:pt x="168" y="1117"/>
                  </a:cubicBezTo>
                  <a:cubicBezTo>
                    <a:pt x="404" y="1076"/>
                    <a:pt x="641" y="1039"/>
                    <a:pt x="879" y="1005"/>
                  </a:cubicBezTo>
                  <a:cubicBezTo>
                    <a:pt x="946" y="996"/>
                    <a:pt x="1013" y="987"/>
                    <a:pt x="1080" y="977"/>
                  </a:cubicBezTo>
                  <a:cubicBezTo>
                    <a:pt x="1086" y="976"/>
                    <a:pt x="1096" y="973"/>
                    <a:pt x="1093" y="965"/>
                  </a:cubicBezTo>
                  <a:moveTo>
                    <a:pt x="1149" y="1089"/>
                  </a:moveTo>
                  <a:cubicBezTo>
                    <a:pt x="1145" y="1081"/>
                    <a:pt x="1131" y="1081"/>
                    <a:pt x="1125" y="1082"/>
                  </a:cubicBezTo>
                  <a:cubicBezTo>
                    <a:pt x="902" y="1101"/>
                    <a:pt x="681" y="1130"/>
                    <a:pt x="461" y="1170"/>
                  </a:cubicBezTo>
                  <a:cubicBezTo>
                    <a:pt x="399" y="1182"/>
                    <a:pt x="337" y="1194"/>
                    <a:pt x="276" y="1207"/>
                  </a:cubicBezTo>
                  <a:cubicBezTo>
                    <a:pt x="270" y="1208"/>
                    <a:pt x="259" y="1211"/>
                    <a:pt x="262" y="1219"/>
                  </a:cubicBezTo>
                  <a:cubicBezTo>
                    <a:pt x="265" y="1226"/>
                    <a:pt x="280" y="1227"/>
                    <a:pt x="286" y="1226"/>
                  </a:cubicBezTo>
                  <a:cubicBezTo>
                    <a:pt x="504" y="1180"/>
                    <a:pt x="725" y="1144"/>
                    <a:pt x="947" y="1120"/>
                  </a:cubicBezTo>
                  <a:cubicBezTo>
                    <a:pt x="1010" y="1113"/>
                    <a:pt x="1072" y="1106"/>
                    <a:pt x="1135" y="1101"/>
                  </a:cubicBezTo>
                  <a:cubicBezTo>
                    <a:pt x="1141" y="1100"/>
                    <a:pt x="1152" y="1096"/>
                    <a:pt x="1149" y="1089"/>
                  </a:cubicBezTo>
                  <a:moveTo>
                    <a:pt x="1177" y="1227"/>
                  </a:moveTo>
                  <a:cubicBezTo>
                    <a:pt x="1174" y="1220"/>
                    <a:pt x="1159" y="1219"/>
                    <a:pt x="1153" y="1220"/>
                  </a:cubicBezTo>
                  <a:cubicBezTo>
                    <a:pt x="931" y="1263"/>
                    <a:pt x="708" y="1296"/>
                    <a:pt x="483" y="1318"/>
                  </a:cubicBezTo>
                  <a:cubicBezTo>
                    <a:pt x="420" y="1324"/>
                    <a:pt x="357" y="1329"/>
                    <a:pt x="294" y="1334"/>
                  </a:cubicBezTo>
                  <a:cubicBezTo>
                    <a:pt x="288" y="1334"/>
                    <a:pt x="277" y="1338"/>
                    <a:pt x="280" y="1346"/>
                  </a:cubicBezTo>
                  <a:cubicBezTo>
                    <a:pt x="284" y="1354"/>
                    <a:pt x="298" y="1353"/>
                    <a:pt x="304" y="1353"/>
                  </a:cubicBezTo>
                  <a:cubicBezTo>
                    <a:pt x="530" y="1337"/>
                    <a:pt x="754" y="1310"/>
                    <a:pt x="977" y="1272"/>
                  </a:cubicBezTo>
                  <a:cubicBezTo>
                    <a:pt x="1039" y="1262"/>
                    <a:pt x="1101" y="1251"/>
                    <a:pt x="1163" y="1239"/>
                  </a:cubicBezTo>
                  <a:cubicBezTo>
                    <a:pt x="1169" y="1238"/>
                    <a:pt x="1180" y="1235"/>
                    <a:pt x="1177" y="122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67"/>
            <p:cNvSpPr/>
            <p:nvPr/>
          </p:nvSpPr>
          <p:spPr>
            <a:xfrm rot="-1908659">
              <a:off x="7940584" y="3839438"/>
              <a:ext cx="231561" cy="455701"/>
            </a:xfrm>
            <a:custGeom>
              <a:avLst/>
              <a:gdLst/>
              <a:ahLst/>
              <a:cxnLst/>
              <a:rect l="l" t="t" r="r" b="b"/>
              <a:pathLst>
                <a:path w="468" h="921" extrusionOk="0">
                  <a:moveTo>
                    <a:pt x="467" y="271"/>
                  </a:moveTo>
                  <a:cubicBezTo>
                    <a:pt x="354" y="383"/>
                    <a:pt x="257" y="510"/>
                    <a:pt x="177" y="647"/>
                  </a:cubicBezTo>
                  <a:cubicBezTo>
                    <a:pt x="136" y="717"/>
                    <a:pt x="100" y="789"/>
                    <a:pt x="69" y="863"/>
                  </a:cubicBezTo>
                  <a:cubicBezTo>
                    <a:pt x="64" y="877"/>
                    <a:pt x="58" y="898"/>
                    <a:pt x="51" y="920"/>
                  </a:cubicBezTo>
                  <a:cubicBezTo>
                    <a:pt x="0" y="625"/>
                    <a:pt x="35" y="323"/>
                    <a:pt x="211" y="59"/>
                  </a:cubicBezTo>
                  <a:cubicBezTo>
                    <a:pt x="229" y="32"/>
                    <a:pt x="249" y="13"/>
                    <a:pt x="270" y="0"/>
                  </a:cubicBezTo>
                  <a:cubicBezTo>
                    <a:pt x="330" y="96"/>
                    <a:pt x="379" y="201"/>
                    <a:pt x="467" y="27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1358;p67"/>
          <p:cNvGrpSpPr/>
          <p:nvPr/>
        </p:nvGrpSpPr>
        <p:grpSpPr>
          <a:xfrm rot="1009472">
            <a:off x="5433293" y="3688969"/>
            <a:ext cx="2112572" cy="2163298"/>
            <a:chOff x="-1804416" y="2613259"/>
            <a:chExt cx="2593158" cy="2655423"/>
          </a:xfrm>
        </p:grpSpPr>
        <p:sp>
          <p:nvSpPr>
            <p:cNvPr id="1359" name="Google Shape;1359;p67"/>
            <p:cNvSpPr/>
            <p:nvPr/>
          </p:nvSpPr>
          <p:spPr>
            <a:xfrm rot="-1908659">
              <a:off x="-1412559" y="2939766"/>
              <a:ext cx="1809443" cy="2002411"/>
            </a:xfrm>
            <a:custGeom>
              <a:avLst/>
              <a:gdLst/>
              <a:ahLst/>
              <a:cxnLst/>
              <a:rect l="l" t="t" r="r" b="b"/>
              <a:pathLst>
                <a:path w="3657" h="4047" extrusionOk="0">
                  <a:moveTo>
                    <a:pt x="3656" y="2898"/>
                  </a:moveTo>
                  <a:cubicBezTo>
                    <a:pt x="3656" y="2887"/>
                    <a:pt x="3654" y="2875"/>
                    <a:pt x="3649" y="2862"/>
                  </a:cubicBezTo>
                  <a:cubicBezTo>
                    <a:pt x="3621" y="2786"/>
                    <a:pt x="3559" y="2711"/>
                    <a:pt x="3513" y="2645"/>
                  </a:cubicBezTo>
                  <a:cubicBezTo>
                    <a:pt x="3323" y="2370"/>
                    <a:pt x="3093" y="2123"/>
                    <a:pt x="2924" y="1834"/>
                  </a:cubicBezTo>
                  <a:cubicBezTo>
                    <a:pt x="2710" y="1466"/>
                    <a:pt x="2582" y="1058"/>
                    <a:pt x="2434" y="661"/>
                  </a:cubicBezTo>
                  <a:cubicBezTo>
                    <a:pt x="2385" y="529"/>
                    <a:pt x="2333" y="398"/>
                    <a:pt x="2275" y="270"/>
                  </a:cubicBezTo>
                  <a:cubicBezTo>
                    <a:pt x="2235" y="182"/>
                    <a:pt x="2193" y="0"/>
                    <a:pt x="2072" y="16"/>
                  </a:cubicBezTo>
                  <a:cubicBezTo>
                    <a:pt x="1991" y="27"/>
                    <a:pt x="1913" y="53"/>
                    <a:pt x="1837" y="79"/>
                  </a:cubicBezTo>
                  <a:cubicBezTo>
                    <a:pt x="1514" y="187"/>
                    <a:pt x="1193" y="302"/>
                    <a:pt x="874" y="421"/>
                  </a:cubicBezTo>
                  <a:cubicBezTo>
                    <a:pt x="715" y="480"/>
                    <a:pt x="556" y="541"/>
                    <a:pt x="396" y="601"/>
                  </a:cubicBezTo>
                  <a:cubicBezTo>
                    <a:pt x="321" y="630"/>
                    <a:pt x="0" y="700"/>
                    <a:pt x="0" y="794"/>
                  </a:cubicBezTo>
                  <a:cubicBezTo>
                    <a:pt x="1" y="820"/>
                    <a:pt x="12" y="845"/>
                    <a:pt x="24" y="868"/>
                  </a:cubicBezTo>
                  <a:cubicBezTo>
                    <a:pt x="127" y="1082"/>
                    <a:pt x="214" y="1304"/>
                    <a:pt x="276" y="1533"/>
                  </a:cubicBezTo>
                  <a:cubicBezTo>
                    <a:pt x="379" y="1912"/>
                    <a:pt x="416" y="2309"/>
                    <a:pt x="564" y="2673"/>
                  </a:cubicBezTo>
                  <a:cubicBezTo>
                    <a:pt x="678" y="2953"/>
                    <a:pt x="856" y="3202"/>
                    <a:pt x="1054" y="3430"/>
                  </a:cubicBezTo>
                  <a:cubicBezTo>
                    <a:pt x="1147" y="3536"/>
                    <a:pt x="1265" y="3631"/>
                    <a:pt x="1350" y="3743"/>
                  </a:cubicBezTo>
                  <a:cubicBezTo>
                    <a:pt x="1427" y="3845"/>
                    <a:pt x="1495" y="3951"/>
                    <a:pt x="1585" y="4046"/>
                  </a:cubicBezTo>
                  <a:cubicBezTo>
                    <a:pt x="1955" y="3827"/>
                    <a:pt x="2337" y="3626"/>
                    <a:pt x="2728" y="3445"/>
                  </a:cubicBezTo>
                  <a:cubicBezTo>
                    <a:pt x="2860" y="3384"/>
                    <a:pt x="2997" y="3325"/>
                    <a:pt x="3125" y="3255"/>
                  </a:cubicBezTo>
                  <a:cubicBezTo>
                    <a:pt x="3260" y="3180"/>
                    <a:pt x="3380" y="3083"/>
                    <a:pt x="3520" y="3017"/>
                  </a:cubicBezTo>
                  <a:cubicBezTo>
                    <a:pt x="3576" y="2991"/>
                    <a:pt x="3654" y="2960"/>
                    <a:pt x="3656" y="289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67"/>
            <p:cNvSpPr/>
            <p:nvPr/>
          </p:nvSpPr>
          <p:spPr>
            <a:xfrm rot="-1908659">
              <a:off x="-1385266" y="3548835"/>
              <a:ext cx="619971" cy="681819"/>
            </a:xfrm>
            <a:custGeom>
              <a:avLst/>
              <a:gdLst/>
              <a:ahLst/>
              <a:cxnLst/>
              <a:rect l="l" t="t" r="r" b="b"/>
              <a:pathLst>
                <a:path w="1253" h="1378" extrusionOk="0">
                  <a:moveTo>
                    <a:pt x="1245" y="982"/>
                  </a:moveTo>
                  <a:cubicBezTo>
                    <a:pt x="1231" y="1024"/>
                    <a:pt x="1143" y="1047"/>
                    <a:pt x="1106" y="1064"/>
                  </a:cubicBezTo>
                  <a:cubicBezTo>
                    <a:pt x="876" y="1168"/>
                    <a:pt x="632" y="1301"/>
                    <a:pt x="384" y="1356"/>
                  </a:cubicBezTo>
                  <a:cubicBezTo>
                    <a:pt x="374" y="1358"/>
                    <a:pt x="321" y="1377"/>
                    <a:pt x="315" y="1359"/>
                  </a:cubicBezTo>
                  <a:cubicBezTo>
                    <a:pt x="291" y="1291"/>
                    <a:pt x="267" y="1223"/>
                    <a:pt x="243" y="1154"/>
                  </a:cubicBezTo>
                  <a:cubicBezTo>
                    <a:pt x="232" y="1124"/>
                    <a:pt x="222" y="1093"/>
                    <a:pt x="212" y="1062"/>
                  </a:cubicBezTo>
                  <a:cubicBezTo>
                    <a:pt x="209" y="1055"/>
                    <a:pt x="207" y="1049"/>
                    <a:pt x="205" y="1042"/>
                  </a:cubicBezTo>
                  <a:cubicBezTo>
                    <a:pt x="194" y="1009"/>
                    <a:pt x="183" y="976"/>
                    <a:pt x="172" y="943"/>
                  </a:cubicBezTo>
                  <a:cubicBezTo>
                    <a:pt x="165" y="924"/>
                    <a:pt x="159" y="904"/>
                    <a:pt x="152" y="883"/>
                  </a:cubicBezTo>
                  <a:cubicBezTo>
                    <a:pt x="150" y="877"/>
                    <a:pt x="148" y="871"/>
                    <a:pt x="146" y="865"/>
                  </a:cubicBezTo>
                  <a:cubicBezTo>
                    <a:pt x="141" y="847"/>
                    <a:pt x="135" y="829"/>
                    <a:pt x="129" y="810"/>
                  </a:cubicBezTo>
                  <a:cubicBezTo>
                    <a:pt x="110" y="753"/>
                    <a:pt x="92" y="695"/>
                    <a:pt x="74" y="637"/>
                  </a:cubicBezTo>
                  <a:cubicBezTo>
                    <a:pt x="52" y="565"/>
                    <a:pt x="9" y="478"/>
                    <a:pt x="4" y="403"/>
                  </a:cubicBezTo>
                  <a:cubicBezTo>
                    <a:pt x="0" y="338"/>
                    <a:pt x="26" y="349"/>
                    <a:pt x="82" y="330"/>
                  </a:cubicBezTo>
                  <a:cubicBezTo>
                    <a:pt x="175" y="299"/>
                    <a:pt x="265" y="257"/>
                    <a:pt x="356" y="220"/>
                  </a:cubicBezTo>
                  <a:cubicBezTo>
                    <a:pt x="539" y="147"/>
                    <a:pt x="722" y="74"/>
                    <a:pt x="905" y="0"/>
                  </a:cubicBezTo>
                  <a:cubicBezTo>
                    <a:pt x="902" y="1"/>
                    <a:pt x="1039" y="378"/>
                    <a:pt x="1108" y="571"/>
                  </a:cubicBezTo>
                  <a:cubicBezTo>
                    <a:pt x="1109" y="573"/>
                    <a:pt x="1110" y="576"/>
                    <a:pt x="1111" y="579"/>
                  </a:cubicBezTo>
                  <a:cubicBezTo>
                    <a:pt x="1112" y="581"/>
                    <a:pt x="1113" y="583"/>
                    <a:pt x="1113" y="585"/>
                  </a:cubicBezTo>
                  <a:cubicBezTo>
                    <a:pt x="1116" y="593"/>
                    <a:pt x="1119" y="600"/>
                    <a:pt x="1122" y="607"/>
                  </a:cubicBezTo>
                  <a:cubicBezTo>
                    <a:pt x="1134" y="642"/>
                    <a:pt x="1143" y="667"/>
                    <a:pt x="1147" y="677"/>
                  </a:cubicBezTo>
                  <a:cubicBezTo>
                    <a:pt x="1160" y="714"/>
                    <a:pt x="1196" y="781"/>
                    <a:pt x="1221" y="847"/>
                  </a:cubicBezTo>
                  <a:cubicBezTo>
                    <a:pt x="1228" y="864"/>
                    <a:pt x="1234" y="882"/>
                    <a:pt x="1239" y="898"/>
                  </a:cubicBezTo>
                  <a:cubicBezTo>
                    <a:pt x="1249" y="932"/>
                    <a:pt x="1252" y="961"/>
                    <a:pt x="1245" y="98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67"/>
            <p:cNvSpPr/>
            <p:nvPr/>
          </p:nvSpPr>
          <p:spPr>
            <a:xfrm rot="-1908659">
              <a:off x="-1288806" y="3663352"/>
              <a:ext cx="556143" cy="539815"/>
            </a:xfrm>
            <a:custGeom>
              <a:avLst/>
              <a:gdLst/>
              <a:ahLst/>
              <a:cxnLst/>
              <a:rect l="l" t="t" r="r" b="b"/>
              <a:pathLst>
                <a:path w="1124" h="1091" extrusionOk="0">
                  <a:moveTo>
                    <a:pt x="984" y="298"/>
                  </a:moveTo>
                  <a:cubicBezTo>
                    <a:pt x="874" y="345"/>
                    <a:pt x="763" y="392"/>
                    <a:pt x="648" y="424"/>
                  </a:cubicBezTo>
                  <a:cubicBezTo>
                    <a:pt x="580" y="443"/>
                    <a:pt x="509" y="458"/>
                    <a:pt x="448" y="495"/>
                  </a:cubicBezTo>
                  <a:cubicBezTo>
                    <a:pt x="400" y="525"/>
                    <a:pt x="352" y="571"/>
                    <a:pt x="295" y="564"/>
                  </a:cubicBezTo>
                  <a:cubicBezTo>
                    <a:pt x="285" y="563"/>
                    <a:pt x="275" y="560"/>
                    <a:pt x="265" y="558"/>
                  </a:cubicBezTo>
                  <a:cubicBezTo>
                    <a:pt x="213" y="550"/>
                    <a:pt x="163" y="579"/>
                    <a:pt x="119" y="608"/>
                  </a:cubicBezTo>
                  <a:cubicBezTo>
                    <a:pt x="94" y="624"/>
                    <a:pt x="68" y="640"/>
                    <a:pt x="43" y="656"/>
                  </a:cubicBezTo>
                  <a:cubicBezTo>
                    <a:pt x="37" y="636"/>
                    <a:pt x="30" y="616"/>
                    <a:pt x="24" y="596"/>
                  </a:cubicBezTo>
                  <a:cubicBezTo>
                    <a:pt x="22" y="590"/>
                    <a:pt x="20" y="584"/>
                    <a:pt x="18" y="578"/>
                  </a:cubicBezTo>
                  <a:cubicBezTo>
                    <a:pt x="12" y="560"/>
                    <a:pt x="6" y="542"/>
                    <a:pt x="0" y="523"/>
                  </a:cubicBezTo>
                  <a:cubicBezTo>
                    <a:pt x="34" y="497"/>
                    <a:pt x="74" y="480"/>
                    <a:pt x="108" y="454"/>
                  </a:cubicBezTo>
                  <a:cubicBezTo>
                    <a:pt x="147" y="424"/>
                    <a:pt x="177" y="390"/>
                    <a:pt x="227" y="381"/>
                  </a:cubicBezTo>
                  <a:cubicBezTo>
                    <a:pt x="281" y="372"/>
                    <a:pt x="336" y="377"/>
                    <a:pt x="391" y="380"/>
                  </a:cubicBezTo>
                  <a:cubicBezTo>
                    <a:pt x="430" y="382"/>
                    <a:pt x="468" y="380"/>
                    <a:pt x="506" y="374"/>
                  </a:cubicBezTo>
                  <a:cubicBezTo>
                    <a:pt x="544" y="369"/>
                    <a:pt x="581" y="361"/>
                    <a:pt x="617" y="353"/>
                  </a:cubicBezTo>
                  <a:cubicBezTo>
                    <a:pt x="683" y="339"/>
                    <a:pt x="756" y="340"/>
                    <a:pt x="820" y="324"/>
                  </a:cubicBezTo>
                  <a:cubicBezTo>
                    <a:pt x="876" y="310"/>
                    <a:pt x="924" y="291"/>
                    <a:pt x="979" y="284"/>
                  </a:cubicBezTo>
                  <a:cubicBezTo>
                    <a:pt x="980" y="287"/>
                    <a:pt x="981" y="289"/>
                    <a:pt x="982" y="292"/>
                  </a:cubicBezTo>
                  <a:cubicBezTo>
                    <a:pt x="983" y="294"/>
                    <a:pt x="984" y="296"/>
                    <a:pt x="984" y="298"/>
                  </a:cubicBezTo>
                  <a:moveTo>
                    <a:pt x="1110" y="611"/>
                  </a:moveTo>
                  <a:cubicBezTo>
                    <a:pt x="1084" y="611"/>
                    <a:pt x="1058" y="612"/>
                    <a:pt x="1032" y="613"/>
                  </a:cubicBezTo>
                  <a:cubicBezTo>
                    <a:pt x="974" y="614"/>
                    <a:pt x="916" y="617"/>
                    <a:pt x="858" y="620"/>
                  </a:cubicBezTo>
                  <a:cubicBezTo>
                    <a:pt x="804" y="623"/>
                    <a:pt x="749" y="625"/>
                    <a:pt x="695" y="633"/>
                  </a:cubicBezTo>
                  <a:cubicBezTo>
                    <a:pt x="641" y="640"/>
                    <a:pt x="589" y="655"/>
                    <a:pt x="539" y="676"/>
                  </a:cubicBezTo>
                  <a:cubicBezTo>
                    <a:pt x="494" y="695"/>
                    <a:pt x="450" y="719"/>
                    <a:pt x="402" y="732"/>
                  </a:cubicBezTo>
                  <a:cubicBezTo>
                    <a:pt x="350" y="747"/>
                    <a:pt x="300" y="735"/>
                    <a:pt x="247" y="733"/>
                  </a:cubicBezTo>
                  <a:cubicBezTo>
                    <a:pt x="191" y="730"/>
                    <a:pt x="142" y="746"/>
                    <a:pt x="92" y="770"/>
                  </a:cubicBezTo>
                  <a:cubicBezTo>
                    <a:pt x="89" y="772"/>
                    <a:pt x="86" y="773"/>
                    <a:pt x="83" y="775"/>
                  </a:cubicBezTo>
                  <a:cubicBezTo>
                    <a:pt x="93" y="806"/>
                    <a:pt x="103" y="837"/>
                    <a:pt x="114" y="867"/>
                  </a:cubicBezTo>
                  <a:cubicBezTo>
                    <a:pt x="138" y="936"/>
                    <a:pt x="162" y="1004"/>
                    <a:pt x="186" y="1072"/>
                  </a:cubicBezTo>
                  <a:cubicBezTo>
                    <a:pt x="192" y="1090"/>
                    <a:pt x="245" y="1071"/>
                    <a:pt x="255" y="1069"/>
                  </a:cubicBezTo>
                  <a:cubicBezTo>
                    <a:pt x="503" y="1014"/>
                    <a:pt x="747" y="881"/>
                    <a:pt x="977" y="777"/>
                  </a:cubicBezTo>
                  <a:cubicBezTo>
                    <a:pt x="1014" y="760"/>
                    <a:pt x="1102" y="737"/>
                    <a:pt x="1116" y="696"/>
                  </a:cubicBezTo>
                  <a:lnTo>
                    <a:pt x="1116" y="695"/>
                  </a:lnTo>
                  <a:cubicBezTo>
                    <a:pt x="1123" y="674"/>
                    <a:pt x="1120" y="645"/>
                    <a:pt x="1110" y="611"/>
                  </a:cubicBezTo>
                  <a:moveTo>
                    <a:pt x="694" y="84"/>
                  </a:moveTo>
                  <a:cubicBezTo>
                    <a:pt x="689" y="99"/>
                    <a:pt x="674" y="110"/>
                    <a:pt x="659" y="115"/>
                  </a:cubicBezTo>
                  <a:cubicBezTo>
                    <a:pt x="641" y="121"/>
                    <a:pt x="616" y="119"/>
                    <a:pt x="602" y="105"/>
                  </a:cubicBezTo>
                  <a:cubicBezTo>
                    <a:pt x="595" y="98"/>
                    <a:pt x="591" y="90"/>
                    <a:pt x="590" y="82"/>
                  </a:cubicBezTo>
                  <a:cubicBezTo>
                    <a:pt x="584" y="70"/>
                    <a:pt x="583" y="57"/>
                    <a:pt x="587" y="44"/>
                  </a:cubicBezTo>
                  <a:cubicBezTo>
                    <a:pt x="589" y="35"/>
                    <a:pt x="593" y="27"/>
                    <a:pt x="599" y="19"/>
                  </a:cubicBezTo>
                  <a:cubicBezTo>
                    <a:pt x="607" y="9"/>
                    <a:pt x="615" y="3"/>
                    <a:pt x="628" y="1"/>
                  </a:cubicBezTo>
                  <a:cubicBezTo>
                    <a:pt x="641" y="0"/>
                    <a:pt x="653" y="4"/>
                    <a:pt x="663" y="10"/>
                  </a:cubicBezTo>
                  <a:cubicBezTo>
                    <a:pt x="667" y="12"/>
                    <a:pt x="671" y="14"/>
                    <a:pt x="674" y="17"/>
                  </a:cubicBezTo>
                  <a:cubicBezTo>
                    <a:pt x="680" y="22"/>
                    <a:pt x="684" y="28"/>
                    <a:pt x="687" y="35"/>
                  </a:cubicBezTo>
                  <a:cubicBezTo>
                    <a:pt x="696" y="49"/>
                    <a:pt x="701" y="68"/>
                    <a:pt x="694" y="84"/>
                  </a:cubicBezTo>
                  <a:moveTo>
                    <a:pt x="643" y="93"/>
                  </a:moveTo>
                  <a:lnTo>
                    <a:pt x="643" y="93"/>
                  </a:lnTo>
                  <a:moveTo>
                    <a:pt x="642" y="93"/>
                  </a:moveTo>
                  <a:cubicBezTo>
                    <a:pt x="642" y="93"/>
                    <a:pt x="641" y="93"/>
                    <a:pt x="642" y="9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67"/>
            <p:cNvSpPr/>
            <p:nvPr/>
          </p:nvSpPr>
          <p:spPr>
            <a:xfrm rot="-1908659">
              <a:off x="-1173652" y="3066996"/>
              <a:ext cx="1349784" cy="1575408"/>
            </a:xfrm>
            <a:custGeom>
              <a:avLst/>
              <a:gdLst/>
              <a:ahLst/>
              <a:cxnLst/>
              <a:rect l="l" t="t" r="r" b="b"/>
              <a:pathLst>
                <a:path w="2728" h="3184" extrusionOk="0">
                  <a:moveTo>
                    <a:pt x="1956" y="1165"/>
                  </a:moveTo>
                  <a:cubicBezTo>
                    <a:pt x="1810" y="1201"/>
                    <a:pt x="1674" y="1265"/>
                    <a:pt x="1536" y="1325"/>
                  </a:cubicBezTo>
                  <a:cubicBezTo>
                    <a:pt x="1289" y="1434"/>
                    <a:pt x="1043" y="1545"/>
                    <a:pt x="795" y="1652"/>
                  </a:cubicBezTo>
                  <a:cubicBezTo>
                    <a:pt x="562" y="1753"/>
                    <a:pt x="323" y="1845"/>
                    <a:pt x="71" y="1887"/>
                  </a:cubicBezTo>
                  <a:cubicBezTo>
                    <a:pt x="35" y="1893"/>
                    <a:pt x="0" y="1857"/>
                    <a:pt x="51" y="1849"/>
                  </a:cubicBezTo>
                  <a:cubicBezTo>
                    <a:pt x="194" y="1825"/>
                    <a:pt x="333" y="1784"/>
                    <a:pt x="469" y="1734"/>
                  </a:cubicBezTo>
                  <a:cubicBezTo>
                    <a:pt x="715" y="1644"/>
                    <a:pt x="954" y="1530"/>
                    <a:pt x="1194" y="1424"/>
                  </a:cubicBezTo>
                  <a:cubicBezTo>
                    <a:pt x="1318" y="1370"/>
                    <a:pt x="1441" y="1315"/>
                    <a:pt x="1565" y="1261"/>
                  </a:cubicBezTo>
                  <a:cubicBezTo>
                    <a:pt x="1679" y="1210"/>
                    <a:pt x="1795" y="1161"/>
                    <a:pt x="1917" y="1131"/>
                  </a:cubicBezTo>
                  <a:cubicBezTo>
                    <a:pt x="1931" y="1128"/>
                    <a:pt x="1959" y="1125"/>
                    <a:pt x="1970" y="1138"/>
                  </a:cubicBezTo>
                  <a:cubicBezTo>
                    <a:pt x="1981" y="1151"/>
                    <a:pt x="1970" y="1162"/>
                    <a:pt x="1956" y="1165"/>
                  </a:cubicBezTo>
                  <a:moveTo>
                    <a:pt x="2096" y="1400"/>
                  </a:moveTo>
                  <a:cubicBezTo>
                    <a:pt x="2085" y="1387"/>
                    <a:pt x="2058" y="1389"/>
                    <a:pt x="2044" y="1393"/>
                  </a:cubicBezTo>
                  <a:cubicBezTo>
                    <a:pt x="1538" y="1509"/>
                    <a:pt x="1076" y="1749"/>
                    <a:pt x="595" y="1935"/>
                  </a:cubicBezTo>
                  <a:cubicBezTo>
                    <a:pt x="457" y="1988"/>
                    <a:pt x="318" y="2037"/>
                    <a:pt x="176" y="2077"/>
                  </a:cubicBezTo>
                  <a:cubicBezTo>
                    <a:pt x="163" y="2081"/>
                    <a:pt x="151" y="2091"/>
                    <a:pt x="162" y="2104"/>
                  </a:cubicBezTo>
                  <a:cubicBezTo>
                    <a:pt x="173" y="2116"/>
                    <a:pt x="201" y="2115"/>
                    <a:pt x="215" y="2111"/>
                  </a:cubicBezTo>
                  <a:cubicBezTo>
                    <a:pt x="713" y="1970"/>
                    <a:pt x="1173" y="1725"/>
                    <a:pt x="1660" y="1552"/>
                  </a:cubicBezTo>
                  <a:cubicBezTo>
                    <a:pt x="1798" y="1503"/>
                    <a:pt x="1939" y="1460"/>
                    <a:pt x="2083" y="1426"/>
                  </a:cubicBezTo>
                  <a:cubicBezTo>
                    <a:pt x="2096" y="1423"/>
                    <a:pt x="2107" y="1412"/>
                    <a:pt x="2096" y="1400"/>
                  </a:cubicBezTo>
                  <a:moveTo>
                    <a:pt x="2092" y="1528"/>
                  </a:moveTo>
                  <a:cubicBezTo>
                    <a:pt x="2025" y="1553"/>
                    <a:pt x="1959" y="1583"/>
                    <a:pt x="1893" y="1611"/>
                  </a:cubicBezTo>
                  <a:cubicBezTo>
                    <a:pt x="1764" y="1665"/>
                    <a:pt x="1634" y="1719"/>
                    <a:pt x="1504" y="1773"/>
                  </a:cubicBezTo>
                  <a:cubicBezTo>
                    <a:pt x="1240" y="1884"/>
                    <a:pt x="977" y="1995"/>
                    <a:pt x="713" y="2106"/>
                  </a:cubicBezTo>
                  <a:cubicBezTo>
                    <a:pt x="563" y="2168"/>
                    <a:pt x="414" y="2231"/>
                    <a:pt x="265" y="2294"/>
                  </a:cubicBezTo>
                  <a:cubicBezTo>
                    <a:pt x="249" y="2301"/>
                    <a:pt x="253" y="2314"/>
                    <a:pt x="265" y="2322"/>
                  </a:cubicBezTo>
                  <a:cubicBezTo>
                    <a:pt x="280" y="2332"/>
                    <a:pt x="304" y="2328"/>
                    <a:pt x="319" y="2322"/>
                  </a:cubicBezTo>
                  <a:cubicBezTo>
                    <a:pt x="794" y="2122"/>
                    <a:pt x="1268" y="1922"/>
                    <a:pt x="1743" y="1724"/>
                  </a:cubicBezTo>
                  <a:cubicBezTo>
                    <a:pt x="1809" y="1697"/>
                    <a:pt x="1875" y="1669"/>
                    <a:pt x="1941" y="1642"/>
                  </a:cubicBezTo>
                  <a:cubicBezTo>
                    <a:pt x="1997" y="1618"/>
                    <a:pt x="2054" y="1589"/>
                    <a:pt x="2112" y="1569"/>
                  </a:cubicBezTo>
                  <a:cubicBezTo>
                    <a:pt x="2114" y="1569"/>
                    <a:pt x="2117" y="1570"/>
                    <a:pt x="2120" y="1570"/>
                  </a:cubicBezTo>
                  <a:cubicBezTo>
                    <a:pt x="2121" y="1570"/>
                    <a:pt x="2123" y="1570"/>
                    <a:pt x="2124" y="1570"/>
                  </a:cubicBezTo>
                  <a:cubicBezTo>
                    <a:pt x="2139" y="1571"/>
                    <a:pt x="2163" y="1572"/>
                    <a:pt x="2172" y="1557"/>
                  </a:cubicBezTo>
                  <a:cubicBezTo>
                    <a:pt x="2197" y="1514"/>
                    <a:pt x="2110" y="1522"/>
                    <a:pt x="2092" y="1528"/>
                  </a:cubicBezTo>
                  <a:moveTo>
                    <a:pt x="2268" y="1718"/>
                  </a:moveTo>
                  <a:cubicBezTo>
                    <a:pt x="2253" y="1708"/>
                    <a:pt x="2229" y="1711"/>
                    <a:pt x="2213" y="1718"/>
                  </a:cubicBezTo>
                  <a:cubicBezTo>
                    <a:pt x="1727" y="1915"/>
                    <a:pt x="1243" y="2116"/>
                    <a:pt x="760" y="2323"/>
                  </a:cubicBezTo>
                  <a:cubicBezTo>
                    <a:pt x="622" y="2382"/>
                    <a:pt x="485" y="2441"/>
                    <a:pt x="348" y="2501"/>
                  </a:cubicBezTo>
                  <a:cubicBezTo>
                    <a:pt x="332" y="2508"/>
                    <a:pt x="336" y="2521"/>
                    <a:pt x="348" y="2529"/>
                  </a:cubicBezTo>
                  <a:cubicBezTo>
                    <a:pt x="363" y="2539"/>
                    <a:pt x="387" y="2536"/>
                    <a:pt x="402" y="2529"/>
                  </a:cubicBezTo>
                  <a:cubicBezTo>
                    <a:pt x="884" y="2320"/>
                    <a:pt x="1367" y="2115"/>
                    <a:pt x="1852" y="1915"/>
                  </a:cubicBezTo>
                  <a:cubicBezTo>
                    <a:pt x="1991" y="1858"/>
                    <a:pt x="2129" y="1802"/>
                    <a:pt x="2268" y="1746"/>
                  </a:cubicBezTo>
                  <a:cubicBezTo>
                    <a:pt x="2284" y="1739"/>
                    <a:pt x="2280" y="1725"/>
                    <a:pt x="2268" y="1718"/>
                  </a:cubicBezTo>
                  <a:moveTo>
                    <a:pt x="2357" y="1986"/>
                  </a:moveTo>
                  <a:cubicBezTo>
                    <a:pt x="2346" y="1973"/>
                    <a:pt x="2318" y="1975"/>
                    <a:pt x="2304" y="1979"/>
                  </a:cubicBezTo>
                  <a:cubicBezTo>
                    <a:pt x="1803" y="2115"/>
                    <a:pt x="1359" y="2392"/>
                    <a:pt x="882" y="2586"/>
                  </a:cubicBezTo>
                  <a:cubicBezTo>
                    <a:pt x="744" y="2642"/>
                    <a:pt x="603" y="2689"/>
                    <a:pt x="459" y="2725"/>
                  </a:cubicBezTo>
                  <a:cubicBezTo>
                    <a:pt x="446" y="2729"/>
                    <a:pt x="435" y="2740"/>
                    <a:pt x="445" y="2752"/>
                  </a:cubicBezTo>
                  <a:cubicBezTo>
                    <a:pt x="457" y="2765"/>
                    <a:pt x="484" y="2763"/>
                    <a:pt x="498" y="2759"/>
                  </a:cubicBezTo>
                  <a:cubicBezTo>
                    <a:pt x="1002" y="2634"/>
                    <a:pt x="1448" y="2360"/>
                    <a:pt x="1923" y="2160"/>
                  </a:cubicBezTo>
                  <a:cubicBezTo>
                    <a:pt x="2059" y="2102"/>
                    <a:pt x="2199" y="2052"/>
                    <a:pt x="2343" y="2013"/>
                  </a:cubicBezTo>
                  <a:cubicBezTo>
                    <a:pt x="2356" y="2009"/>
                    <a:pt x="2367" y="1998"/>
                    <a:pt x="2357" y="1986"/>
                  </a:cubicBezTo>
                  <a:moveTo>
                    <a:pt x="2524" y="2109"/>
                  </a:moveTo>
                  <a:cubicBezTo>
                    <a:pt x="2497" y="2108"/>
                    <a:pt x="2473" y="2120"/>
                    <a:pt x="2448" y="2129"/>
                  </a:cubicBezTo>
                  <a:cubicBezTo>
                    <a:pt x="2413" y="2141"/>
                    <a:pt x="2379" y="2154"/>
                    <a:pt x="2344" y="2168"/>
                  </a:cubicBezTo>
                  <a:cubicBezTo>
                    <a:pt x="2210" y="2221"/>
                    <a:pt x="2078" y="2279"/>
                    <a:pt x="1947" y="2340"/>
                  </a:cubicBezTo>
                  <a:cubicBezTo>
                    <a:pt x="1673" y="2467"/>
                    <a:pt x="1400" y="2598"/>
                    <a:pt x="1126" y="2728"/>
                  </a:cubicBezTo>
                  <a:lnTo>
                    <a:pt x="660" y="2948"/>
                  </a:lnTo>
                  <a:cubicBezTo>
                    <a:pt x="645" y="2955"/>
                    <a:pt x="648" y="2968"/>
                    <a:pt x="660" y="2976"/>
                  </a:cubicBezTo>
                  <a:cubicBezTo>
                    <a:pt x="675" y="2985"/>
                    <a:pt x="700" y="2983"/>
                    <a:pt x="715" y="2976"/>
                  </a:cubicBezTo>
                  <a:cubicBezTo>
                    <a:pt x="1186" y="2753"/>
                    <a:pt x="1655" y="2522"/>
                    <a:pt x="2131" y="2309"/>
                  </a:cubicBezTo>
                  <a:cubicBezTo>
                    <a:pt x="2196" y="2279"/>
                    <a:pt x="2262" y="2251"/>
                    <a:pt x="2329" y="2224"/>
                  </a:cubicBezTo>
                  <a:cubicBezTo>
                    <a:pt x="2365" y="2209"/>
                    <a:pt x="2401" y="2194"/>
                    <a:pt x="2438" y="2180"/>
                  </a:cubicBezTo>
                  <a:cubicBezTo>
                    <a:pt x="2455" y="2174"/>
                    <a:pt x="2471" y="2168"/>
                    <a:pt x="2487" y="2162"/>
                  </a:cubicBezTo>
                  <a:cubicBezTo>
                    <a:pt x="2492" y="2161"/>
                    <a:pt x="2496" y="2159"/>
                    <a:pt x="2501" y="2157"/>
                  </a:cubicBezTo>
                  <a:cubicBezTo>
                    <a:pt x="2512" y="2161"/>
                    <a:pt x="2524" y="2161"/>
                    <a:pt x="2532" y="2159"/>
                  </a:cubicBezTo>
                  <a:cubicBezTo>
                    <a:pt x="2584" y="2150"/>
                    <a:pt x="2569" y="2111"/>
                    <a:pt x="2524" y="2109"/>
                  </a:cubicBezTo>
                  <a:moveTo>
                    <a:pt x="2641" y="2317"/>
                  </a:moveTo>
                  <a:cubicBezTo>
                    <a:pt x="2157" y="2502"/>
                    <a:pt x="1682" y="2710"/>
                    <a:pt x="1218" y="2941"/>
                  </a:cubicBezTo>
                  <a:cubicBezTo>
                    <a:pt x="1085" y="3007"/>
                    <a:pt x="953" y="3076"/>
                    <a:pt x="821" y="3146"/>
                  </a:cubicBezTo>
                  <a:cubicBezTo>
                    <a:pt x="807" y="3154"/>
                    <a:pt x="809" y="3166"/>
                    <a:pt x="821" y="3174"/>
                  </a:cubicBezTo>
                  <a:cubicBezTo>
                    <a:pt x="835" y="3183"/>
                    <a:pt x="862" y="3182"/>
                    <a:pt x="876" y="3174"/>
                  </a:cubicBezTo>
                  <a:cubicBezTo>
                    <a:pt x="1328" y="2932"/>
                    <a:pt x="1792" y="2712"/>
                    <a:pt x="2266" y="2516"/>
                  </a:cubicBezTo>
                  <a:cubicBezTo>
                    <a:pt x="2403" y="2459"/>
                    <a:pt x="2541" y="2404"/>
                    <a:pt x="2680" y="2351"/>
                  </a:cubicBezTo>
                  <a:cubicBezTo>
                    <a:pt x="2727" y="2333"/>
                    <a:pt x="2669" y="2307"/>
                    <a:pt x="2641" y="2317"/>
                  </a:cubicBezTo>
                  <a:moveTo>
                    <a:pt x="1858" y="909"/>
                  </a:moveTo>
                  <a:cubicBezTo>
                    <a:pt x="1846" y="896"/>
                    <a:pt x="1819" y="899"/>
                    <a:pt x="1805" y="902"/>
                  </a:cubicBezTo>
                  <a:cubicBezTo>
                    <a:pt x="1674" y="933"/>
                    <a:pt x="1557" y="1002"/>
                    <a:pt x="1435" y="1055"/>
                  </a:cubicBezTo>
                  <a:cubicBezTo>
                    <a:pt x="1306" y="1110"/>
                    <a:pt x="1174" y="1156"/>
                    <a:pt x="1039" y="1194"/>
                  </a:cubicBezTo>
                  <a:cubicBezTo>
                    <a:pt x="1026" y="1198"/>
                    <a:pt x="1014" y="1209"/>
                    <a:pt x="1025" y="1221"/>
                  </a:cubicBezTo>
                  <a:cubicBezTo>
                    <a:pt x="1036" y="1234"/>
                    <a:pt x="1064" y="1232"/>
                    <a:pt x="1078" y="1228"/>
                  </a:cubicBezTo>
                  <a:cubicBezTo>
                    <a:pt x="1209" y="1191"/>
                    <a:pt x="1337" y="1147"/>
                    <a:pt x="1463" y="1094"/>
                  </a:cubicBezTo>
                  <a:cubicBezTo>
                    <a:pt x="1589" y="1041"/>
                    <a:pt x="1710" y="968"/>
                    <a:pt x="1844" y="936"/>
                  </a:cubicBezTo>
                  <a:cubicBezTo>
                    <a:pt x="1857" y="933"/>
                    <a:pt x="1868" y="921"/>
                    <a:pt x="1858" y="909"/>
                  </a:cubicBezTo>
                  <a:moveTo>
                    <a:pt x="1813" y="655"/>
                  </a:moveTo>
                  <a:cubicBezTo>
                    <a:pt x="1802" y="643"/>
                    <a:pt x="1774" y="644"/>
                    <a:pt x="1760" y="648"/>
                  </a:cubicBezTo>
                  <a:cubicBezTo>
                    <a:pt x="1477" y="737"/>
                    <a:pt x="1200" y="841"/>
                    <a:pt x="929" y="960"/>
                  </a:cubicBezTo>
                  <a:cubicBezTo>
                    <a:pt x="913" y="966"/>
                    <a:pt x="917" y="980"/>
                    <a:pt x="929" y="988"/>
                  </a:cubicBezTo>
                  <a:cubicBezTo>
                    <a:pt x="944" y="997"/>
                    <a:pt x="968" y="994"/>
                    <a:pt x="983" y="988"/>
                  </a:cubicBezTo>
                  <a:cubicBezTo>
                    <a:pt x="1249" y="871"/>
                    <a:pt x="1522" y="769"/>
                    <a:pt x="1799" y="682"/>
                  </a:cubicBezTo>
                  <a:cubicBezTo>
                    <a:pt x="1812" y="678"/>
                    <a:pt x="1824" y="668"/>
                    <a:pt x="1813" y="655"/>
                  </a:cubicBezTo>
                  <a:moveTo>
                    <a:pt x="1701" y="428"/>
                  </a:moveTo>
                  <a:cubicBezTo>
                    <a:pt x="1690" y="415"/>
                    <a:pt x="1662" y="416"/>
                    <a:pt x="1648" y="421"/>
                  </a:cubicBezTo>
                  <a:cubicBezTo>
                    <a:pt x="1378" y="505"/>
                    <a:pt x="1114" y="608"/>
                    <a:pt x="858" y="729"/>
                  </a:cubicBezTo>
                  <a:cubicBezTo>
                    <a:pt x="843" y="737"/>
                    <a:pt x="846" y="749"/>
                    <a:pt x="858" y="757"/>
                  </a:cubicBezTo>
                  <a:cubicBezTo>
                    <a:pt x="873" y="767"/>
                    <a:pt x="898" y="764"/>
                    <a:pt x="913" y="757"/>
                  </a:cubicBezTo>
                  <a:cubicBezTo>
                    <a:pt x="1164" y="638"/>
                    <a:pt x="1422" y="537"/>
                    <a:pt x="1687" y="455"/>
                  </a:cubicBezTo>
                  <a:cubicBezTo>
                    <a:pt x="1700" y="451"/>
                    <a:pt x="1712" y="441"/>
                    <a:pt x="1701" y="428"/>
                  </a:cubicBezTo>
                  <a:moveTo>
                    <a:pt x="1576" y="232"/>
                  </a:moveTo>
                  <a:cubicBezTo>
                    <a:pt x="1522" y="208"/>
                    <a:pt x="1466" y="239"/>
                    <a:pt x="1415" y="257"/>
                  </a:cubicBezTo>
                  <a:cubicBezTo>
                    <a:pt x="1350" y="281"/>
                    <a:pt x="1285" y="304"/>
                    <a:pt x="1221" y="329"/>
                  </a:cubicBezTo>
                  <a:cubicBezTo>
                    <a:pt x="1094" y="377"/>
                    <a:pt x="968" y="428"/>
                    <a:pt x="844" y="482"/>
                  </a:cubicBezTo>
                  <a:cubicBezTo>
                    <a:pt x="828" y="488"/>
                    <a:pt x="832" y="502"/>
                    <a:pt x="844" y="510"/>
                  </a:cubicBezTo>
                  <a:cubicBezTo>
                    <a:pt x="859" y="519"/>
                    <a:pt x="883" y="516"/>
                    <a:pt x="898" y="510"/>
                  </a:cubicBezTo>
                  <a:cubicBezTo>
                    <a:pt x="1007" y="463"/>
                    <a:pt x="1115" y="418"/>
                    <a:pt x="1225" y="376"/>
                  </a:cubicBezTo>
                  <a:cubicBezTo>
                    <a:pt x="1278" y="356"/>
                    <a:pt x="1331" y="336"/>
                    <a:pt x="1384" y="316"/>
                  </a:cubicBezTo>
                  <a:cubicBezTo>
                    <a:pt x="1412" y="306"/>
                    <a:pt x="1440" y="296"/>
                    <a:pt x="1468" y="286"/>
                  </a:cubicBezTo>
                  <a:cubicBezTo>
                    <a:pt x="1479" y="282"/>
                    <a:pt x="1491" y="278"/>
                    <a:pt x="1503" y="274"/>
                  </a:cubicBezTo>
                  <a:cubicBezTo>
                    <a:pt x="1509" y="272"/>
                    <a:pt x="1517" y="269"/>
                    <a:pt x="1523" y="267"/>
                  </a:cubicBezTo>
                  <a:cubicBezTo>
                    <a:pt x="1529" y="266"/>
                    <a:pt x="1532" y="265"/>
                    <a:pt x="1535" y="264"/>
                  </a:cubicBezTo>
                  <a:cubicBezTo>
                    <a:pt x="1548" y="267"/>
                    <a:pt x="1565" y="267"/>
                    <a:pt x="1576" y="259"/>
                  </a:cubicBezTo>
                  <a:cubicBezTo>
                    <a:pt x="1588" y="252"/>
                    <a:pt x="1592" y="239"/>
                    <a:pt x="1576" y="232"/>
                  </a:cubicBezTo>
                  <a:moveTo>
                    <a:pt x="1520" y="12"/>
                  </a:moveTo>
                  <a:cubicBezTo>
                    <a:pt x="1509" y="0"/>
                    <a:pt x="1480" y="1"/>
                    <a:pt x="1467" y="5"/>
                  </a:cubicBezTo>
                  <a:cubicBezTo>
                    <a:pt x="1225" y="82"/>
                    <a:pt x="987" y="172"/>
                    <a:pt x="756" y="276"/>
                  </a:cubicBezTo>
                  <a:cubicBezTo>
                    <a:pt x="740" y="283"/>
                    <a:pt x="744" y="296"/>
                    <a:pt x="756" y="304"/>
                  </a:cubicBezTo>
                  <a:cubicBezTo>
                    <a:pt x="770" y="313"/>
                    <a:pt x="795" y="311"/>
                    <a:pt x="810" y="304"/>
                  </a:cubicBezTo>
                  <a:cubicBezTo>
                    <a:pt x="1037" y="202"/>
                    <a:pt x="1269" y="114"/>
                    <a:pt x="1506" y="39"/>
                  </a:cubicBezTo>
                  <a:cubicBezTo>
                    <a:pt x="1519" y="35"/>
                    <a:pt x="1530" y="25"/>
                    <a:pt x="1520" y="1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3" name="Google Shape;1363;p67"/>
          <p:cNvSpPr txBox="1">
            <a:spLocks noGrp="1"/>
          </p:cNvSpPr>
          <p:nvPr>
            <p:ph type="title"/>
          </p:nvPr>
        </p:nvSpPr>
        <p:spPr>
          <a:xfrm>
            <a:off x="804634" y="95174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1364" name="Google Shape;1364;p67"/>
          <p:cNvSpPr txBox="1">
            <a:spLocks noGrp="1"/>
          </p:cNvSpPr>
          <p:nvPr>
            <p:ph type="subTitle" idx="1"/>
          </p:nvPr>
        </p:nvSpPr>
        <p:spPr>
          <a:xfrm>
            <a:off x="738401" y="2319607"/>
            <a:ext cx="4448100" cy="11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K.ABHIJITHA [21DI01]</a:t>
            </a:r>
          </a:p>
          <a:p>
            <a:pPr marL="0" indent="0"/>
            <a:r>
              <a:rPr lang="en-US" dirty="0"/>
              <a:t>J.ARISUDAN [21DI03]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VK.LAKSHMANDEV [21DI15]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6" name="Google Shape;1366;p67"/>
          <p:cNvSpPr/>
          <p:nvPr/>
        </p:nvSpPr>
        <p:spPr>
          <a:xfrm flipH="1">
            <a:off x="6660172" y="3529313"/>
            <a:ext cx="1781600" cy="1614188"/>
          </a:xfrm>
          <a:custGeom>
            <a:avLst/>
            <a:gdLst/>
            <a:ahLst/>
            <a:cxnLst/>
            <a:rect l="l" t="t" r="r" b="b"/>
            <a:pathLst>
              <a:path w="2214" h="2006" extrusionOk="0">
                <a:moveTo>
                  <a:pt x="2213" y="2005"/>
                </a:moveTo>
                <a:cubicBezTo>
                  <a:pt x="2205" y="1822"/>
                  <a:pt x="2162" y="1561"/>
                  <a:pt x="2154" y="1505"/>
                </a:cubicBezTo>
                <a:cubicBezTo>
                  <a:pt x="2117" y="1255"/>
                  <a:pt x="2065" y="1008"/>
                  <a:pt x="2002" y="764"/>
                </a:cubicBezTo>
                <a:cubicBezTo>
                  <a:pt x="1973" y="653"/>
                  <a:pt x="1939" y="547"/>
                  <a:pt x="1900" y="442"/>
                </a:cubicBezTo>
                <a:cubicBezTo>
                  <a:pt x="1887" y="409"/>
                  <a:pt x="1874" y="375"/>
                  <a:pt x="1861" y="342"/>
                </a:cubicBezTo>
                <a:cubicBezTo>
                  <a:pt x="1816" y="232"/>
                  <a:pt x="1776" y="120"/>
                  <a:pt x="1663" y="63"/>
                </a:cubicBezTo>
                <a:cubicBezTo>
                  <a:pt x="1586" y="25"/>
                  <a:pt x="1500" y="10"/>
                  <a:pt x="1414" y="5"/>
                </a:cubicBezTo>
                <a:cubicBezTo>
                  <a:pt x="1321" y="0"/>
                  <a:pt x="1227" y="5"/>
                  <a:pt x="1138" y="34"/>
                </a:cubicBezTo>
                <a:cubicBezTo>
                  <a:pt x="1065" y="58"/>
                  <a:pt x="990" y="56"/>
                  <a:pt x="914" y="70"/>
                </a:cubicBezTo>
                <a:cubicBezTo>
                  <a:pt x="754" y="99"/>
                  <a:pt x="602" y="172"/>
                  <a:pt x="485" y="287"/>
                </a:cubicBezTo>
                <a:cubicBezTo>
                  <a:pt x="380" y="389"/>
                  <a:pt x="348" y="523"/>
                  <a:pt x="304" y="658"/>
                </a:cubicBezTo>
                <a:cubicBezTo>
                  <a:pt x="256" y="809"/>
                  <a:pt x="212" y="961"/>
                  <a:pt x="173" y="1114"/>
                </a:cubicBezTo>
                <a:cubicBezTo>
                  <a:pt x="98" y="1407"/>
                  <a:pt x="40" y="1705"/>
                  <a:pt x="0" y="2005"/>
                </a:cubicBezTo>
                <a:lnTo>
                  <a:pt x="2213" y="2005"/>
                </a:ln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67"/>
          <p:cNvSpPr/>
          <p:nvPr/>
        </p:nvSpPr>
        <p:spPr>
          <a:xfrm flipH="1">
            <a:off x="6417151" y="2719000"/>
            <a:ext cx="688016" cy="1131380"/>
          </a:xfrm>
          <a:custGeom>
            <a:avLst/>
            <a:gdLst/>
            <a:ahLst/>
            <a:cxnLst/>
            <a:rect l="l" t="t" r="r" b="b"/>
            <a:pathLst>
              <a:path w="855" h="1406" extrusionOk="0">
                <a:moveTo>
                  <a:pt x="203" y="91"/>
                </a:moveTo>
                <a:cubicBezTo>
                  <a:pt x="249" y="45"/>
                  <a:pt x="331" y="0"/>
                  <a:pt x="398" y="18"/>
                </a:cubicBezTo>
                <a:cubicBezTo>
                  <a:pt x="451" y="31"/>
                  <a:pt x="492" y="85"/>
                  <a:pt x="516" y="131"/>
                </a:cubicBezTo>
                <a:cubicBezTo>
                  <a:pt x="563" y="222"/>
                  <a:pt x="580" y="326"/>
                  <a:pt x="597" y="427"/>
                </a:cubicBezTo>
                <a:cubicBezTo>
                  <a:pt x="605" y="472"/>
                  <a:pt x="612" y="517"/>
                  <a:pt x="620" y="561"/>
                </a:cubicBezTo>
                <a:cubicBezTo>
                  <a:pt x="626" y="599"/>
                  <a:pt x="627" y="625"/>
                  <a:pt x="654" y="652"/>
                </a:cubicBezTo>
                <a:cubicBezTo>
                  <a:pt x="702" y="699"/>
                  <a:pt x="769" y="726"/>
                  <a:pt x="810" y="780"/>
                </a:cubicBezTo>
                <a:cubicBezTo>
                  <a:pt x="848" y="829"/>
                  <a:pt x="854" y="897"/>
                  <a:pt x="843" y="958"/>
                </a:cubicBezTo>
                <a:cubicBezTo>
                  <a:pt x="825" y="1050"/>
                  <a:pt x="772" y="1132"/>
                  <a:pt x="704" y="1196"/>
                </a:cubicBezTo>
                <a:cubicBezTo>
                  <a:pt x="636" y="1259"/>
                  <a:pt x="553" y="1305"/>
                  <a:pt x="468" y="1341"/>
                </a:cubicBezTo>
                <a:cubicBezTo>
                  <a:pt x="406" y="1367"/>
                  <a:pt x="310" y="1405"/>
                  <a:pt x="244" y="1380"/>
                </a:cubicBezTo>
                <a:cubicBezTo>
                  <a:pt x="183" y="1356"/>
                  <a:pt x="146" y="1301"/>
                  <a:pt x="126" y="1241"/>
                </a:cubicBezTo>
                <a:cubicBezTo>
                  <a:pt x="94" y="1138"/>
                  <a:pt x="57" y="1039"/>
                  <a:pt x="38" y="932"/>
                </a:cubicBezTo>
                <a:cubicBezTo>
                  <a:pt x="0" y="715"/>
                  <a:pt x="13" y="489"/>
                  <a:pt x="89" y="281"/>
                </a:cubicBezTo>
                <a:cubicBezTo>
                  <a:pt x="97" y="262"/>
                  <a:pt x="104" y="243"/>
                  <a:pt x="113" y="224"/>
                </a:cubicBezTo>
                <a:cubicBezTo>
                  <a:pt x="135" y="175"/>
                  <a:pt x="164" y="128"/>
                  <a:pt x="203" y="91"/>
                </a:cubicBezTo>
              </a:path>
            </a:pathLst>
          </a:custGeom>
          <a:solidFill>
            <a:srgbClr val="F4C5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67"/>
          <p:cNvSpPr/>
          <p:nvPr/>
        </p:nvSpPr>
        <p:spPr>
          <a:xfrm flipH="1">
            <a:off x="6561194" y="2166990"/>
            <a:ext cx="1778381" cy="1520845"/>
          </a:xfrm>
          <a:custGeom>
            <a:avLst/>
            <a:gdLst/>
            <a:ahLst/>
            <a:cxnLst/>
            <a:rect l="l" t="t" r="r" b="b"/>
            <a:pathLst>
              <a:path w="2210" h="1890" extrusionOk="0">
                <a:moveTo>
                  <a:pt x="2196" y="1025"/>
                </a:moveTo>
                <a:cubicBezTo>
                  <a:pt x="2131" y="868"/>
                  <a:pt x="2038" y="725"/>
                  <a:pt x="1956" y="576"/>
                </a:cubicBezTo>
                <a:cubicBezTo>
                  <a:pt x="1935" y="538"/>
                  <a:pt x="1915" y="499"/>
                  <a:pt x="1897" y="459"/>
                </a:cubicBezTo>
                <a:cubicBezTo>
                  <a:pt x="1885" y="433"/>
                  <a:pt x="1873" y="403"/>
                  <a:pt x="1857" y="376"/>
                </a:cubicBezTo>
                <a:cubicBezTo>
                  <a:pt x="1845" y="343"/>
                  <a:pt x="1829" y="311"/>
                  <a:pt x="1805" y="281"/>
                </a:cubicBezTo>
                <a:cubicBezTo>
                  <a:pt x="1786" y="258"/>
                  <a:pt x="1764" y="238"/>
                  <a:pt x="1740" y="219"/>
                </a:cubicBezTo>
                <a:cubicBezTo>
                  <a:pt x="1732" y="214"/>
                  <a:pt x="1725" y="209"/>
                  <a:pt x="1718" y="203"/>
                </a:cubicBezTo>
                <a:cubicBezTo>
                  <a:pt x="1605" y="122"/>
                  <a:pt x="1479" y="60"/>
                  <a:pt x="1344" y="30"/>
                </a:cubicBezTo>
                <a:cubicBezTo>
                  <a:pt x="1309" y="22"/>
                  <a:pt x="1274" y="16"/>
                  <a:pt x="1238" y="12"/>
                </a:cubicBezTo>
                <a:cubicBezTo>
                  <a:pt x="1120" y="0"/>
                  <a:pt x="1005" y="4"/>
                  <a:pt x="885" y="8"/>
                </a:cubicBezTo>
                <a:cubicBezTo>
                  <a:pt x="634" y="16"/>
                  <a:pt x="335" y="108"/>
                  <a:pt x="115" y="241"/>
                </a:cubicBezTo>
                <a:cubicBezTo>
                  <a:pt x="100" y="250"/>
                  <a:pt x="86" y="259"/>
                  <a:pt x="73" y="268"/>
                </a:cubicBezTo>
                <a:cubicBezTo>
                  <a:pt x="54" y="280"/>
                  <a:pt x="36" y="293"/>
                  <a:pt x="23" y="311"/>
                </a:cubicBezTo>
                <a:cubicBezTo>
                  <a:pt x="5" y="338"/>
                  <a:pt x="0" y="372"/>
                  <a:pt x="2" y="405"/>
                </a:cubicBezTo>
                <a:cubicBezTo>
                  <a:pt x="5" y="471"/>
                  <a:pt x="30" y="534"/>
                  <a:pt x="53" y="596"/>
                </a:cubicBezTo>
                <a:cubicBezTo>
                  <a:pt x="108" y="745"/>
                  <a:pt x="152" y="897"/>
                  <a:pt x="194" y="1050"/>
                </a:cubicBezTo>
                <a:cubicBezTo>
                  <a:pt x="235" y="1203"/>
                  <a:pt x="255" y="1349"/>
                  <a:pt x="266" y="1507"/>
                </a:cubicBezTo>
                <a:cubicBezTo>
                  <a:pt x="270" y="1575"/>
                  <a:pt x="270" y="1644"/>
                  <a:pt x="273" y="1711"/>
                </a:cubicBezTo>
                <a:cubicBezTo>
                  <a:pt x="275" y="1756"/>
                  <a:pt x="270" y="1798"/>
                  <a:pt x="297" y="1838"/>
                </a:cubicBezTo>
                <a:cubicBezTo>
                  <a:pt x="300" y="1844"/>
                  <a:pt x="304" y="1848"/>
                  <a:pt x="309" y="1852"/>
                </a:cubicBezTo>
                <a:cubicBezTo>
                  <a:pt x="315" y="1856"/>
                  <a:pt x="322" y="1857"/>
                  <a:pt x="328" y="1859"/>
                </a:cubicBezTo>
                <a:cubicBezTo>
                  <a:pt x="363" y="1867"/>
                  <a:pt x="398" y="1875"/>
                  <a:pt x="433" y="1883"/>
                </a:cubicBezTo>
                <a:cubicBezTo>
                  <a:pt x="463" y="1889"/>
                  <a:pt x="496" y="1883"/>
                  <a:pt x="526" y="1881"/>
                </a:cubicBezTo>
                <a:cubicBezTo>
                  <a:pt x="598" y="1878"/>
                  <a:pt x="670" y="1876"/>
                  <a:pt x="742" y="1872"/>
                </a:cubicBezTo>
                <a:cubicBezTo>
                  <a:pt x="886" y="1866"/>
                  <a:pt x="1029" y="1860"/>
                  <a:pt x="1173" y="1854"/>
                </a:cubicBezTo>
                <a:cubicBezTo>
                  <a:pt x="1195" y="1853"/>
                  <a:pt x="1216" y="1852"/>
                  <a:pt x="1238" y="1851"/>
                </a:cubicBezTo>
                <a:cubicBezTo>
                  <a:pt x="1364" y="1846"/>
                  <a:pt x="1491" y="1840"/>
                  <a:pt x="1615" y="1858"/>
                </a:cubicBezTo>
                <a:cubicBezTo>
                  <a:pt x="1653" y="1863"/>
                  <a:pt x="1700" y="1867"/>
                  <a:pt x="1721" y="1835"/>
                </a:cubicBezTo>
                <a:cubicBezTo>
                  <a:pt x="1729" y="1823"/>
                  <a:pt x="1731" y="1809"/>
                  <a:pt x="1734" y="1795"/>
                </a:cubicBezTo>
                <a:cubicBezTo>
                  <a:pt x="1746" y="1714"/>
                  <a:pt x="1757" y="1633"/>
                  <a:pt x="1772" y="1553"/>
                </a:cubicBezTo>
                <a:cubicBezTo>
                  <a:pt x="1777" y="1523"/>
                  <a:pt x="1781" y="1494"/>
                  <a:pt x="1786" y="1464"/>
                </a:cubicBezTo>
                <a:cubicBezTo>
                  <a:pt x="1794" y="1461"/>
                  <a:pt x="1802" y="1454"/>
                  <a:pt x="1808" y="1448"/>
                </a:cubicBezTo>
                <a:cubicBezTo>
                  <a:pt x="1850" y="1408"/>
                  <a:pt x="1902" y="1381"/>
                  <a:pt x="1949" y="1348"/>
                </a:cubicBezTo>
                <a:cubicBezTo>
                  <a:pt x="2036" y="1287"/>
                  <a:pt x="2106" y="1207"/>
                  <a:pt x="2176" y="1128"/>
                </a:cubicBezTo>
                <a:cubicBezTo>
                  <a:pt x="2190" y="1112"/>
                  <a:pt x="2208" y="1095"/>
                  <a:pt x="2208" y="1072"/>
                </a:cubicBezTo>
                <a:cubicBezTo>
                  <a:pt x="2209" y="1056"/>
                  <a:pt x="2203" y="1040"/>
                  <a:pt x="2196" y="102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67"/>
          <p:cNvSpPr/>
          <p:nvPr/>
        </p:nvSpPr>
        <p:spPr>
          <a:xfrm flipH="1">
            <a:off x="7084246" y="3872911"/>
            <a:ext cx="585015" cy="1262543"/>
          </a:xfrm>
          <a:custGeom>
            <a:avLst/>
            <a:gdLst/>
            <a:ahLst/>
            <a:cxnLst/>
            <a:rect l="l" t="t" r="r" b="b"/>
            <a:pathLst>
              <a:path w="727" h="1569" extrusionOk="0">
                <a:moveTo>
                  <a:pt x="697" y="10"/>
                </a:moveTo>
                <a:cubicBezTo>
                  <a:pt x="674" y="119"/>
                  <a:pt x="645" y="227"/>
                  <a:pt x="613" y="334"/>
                </a:cubicBezTo>
                <a:cubicBezTo>
                  <a:pt x="581" y="440"/>
                  <a:pt x="544" y="544"/>
                  <a:pt x="503" y="647"/>
                </a:cubicBezTo>
                <a:cubicBezTo>
                  <a:pt x="462" y="751"/>
                  <a:pt x="418" y="853"/>
                  <a:pt x="368" y="953"/>
                </a:cubicBezTo>
                <a:cubicBezTo>
                  <a:pt x="319" y="1053"/>
                  <a:pt x="266" y="1151"/>
                  <a:pt x="209" y="1246"/>
                </a:cubicBezTo>
                <a:cubicBezTo>
                  <a:pt x="153" y="1341"/>
                  <a:pt x="92" y="1434"/>
                  <a:pt x="28" y="1525"/>
                </a:cubicBezTo>
                <a:cubicBezTo>
                  <a:pt x="20" y="1536"/>
                  <a:pt x="12" y="1547"/>
                  <a:pt x="3" y="1559"/>
                </a:cubicBezTo>
                <a:cubicBezTo>
                  <a:pt x="0" y="1564"/>
                  <a:pt x="10" y="1567"/>
                  <a:pt x="13" y="1568"/>
                </a:cubicBezTo>
                <a:cubicBezTo>
                  <a:pt x="19" y="1568"/>
                  <a:pt x="26" y="1568"/>
                  <a:pt x="30" y="1563"/>
                </a:cubicBezTo>
                <a:cubicBezTo>
                  <a:pt x="95" y="1473"/>
                  <a:pt x="157" y="1380"/>
                  <a:pt x="215" y="1285"/>
                </a:cubicBezTo>
                <a:cubicBezTo>
                  <a:pt x="273" y="1189"/>
                  <a:pt x="327" y="1092"/>
                  <a:pt x="378" y="992"/>
                </a:cubicBezTo>
                <a:cubicBezTo>
                  <a:pt x="428" y="892"/>
                  <a:pt x="474" y="791"/>
                  <a:pt x="515" y="688"/>
                </a:cubicBezTo>
                <a:cubicBezTo>
                  <a:pt x="558" y="584"/>
                  <a:pt x="595" y="479"/>
                  <a:pt x="629" y="372"/>
                </a:cubicBezTo>
                <a:cubicBezTo>
                  <a:pt x="662" y="266"/>
                  <a:pt x="691" y="159"/>
                  <a:pt x="716" y="51"/>
                </a:cubicBezTo>
                <a:cubicBezTo>
                  <a:pt x="719" y="37"/>
                  <a:pt x="722" y="23"/>
                  <a:pt x="725" y="10"/>
                </a:cubicBezTo>
                <a:cubicBezTo>
                  <a:pt x="726" y="1"/>
                  <a:pt x="699" y="0"/>
                  <a:pt x="697" y="1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67"/>
          <p:cNvSpPr/>
          <p:nvPr/>
        </p:nvSpPr>
        <p:spPr>
          <a:xfrm flipH="1">
            <a:off x="7408539" y="3936481"/>
            <a:ext cx="284863" cy="524651"/>
          </a:xfrm>
          <a:custGeom>
            <a:avLst/>
            <a:gdLst/>
            <a:ahLst/>
            <a:cxnLst/>
            <a:rect l="l" t="t" r="r" b="b"/>
            <a:pathLst>
              <a:path w="354" h="652" extrusionOk="0">
                <a:moveTo>
                  <a:pt x="322" y="8"/>
                </a:moveTo>
                <a:cubicBezTo>
                  <a:pt x="239" y="172"/>
                  <a:pt x="157" y="337"/>
                  <a:pt x="74" y="501"/>
                </a:cubicBezTo>
                <a:cubicBezTo>
                  <a:pt x="51" y="547"/>
                  <a:pt x="28" y="593"/>
                  <a:pt x="5" y="639"/>
                </a:cubicBezTo>
                <a:cubicBezTo>
                  <a:pt x="0" y="648"/>
                  <a:pt x="27" y="651"/>
                  <a:pt x="32" y="643"/>
                </a:cubicBezTo>
                <a:cubicBezTo>
                  <a:pt x="114" y="478"/>
                  <a:pt x="197" y="314"/>
                  <a:pt x="279" y="150"/>
                </a:cubicBezTo>
                <a:cubicBezTo>
                  <a:pt x="303" y="104"/>
                  <a:pt x="325" y="58"/>
                  <a:pt x="349" y="12"/>
                </a:cubicBezTo>
                <a:cubicBezTo>
                  <a:pt x="353" y="3"/>
                  <a:pt x="326" y="0"/>
                  <a:pt x="322" y="8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67"/>
          <p:cNvSpPr/>
          <p:nvPr/>
        </p:nvSpPr>
        <p:spPr>
          <a:xfrm flipH="1">
            <a:off x="7947687" y="3934872"/>
            <a:ext cx="160135" cy="407168"/>
          </a:xfrm>
          <a:custGeom>
            <a:avLst/>
            <a:gdLst/>
            <a:ahLst/>
            <a:cxnLst/>
            <a:rect l="l" t="t" r="r" b="b"/>
            <a:pathLst>
              <a:path w="199" h="506" extrusionOk="0">
                <a:moveTo>
                  <a:pt x="167" y="8"/>
                </a:moveTo>
                <a:cubicBezTo>
                  <a:pt x="105" y="128"/>
                  <a:pt x="57" y="254"/>
                  <a:pt x="25" y="384"/>
                </a:cubicBezTo>
                <a:cubicBezTo>
                  <a:pt x="16" y="421"/>
                  <a:pt x="8" y="458"/>
                  <a:pt x="1" y="495"/>
                </a:cubicBezTo>
                <a:cubicBezTo>
                  <a:pt x="0" y="504"/>
                  <a:pt x="27" y="505"/>
                  <a:pt x="29" y="495"/>
                </a:cubicBezTo>
                <a:cubicBezTo>
                  <a:pt x="52" y="364"/>
                  <a:pt x="91" y="236"/>
                  <a:pt x="144" y="114"/>
                </a:cubicBezTo>
                <a:cubicBezTo>
                  <a:pt x="159" y="80"/>
                  <a:pt x="176" y="45"/>
                  <a:pt x="193" y="12"/>
                </a:cubicBezTo>
                <a:cubicBezTo>
                  <a:pt x="198" y="3"/>
                  <a:pt x="171" y="0"/>
                  <a:pt x="167" y="8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67"/>
          <p:cNvSpPr/>
          <p:nvPr/>
        </p:nvSpPr>
        <p:spPr>
          <a:xfrm flipH="1">
            <a:off x="6787311" y="4352501"/>
            <a:ext cx="135994" cy="745134"/>
          </a:xfrm>
          <a:custGeom>
            <a:avLst/>
            <a:gdLst/>
            <a:ahLst/>
            <a:cxnLst/>
            <a:rect l="l" t="t" r="r" b="b"/>
            <a:pathLst>
              <a:path w="169" h="926" extrusionOk="0">
                <a:moveTo>
                  <a:pt x="125" y="560"/>
                </a:moveTo>
                <a:cubicBezTo>
                  <a:pt x="109" y="442"/>
                  <a:pt x="90" y="325"/>
                  <a:pt x="68" y="208"/>
                </a:cubicBezTo>
                <a:cubicBezTo>
                  <a:pt x="56" y="142"/>
                  <a:pt x="43" y="76"/>
                  <a:pt x="29" y="10"/>
                </a:cubicBezTo>
                <a:cubicBezTo>
                  <a:pt x="27" y="0"/>
                  <a:pt x="0" y="1"/>
                  <a:pt x="1" y="10"/>
                </a:cubicBezTo>
                <a:cubicBezTo>
                  <a:pt x="26" y="126"/>
                  <a:pt x="48" y="243"/>
                  <a:pt x="67" y="361"/>
                </a:cubicBezTo>
                <a:cubicBezTo>
                  <a:pt x="87" y="478"/>
                  <a:pt x="103" y="596"/>
                  <a:pt x="118" y="714"/>
                </a:cubicBezTo>
                <a:cubicBezTo>
                  <a:pt x="126" y="781"/>
                  <a:pt x="133" y="848"/>
                  <a:pt x="140" y="915"/>
                </a:cubicBezTo>
                <a:cubicBezTo>
                  <a:pt x="141" y="925"/>
                  <a:pt x="168" y="924"/>
                  <a:pt x="167" y="915"/>
                </a:cubicBezTo>
                <a:cubicBezTo>
                  <a:pt x="156" y="796"/>
                  <a:pt x="142" y="678"/>
                  <a:pt x="125" y="56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67"/>
          <p:cNvSpPr/>
          <p:nvPr/>
        </p:nvSpPr>
        <p:spPr>
          <a:xfrm flipH="1">
            <a:off x="6954690" y="3650015"/>
            <a:ext cx="1113701" cy="131968"/>
          </a:xfrm>
          <a:custGeom>
            <a:avLst/>
            <a:gdLst/>
            <a:ahLst/>
            <a:cxnLst/>
            <a:rect l="l" t="t" r="r" b="b"/>
            <a:pathLst>
              <a:path w="1384" h="164" extrusionOk="0">
                <a:moveTo>
                  <a:pt x="0" y="10"/>
                </a:moveTo>
                <a:lnTo>
                  <a:pt x="1382" y="0"/>
                </a:lnTo>
                <a:lnTo>
                  <a:pt x="1383" y="152"/>
                </a:lnTo>
                <a:lnTo>
                  <a:pt x="1" y="163"/>
                </a:lnTo>
                <a:lnTo>
                  <a:pt x="0" y="10"/>
                </a:lnTo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374" name="Google Shape;1374;p67"/>
          <p:cNvSpPr/>
          <p:nvPr/>
        </p:nvSpPr>
        <p:spPr>
          <a:xfrm flipH="1">
            <a:off x="7093097" y="3629093"/>
            <a:ext cx="336364" cy="164959"/>
          </a:xfrm>
          <a:custGeom>
            <a:avLst/>
            <a:gdLst/>
            <a:ahLst/>
            <a:cxnLst/>
            <a:rect l="l" t="t" r="r" b="b"/>
            <a:pathLst>
              <a:path w="418" h="205" extrusionOk="0">
                <a:moveTo>
                  <a:pt x="368" y="204"/>
                </a:moveTo>
                <a:lnTo>
                  <a:pt x="48" y="204"/>
                </a:lnTo>
                <a:cubicBezTo>
                  <a:pt x="22" y="204"/>
                  <a:pt x="0" y="184"/>
                  <a:pt x="0" y="160"/>
                </a:cubicBezTo>
                <a:lnTo>
                  <a:pt x="0" y="44"/>
                </a:lnTo>
                <a:cubicBezTo>
                  <a:pt x="0" y="20"/>
                  <a:pt x="22" y="0"/>
                  <a:pt x="48" y="0"/>
                </a:cubicBezTo>
                <a:lnTo>
                  <a:pt x="368" y="0"/>
                </a:lnTo>
                <a:cubicBezTo>
                  <a:pt x="395" y="0"/>
                  <a:pt x="417" y="20"/>
                  <a:pt x="417" y="44"/>
                </a:cubicBezTo>
                <a:lnTo>
                  <a:pt x="417" y="160"/>
                </a:lnTo>
                <a:cubicBezTo>
                  <a:pt x="417" y="184"/>
                  <a:pt x="395" y="204"/>
                  <a:pt x="368" y="204"/>
                </a:cubicBezTo>
                <a:moveTo>
                  <a:pt x="48" y="28"/>
                </a:moveTo>
                <a:cubicBezTo>
                  <a:pt x="39" y="28"/>
                  <a:pt x="30" y="35"/>
                  <a:pt x="30" y="44"/>
                </a:cubicBezTo>
                <a:lnTo>
                  <a:pt x="30" y="159"/>
                </a:lnTo>
                <a:cubicBezTo>
                  <a:pt x="30" y="168"/>
                  <a:pt x="39" y="176"/>
                  <a:pt x="48" y="176"/>
                </a:cubicBezTo>
                <a:lnTo>
                  <a:pt x="368" y="176"/>
                </a:lnTo>
                <a:cubicBezTo>
                  <a:pt x="378" y="176"/>
                  <a:pt x="386" y="168"/>
                  <a:pt x="386" y="159"/>
                </a:cubicBezTo>
                <a:lnTo>
                  <a:pt x="386" y="44"/>
                </a:lnTo>
                <a:cubicBezTo>
                  <a:pt x="386" y="35"/>
                  <a:pt x="378" y="28"/>
                  <a:pt x="368" y="28"/>
                </a:cubicBezTo>
                <a:lnTo>
                  <a:pt x="48" y="28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67"/>
          <p:cNvSpPr/>
          <p:nvPr/>
        </p:nvSpPr>
        <p:spPr>
          <a:xfrm flipH="1">
            <a:off x="7110800" y="3701514"/>
            <a:ext cx="80470" cy="28164"/>
          </a:xfrm>
          <a:custGeom>
            <a:avLst/>
            <a:gdLst/>
            <a:ahLst/>
            <a:cxnLst/>
            <a:rect l="l" t="t" r="r" b="b"/>
            <a:pathLst>
              <a:path w="100" h="35" extrusionOk="0">
                <a:moveTo>
                  <a:pt x="81" y="0"/>
                </a:moveTo>
                <a:lnTo>
                  <a:pt x="17" y="0"/>
                </a:lnTo>
                <a:cubicBezTo>
                  <a:pt x="13" y="0"/>
                  <a:pt x="8" y="1"/>
                  <a:pt x="5" y="5"/>
                </a:cubicBezTo>
                <a:cubicBezTo>
                  <a:pt x="3" y="7"/>
                  <a:pt x="0" y="11"/>
                  <a:pt x="0" y="17"/>
                </a:cubicBezTo>
                <a:cubicBezTo>
                  <a:pt x="0" y="31"/>
                  <a:pt x="12" y="34"/>
                  <a:pt x="17" y="34"/>
                </a:cubicBezTo>
                <a:lnTo>
                  <a:pt x="81" y="34"/>
                </a:lnTo>
                <a:cubicBezTo>
                  <a:pt x="85" y="34"/>
                  <a:pt x="90" y="33"/>
                  <a:pt x="93" y="29"/>
                </a:cubicBezTo>
                <a:cubicBezTo>
                  <a:pt x="96" y="27"/>
                  <a:pt x="99" y="23"/>
                  <a:pt x="99" y="17"/>
                </a:cubicBezTo>
                <a:cubicBezTo>
                  <a:pt x="99" y="3"/>
                  <a:pt x="86" y="0"/>
                  <a:pt x="81" y="0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67"/>
          <p:cNvSpPr/>
          <p:nvPr/>
        </p:nvSpPr>
        <p:spPr>
          <a:xfrm flipH="1">
            <a:off x="7511540" y="3701514"/>
            <a:ext cx="38625" cy="30578"/>
          </a:xfrm>
          <a:custGeom>
            <a:avLst/>
            <a:gdLst/>
            <a:ahLst/>
            <a:cxnLst/>
            <a:rect l="l" t="t" r="r" b="b"/>
            <a:pathLst>
              <a:path w="48" h="38" extrusionOk="0">
                <a:moveTo>
                  <a:pt x="47" y="17"/>
                </a:moveTo>
                <a:cubicBezTo>
                  <a:pt x="47" y="16"/>
                  <a:pt x="47" y="15"/>
                  <a:pt x="47" y="14"/>
                </a:cubicBezTo>
                <a:cubicBezTo>
                  <a:pt x="46" y="11"/>
                  <a:pt x="45" y="8"/>
                  <a:pt x="42" y="6"/>
                </a:cubicBezTo>
                <a:cubicBezTo>
                  <a:pt x="40" y="4"/>
                  <a:pt x="37" y="2"/>
                  <a:pt x="34" y="2"/>
                </a:cubicBezTo>
                <a:cubicBezTo>
                  <a:pt x="31" y="1"/>
                  <a:pt x="28" y="0"/>
                  <a:pt x="25" y="0"/>
                </a:cubicBezTo>
                <a:cubicBezTo>
                  <a:pt x="23" y="0"/>
                  <a:pt x="21" y="0"/>
                  <a:pt x="19" y="1"/>
                </a:cubicBezTo>
                <a:cubicBezTo>
                  <a:pt x="16" y="1"/>
                  <a:pt x="12" y="2"/>
                  <a:pt x="9" y="4"/>
                </a:cubicBezTo>
                <a:cubicBezTo>
                  <a:pt x="6" y="5"/>
                  <a:pt x="5" y="6"/>
                  <a:pt x="3" y="9"/>
                </a:cubicBezTo>
                <a:cubicBezTo>
                  <a:pt x="3" y="10"/>
                  <a:pt x="2" y="10"/>
                  <a:pt x="2" y="11"/>
                </a:cubicBezTo>
                <a:cubicBezTo>
                  <a:pt x="1" y="12"/>
                  <a:pt x="1" y="13"/>
                  <a:pt x="0" y="15"/>
                </a:cubicBezTo>
                <a:cubicBezTo>
                  <a:pt x="0" y="15"/>
                  <a:pt x="1" y="15"/>
                  <a:pt x="1" y="16"/>
                </a:cubicBezTo>
                <a:cubicBezTo>
                  <a:pt x="0" y="17"/>
                  <a:pt x="0" y="18"/>
                  <a:pt x="0" y="20"/>
                </a:cubicBezTo>
                <a:cubicBezTo>
                  <a:pt x="0" y="22"/>
                  <a:pt x="1" y="24"/>
                  <a:pt x="2" y="25"/>
                </a:cubicBezTo>
                <a:cubicBezTo>
                  <a:pt x="3" y="26"/>
                  <a:pt x="3" y="26"/>
                  <a:pt x="3" y="27"/>
                </a:cubicBezTo>
                <a:cubicBezTo>
                  <a:pt x="3" y="29"/>
                  <a:pt x="4" y="30"/>
                  <a:pt x="6" y="31"/>
                </a:cubicBezTo>
                <a:cubicBezTo>
                  <a:pt x="7" y="33"/>
                  <a:pt x="10" y="34"/>
                  <a:pt x="12" y="34"/>
                </a:cubicBezTo>
                <a:cubicBezTo>
                  <a:pt x="17" y="36"/>
                  <a:pt x="21" y="37"/>
                  <a:pt x="27" y="36"/>
                </a:cubicBezTo>
                <a:cubicBezTo>
                  <a:pt x="30" y="36"/>
                  <a:pt x="34" y="36"/>
                  <a:pt x="38" y="34"/>
                </a:cubicBezTo>
                <a:cubicBezTo>
                  <a:pt x="41" y="32"/>
                  <a:pt x="42" y="31"/>
                  <a:pt x="44" y="28"/>
                </a:cubicBezTo>
                <a:cubicBezTo>
                  <a:pt x="45" y="27"/>
                  <a:pt x="46" y="24"/>
                  <a:pt x="46" y="22"/>
                </a:cubicBezTo>
                <a:cubicBezTo>
                  <a:pt x="47" y="21"/>
                  <a:pt x="47" y="19"/>
                  <a:pt x="47" y="1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67"/>
          <p:cNvSpPr/>
          <p:nvPr/>
        </p:nvSpPr>
        <p:spPr>
          <a:xfrm flipH="1">
            <a:off x="7699840" y="3701514"/>
            <a:ext cx="37821" cy="30578"/>
          </a:xfrm>
          <a:custGeom>
            <a:avLst/>
            <a:gdLst/>
            <a:ahLst/>
            <a:cxnLst/>
            <a:rect l="l" t="t" r="r" b="b"/>
            <a:pathLst>
              <a:path w="47" h="38" extrusionOk="0">
                <a:moveTo>
                  <a:pt x="46" y="17"/>
                </a:moveTo>
                <a:cubicBezTo>
                  <a:pt x="46" y="16"/>
                  <a:pt x="46" y="15"/>
                  <a:pt x="46" y="14"/>
                </a:cubicBezTo>
                <a:cubicBezTo>
                  <a:pt x="46" y="11"/>
                  <a:pt x="44" y="8"/>
                  <a:pt x="42" y="6"/>
                </a:cubicBezTo>
                <a:cubicBezTo>
                  <a:pt x="39" y="4"/>
                  <a:pt x="37" y="2"/>
                  <a:pt x="34" y="2"/>
                </a:cubicBezTo>
                <a:cubicBezTo>
                  <a:pt x="31" y="1"/>
                  <a:pt x="27" y="0"/>
                  <a:pt x="24" y="0"/>
                </a:cubicBezTo>
                <a:cubicBezTo>
                  <a:pt x="22" y="0"/>
                  <a:pt x="20" y="0"/>
                  <a:pt x="18" y="1"/>
                </a:cubicBezTo>
                <a:cubicBezTo>
                  <a:pt x="15" y="1"/>
                  <a:pt x="12" y="2"/>
                  <a:pt x="9" y="4"/>
                </a:cubicBezTo>
                <a:cubicBezTo>
                  <a:pt x="6" y="5"/>
                  <a:pt x="4" y="6"/>
                  <a:pt x="3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10"/>
                  <a:pt x="2" y="10"/>
                  <a:pt x="1" y="11"/>
                </a:cubicBezTo>
                <a:cubicBezTo>
                  <a:pt x="1" y="12"/>
                  <a:pt x="0" y="13"/>
                  <a:pt x="0" y="15"/>
                </a:cubicBezTo>
                <a:lnTo>
                  <a:pt x="0" y="16"/>
                </a:lnTo>
                <a:cubicBezTo>
                  <a:pt x="0" y="17"/>
                  <a:pt x="0" y="18"/>
                  <a:pt x="0" y="20"/>
                </a:cubicBezTo>
                <a:cubicBezTo>
                  <a:pt x="0" y="22"/>
                  <a:pt x="1" y="24"/>
                  <a:pt x="2" y="25"/>
                </a:cubicBezTo>
                <a:cubicBezTo>
                  <a:pt x="2" y="26"/>
                  <a:pt x="2" y="26"/>
                  <a:pt x="2" y="27"/>
                </a:cubicBezTo>
                <a:cubicBezTo>
                  <a:pt x="3" y="29"/>
                  <a:pt x="4" y="30"/>
                  <a:pt x="5" y="31"/>
                </a:cubicBezTo>
                <a:cubicBezTo>
                  <a:pt x="7" y="33"/>
                  <a:pt x="9" y="34"/>
                  <a:pt x="11" y="34"/>
                </a:cubicBezTo>
                <a:cubicBezTo>
                  <a:pt x="16" y="36"/>
                  <a:pt x="21" y="37"/>
                  <a:pt x="26" y="36"/>
                </a:cubicBezTo>
                <a:cubicBezTo>
                  <a:pt x="30" y="36"/>
                  <a:pt x="34" y="36"/>
                  <a:pt x="38" y="34"/>
                </a:cubicBezTo>
                <a:cubicBezTo>
                  <a:pt x="40" y="32"/>
                  <a:pt x="42" y="31"/>
                  <a:pt x="43" y="28"/>
                </a:cubicBezTo>
                <a:cubicBezTo>
                  <a:pt x="45" y="27"/>
                  <a:pt x="45" y="24"/>
                  <a:pt x="46" y="22"/>
                </a:cubicBezTo>
                <a:cubicBezTo>
                  <a:pt x="46" y="21"/>
                  <a:pt x="46" y="19"/>
                  <a:pt x="46" y="1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67"/>
          <p:cNvSpPr/>
          <p:nvPr/>
        </p:nvSpPr>
        <p:spPr>
          <a:xfrm flipH="1">
            <a:off x="7006190" y="2831655"/>
            <a:ext cx="787799" cy="304169"/>
          </a:xfrm>
          <a:custGeom>
            <a:avLst/>
            <a:gdLst/>
            <a:ahLst/>
            <a:cxnLst/>
            <a:rect l="l" t="t" r="r" b="b"/>
            <a:pathLst>
              <a:path w="979" h="378" extrusionOk="0">
                <a:moveTo>
                  <a:pt x="978" y="350"/>
                </a:moveTo>
                <a:lnTo>
                  <a:pt x="969" y="377"/>
                </a:lnTo>
                <a:lnTo>
                  <a:pt x="848" y="360"/>
                </a:lnTo>
                <a:lnTo>
                  <a:pt x="0" y="71"/>
                </a:lnTo>
                <a:lnTo>
                  <a:pt x="24" y="0"/>
                </a:lnTo>
                <a:lnTo>
                  <a:pt x="871" y="289"/>
                </a:lnTo>
                <a:lnTo>
                  <a:pt x="978" y="350"/>
                </a:lnTo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379" name="Google Shape;1379;p67"/>
          <p:cNvSpPr/>
          <p:nvPr/>
        </p:nvSpPr>
        <p:spPr>
          <a:xfrm flipH="1">
            <a:off x="7081832" y="2815562"/>
            <a:ext cx="785385" cy="320263"/>
          </a:xfrm>
          <a:custGeom>
            <a:avLst/>
            <a:gdLst/>
            <a:ahLst/>
            <a:cxnLst/>
            <a:rect l="l" t="t" r="r" b="b"/>
            <a:pathLst>
              <a:path w="976" h="398" extrusionOk="0">
                <a:moveTo>
                  <a:pt x="131" y="12"/>
                </a:moveTo>
                <a:lnTo>
                  <a:pt x="279" y="62"/>
                </a:lnTo>
                <a:lnTo>
                  <a:pt x="244" y="163"/>
                </a:lnTo>
                <a:lnTo>
                  <a:pt x="96" y="113"/>
                </a:lnTo>
                <a:cubicBezTo>
                  <a:pt x="80" y="107"/>
                  <a:pt x="68" y="94"/>
                  <a:pt x="62" y="78"/>
                </a:cubicBezTo>
                <a:lnTo>
                  <a:pt x="25" y="66"/>
                </a:lnTo>
                <a:cubicBezTo>
                  <a:pt x="9" y="60"/>
                  <a:pt x="0" y="42"/>
                  <a:pt x="6" y="25"/>
                </a:cubicBezTo>
                <a:cubicBezTo>
                  <a:pt x="11" y="9"/>
                  <a:pt x="29" y="0"/>
                  <a:pt x="46" y="6"/>
                </a:cubicBezTo>
                <a:lnTo>
                  <a:pt x="83" y="18"/>
                </a:lnTo>
                <a:cubicBezTo>
                  <a:pt x="96" y="9"/>
                  <a:pt x="114" y="6"/>
                  <a:pt x="131" y="12"/>
                </a:cubicBezTo>
                <a:moveTo>
                  <a:pt x="948" y="293"/>
                </a:moveTo>
                <a:lnTo>
                  <a:pt x="897" y="279"/>
                </a:lnTo>
                <a:cubicBezTo>
                  <a:pt x="860" y="269"/>
                  <a:pt x="825" y="257"/>
                  <a:pt x="790" y="242"/>
                </a:cubicBezTo>
                <a:lnTo>
                  <a:pt x="741" y="222"/>
                </a:lnTo>
                <a:cubicBezTo>
                  <a:pt x="724" y="215"/>
                  <a:pt x="705" y="224"/>
                  <a:pt x="700" y="241"/>
                </a:cubicBezTo>
                <a:lnTo>
                  <a:pt x="686" y="280"/>
                </a:lnTo>
                <a:cubicBezTo>
                  <a:pt x="681" y="296"/>
                  <a:pt x="690" y="315"/>
                  <a:pt x="708" y="319"/>
                </a:cubicBezTo>
                <a:lnTo>
                  <a:pt x="759" y="333"/>
                </a:lnTo>
                <a:cubicBezTo>
                  <a:pt x="795" y="343"/>
                  <a:pt x="831" y="355"/>
                  <a:pt x="866" y="370"/>
                </a:cubicBezTo>
                <a:lnTo>
                  <a:pt x="915" y="390"/>
                </a:lnTo>
                <a:cubicBezTo>
                  <a:pt x="931" y="397"/>
                  <a:pt x="950" y="389"/>
                  <a:pt x="956" y="372"/>
                </a:cubicBezTo>
                <a:lnTo>
                  <a:pt x="969" y="333"/>
                </a:lnTo>
                <a:cubicBezTo>
                  <a:pt x="975" y="316"/>
                  <a:pt x="965" y="297"/>
                  <a:pt x="948" y="293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67"/>
          <p:cNvSpPr/>
          <p:nvPr/>
        </p:nvSpPr>
        <p:spPr>
          <a:xfrm flipH="1">
            <a:off x="6832374" y="2673133"/>
            <a:ext cx="68399" cy="635697"/>
          </a:xfrm>
          <a:custGeom>
            <a:avLst/>
            <a:gdLst/>
            <a:ahLst/>
            <a:cxnLst/>
            <a:rect l="l" t="t" r="r" b="b"/>
            <a:pathLst>
              <a:path w="85" h="790" extrusionOk="0">
                <a:moveTo>
                  <a:pt x="59" y="178"/>
                </a:moveTo>
                <a:cubicBezTo>
                  <a:pt x="52" y="122"/>
                  <a:pt x="42" y="66"/>
                  <a:pt x="30" y="10"/>
                </a:cubicBezTo>
                <a:cubicBezTo>
                  <a:pt x="28" y="0"/>
                  <a:pt x="0" y="2"/>
                  <a:pt x="2" y="10"/>
                </a:cubicBezTo>
                <a:cubicBezTo>
                  <a:pt x="46" y="207"/>
                  <a:pt x="57" y="411"/>
                  <a:pt x="32" y="612"/>
                </a:cubicBezTo>
                <a:cubicBezTo>
                  <a:pt x="26" y="668"/>
                  <a:pt x="16" y="724"/>
                  <a:pt x="4" y="779"/>
                </a:cubicBezTo>
                <a:cubicBezTo>
                  <a:pt x="2" y="788"/>
                  <a:pt x="29" y="789"/>
                  <a:pt x="32" y="779"/>
                </a:cubicBezTo>
                <a:cubicBezTo>
                  <a:pt x="75" y="582"/>
                  <a:pt x="84" y="378"/>
                  <a:pt x="59" y="178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67"/>
          <p:cNvSpPr/>
          <p:nvPr/>
        </p:nvSpPr>
        <p:spPr>
          <a:xfrm flipH="1">
            <a:off x="6181374" y="2458284"/>
            <a:ext cx="880339" cy="1432330"/>
          </a:xfrm>
          <a:custGeom>
            <a:avLst/>
            <a:gdLst/>
            <a:ahLst/>
            <a:cxnLst/>
            <a:rect l="l" t="t" r="r" b="b"/>
            <a:pathLst>
              <a:path w="1094" h="1780" extrusionOk="0">
                <a:moveTo>
                  <a:pt x="1093" y="96"/>
                </a:moveTo>
                <a:lnTo>
                  <a:pt x="200" y="1779"/>
                </a:lnTo>
                <a:lnTo>
                  <a:pt x="164" y="1762"/>
                </a:lnTo>
                <a:lnTo>
                  <a:pt x="146" y="1753"/>
                </a:lnTo>
                <a:lnTo>
                  <a:pt x="112" y="1737"/>
                </a:lnTo>
                <a:lnTo>
                  <a:pt x="93" y="1728"/>
                </a:lnTo>
                <a:lnTo>
                  <a:pt x="53" y="1709"/>
                </a:lnTo>
                <a:lnTo>
                  <a:pt x="35" y="1700"/>
                </a:lnTo>
                <a:lnTo>
                  <a:pt x="0" y="1683"/>
                </a:lnTo>
                <a:lnTo>
                  <a:pt x="893" y="0"/>
                </a:lnTo>
                <a:lnTo>
                  <a:pt x="930" y="18"/>
                </a:lnTo>
                <a:lnTo>
                  <a:pt x="948" y="27"/>
                </a:lnTo>
                <a:lnTo>
                  <a:pt x="988" y="46"/>
                </a:lnTo>
                <a:lnTo>
                  <a:pt x="1007" y="55"/>
                </a:lnTo>
                <a:lnTo>
                  <a:pt x="1041" y="71"/>
                </a:lnTo>
                <a:lnTo>
                  <a:pt x="1059" y="80"/>
                </a:lnTo>
                <a:lnTo>
                  <a:pt x="1093" y="96"/>
                </a:lnTo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382" name="Google Shape;1382;p67"/>
          <p:cNvSpPr/>
          <p:nvPr/>
        </p:nvSpPr>
        <p:spPr>
          <a:xfrm flipH="1">
            <a:off x="5778219" y="2442190"/>
            <a:ext cx="564898" cy="94148"/>
          </a:xfrm>
          <a:custGeom>
            <a:avLst/>
            <a:gdLst/>
            <a:ahLst/>
            <a:cxnLst/>
            <a:rect l="l" t="t" r="r" b="b"/>
            <a:pathLst>
              <a:path w="702" h="117" extrusionOk="0">
                <a:moveTo>
                  <a:pt x="701" y="75"/>
                </a:moveTo>
                <a:lnTo>
                  <a:pt x="543" y="0"/>
                </a:lnTo>
                <a:lnTo>
                  <a:pt x="0" y="20"/>
                </a:lnTo>
                <a:lnTo>
                  <a:pt x="200" y="116"/>
                </a:lnTo>
                <a:lnTo>
                  <a:pt x="701" y="75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383" name="Google Shape;1383;p67"/>
          <p:cNvSpPr/>
          <p:nvPr/>
        </p:nvSpPr>
        <p:spPr>
          <a:xfrm flipH="1">
            <a:off x="5778220" y="2502541"/>
            <a:ext cx="1122553" cy="1388073"/>
          </a:xfrm>
          <a:custGeom>
            <a:avLst/>
            <a:gdLst/>
            <a:ahLst/>
            <a:cxnLst/>
            <a:rect l="l" t="t" r="r" b="b"/>
            <a:pathLst>
              <a:path w="1395" h="1725" extrusionOk="0">
                <a:moveTo>
                  <a:pt x="0" y="1724"/>
                </a:moveTo>
                <a:lnTo>
                  <a:pt x="563" y="1683"/>
                </a:lnTo>
                <a:lnTo>
                  <a:pt x="1394" y="0"/>
                </a:lnTo>
                <a:lnTo>
                  <a:pt x="893" y="41"/>
                </a:lnTo>
                <a:lnTo>
                  <a:pt x="0" y="1724"/>
                </a:lnTo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84" name="Google Shape;1384;p67"/>
          <p:cNvSpPr/>
          <p:nvPr/>
        </p:nvSpPr>
        <p:spPr>
          <a:xfrm flipH="1">
            <a:off x="5789485" y="2337582"/>
            <a:ext cx="604328" cy="252670"/>
          </a:xfrm>
          <a:custGeom>
            <a:avLst/>
            <a:gdLst/>
            <a:ahLst/>
            <a:cxnLst/>
            <a:rect l="l" t="t" r="r" b="b"/>
            <a:pathLst>
              <a:path w="751" h="314" extrusionOk="0">
                <a:moveTo>
                  <a:pt x="749" y="161"/>
                </a:moveTo>
                <a:cubicBezTo>
                  <a:pt x="738" y="85"/>
                  <a:pt x="677" y="24"/>
                  <a:pt x="601" y="14"/>
                </a:cubicBezTo>
                <a:cubicBezTo>
                  <a:pt x="576" y="11"/>
                  <a:pt x="551" y="13"/>
                  <a:pt x="529" y="20"/>
                </a:cubicBezTo>
                <a:cubicBezTo>
                  <a:pt x="520" y="17"/>
                  <a:pt x="511" y="15"/>
                  <a:pt x="501" y="14"/>
                </a:cubicBezTo>
                <a:cubicBezTo>
                  <a:pt x="476" y="11"/>
                  <a:pt x="452" y="14"/>
                  <a:pt x="429" y="20"/>
                </a:cubicBezTo>
                <a:cubicBezTo>
                  <a:pt x="420" y="17"/>
                  <a:pt x="411" y="15"/>
                  <a:pt x="402" y="14"/>
                </a:cubicBezTo>
                <a:cubicBezTo>
                  <a:pt x="376" y="11"/>
                  <a:pt x="352" y="13"/>
                  <a:pt x="330" y="20"/>
                </a:cubicBezTo>
                <a:cubicBezTo>
                  <a:pt x="321" y="18"/>
                  <a:pt x="312" y="15"/>
                  <a:pt x="302" y="14"/>
                </a:cubicBezTo>
                <a:cubicBezTo>
                  <a:pt x="277" y="11"/>
                  <a:pt x="252" y="13"/>
                  <a:pt x="230" y="20"/>
                </a:cubicBezTo>
                <a:cubicBezTo>
                  <a:pt x="221" y="17"/>
                  <a:pt x="212" y="15"/>
                  <a:pt x="202" y="14"/>
                </a:cubicBezTo>
                <a:cubicBezTo>
                  <a:pt x="93" y="0"/>
                  <a:pt x="0" y="90"/>
                  <a:pt x="9" y="199"/>
                </a:cubicBezTo>
                <a:cubicBezTo>
                  <a:pt x="10" y="212"/>
                  <a:pt x="13" y="225"/>
                  <a:pt x="17" y="238"/>
                </a:cubicBezTo>
                <a:lnTo>
                  <a:pt x="43" y="189"/>
                </a:lnTo>
                <a:cubicBezTo>
                  <a:pt x="40" y="112"/>
                  <a:pt x="101" y="49"/>
                  <a:pt x="177" y="47"/>
                </a:cubicBezTo>
                <a:cubicBezTo>
                  <a:pt x="144" y="72"/>
                  <a:pt x="120" y="107"/>
                  <a:pt x="112" y="148"/>
                </a:cubicBezTo>
                <a:lnTo>
                  <a:pt x="147" y="147"/>
                </a:lnTo>
                <a:cubicBezTo>
                  <a:pt x="159" y="106"/>
                  <a:pt x="190" y="72"/>
                  <a:pt x="230" y="57"/>
                </a:cubicBezTo>
                <a:cubicBezTo>
                  <a:pt x="238" y="60"/>
                  <a:pt x="245" y="64"/>
                  <a:pt x="253" y="68"/>
                </a:cubicBezTo>
                <a:cubicBezTo>
                  <a:pt x="233" y="90"/>
                  <a:pt x="219" y="116"/>
                  <a:pt x="212" y="145"/>
                </a:cubicBezTo>
                <a:lnTo>
                  <a:pt x="248" y="143"/>
                </a:lnTo>
                <a:cubicBezTo>
                  <a:pt x="254" y="123"/>
                  <a:pt x="265" y="105"/>
                  <a:pt x="279" y="90"/>
                </a:cubicBezTo>
                <a:cubicBezTo>
                  <a:pt x="299" y="111"/>
                  <a:pt x="313" y="138"/>
                  <a:pt x="316" y="168"/>
                </a:cubicBezTo>
                <a:cubicBezTo>
                  <a:pt x="321" y="212"/>
                  <a:pt x="305" y="253"/>
                  <a:pt x="277" y="281"/>
                </a:cubicBezTo>
                <a:cubicBezTo>
                  <a:pt x="271" y="287"/>
                  <a:pt x="270" y="296"/>
                  <a:pt x="275" y="303"/>
                </a:cubicBezTo>
                <a:cubicBezTo>
                  <a:pt x="281" y="312"/>
                  <a:pt x="294" y="313"/>
                  <a:pt x="301" y="306"/>
                </a:cubicBezTo>
                <a:cubicBezTo>
                  <a:pt x="337" y="270"/>
                  <a:pt x="357" y="218"/>
                  <a:pt x="350" y="161"/>
                </a:cubicBezTo>
                <a:cubicBezTo>
                  <a:pt x="349" y="154"/>
                  <a:pt x="348" y="147"/>
                  <a:pt x="346" y="139"/>
                </a:cubicBezTo>
                <a:lnTo>
                  <a:pt x="349" y="139"/>
                </a:lnTo>
                <a:cubicBezTo>
                  <a:pt x="355" y="121"/>
                  <a:pt x="366" y="104"/>
                  <a:pt x="379" y="90"/>
                </a:cubicBezTo>
                <a:cubicBezTo>
                  <a:pt x="392" y="104"/>
                  <a:pt x="402" y="120"/>
                  <a:pt x="408" y="137"/>
                </a:cubicBezTo>
                <a:cubicBezTo>
                  <a:pt x="409" y="140"/>
                  <a:pt x="410" y="142"/>
                  <a:pt x="411" y="145"/>
                </a:cubicBezTo>
                <a:cubicBezTo>
                  <a:pt x="413" y="153"/>
                  <a:pt x="415" y="160"/>
                  <a:pt x="416" y="168"/>
                </a:cubicBezTo>
                <a:cubicBezTo>
                  <a:pt x="418" y="188"/>
                  <a:pt x="416" y="207"/>
                  <a:pt x="411" y="224"/>
                </a:cubicBezTo>
                <a:cubicBezTo>
                  <a:pt x="410" y="227"/>
                  <a:pt x="409" y="231"/>
                  <a:pt x="407" y="234"/>
                </a:cubicBezTo>
                <a:cubicBezTo>
                  <a:pt x="400" y="252"/>
                  <a:pt x="390" y="268"/>
                  <a:pt x="377" y="281"/>
                </a:cubicBezTo>
                <a:cubicBezTo>
                  <a:pt x="371" y="287"/>
                  <a:pt x="370" y="296"/>
                  <a:pt x="374" y="303"/>
                </a:cubicBezTo>
                <a:lnTo>
                  <a:pt x="375" y="303"/>
                </a:lnTo>
                <a:cubicBezTo>
                  <a:pt x="381" y="312"/>
                  <a:pt x="393" y="313"/>
                  <a:pt x="401" y="306"/>
                </a:cubicBezTo>
                <a:cubicBezTo>
                  <a:pt x="421" y="285"/>
                  <a:pt x="436" y="260"/>
                  <a:pt x="445" y="231"/>
                </a:cubicBezTo>
                <a:cubicBezTo>
                  <a:pt x="451" y="209"/>
                  <a:pt x="453" y="186"/>
                  <a:pt x="450" y="161"/>
                </a:cubicBezTo>
                <a:cubicBezTo>
                  <a:pt x="449" y="156"/>
                  <a:pt x="448" y="150"/>
                  <a:pt x="447" y="145"/>
                </a:cubicBezTo>
                <a:cubicBezTo>
                  <a:pt x="446" y="142"/>
                  <a:pt x="445" y="139"/>
                  <a:pt x="444" y="135"/>
                </a:cubicBezTo>
                <a:lnTo>
                  <a:pt x="450" y="135"/>
                </a:lnTo>
                <a:cubicBezTo>
                  <a:pt x="456" y="118"/>
                  <a:pt x="466" y="103"/>
                  <a:pt x="479" y="90"/>
                </a:cubicBezTo>
                <a:cubicBezTo>
                  <a:pt x="490" y="102"/>
                  <a:pt x="500" y="117"/>
                  <a:pt x="506" y="133"/>
                </a:cubicBezTo>
                <a:cubicBezTo>
                  <a:pt x="511" y="144"/>
                  <a:pt x="514" y="156"/>
                  <a:pt x="515" y="168"/>
                </a:cubicBezTo>
                <a:cubicBezTo>
                  <a:pt x="518" y="188"/>
                  <a:pt x="516" y="208"/>
                  <a:pt x="510" y="226"/>
                </a:cubicBezTo>
                <a:cubicBezTo>
                  <a:pt x="503" y="247"/>
                  <a:pt x="492" y="266"/>
                  <a:pt x="476" y="281"/>
                </a:cubicBezTo>
                <a:cubicBezTo>
                  <a:pt x="471" y="287"/>
                  <a:pt x="470" y="296"/>
                  <a:pt x="474" y="303"/>
                </a:cubicBezTo>
                <a:cubicBezTo>
                  <a:pt x="480" y="312"/>
                  <a:pt x="493" y="313"/>
                  <a:pt x="500" y="306"/>
                </a:cubicBezTo>
                <a:cubicBezTo>
                  <a:pt x="523" y="283"/>
                  <a:pt x="539" y="255"/>
                  <a:pt x="546" y="223"/>
                </a:cubicBezTo>
                <a:cubicBezTo>
                  <a:pt x="551" y="203"/>
                  <a:pt x="552" y="183"/>
                  <a:pt x="549" y="161"/>
                </a:cubicBezTo>
                <a:cubicBezTo>
                  <a:pt x="548" y="151"/>
                  <a:pt x="546" y="141"/>
                  <a:pt x="543" y="132"/>
                </a:cubicBezTo>
                <a:cubicBezTo>
                  <a:pt x="535" y="108"/>
                  <a:pt x="522" y="86"/>
                  <a:pt x="505" y="68"/>
                </a:cubicBezTo>
                <a:cubicBezTo>
                  <a:pt x="513" y="64"/>
                  <a:pt x="520" y="60"/>
                  <a:pt x="529" y="56"/>
                </a:cubicBezTo>
                <a:cubicBezTo>
                  <a:pt x="562" y="70"/>
                  <a:pt x="590" y="96"/>
                  <a:pt x="604" y="130"/>
                </a:cubicBezTo>
                <a:cubicBezTo>
                  <a:pt x="610" y="142"/>
                  <a:pt x="613" y="155"/>
                  <a:pt x="615" y="168"/>
                </a:cubicBezTo>
                <a:cubicBezTo>
                  <a:pt x="617" y="185"/>
                  <a:pt x="616" y="202"/>
                  <a:pt x="612" y="218"/>
                </a:cubicBezTo>
                <a:cubicBezTo>
                  <a:pt x="606" y="242"/>
                  <a:pt x="593" y="264"/>
                  <a:pt x="576" y="281"/>
                </a:cubicBezTo>
                <a:cubicBezTo>
                  <a:pt x="570" y="287"/>
                  <a:pt x="569" y="296"/>
                  <a:pt x="574" y="303"/>
                </a:cubicBezTo>
                <a:cubicBezTo>
                  <a:pt x="580" y="312"/>
                  <a:pt x="592" y="313"/>
                  <a:pt x="600" y="306"/>
                </a:cubicBezTo>
                <a:cubicBezTo>
                  <a:pt x="624" y="281"/>
                  <a:pt x="641" y="250"/>
                  <a:pt x="647" y="215"/>
                </a:cubicBezTo>
                <a:cubicBezTo>
                  <a:pt x="651" y="198"/>
                  <a:pt x="651" y="180"/>
                  <a:pt x="649" y="161"/>
                </a:cubicBezTo>
                <a:cubicBezTo>
                  <a:pt x="648" y="157"/>
                  <a:pt x="647" y="153"/>
                  <a:pt x="647" y="149"/>
                </a:cubicBezTo>
                <a:cubicBezTo>
                  <a:pt x="638" y="108"/>
                  <a:pt x="614" y="72"/>
                  <a:pt x="582" y="47"/>
                </a:cubicBezTo>
                <a:cubicBezTo>
                  <a:pt x="585" y="47"/>
                  <a:pt x="589" y="48"/>
                  <a:pt x="592" y="48"/>
                </a:cubicBezTo>
                <a:cubicBezTo>
                  <a:pt x="656" y="54"/>
                  <a:pt x="707" y="105"/>
                  <a:pt x="715" y="168"/>
                </a:cubicBezTo>
                <a:cubicBezTo>
                  <a:pt x="715" y="173"/>
                  <a:pt x="715" y="178"/>
                  <a:pt x="715" y="182"/>
                </a:cubicBezTo>
                <a:cubicBezTo>
                  <a:pt x="715" y="192"/>
                  <a:pt x="715" y="201"/>
                  <a:pt x="713" y="209"/>
                </a:cubicBezTo>
                <a:cubicBezTo>
                  <a:pt x="708" y="237"/>
                  <a:pt x="695" y="262"/>
                  <a:pt x="676" y="281"/>
                </a:cubicBezTo>
                <a:cubicBezTo>
                  <a:pt x="670" y="287"/>
                  <a:pt x="669" y="296"/>
                  <a:pt x="673" y="303"/>
                </a:cubicBezTo>
                <a:cubicBezTo>
                  <a:pt x="679" y="312"/>
                  <a:pt x="692" y="313"/>
                  <a:pt x="700" y="306"/>
                </a:cubicBezTo>
                <a:cubicBezTo>
                  <a:pt x="726" y="280"/>
                  <a:pt x="743" y="245"/>
                  <a:pt x="748" y="207"/>
                </a:cubicBezTo>
                <a:cubicBezTo>
                  <a:pt x="749" y="204"/>
                  <a:pt x="749" y="201"/>
                  <a:pt x="749" y="198"/>
                </a:cubicBezTo>
                <a:cubicBezTo>
                  <a:pt x="750" y="186"/>
                  <a:pt x="750" y="174"/>
                  <a:pt x="749" y="161"/>
                </a:cubicBezTo>
                <a:moveTo>
                  <a:pt x="330" y="100"/>
                </a:moveTo>
                <a:cubicBezTo>
                  <a:pt x="323" y="89"/>
                  <a:pt x="315" y="78"/>
                  <a:pt x="306" y="68"/>
                </a:cubicBezTo>
                <a:cubicBezTo>
                  <a:pt x="314" y="64"/>
                  <a:pt x="321" y="60"/>
                  <a:pt x="330" y="57"/>
                </a:cubicBezTo>
                <a:cubicBezTo>
                  <a:pt x="338" y="60"/>
                  <a:pt x="345" y="64"/>
                  <a:pt x="353" y="68"/>
                </a:cubicBezTo>
                <a:cubicBezTo>
                  <a:pt x="344" y="78"/>
                  <a:pt x="336" y="88"/>
                  <a:pt x="330" y="100"/>
                </a:cubicBezTo>
                <a:moveTo>
                  <a:pt x="429" y="100"/>
                </a:moveTo>
                <a:cubicBezTo>
                  <a:pt x="423" y="89"/>
                  <a:pt x="415" y="78"/>
                  <a:pt x="406" y="68"/>
                </a:cubicBezTo>
                <a:cubicBezTo>
                  <a:pt x="413" y="64"/>
                  <a:pt x="421" y="60"/>
                  <a:pt x="429" y="56"/>
                </a:cubicBezTo>
                <a:cubicBezTo>
                  <a:pt x="437" y="60"/>
                  <a:pt x="445" y="64"/>
                  <a:pt x="452" y="68"/>
                </a:cubicBezTo>
                <a:cubicBezTo>
                  <a:pt x="443" y="78"/>
                  <a:pt x="436" y="89"/>
                  <a:pt x="429" y="100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7"/>
          <p:cNvSpPr/>
          <p:nvPr/>
        </p:nvSpPr>
        <p:spPr>
          <a:xfrm flipH="1">
            <a:off x="6208734" y="2515416"/>
            <a:ext cx="735494" cy="1361519"/>
          </a:xfrm>
          <a:custGeom>
            <a:avLst/>
            <a:gdLst/>
            <a:ahLst/>
            <a:cxnLst/>
            <a:rect l="l" t="t" r="r" b="b"/>
            <a:pathLst>
              <a:path w="914" h="1692" extrusionOk="0">
                <a:moveTo>
                  <a:pt x="895" y="0"/>
                </a:moveTo>
                <a:lnTo>
                  <a:pt x="0" y="1682"/>
                </a:lnTo>
                <a:lnTo>
                  <a:pt x="18" y="1691"/>
                </a:lnTo>
                <a:lnTo>
                  <a:pt x="913" y="9"/>
                </a:lnTo>
                <a:lnTo>
                  <a:pt x="895" y="0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386" name="Google Shape;1386;p67"/>
          <p:cNvSpPr/>
          <p:nvPr/>
        </p:nvSpPr>
        <p:spPr>
          <a:xfrm flipH="1">
            <a:off x="6250578" y="2495299"/>
            <a:ext cx="736298" cy="1361519"/>
          </a:xfrm>
          <a:custGeom>
            <a:avLst/>
            <a:gdLst/>
            <a:ahLst/>
            <a:cxnLst/>
            <a:rect l="l" t="t" r="r" b="b"/>
            <a:pathLst>
              <a:path w="915" h="1692" extrusionOk="0">
                <a:moveTo>
                  <a:pt x="895" y="0"/>
                </a:moveTo>
                <a:lnTo>
                  <a:pt x="0" y="1682"/>
                </a:lnTo>
                <a:lnTo>
                  <a:pt x="19" y="1691"/>
                </a:lnTo>
                <a:lnTo>
                  <a:pt x="914" y="9"/>
                </a:lnTo>
                <a:lnTo>
                  <a:pt x="895" y="0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387" name="Google Shape;1387;p67"/>
          <p:cNvSpPr/>
          <p:nvPr/>
        </p:nvSpPr>
        <p:spPr>
          <a:xfrm flipH="1">
            <a:off x="6298055" y="2472768"/>
            <a:ext cx="735494" cy="1361519"/>
          </a:xfrm>
          <a:custGeom>
            <a:avLst/>
            <a:gdLst/>
            <a:ahLst/>
            <a:cxnLst/>
            <a:rect l="l" t="t" r="r" b="b"/>
            <a:pathLst>
              <a:path w="914" h="1692" extrusionOk="0">
                <a:moveTo>
                  <a:pt x="895" y="0"/>
                </a:moveTo>
                <a:lnTo>
                  <a:pt x="0" y="1682"/>
                </a:lnTo>
                <a:lnTo>
                  <a:pt x="18" y="1691"/>
                </a:lnTo>
                <a:lnTo>
                  <a:pt x="913" y="9"/>
                </a:lnTo>
                <a:lnTo>
                  <a:pt x="895" y="0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388" name="Google Shape;1388;p67"/>
          <p:cNvSpPr/>
          <p:nvPr/>
        </p:nvSpPr>
        <p:spPr>
          <a:xfrm flipH="1">
            <a:off x="6053430" y="2620829"/>
            <a:ext cx="2543649" cy="1152302"/>
          </a:xfrm>
          <a:custGeom>
            <a:avLst/>
            <a:gdLst/>
            <a:ahLst/>
            <a:cxnLst/>
            <a:rect l="l" t="t" r="r" b="b"/>
            <a:pathLst>
              <a:path w="3161" h="1432" extrusionOk="0">
                <a:moveTo>
                  <a:pt x="1804" y="520"/>
                </a:moveTo>
                <a:cubicBezTo>
                  <a:pt x="1793" y="523"/>
                  <a:pt x="1782" y="526"/>
                  <a:pt x="1771" y="527"/>
                </a:cubicBezTo>
                <a:cubicBezTo>
                  <a:pt x="1762" y="529"/>
                  <a:pt x="1745" y="527"/>
                  <a:pt x="1737" y="532"/>
                </a:cubicBezTo>
                <a:cubicBezTo>
                  <a:pt x="1728" y="537"/>
                  <a:pt x="1731" y="542"/>
                  <a:pt x="1732" y="551"/>
                </a:cubicBezTo>
                <a:cubicBezTo>
                  <a:pt x="1734" y="563"/>
                  <a:pt x="1736" y="575"/>
                  <a:pt x="1731" y="587"/>
                </a:cubicBezTo>
                <a:cubicBezTo>
                  <a:pt x="1725" y="604"/>
                  <a:pt x="1711" y="617"/>
                  <a:pt x="1694" y="622"/>
                </a:cubicBezTo>
                <a:cubicBezTo>
                  <a:pt x="1709" y="634"/>
                  <a:pt x="1716" y="655"/>
                  <a:pt x="1711" y="674"/>
                </a:cubicBezTo>
                <a:cubicBezTo>
                  <a:pt x="1705" y="692"/>
                  <a:pt x="1688" y="706"/>
                  <a:pt x="1668" y="707"/>
                </a:cubicBezTo>
                <a:cubicBezTo>
                  <a:pt x="1677" y="707"/>
                  <a:pt x="1677" y="747"/>
                  <a:pt x="1675" y="753"/>
                </a:cubicBezTo>
                <a:cubicBezTo>
                  <a:pt x="1670" y="768"/>
                  <a:pt x="1659" y="780"/>
                  <a:pt x="1645" y="789"/>
                </a:cubicBezTo>
                <a:cubicBezTo>
                  <a:pt x="1623" y="802"/>
                  <a:pt x="1595" y="806"/>
                  <a:pt x="1572" y="795"/>
                </a:cubicBezTo>
                <a:cubicBezTo>
                  <a:pt x="1528" y="835"/>
                  <a:pt x="1482" y="871"/>
                  <a:pt x="1428" y="895"/>
                </a:cubicBezTo>
                <a:cubicBezTo>
                  <a:pt x="1388" y="912"/>
                  <a:pt x="1344" y="921"/>
                  <a:pt x="1300" y="917"/>
                </a:cubicBezTo>
                <a:cubicBezTo>
                  <a:pt x="1296" y="921"/>
                  <a:pt x="1292" y="924"/>
                  <a:pt x="1288" y="927"/>
                </a:cubicBezTo>
                <a:cubicBezTo>
                  <a:pt x="1248" y="957"/>
                  <a:pt x="1204" y="980"/>
                  <a:pt x="1161" y="1005"/>
                </a:cubicBezTo>
                <a:cubicBezTo>
                  <a:pt x="1060" y="1064"/>
                  <a:pt x="968" y="1137"/>
                  <a:pt x="864" y="1192"/>
                </a:cubicBezTo>
                <a:cubicBezTo>
                  <a:pt x="796" y="1229"/>
                  <a:pt x="722" y="1257"/>
                  <a:pt x="649" y="1284"/>
                </a:cubicBezTo>
                <a:cubicBezTo>
                  <a:pt x="564" y="1317"/>
                  <a:pt x="478" y="1349"/>
                  <a:pt x="392" y="1382"/>
                </a:cubicBezTo>
                <a:cubicBezTo>
                  <a:pt x="350" y="1398"/>
                  <a:pt x="296" y="1419"/>
                  <a:pt x="246" y="1418"/>
                </a:cubicBezTo>
                <a:cubicBezTo>
                  <a:pt x="156" y="1431"/>
                  <a:pt x="61" y="1399"/>
                  <a:pt x="23" y="1307"/>
                </a:cubicBezTo>
                <a:cubicBezTo>
                  <a:pt x="0" y="1254"/>
                  <a:pt x="0" y="1194"/>
                  <a:pt x="2" y="1136"/>
                </a:cubicBezTo>
                <a:cubicBezTo>
                  <a:pt x="7" y="1006"/>
                  <a:pt x="30" y="880"/>
                  <a:pt x="45" y="753"/>
                </a:cubicBezTo>
                <a:cubicBezTo>
                  <a:pt x="59" y="635"/>
                  <a:pt x="79" y="518"/>
                  <a:pt x="103" y="402"/>
                </a:cubicBezTo>
                <a:cubicBezTo>
                  <a:pt x="108" y="375"/>
                  <a:pt x="114" y="347"/>
                  <a:pt x="121" y="320"/>
                </a:cubicBezTo>
                <a:cubicBezTo>
                  <a:pt x="131" y="284"/>
                  <a:pt x="143" y="248"/>
                  <a:pt x="160" y="214"/>
                </a:cubicBezTo>
                <a:cubicBezTo>
                  <a:pt x="182" y="169"/>
                  <a:pt x="214" y="127"/>
                  <a:pt x="255" y="98"/>
                </a:cubicBezTo>
                <a:cubicBezTo>
                  <a:pt x="294" y="70"/>
                  <a:pt x="339" y="38"/>
                  <a:pt x="383" y="20"/>
                </a:cubicBezTo>
                <a:cubicBezTo>
                  <a:pt x="432" y="0"/>
                  <a:pt x="461" y="15"/>
                  <a:pt x="507" y="33"/>
                </a:cubicBezTo>
                <a:cubicBezTo>
                  <a:pt x="561" y="55"/>
                  <a:pt x="663" y="129"/>
                  <a:pt x="657" y="196"/>
                </a:cubicBezTo>
                <a:cubicBezTo>
                  <a:pt x="645" y="338"/>
                  <a:pt x="632" y="479"/>
                  <a:pt x="619" y="621"/>
                </a:cubicBezTo>
                <a:cubicBezTo>
                  <a:pt x="612" y="695"/>
                  <a:pt x="605" y="770"/>
                  <a:pt x="594" y="844"/>
                </a:cubicBezTo>
                <a:cubicBezTo>
                  <a:pt x="807" y="821"/>
                  <a:pt x="1005" y="713"/>
                  <a:pt x="1211" y="650"/>
                </a:cubicBezTo>
                <a:cubicBezTo>
                  <a:pt x="1224" y="646"/>
                  <a:pt x="1236" y="642"/>
                  <a:pt x="1249" y="640"/>
                </a:cubicBezTo>
                <a:cubicBezTo>
                  <a:pt x="1252" y="636"/>
                  <a:pt x="1254" y="633"/>
                  <a:pt x="1257" y="630"/>
                </a:cubicBezTo>
                <a:cubicBezTo>
                  <a:pt x="1296" y="583"/>
                  <a:pt x="1330" y="534"/>
                  <a:pt x="1361" y="482"/>
                </a:cubicBezTo>
                <a:cubicBezTo>
                  <a:pt x="1372" y="463"/>
                  <a:pt x="1383" y="443"/>
                  <a:pt x="1398" y="427"/>
                </a:cubicBezTo>
                <a:cubicBezTo>
                  <a:pt x="1409" y="415"/>
                  <a:pt x="1418" y="398"/>
                  <a:pt x="1433" y="390"/>
                </a:cubicBezTo>
                <a:cubicBezTo>
                  <a:pt x="1447" y="382"/>
                  <a:pt x="1470" y="383"/>
                  <a:pt x="1487" y="380"/>
                </a:cubicBezTo>
                <a:cubicBezTo>
                  <a:pt x="1532" y="373"/>
                  <a:pt x="1577" y="366"/>
                  <a:pt x="1623" y="358"/>
                </a:cubicBezTo>
                <a:cubicBezTo>
                  <a:pt x="1675" y="350"/>
                  <a:pt x="1699" y="411"/>
                  <a:pt x="1729" y="441"/>
                </a:cubicBezTo>
                <a:cubicBezTo>
                  <a:pt x="1741" y="454"/>
                  <a:pt x="1754" y="466"/>
                  <a:pt x="1770" y="472"/>
                </a:cubicBezTo>
                <a:cubicBezTo>
                  <a:pt x="1780" y="476"/>
                  <a:pt x="1791" y="477"/>
                  <a:pt x="1802" y="480"/>
                </a:cubicBezTo>
                <a:cubicBezTo>
                  <a:pt x="1827" y="488"/>
                  <a:pt x="1834" y="512"/>
                  <a:pt x="1804" y="520"/>
                </a:cubicBezTo>
                <a:moveTo>
                  <a:pt x="3152" y="778"/>
                </a:moveTo>
                <a:cubicBezTo>
                  <a:pt x="3138" y="757"/>
                  <a:pt x="3100" y="734"/>
                  <a:pt x="3078" y="757"/>
                </a:cubicBezTo>
                <a:cubicBezTo>
                  <a:pt x="3074" y="761"/>
                  <a:pt x="3071" y="766"/>
                  <a:pt x="3067" y="770"/>
                </a:cubicBezTo>
                <a:cubicBezTo>
                  <a:pt x="3059" y="778"/>
                  <a:pt x="3048" y="781"/>
                  <a:pt x="3037" y="786"/>
                </a:cubicBezTo>
                <a:cubicBezTo>
                  <a:pt x="3022" y="792"/>
                  <a:pt x="3009" y="801"/>
                  <a:pt x="2999" y="813"/>
                </a:cubicBezTo>
                <a:cubicBezTo>
                  <a:pt x="2998" y="813"/>
                  <a:pt x="2998" y="814"/>
                  <a:pt x="2997" y="814"/>
                </a:cubicBezTo>
                <a:cubicBezTo>
                  <a:pt x="2989" y="824"/>
                  <a:pt x="2982" y="835"/>
                  <a:pt x="2980" y="847"/>
                </a:cubicBezTo>
                <a:cubicBezTo>
                  <a:pt x="2979" y="854"/>
                  <a:pt x="2981" y="860"/>
                  <a:pt x="2983" y="866"/>
                </a:cubicBezTo>
                <a:cubicBezTo>
                  <a:pt x="2972" y="872"/>
                  <a:pt x="2960" y="877"/>
                  <a:pt x="2947" y="882"/>
                </a:cubicBezTo>
                <a:cubicBezTo>
                  <a:pt x="2933" y="889"/>
                  <a:pt x="2920" y="898"/>
                  <a:pt x="2909" y="909"/>
                </a:cubicBezTo>
                <a:cubicBezTo>
                  <a:pt x="2909" y="910"/>
                  <a:pt x="2908" y="910"/>
                  <a:pt x="2908" y="911"/>
                </a:cubicBezTo>
                <a:cubicBezTo>
                  <a:pt x="2899" y="920"/>
                  <a:pt x="2892" y="931"/>
                  <a:pt x="2891" y="943"/>
                </a:cubicBezTo>
                <a:cubicBezTo>
                  <a:pt x="2888" y="963"/>
                  <a:pt x="2900" y="974"/>
                  <a:pt x="2916" y="980"/>
                </a:cubicBezTo>
                <a:cubicBezTo>
                  <a:pt x="2900" y="989"/>
                  <a:pt x="2883" y="997"/>
                  <a:pt x="2867" y="1006"/>
                </a:cubicBezTo>
                <a:cubicBezTo>
                  <a:pt x="2862" y="1009"/>
                  <a:pt x="2858" y="1012"/>
                  <a:pt x="2854" y="1015"/>
                </a:cubicBezTo>
                <a:cubicBezTo>
                  <a:pt x="2844" y="1023"/>
                  <a:pt x="2838" y="1032"/>
                  <a:pt x="2836" y="1046"/>
                </a:cubicBezTo>
                <a:cubicBezTo>
                  <a:pt x="2834" y="1064"/>
                  <a:pt x="2843" y="1074"/>
                  <a:pt x="2856" y="1080"/>
                </a:cubicBezTo>
                <a:cubicBezTo>
                  <a:pt x="2855" y="1081"/>
                  <a:pt x="2854" y="1081"/>
                  <a:pt x="2854" y="1081"/>
                </a:cubicBezTo>
                <a:cubicBezTo>
                  <a:pt x="2849" y="1084"/>
                  <a:pt x="2844" y="1087"/>
                  <a:pt x="2840" y="1091"/>
                </a:cubicBezTo>
                <a:cubicBezTo>
                  <a:pt x="2831" y="1098"/>
                  <a:pt x="2824" y="1108"/>
                  <a:pt x="2822" y="1122"/>
                </a:cubicBezTo>
                <a:cubicBezTo>
                  <a:pt x="2817" y="1161"/>
                  <a:pt x="2870" y="1165"/>
                  <a:pt x="2897" y="1163"/>
                </a:cubicBezTo>
                <a:cubicBezTo>
                  <a:pt x="2911" y="1161"/>
                  <a:pt x="2925" y="1157"/>
                  <a:pt x="2939" y="1155"/>
                </a:cubicBezTo>
                <a:cubicBezTo>
                  <a:pt x="2963" y="1150"/>
                  <a:pt x="2982" y="1140"/>
                  <a:pt x="2994" y="1117"/>
                </a:cubicBezTo>
                <a:cubicBezTo>
                  <a:pt x="3002" y="1102"/>
                  <a:pt x="3001" y="1085"/>
                  <a:pt x="3000" y="1068"/>
                </a:cubicBezTo>
                <a:cubicBezTo>
                  <a:pt x="3023" y="1060"/>
                  <a:pt x="3045" y="1053"/>
                  <a:pt x="3057" y="1028"/>
                </a:cubicBezTo>
                <a:cubicBezTo>
                  <a:pt x="3065" y="1012"/>
                  <a:pt x="3068" y="989"/>
                  <a:pt x="3059" y="973"/>
                </a:cubicBezTo>
                <a:cubicBezTo>
                  <a:pt x="3057" y="971"/>
                  <a:pt x="3055" y="968"/>
                  <a:pt x="3053" y="965"/>
                </a:cubicBezTo>
                <a:cubicBezTo>
                  <a:pt x="3072" y="958"/>
                  <a:pt x="3090" y="950"/>
                  <a:pt x="3105" y="937"/>
                </a:cubicBezTo>
                <a:cubicBezTo>
                  <a:pt x="3127" y="918"/>
                  <a:pt x="3139" y="890"/>
                  <a:pt x="3131" y="862"/>
                </a:cubicBezTo>
                <a:cubicBezTo>
                  <a:pt x="3145" y="852"/>
                  <a:pt x="3153" y="835"/>
                  <a:pt x="3157" y="818"/>
                </a:cubicBezTo>
                <a:cubicBezTo>
                  <a:pt x="3160" y="805"/>
                  <a:pt x="3159" y="790"/>
                  <a:pt x="3152" y="778"/>
                </a:cubicBezTo>
              </a:path>
            </a:pathLst>
          </a:custGeom>
          <a:solidFill>
            <a:srgbClr val="F09B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67"/>
          <p:cNvSpPr/>
          <p:nvPr/>
        </p:nvSpPr>
        <p:spPr>
          <a:xfrm flipH="1">
            <a:off x="7192076" y="1165163"/>
            <a:ext cx="626055" cy="1181270"/>
          </a:xfrm>
          <a:custGeom>
            <a:avLst/>
            <a:gdLst/>
            <a:ahLst/>
            <a:cxnLst/>
            <a:rect l="l" t="t" r="r" b="b"/>
            <a:pathLst>
              <a:path w="778" h="1468" extrusionOk="0">
                <a:moveTo>
                  <a:pt x="772" y="709"/>
                </a:moveTo>
                <a:cubicBezTo>
                  <a:pt x="771" y="690"/>
                  <a:pt x="770" y="671"/>
                  <a:pt x="768" y="653"/>
                </a:cubicBezTo>
                <a:cubicBezTo>
                  <a:pt x="758" y="538"/>
                  <a:pt x="729" y="423"/>
                  <a:pt x="683" y="317"/>
                </a:cubicBezTo>
                <a:cubicBezTo>
                  <a:pt x="677" y="301"/>
                  <a:pt x="670" y="285"/>
                  <a:pt x="663" y="270"/>
                </a:cubicBezTo>
                <a:cubicBezTo>
                  <a:pt x="658" y="261"/>
                  <a:pt x="654" y="252"/>
                  <a:pt x="650" y="243"/>
                </a:cubicBezTo>
                <a:cubicBezTo>
                  <a:pt x="637" y="219"/>
                  <a:pt x="623" y="194"/>
                  <a:pt x="606" y="169"/>
                </a:cubicBezTo>
                <a:cubicBezTo>
                  <a:pt x="594" y="153"/>
                  <a:pt x="581" y="137"/>
                  <a:pt x="571" y="126"/>
                </a:cubicBezTo>
                <a:cubicBezTo>
                  <a:pt x="537" y="94"/>
                  <a:pt x="501" y="66"/>
                  <a:pt x="458" y="47"/>
                </a:cubicBezTo>
                <a:cubicBezTo>
                  <a:pt x="346" y="0"/>
                  <a:pt x="199" y="18"/>
                  <a:pt x="132" y="129"/>
                </a:cubicBezTo>
                <a:cubicBezTo>
                  <a:pt x="53" y="261"/>
                  <a:pt x="74" y="427"/>
                  <a:pt x="105" y="577"/>
                </a:cubicBezTo>
                <a:cubicBezTo>
                  <a:pt x="123" y="666"/>
                  <a:pt x="145" y="756"/>
                  <a:pt x="148" y="847"/>
                </a:cubicBezTo>
                <a:cubicBezTo>
                  <a:pt x="138" y="844"/>
                  <a:pt x="129" y="841"/>
                  <a:pt x="119" y="840"/>
                </a:cubicBezTo>
                <a:cubicBezTo>
                  <a:pt x="97" y="836"/>
                  <a:pt x="63" y="824"/>
                  <a:pt x="43" y="838"/>
                </a:cubicBezTo>
                <a:cubicBezTo>
                  <a:pt x="17" y="857"/>
                  <a:pt x="26" y="911"/>
                  <a:pt x="28" y="937"/>
                </a:cubicBezTo>
                <a:cubicBezTo>
                  <a:pt x="34" y="1045"/>
                  <a:pt x="26" y="1152"/>
                  <a:pt x="7" y="1257"/>
                </a:cubicBezTo>
                <a:cubicBezTo>
                  <a:pt x="4" y="1274"/>
                  <a:pt x="0" y="1292"/>
                  <a:pt x="7" y="1308"/>
                </a:cubicBezTo>
                <a:cubicBezTo>
                  <a:pt x="11" y="1319"/>
                  <a:pt x="19" y="1327"/>
                  <a:pt x="28" y="1335"/>
                </a:cubicBezTo>
                <a:cubicBezTo>
                  <a:pt x="81" y="1384"/>
                  <a:pt x="145" y="1420"/>
                  <a:pt x="214" y="1442"/>
                </a:cubicBezTo>
                <a:cubicBezTo>
                  <a:pt x="292" y="1467"/>
                  <a:pt x="356" y="1466"/>
                  <a:pt x="436" y="1451"/>
                </a:cubicBezTo>
                <a:cubicBezTo>
                  <a:pt x="497" y="1440"/>
                  <a:pt x="604" y="1415"/>
                  <a:pt x="622" y="1344"/>
                </a:cubicBezTo>
                <a:cubicBezTo>
                  <a:pt x="626" y="1328"/>
                  <a:pt x="626" y="1313"/>
                  <a:pt x="625" y="1297"/>
                </a:cubicBezTo>
                <a:cubicBezTo>
                  <a:pt x="624" y="1287"/>
                  <a:pt x="623" y="1278"/>
                  <a:pt x="621" y="1269"/>
                </a:cubicBezTo>
                <a:cubicBezTo>
                  <a:pt x="615" y="1225"/>
                  <a:pt x="610" y="1181"/>
                  <a:pt x="606" y="1137"/>
                </a:cubicBezTo>
                <a:cubicBezTo>
                  <a:pt x="605" y="1124"/>
                  <a:pt x="604" y="1110"/>
                  <a:pt x="603" y="1096"/>
                </a:cubicBezTo>
                <a:cubicBezTo>
                  <a:pt x="640" y="1079"/>
                  <a:pt x="673" y="1054"/>
                  <a:pt x="699" y="1020"/>
                </a:cubicBezTo>
                <a:cubicBezTo>
                  <a:pt x="767" y="930"/>
                  <a:pt x="777" y="818"/>
                  <a:pt x="772" y="709"/>
                </a:cubicBezTo>
              </a:path>
            </a:pathLst>
          </a:custGeom>
          <a:solidFill>
            <a:srgbClr val="F09B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67"/>
          <p:cNvSpPr/>
          <p:nvPr/>
        </p:nvSpPr>
        <p:spPr>
          <a:xfrm flipH="1">
            <a:off x="7251623" y="1413004"/>
            <a:ext cx="482818" cy="184272"/>
          </a:xfrm>
          <a:custGeom>
            <a:avLst/>
            <a:gdLst/>
            <a:ahLst/>
            <a:cxnLst/>
            <a:rect l="l" t="t" r="r" b="b"/>
            <a:pathLst>
              <a:path w="600" h="229" extrusionOk="0">
                <a:moveTo>
                  <a:pt x="151" y="79"/>
                </a:moveTo>
                <a:cubicBezTo>
                  <a:pt x="174" y="77"/>
                  <a:pt x="200" y="81"/>
                  <a:pt x="219" y="95"/>
                </a:cubicBezTo>
                <a:cubicBezTo>
                  <a:pt x="232" y="105"/>
                  <a:pt x="221" y="124"/>
                  <a:pt x="209" y="130"/>
                </a:cubicBezTo>
                <a:cubicBezTo>
                  <a:pt x="198" y="136"/>
                  <a:pt x="186" y="136"/>
                  <a:pt x="174" y="137"/>
                </a:cubicBezTo>
                <a:cubicBezTo>
                  <a:pt x="121" y="141"/>
                  <a:pt x="70" y="166"/>
                  <a:pt x="34" y="206"/>
                </a:cubicBezTo>
                <a:cubicBezTo>
                  <a:pt x="25" y="216"/>
                  <a:pt x="14" y="228"/>
                  <a:pt x="0" y="228"/>
                </a:cubicBezTo>
                <a:cubicBezTo>
                  <a:pt x="1" y="210"/>
                  <a:pt x="6" y="195"/>
                  <a:pt x="13" y="179"/>
                </a:cubicBezTo>
                <a:cubicBezTo>
                  <a:pt x="20" y="161"/>
                  <a:pt x="32" y="144"/>
                  <a:pt x="46" y="130"/>
                </a:cubicBezTo>
                <a:cubicBezTo>
                  <a:pt x="52" y="124"/>
                  <a:pt x="58" y="118"/>
                  <a:pt x="65" y="113"/>
                </a:cubicBezTo>
                <a:cubicBezTo>
                  <a:pt x="90" y="94"/>
                  <a:pt x="120" y="82"/>
                  <a:pt x="151" y="79"/>
                </a:cubicBezTo>
                <a:moveTo>
                  <a:pt x="596" y="48"/>
                </a:moveTo>
                <a:cubicBezTo>
                  <a:pt x="593" y="41"/>
                  <a:pt x="590" y="34"/>
                  <a:pt x="586" y="26"/>
                </a:cubicBezTo>
                <a:cubicBezTo>
                  <a:pt x="580" y="12"/>
                  <a:pt x="564" y="9"/>
                  <a:pt x="550" y="6"/>
                </a:cubicBezTo>
                <a:cubicBezTo>
                  <a:pt x="522" y="0"/>
                  <a:pt x="494" y="2"/>
                  <a:pt x="469" y="13"/>
                </a:cubicBezTo>
                <a:cubicBezTo>
                  <a:pt x="451" y="21"/>
                  <a:pt x="434" y="35"/>
                  <a:pt x="427" y="56"/>
                </a:cubicBezTo>
                <a:cubicBezTo>
                  <a:pt x="421" y="71"/>
                  <a:pt x="439" y="82"/>
                  <a:pt x="451" y="82"/>
                </a:cubicBezTo>
                <a:cubicBezTo>
                  <a:pt x="461" y="82"/>
                  <a:pt x="471" y="77"/>
                  <a:pt x="480" y="73"/>
                </a:cubicBezTo>
                <a:cubicBezTo>
                  <a:pt x="513" y="59"/>
                  <a:pt x="556" y="54"/>
                  <a:pt x="592" y="59"/>
                </a:cubicBezTo>
                <a:cubicBezTo>
                  <a:pt x="593" y="59"/>
                  <a:pt x="595" y="59"/>
                  <a:pt x="596" y="59"/>
                </a:cubicBezTo>
                <a:cubicBezTo>
                  <a:pt x="596" y="58"/>
                  <a:pt x="596" y="58"/>
                  <a:pt x="597" y="58"/>
                </a:cubicBezTo>
                <a:cubicBezTo>
                  <a:pt x="599" y="56"/>
                  <a:pt x="598" y="51"/>
                  <a:pt x="596" y="48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67"/>
          <p:cNvSpPr/>
          <p:nvPr/>
        </p:nvSpPr>
        <p:spPr>
          <a:xfrm flipH="1">
            <a:off x="7553384" y="1603714"/>
            <a:ext cx="71618" cy="77249"/>
          </a:xfrm>
          <a:custGeom>
            <a:avLst/>
            <a:gdLst/>
            <a:ahLst/>
            <a:cxnLst/>
            <a:rect l="l" t="t" r="r" b="b"/>
            <a:pathLst>
              <a:path w="89" h="96" extrusionOk="0">
                <a:moveTo>
                  <a:pt x="62" y="9"/>
                </a:moveTo>
                <a:cubicBezTo>
                  <a:pt x="51" y="0"/>
                  <a:pt x="33" y="0"/>
                  <a:pt x="20" y="7"/>
                </a:cubicBezTo>
                <a:cubicBezTo>
                  <a:pt x="0" y="19"/>
                  <a:pt x="0" y="42"/>
                  <a:pt x="4" y="60"/>
                </a:cubicBezTo>
                <a:cubicBezTo>
                  <a:pt x="8" y="83"/>
                  <a:pt x="22" y="92"/>
                  <a:pt x="46" y="94"/>
                </a:cubicBezTo>
                <a:cubicBezTo>
                  <a:pt x="58" y="95"/>
                  <a:pt x="71" y="88"/>
                  <a:pt x="77" y="79"/>
                </a:cubicBezTo>
                <a:cubicBezTo>
                  <a:pt x="88" y="62"/>
                  <a:pt x="81" y="42"/>
                  <a:pt x="74" y="26"/>
                </a:cubicBezTo>
                <a:cubicBezTo>
                  <a:pt x="71" y="20"/>
                  <a:pt x="67" y="14"/>
                  <a:pt x="62" y="9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2" name="Google Shape;1392;p67"/>
          <p:cNvSpPr/>
          <p:nvPr/>
        </p:nvSpPr>
        <p:spPr>
          <a:xfrm flipH="1">
            <a:off x="7241966" y="1532097"/>
            <a:ext cx="71618" cy="78859"/>
          </a:xfrm>
          <a:custGeom>
            <a:avLst/>
            <a:gdLst/>
            <a:ahLst/>
            <a:cxnLst/>
            <a:rect l="l" t="t" r="r" b="b"/>
            <a:pathLst>
              <a:path w="89" h="98" extrusionOk="0">
                <a:moveTo>
                  <a:pt x="35" y="2"/>
                </a:moveTo>
                <a:cubicBezTo>
                  <a:pt x="20" y="3"/>
                  <a:pt x="6" y="14"/>
                  <a:pt x="2" y="27"/>
                </a:cubicBezTo>
                <a:cubicBezTo>
                  <a:pt x="0" y="35"/>
                  <a:pt x="1" y="42"/>
                  <a:pt x="2" y="48"/>
                </a:cubicBezTo>
                <a:cubicBezTo>
                  <a:pt x="5" y="65"/>
                  <a:pt x="11" y="86"/>
                  <a:pt x="29" y="93"/>
                </a:cubicBezTo>
                <a:cubicBezTo>
                  <a:pt x="40" y="97"/>
                  <a:pt x="54" y="96"/>
                  <a:pt x="63" y="89"/>
                </a:cubicBezTo>
                <a:cubicBezTo>
                  <a:pt x="82" y="73"/>
                  <a:pt x="88" y="57"/>
                  <a:pt x="79" y="36"/>
                </a:cubicBezTo>
                <a:cubicBezTo>
                  <a:pt x="71" y="19"/>
                  <a:pt x="58" y="0"/>
                  <a:pt x="35" y="2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67"/>
          <p:cNvSpPr/>
          <p:nvPr/>
        </p:nvSpPr>
        <p:spPr>
          <a:xfrm flipH="1">
            <a:off x="6990900" y="3118926"/>
            <a:ext cx="20922" cy="15289"/>
          </a:xfrm>
          <a:custGeom>
            <a:avLst/>
            <a:gdLst/>
            <a:ahLst/>
            <a:cxnLst/>
            <a:rect l="l" t="t" r="r" b="b"/>
            <a:pathLst>
              <a:path w="26" h="19" extrusionOk="0">
                <a:moveTo>
                  <a:pt x="21" y="7"/>
                </a:moveTo>
                <a:lnTo>
                  <a:pt x="4" y="0"/>
                </a:lnTo>
                <a:lnTo>
                  <a:pt x="0" y="13"/>
                </a:lnTo>
                <a:lnTo>
                  <a:pt x="17" y="18"/>
                </a:lnTo>
                <a:cubicBezTo>
                  <a:pt x="20" y="18"/>
                  <a:pt x="23" y="17"/>
                  <a:pt x="24" y="14"/>
                </a:cubicBezTo>
                <a:cubicBezTo>
                  <a:pt x="25" y="11"/>
                  <a:pt x="23" y="8"/>
                  <a:pt x="21" y="7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67"/>
          <p:cNvSpPr/>
          <p:nvPr/>
        </p:nvSpPr>
        <p:spPr>
          <a:xfrm flipH="1">
            <a:off x="7296686" y="1818563"/>
            <a:ext cx="222901" cy="112655"/>
          </a:xfrm>
          <a:custGeom>
            <a:avLst/>
            <a:gdLst/>
            <a:ahLst/>
            <a:cxnLst/>
            <a:rect l="l" t="t" r="r" b="b"/>
            <a:pathLst>
              <a:path w="277" h="140" extrusionOk="0">
                <a:moveTo>
                  <a:pt x="26" y="93"/>
                </a:moveTo>
                <a:cubicBezTo>
                  <a:pt x="32" y="98"/>
                  <a:pt x="38" y="103"/>
                  <a:pt x="45" y="107"/>
                </a:cubicBezTo>
                <a:cubicBezTo>
                  <a:pt x="81" y="127"/>
                  <a:pt x="128" y="139"/>
                  <a:pt x="174" y="129"/>
                </a:cubicBezTo>
                <a:cubicBezTo>
                  <a:pt x="207" y="122"/>
                  <a:pt x="237" y="111"/>
                  <a:pt x="258" y="83"/>
                </a:cubicBezTo>
                <a:cubicBezTo>
                  <a:pt x="268" y="68"/>
                  <a:pt x="274" y="50"/>
                  <a:pt x="275" y="32"/>
                </a:cubicBezTo>
                <a:cubicBezTo>
                  <a:pt x="276" y="5"/>
                  <a:pt x="271" y="0"/>
                  <a:pt x="245" y="5"/>
                </a:cubicBezTo>
                <a:cubicBezTo>
                  <a:pt x="222" y="10"/>
                  <a:pt x="198" y="15"/>
                  <a:pt x="174" y="21"/>
                </a:cubicBezTo>
                <a:cubicBezTo>
                  <a:pt x="127" y="31"/>
                  <a:pt x="79" y="41"/>
                  <a:pt x="31" y="51"/>
                </a:cubicBezTo>
                <a:cubicBezTo>
                  <a:pt x="24" y="53"/>
                  <a:pt x="17" y="55"/>
                  <a:pt x="12" y="60"/>
                </a:cubicBezTo>
                <a:cubicBezTo>
                  <a:pt x="0" y="71"/>
                  <a:pt x="19" y="87"/>
                  <a:pt x="26" y="93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67"/>
          <p:cNvSpPr/>
          <p:nvPr/>
        </p:nvSpPr>
        <p:spPr>
          <a:xfrm flipH="1">
            <a:off x="7329679" y="1981913"/>
            <a:ext cx="329121" cy="146452"/>
          </a:xfrm>
          <a:custGeom>
            <a:avLst/>
            <a:gdLst/>
            <a:ahLst/>
            <a:cxnLst/>
            <a:rect l="l" t="t" r="r" b="b"/>
            <a:pathLst>
              <a:path w="409" h="182" extrusionOk="0">
                <a:moveTo>
                  <a:pt x="177" y="93"/>
                </a:moveTo>
                <a:cubicBezTo>
                  <a:pt x="111" y="73"/>
                  <a:pt x="52" y="41"/>
                  <a:pt x="0" y="0"/>
                </a:cubicBezTo>
                <a:cubicBezTo>
                  <a:pt x="5" y="26"/>
                  <a:pt x="17" y="51"/>
                  <a:pt x="32" y="71"/>
                </a:cubicBezTo>
                <a:cubicBezTo>
                  <a:pt x="56" y="104"/>
                  <a:pt x="90" y="129"/>
                  <a:pt x="127" y="144"/>
                </a:cubicBezTo>
                <a:cubicBezTo>
                  <a:pt x="214" y="181"/>
                  <a:pt x="317" y="168"/>
                  <a:pt x="399" y="127"/>
                </a:cubicBezTo>
                <a:cubicBezTo>
                  <a:pt x="402" y="126"/>
                  <a:pt x="405" y="124"/>
                  <a:pt x="408" y="122"/>
                </a:cubicBezTo>
                <a:cubicBezTo>
                  <a:pt x="407" y="109"/>
                  <a:pt x="406" y="95"/>
                  <a:pt x="405" y="81"/>
                </a:cubicBezTo>
                <a:cubicBezTo>
                  <a:pt x="335" y="113"/>
                  <a:pt x="252" y="115"/>
                  <a:pt x="177" y="9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67"/>
          <p:cNvSpPr/>
          <p:nvPr/>
        </p:nvSpPr>
        <p:spPr>
          <a:xfrm flipH="1">
            <a:off x="6081594" y="1546581"/>
            <a:ext cx="2385123" cy="1952958"/>
          </a:xfrm>
          <a:custGeom>
            <a:avLst/>
            <a:gdLst/>
            <a:ahLst/>
            <a:cxnLst/>
            <a:rect l="l" t="t" r="r" b="b"/>
            <a:pathLst>
              <a:path w="2964" h="2427" extrusionOk="0">
                <a:moveTo>
                  <a:pt x="365" y="2180"/>
                </a:moveTo>
                <a:cubicBezTo>
                  <a:pt x="365" y="2186"/>
                  <a:pt x="356" y="2187"/>
                  <a:pt x="352" y="2187"/>
                </a:cubicBezTo>
                <a:lnTo>
                  <a:pt x="249" y="2189"/>
                </a:lnTo>
                <a:cubicBezTo>
                  <a:pt x="218" y="2189"/>
                  <a:pt x="189" y="2192"/>
                  <a:pt x="160" y="2204"/>
                </a:cubicBezTo>
                <a:cubicBezTo>
                  <a:pt x="105" y="2229"/>
                  <a:pt x="64" y="2274"/>
                  <a:pt x="32" y="2324"/>
                </a:cubicBezTo>
                <a:cubicBezTo>
                  <a:pt x="27" y="2332"/>
                  <a:pt x="0" y="2328"/>
                  <a:pt x="5" y="2320"/>
                </a:cubicBezTo>
                <a:cubicBezTo>
                  <a:pt x="21" y="2296"/>
                  <a:pt x="38" y="2274"/>
                  <a:pt x="57" y="2253"/>
                </a:cubicBezTo>
                <a:cubicBezTo>
                  <a:pt x="92" y="2218"/>
                  <a:pt x="135" y="2191"/>
                  <a:pt x="183" y="2180"/>
                </a:cubicBezTo>
                <a:cubicBezTo>
                  <a:pt x="210" y="2174"/>
                  <a:pt x="238" y="2175"/>
                  <a:pt x="266" y="2174"/>
                </a:cubicBezTo>
                <a:cubicBezTo>
                  <a:pt x="294" y="2174"/>
                  <a:pt x="323" y="2173"/>
                  <a:pt x="351" y="2173"/>
                </a:cubicBezTo>
                <a:cubicBezTo>
                  <a:pt x="355" y="2173"/>
                  <a:pt x="365" y="2175"/>
                  <a:pt x="365" y="2180"/>
                </a:cubicBezTo>
                <a:moveTo>
                  <a:pt x="1090" y="1982"/>
                </a:moveTo>
                <a:cubicBezTo>
                  <a:pt x="1090" y="1980"/>
                  <a:pt x="1086" y="1978"/>
                  <a:pt x="1084" y="1978"/>
                </a:cubicBezTo>
                <a:cubicBezTo>
                  <a:pt x="1081" y="1977"/>
                  <a:pt x="1077" y="1976"/>
                  <a:pt x="1074" y="1977"/>
                </a:cubicBezTo>
                <a:cubicBezTo>
                  <a:pt x="1071" y="1978"/>
                  <a:pt x="1067" y="1978"/>
                  <a:pt x="1065" y="1980"/>
                </a:cubicBezTo>
                <a:cubicBezTo>
                  <a:pt x="1050" y="1996"/>
                  <a:pt x="1035" y="2012"/>
                  <a:pt x="1020" y="2027"/>
                </a:cubicBezTo>
                <a:cubicBezTo>
                  <a:pt x="1018" y="2029"/>
                  <a:pt x="1017" y="2030"/>
                  <a:pt x="1018" y="2033"/>
                </a:cubicBezTo>
                <a:cubicBezTo>
                  <a:pt x="1019" y="2035"/>
                  <a:pt x="1023" y="2036"/>
                  <a:pt x="1025" y="2037"/>
                </a:cubicBezTo>
                <a:cubicBezTo>
                  <a:pt x="1028" y="2038"/>
                  <a:pt x="1032" y="2038"/>
                  <a:pt x="1035" y="2037"/>
                </a:cubicBezTo>
                <a:cubicBezTo>
                  <a:pt x="1038" y="2037"/>
                  <a:pt x="1042" y="2036"/>
                  <a:pt x="1043" y="2034"/>
                </a:cubicBezTo>
                <a:cubicBezTo>
                  <a:pt x="1059" y="2019"/>
                  <a:pt x="1074" y="2003"/>
                  <a:pt x="1089" y="1987"/>
                </a:cubicBezTo>
                <a:cubicBezTo>
                  <a:pt x="1090" y="1986"/>
                  <a:pt x="1092" y="1984"/>
                  <a:pt x="1090" y="1982"/>
                </a:cubicBezTo>
                <a:moveTo>
                  <a:pt x="1575" y="1860"/>
                </a:moveTo>
                <a:cubicBezTo>
                  <a:pt x="1562" y="1836"/>
                  <a:pt x="1540" y="1822"/>
                  <a:pt x="1515" y="1815"/>
                </a:cubicBezTo>
                <a:cubicBezTo>
                  <a:pt x="1500" y="1810"/>
                  <a:pt x="1485" y="1806"/>
                  <a:pt x="1470" y="1802"/>
                </a:cubicBezTo>
                <a:cubicBezTo>
                  <a:pt x="1471" y="1802"/>
                  <a:pt x="1472" y="1800"/>
                  <a:pt x="1472" y="1799"/>
                </a:cubicBezTo>
                <a:cubicBezTo>
                  <a:pt x="1472" y="1797"/>
                  <a:pt x="1471" y="1796"/>
                  <a:pt x="1470" y="1795"/>
                </a:cubicBezTo>
                <a:cubicBezTo>
                  <a:pt x="1467" y="1793"/>
                  <a:pt x="1465" y="1791"/>
                  <a:pt x="1463" y="1789"/>
                </a:cubicBezTo>
                <a:cubicBezTo>
                  <a:pt x="1461" y="1786"/>
                  <a:pt x="1459" y="1783"/>
                  <a:pt x="1458" y="1780"/>
                </a:cubicBezTo>
                <a:cubicBezTo>
                  <a:pt x="1457" y="1779"/>
                  <a:pt x="1456" y="1778"/>
                  <a:pt x="1455" y="1778"/>
                </a:cubicBezTo>
                <a:cubicBezTo>
                  <a:pt x="1454" y="1777"/>
                  <a:pt x="1453" y="1776"/>
                  <a:pt x="1452" y="1776"/>
                </a:cubicBezTo>
                <a:cubicBezTo>
                  <a:pt x="1449" y="1775"/>
                  <a:pt x="1446" y="1775"/>
                  <a:pt x="1443" y="1776"/>
                </a:cubicBezTo>
                <a:cubicBezTo>
                  <a:pt x="1440" y="1776"/>
                  <a:pt x="1437" y="1776"/>
                  <a:pt x="1436" y="1778"/>
                </a:cubicBezTo>
                <a:cubicBezTo>
                  <a:pt x="1435" y="1779"/>
                  <a:pt x="1435" y="1779"/>
                  <a:pt x="1434" y="1780"/>
                </a:cubicBezTo>
                <a:cubicBezTo>
                  <a:pt x="1434" y="1781"/>
                  <a:pt x="1434" y="1782"/>
                  <a:pt x="1434" y="1783"/>
                </a:cubicBezTo>
                <a:cubicBezTo>
                  <a:pt x="1436" y="1787"/>
                  <a:pt x="1438" y="1790"/>
                  <a:pt x="1440" y="1793"/>
                </a:cubicBezTo>
                <a:cubicBezTo>
                  <a:pt x="1441" y="1794"/>
                  <a:pt x="1441" y="1794"/>
                  <a:pt x="1442" y="1795"/>
                </a:cubicBezTo>
                <a:cubicBezTo>
                  <a:pt x="1436" y="1793"/>
                  <a:pt x="1430" y="1791"/>
                  <a:pt x="1424" y="1790"/>
                </a:cubicBezTo>
                <a:cubicBezTo>
                  <a:pt x="1419" y="1789"/>
                  <a:pt x="1411" y="1788"/>
                  <a:pt x="1407" y="1792"/>
                </a:cubicBezTo>
                <a:cubicBezTo>
                  <a:pt x="1404" y="1796"/>
                  <a:pt x="1408" y="1800"/>
                  <a:pt x="1412" y="1801"/>
                </a:cubicBezTo>
                <a:cubicBezTo>
                  <a:pt x="1440" y="1808"/>
                  <a:pt x="1467" y="1816"/>
                  <a:pt x="1495" y="1823"/>
                </a:cubicBezTo>
                <a:cubicBezTo>
                  <a:pt x="1507" y="1827"/>
                  <a:pt x="1519" y="1830"/>
                  <a:pt x="1529" y="1837"/>
                </a:cubicBezTo>
                <a:cubicBezTo>
                  <a:pt x="1538" y="1844"/>
                  <a:pt x="1546" y="1853"/>
                  <a:pt x="1551" y="1863"/>
                </a:cubicBezTo>
                <a:cubicBezTo>
                  <a:pt x="1555" y="1870"/>
                  <a:pt x="1579" y="1868"/>
                  <a:pt x="1575" y="1860"/>
                </a:cubicBezTo>
                <a:moveTo>
                  <a:pt x="1532" y="1945"/>
                </a:moveTo>
                <a:cubicBezTo>
                  <a:pt x="1494" y="1928"/>
                  <a:pt x="1452" y="1917"/>
                  <a:pt x="1417" y="1892"/>
                </a:cubicBezTo>
                <a:cubicBezTo>
                  <a:pt x="1413" y="1889"/>
                  <a:pt x="1406" y="1888"/>
                  <a:pt x="1401" y="1890"/>
                </a:cubicBezTo>
                <a:cubicBezTo>
                  <a:pt x="1398" y="1891"/>
                  <a:pt x="1392" y="1895"/>
                  <a:pt x="1397" y="1899"/>
                </a:cubicBezTo>
                <a:cubicBezTo>
                  <a:pt x="1433" y="1924"/>
                  <a:pt x="1475" y="1935"/>
                  <a:pt x="1515" y="1954"/>
                </a:cubicBezTo>
                <a:cubicBezTo>
                  <a:pt x="1520" y="1956"/>
                  <a:pt x="1527" y="1957"/>
                  <a:pt x="1532" y="1954"/>
                </a:cubicBezTo>
                <a:cubicBezTo>
                  <a:pt x="1536" y="1952"/>
                  <a:pt x="1537" y="1947"/>
                  <a:pt x="1532" y="1945"/>
                </a:cubicBezTo>
                <a:moveTo>
                  <a:pt x="1502" y="2036"/>
                </a:moveTo>
                <a:cubicBezTo>
                  <a:pt x="1486" y="2026"/>
                  <a:pt x="1468" y="2022"/>
                  <a:pt x="1451" y="2017"/>
                </a:cubicBezTo>
                <a:cubicBezTo>
                  <a:pt x="1434" y="2011"/>
                  <a:pt x="1419" y="1998"/>
                  <a:pt x="1401" y="1994"/>
                </a:cubicBezTo>
                <a:cubicBezTo>
                  <a:pt x="1396" y="1993"/>
                  <a:pt x="1389" y="1992"/>
                  <a:pt x="1385" y="1996"/>
                </a:cubicBezTo>
                <a:cubicBezTo>
                  <a:pt x="1381" y="2000"/>
                  <a:pt x="1385" y="2004"/>
                  <a:pt x="1389" y="2005"/>
                </a:cubicBezTo>
                <a:cubicBezTo>
                  <a:pt x="1397" y="2007"/>
                  <a:pt x="1405" y="2011"/>
                  <a:pt x="1412" y="2015"/>
                </a:cubicBezTo>
                <a:cubicBezTo>
                  <a:pt x="1420" y="2020"/>
                  <a:pt x="1429" y="2024"/>
                  <a:pt x="1437" y="2027"/>
                </a:cubicBezTo>
                <a:cubicBezTo>
                  <a:pt x="1453" y="2032"/>
                  <a:pt x="1470" y="2036"/>
                  <a:pt x="1484" y="2045"/>
                </a:cubicBezTo>
                <a:cubicBezTo>
                  <a:pt x="1489" y="2048"/>
                  <a:pt x="1497" y="2047"/>
                  <a:pt x="1501" y="2045"/>
                </a:cubicBezTo>
                <a:cubicBezTo>
                  <a:pt x="1506" y="2042"/>
                  <a:pt x="1506" y="2039"/>
                  <a:pt x="1502" y="2036"/>
                </a:cubicBezTo>
                <a:moveTo>
                  <a:pt x="1420" y="2097"/>
                </a:moveTo>
                <a:cubicBezTo>
                  <a:pt x="1418" y="2095"/>
                  <a:pt x="1415" y="2095"/>
                  <a:pt x="1412" y="2095"/>
                </a:cubicBezTo>
                <a:cubicBezTo>
                  <a:pt x="1409" y="2095"/>
                  <a:pt x="1406" y="2095"/>
                  <a:pt x="1403" y="2097"/>
                </a:cubicBezTo>
                <a:cubicBezTo>
                  <a:pt x="1402" y="2098"/>
                  <a:pt x="1400" y="2099"/>
                  <a:pt x="1400" y="2101"/>
                </a:cubicBezTo>
                <a:cubicBezTo>
                  <a:pt x="1399" y="2110"/>
                  <a:pt x="1398" y="2119"/>
                  <a:pt x="1398" y="2128"/>
                </a:cubicBezTo>
                <a:cubicBezTo>
                  <a:pt x="1398" y="2130"/>
                  <a:pt x="1400" y="2131"/>
                  <a:pt x="1402" y="2132"/>
                </a:cubicBezTo>
                <a:cubicBezTo>
                  <a:pt x="1404" y="2134"/>
                  <a:pt x="1408" y="2134"/>
                  <a:pt x="1410" y="2134"/>
                </a:cubicBezTo>
                <a:cubicBezTo>
                  <a:pt x="1413" y="2134"/>
                  <a:pt x="1416" y="2134"/>
                  <a:pt x="1419" y="2132"/>
                </a:cubicBezTo>
                <a:cubicBezTo>
                  <a:pt x="1421" y="2131"/>
                  <a:pt x="1423" y="2130"/>
                  <a:pt x="1423" y="2128"/>
                </a:cubicBezTo>
                <a:cubicBezTo>
                  <a:pt x="1422" y="2119"/>
                  <a:pt x="1423" y="2110"/>
                  <a:pt x="1424" y="2101"/>
                </a:cubicBezTo>
                <a:cubicBezTo>
                  <a:pt x="1424" y="2099"/>
                  <a:pt x="1422" y="2097"/>
                  <a:pt x="1420" y="2097"/>
                </a:cubicBezTo>
                <a:moveTo>
                  <a:pt x="2959" y="2193"/>
                </a:moveTo>
                <a:cubicBezTo>
                  <a:pt x="2954" y="2191"/>
                  <a:pt x="2948" y="2192"/>
                  <a:pt x="2944" y="2193"/>
                </a:cubicBezTo>
                <a:cubicBezTo>
                  <a:pt x="2926" y="2201"/>
                  <a:pt x="2908" y="2205"/>
                  <a:pt x="2889" y="2207"/>
                </a:cubicBezTo>
                <a:cubicBezTo>
                  <a:pt x="2880" y="2207"/>
                  <a:pt x="2870" y="2207"/>
                  <a:pt x="2861" y="2206"/>
                </a:cubicBezTo>
                <a:cubicBezTo>
                  <a:pt x="2853" y="2206"/>
                  <a:pt x="2843" y="2206"/>
                  <a:pt x="2837" y="2200"/>
                </a:cubicBezTo>
                <a:cubicBezTo>
                  <a:pt x="2833" y="2197"/>
                  <a:pt x="2827" y="2197"/>
                  <a:pt x="2823" y="2198"/>
                </a:cubicBezTo>
                <a:cubicBezTo>
                  <a:pt x="2820" y="2199"/>
                  <a:pt x="2816" y="2202"/>
                  <a:pt x="2819" y="2205"/>
                </a:cubicBezTo>
                <a:cubicBezTo>
                  <a:pt x="2828" y="2213"/>
                  <a:pt x="2839" y="2214"/>
                  <a:pt x="2850" y="2216"/>
                </a:cubicBezTo>
                <a:cubicBezTo>
                  <a:pt x="2862" y="2217"/>
                  <a:pt x="2875" y="2218"/>
                  <a:pt x="2887" y="2217"/>
                </a:cubicBezTo>
                <a:cubicBezTo>
                  <a:pt x="2912" y="2216"/>
                  <a:pt x="2936" y="2210"/>
                  <a:pt x="2959" y="2201"/>
                </a:cubicBezTo>
                <a:cubicBezTo>
                  <a:pt x="2963" y="2199"/>
                  <a:pt x="2962" y="2195"/>
                  <a:pt x="2959" y="2193"/>
                </a:cubicBezTo>
                <a:moveTo>
                  <a:pt x="2888" y="2302"/>
                </a:moveTo>
                <a:cubicBezTo>
                  <a:pt x="2885" y="2298"/>
                  <a:pt x="2877" y="2299"/>
                  <a:pt x="2874" y="2300"/>
                </a:cubicBezTo>
                <a:cubicBezTo>
                  <a:pt x="2837" y="2311"/>
                  <a:pt x="2799" y="2315"/>
                  <a:pt x="2761" y="2311"/>
                </a:cubicBezTo>
                <a:cubicBezTo>
                  <a:pt x="2757" y="2310"/>
                  <a:pt x="2750" y="2310"/>
                  <a:pt x="2748" y="2315"/>
                </a:cubicBezTo>
                <a:cubicBezTo>
                  <a:pt x="2746" y="2319"/>
                  <a:pt x="2753" y="2321"/>
                  <a:pt x="2755" y="2321"/>
                </a:cubicBezTo>
                <a:cubicBezTo>
                  <a:pt x="2799" y="2326"/>
                  <a:pt x="2842" y="2322"/>
                  <a:pt x="2884" y="2309"/>
                </a:cubicBezTo>
                <a:cubicBezTo>
                  <a:pt x="2888" y="2308"/>
                  <a:pt x="2891" y="2305"/>
                  <a:pt x="2888" y="2302"/>
                </a:cubicBezTo>
                <a:moveTo>
                  <a:pt x="2833" y="2405"/>
                </a:moveTo>
                <a:cubicBezTo>
                  <a:pt x="2831" y="2402"/>
                  <a:pt x="2823" y="2402"/>
                  <a:pt x="2819" y="2403"/>
                </a:cubicBezTo>
                <a:cubicBezTo>
                  <a:pt x="2782" y="2416"/>
                  <a:pt x="2742" y="2415"/>
                  <a:pt x="2703" y="2413"/>
                </a:cubicBezTo>
                <a:cubicBezTo>
                  <a:pt x="2699" y="2413"/>
                  <a:pt x="2692" y="2414"/>
                  <a:pt x="2692" y="2418"/>
                </a:cubicBezTo>
                <a:cubicBezTo>
                  <a:pt x="2692" y="2423"/>
                  <a:pt x="2700" y="2424"/>
                  <a:pt x="2703" y="2424"/>
                </a:cubicBezTo>
                <a:cubicBezTo>
                  <a:pt x="2745" y="2425"/>
                  <a:pt x="2789" y="2426"/>
                  <a:pt x="2830" y="2412"/>
                </a:cubicBezTo>
                <a:cubicBezTo>
                  <a:pt x="2833" y="2411"/>
                  <a:pt x="2837" y="2409"/>
                  <a:pt x="2833" y="2405"/>
                </a:cubicBezTo>
                <a:moveTo>
                  <a:pt x="1288" y="284"/>
                </a:moveTo>
                <a:cubicBezTo>
                  <a:pt x="1291" y="288"/>
                  <a:pt x="1300" y="286"/>
                  <a:pt x="1304" y="285"/>
                </a:cubicBezTo>
                <a:cubicBezTo>
                  <a:pt x="1319" y="278"/>
                  <a:pt x="1333" y="272"/>
                  <a:pt x="1348" y="265"/>
                </a:cubicBezTo>
                <a:cubicBezTo>
                  <a:pt x="1359" y="260"/>
                  <a:pt x="1370" y="255"/>
                  <a:pt x="1379" y="246"/>
                </a:cubicBezTo>
                <a:cubicBezTo>
                  <a:pt x="1400" y="225"/>
                  <a:pt x="1387" y="200"/>
                  <a:pt x="1373" y="179"/>
                </a:cubicBezTo>
                <a:cubicBezTo>
                  <a:pt x="1335" y="125"/>
                  <a:pt x="1300" y="69"/>
                  <a:pt x="1270" y="9"/>
                </a:cubicBezTo>
                <a:cubicBezTo>
                  <a:pt x="1266" y="0"/>
                  <a:pt x="1243" y="7"/>
                  <a:pt x="1247" y="14"/>
                </a:cubicBezTo>
                <a:cubicBezTo>
                  <a:pt x="1272" y="67"/>
                  <a:pt x="1302" y="117"/>
                  <a:pt x="1335" y="165"/>
                </a:cubicBezTo>
                <a:cubicBezTo>
                  <a:pt x="1348" y="184"/>
                  <a:pt x="1378" y="215"/>
                  <a:pt x="1362" y="239"/>
                </a:cubicBezTo>
                <a:cubicBezTo>
                  <a:pt x="1356" y="248"/>
                  <a:pt x="1345" y="253"/>
                  <a:pt x="1335" y="257"/>
                </a:cubicBezTo>
                <a:cubicBezTo>
                  <a:pt x="1322" y="263"/>
                  <a:pt x="1308" y="269"/>
                  <a:pt x="1295" y="274"/>
                </a:cubicBezTo>
                <a:cubicBezTo>
                  <a:pt x="1292" y="276"/>
                  <a:pt x="1285" y="279"/>
                  <a:pt x="1288" y="284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67"/>
          <p:cNvSpPr/>
          <p:nvPr/>
        </p:nvSpPr>
        <p:spPr>
          <a:xfrm flipH="1">
            <a:off x="6938594" y="2339996"/>
            <a:ext cx="8852" cy="8047"/>
          </a:xfrm>
          <a:custGeom>
            <a:avLst/>
            <a:gdLst/>
            <a:ahLst/>
            <a:cxnLst/>
            <a:rect l="l" t="t" r="r" b="b"/>
            <a:pathLst>
              <a:path w="11" h="10" extrusionOk="0">
                <a:moveTo>
                  <a:pt x="0" y="9"/>
                </a:moveTo>
                <a:cubicBezTo>
                  <a:pt x="4" y="7"/>
                  <a:pt x="7" y="6"/>
                  <a:pt x="10" y="4"/>
                </a:cubicBezTo>
                <a:cubicBezTo>
                  <a:pt x="8" y="3"/>
                  <a:pt x="6" y="1"/>
                  <a:pt x="4" y="0"/>
                </a:cubicBezTo>
                <a:cubicBezTo>
                  <a:pt x="3" y="3"/>
                  <a:pt x="2" y="6"/>
                  <a:pt x="0" y="9"/>
                </a:cubicBezTo>
              </a:path>
            </a:pathLst>
          </a:custGeom>
          <a:solidFill>
            <a:srgbClr val="FE61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67"/>
          <p:cNvSpPr/>
          <p:nvPr/>
        </p:nvSpPr>
        <p:spPr>
          <a:xfrm flipH="1">
            <a:off x="8048275" y="2381839"/>
            <a:ext cx="547194" cy="916531"/>
          </a:xfrm>
          <a:custGeom>
            <a:avLst/>
            <a:gdLst/>
            <a:ahLst/>
            <a:cxnLst/>
            <a:rect l="l" t="t" r="r" b="b"/>
            <a:pathLst>
              <a:path w="680" h="1139" extrusionOk="0">
                <a:moveTo>
                  <a:pt x="162" y="331"/>
                </a:moveTo>
                <a:cubicBezTo>
                  <a:pt x="159" y="341"/>
                  <a:pt x="156" y="352"/>
                  <a:pt x="153" y="362"/>
                </a:cubicBezTo>
                <a:cubicBezTo>
                  <a:pt x="116" y="487"/>
                  <a:pt x="86" y="613"/>
                  <a:pt x="60" y="741"/>
                </a:cubicBezTo>
                <a:cubicBezTo>
                  <a:pt x="55" y="768"/>
                  <a:pt x="0" y="1105"/>
                  <a:pt x="1" y="1105"/>
                </a:cubicBezTo>
                <a:cubicBezTo>
                  <a:pt x="200" y="1119"/>
                  <a:pt x="398" y="1130"/>
                  <a:pt x="597" y="1138"/>
                </a:cubicBezTo>
                <a:cubicBezTo>
                  <a:pt x="637" y="891"/>
                  <a:pt x="677" y="643"/>
                  <a:pt x="679" y="394"/>
                </a:cubicBezTo>
                <a:cubicBezTo>
                  <a:pt x="679" y="334"/>
                  <a:pt x="677" y="274"/>
                  <a:pt x="662" y="216"/>
                </a:cubicBezTo>
                <a:cubicBezTo>
                  <a:pt x="641" y="132"/>
                  <a:pt x="587" y="66"/>
                  <a:pt x="505" y="34"/>
                </a:cubicBezTo>
                <a:cubicBezTo>
                  <a:pt x="459" y="15"/>
                  <a:pt x="430" y="0"/>
                  <a:pt x="381" y="20"/>
                </a:cubicBezTo>
                <a:cubicBezTo>
                  <a:pt x="255" y="71"/>
                  <a:pt x="199" y="207"/>
                  <a:pt x="162" y="33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67"/>
          <p:cNvSpPr/>
          <p:nvPr/>
        </p:nvSpPr>
        <p:spPr>
          <a:xfrm flipH="1">
            <a:off x="8037813" y="2772914"/>
            <a:ext cx="89321" cy="503730"/>
          </a:xfrm>
          <a:custGeom>
            <a:avLst/>
            <a:gdLst/>
            <a:ahLst/>
            <a:cxnLst/>
            <a:rect l="l" t="t" r="r" b="b"/>
            <a:pathLst>
              <a:path w="111" h="626" extrusionOk="0">
                <a:moveTo>
                  <a:pt x="82" y="9"/>
                </a:moveTo>
                <a:cubicBezTo>
                  <a:pt x="70" y="167"/>
                  <a:pt x="52" y="326"/>
                  <a:pt x="25" y="483"/>
                </a:cubicBezTo>
                <a:cubicBezTo>
                  <a:pt x="18" y="527"/>
                  <a:pt x="10" y="571"/>
                  <a:pt x="1" y="615"/>
                </a:cubicBezTo>
                <a:cubicBezTo>
                  <a:pt x="0" y="624"/>
                  <a:pt x="27" y="625"/>
                  <a:pt x="29" y="615"/>
                </a:cubicBezTo>
                <a:cubicBezTo>
                  <a:pt x="59" y="459"/>
                  <a:pt x="82" y="301"/>
                  <a:pt x="98" y="143"/>
                </a:cubicBezTo>
                <a:cubicBezTo>
                  <a:pt x="102" y="98"/>
                  <a:pt x="106" y="54"/>
                  <a:pt x="109" y="9"/>
                </a:cubicBezTo>
                <a:cubicBezTo>
                  <a:pt x="110" y="0"/>
                  <a:pt x="82" y="0"/>
                  <a:pt x="82" y="9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67"/>
          <p:cNvSpPr/>
          <p:nvPr/>
        </p:nvSpPr>
        <p:spPr>
          <a:xfrm flipH="1">
            <a:off x="6923307" y="1088718"/>
            <a:ext cx="1380861" cy="1560275"/>
          </a:xfrm>
          <a:custGeom>
            <a:avLst/>
            <a:gdLst/>
            <a:ahLst/>
            <a:cxnLst/>
            <a:rect l="l" t="t" r="r" b="b"/>
            <a:pathLst>
              <a:path w="1716" h="1939" extrusionOk="0">
                <a:moveTo>
                  <a:pt x="1711" y="1419"/>
                </a:moveTo>
                <a:cubicBezTo>
                  <a:pt x="1701" y="1329"/>
                  <a:pt x="1655" y="1246"/>
                  <a:pt x="1606" y="1170"/>
                </a:cubicBezTo>
                <a:cubicBezTo>
                  <a:pt x="1556" y="1093"/>
                  <a:pt x="1502" y="1018"/>
                  <a:pt x="1475" y="931"/>
                </a:cubicBezTo>
                <a:cubicBezTo>
                  <a:pt x="1438" y="813"/>
                  <a:pt x="1454" y="684"/>
                  <a:pt x="1437" y="564"/>
                </a:cubicBezTo>
                <a:cubicBezTo>
                  <a:pt x="1405" y="344"/>
                  <a:pt x="1289" y="150"/>
                  <a:pt x="1089" y="44"/>
                </a:cubicBezTo>
                <a:cubicBezTo>
                  <a:pt x="1065" y="31"/>
                  <a:pt x="1040" y="20"/>
                  <a:pt x="1013" y="15"/>
                </a:cubicBezTo>
                <a:cubicBezTo>
                  <a:pt x="981" y="10"/>
                  <a:pt x="949" y="15"/>
                  <a:pt x="916" y="16"/>
                </a:cubicBezTo>
                <a:cubicBezTo>
                  <a:pt x="848" y="18"/>
                  <a:pt x="789" y="0"/>
                  <a:pt x="720" y="12"/>
                </a:cubicBezTo>
                <a:cubicBezTo>
                  <a:pt x="654" y="23"/>
                  <a:pt x="590" y="56"/>
                  <a:pt x="535" y="94"/>
                </a:cubicBezTo>
                <a:cubicBezTo>
                  <a:pt x="444" y="157"/>
                  <a:pt x="400" y="242"/>
                  <a:pt x="346" y="333"/>
                </a:cubicBezTo>
                <a:cubicBezTo>
                  <a:pt x="287" y="430"/>
                  <a:pt x="251" y="534"/>
                  <a:pt x="253" y="650"/>
                </a:cubicBezTo>
                <a:cubicBezTo>
                  <a:pt x="256" y="746"/>
                  <a:pt x="284" y="842"/>
                  <a:pt x="267" y="937"/>
                </a:cubicBezTo>
                <a:cubicBezTo>
                  <a:pt x="266" y="938"/>
                  <a:pt x="266" y="939"/>
                  <a:pt x="266" y="940"/>
                </a:cubicBezTo>
                <a:cubicBezTo>
                  <a:pt x="250" y="1021"/>
                  <a:pt x="203" y="1093"/>
                  <a:pt x="155" y="1160"/>
                </a:cubicBezTo>
                <a:cubicBezTo>
                  <a:pt x="106" y="1228"/>
                  <a:pt x="53" y="1295"/>
                  <a:pt x="25" y="1374"/>
                </a:cubicBezTo>
                <a:cubicBezTo>
                  <a:pt x="5" y="1432"/>
                  <a:pt x="0" y="1498"/>
                  <a:pt x="19" y="1554"/>
                </a:cubicBezTo>
                <a:cubicBezTo>
                  <a:pt x="3" y="1635"/>
                  <a:pt x="23" y="1727"/>
                  <a:pt x="88" y="1775"/>
                </a:cubicBezTo>
                <a:cubicBezTo>
                  <a:pt x="122" y="1801"/>
                  <a:pt x="174" y="1810"/>
                  <a:pt x="206" y="1782"/>
                </a:cubicBezTo>
                <a:cubicBezTo>
                  <a:pt x="268" y="1858"/>
                  <a:pt x="357" y="1912"/>
                  <a:pt x="454" y="1931"/>
                </a:cubicBezTo>
                <a:cubicBezTo>
                  <a:pt x="477" y="1936"/>
                  <a:pt x="501" y="1938"/>
                  <a:pt x="523" y="1929"/>
                </a:cubicBezTo>
                <a:cubicBezTo>
                  <a:pt x="544" y="1920"/>
                  <a:pt x="561" y="1895"/>
                  <a:pt x="553" y="1873"/>
                </a:cubicBezTo>
                <a:cubicBezTo>
                  <a:pt x="585" y="1891"/>
                  <a:pt x="624" y="1902"/>
                  <a:pt x="659" y="1891"/>
                </a:cubicBezTo>
                <a:cubicBezTo>
                  <a:pt x="695" y="1881"/>
                  <a:pt x="724" y="1847"/>
                  <a:pt x="721" y="1810"/>
                </a:cubicBezTo>
                <a:cubicBezTo>
                  <a:pt x="717" y="1775"/>
                  <a:pt x="687" y="1749"/>
                  <a:pt x="662" y="1723"/>
                </a:cubicBezTo>
                <a:cubicBezTo>
                  <a:pt x="626" y="1685"/>
                  <a:pt x="599" y="1638"/>
                  <a:pt x="587" y="1587"/>
                </a:cubicBezTo>
                <a:cubicBezTo>
                  <a:pt x="566" y="1488"/>
                  <a:pt x="606" y="1386"/>
                  <a:pt x="651" y="1294"/>
                </a:cubicBezTo>
                <a:cubicBezTo>
                  <a:pt x="698" y="1197"/>
                  <a:pt x="747" y="1103"/>
                  <a:pt x="752" y="992"/>
                </a:cubicBezTo>
                <a:cubicBezTo>
                  <a:pt x="753" y="976"/>
                  <a:pt x="753" y="959"/>
                  <a:pt x="752" y="942"/>
                </a:cubicBezTo>
                <a:cubicBezTo>
                  <a:pt x="752" y="938"/>
                  <a:pt x="752" y="936"/>
                  <a:pt x="751" y="932"/>
                </a:cubicBezTo>
                <a:cubicBezTo>
                  <a:pt x="751" y="931"/>
                  <a:pt x="751" y="930"/>
                  <a:pt x="751" y="929"/>
                </a:cubicBezTo>
                <a:cubicBezTo>
                  <a:pt x="751" y="927"/>
                  <a:pt x="751" y="925"/>
                  <a:pt x="751" y="923"/>
                </a:cubicBezTo>
                <a:cubicBezTo>
                  <a:pt x="751" y="922"/>
                  <a:pt x="751" y="920"/>
                  <a:pt x="751" y="919"/>
                </a:cubicBezTo>
                <a:cubicBezTo>
                  <a:pt x="751" y="917"/>
                  <a:pt x="750" y="916"/>
                  <a:pt x="750" y="914"/>
                </a:cubicBezTo>
                <a:cubicBezTo>
                  <a:pt x="750" y="912"/>
                  <a:pt x="750" y="911"/>
                  <a:pt x="750" y="910"/>
                </a:cubicBezTo>
                <a:cubicBezTo>
                  <a:pt x="750" y="908"/>
                  <a:pt x="750" y="906"/>
                  <a:pt x="749" y="904"/>
                </a:cubicBezTo>
                <a:cubicBezTo>
                  <a:pt x="749" y="903"/>
                  <a:pt x="749" y="902"/>
                  <a:pt x="749" y="900"/>
                </a:cubicBezTo>
                <a:cubicBezTo>
                  <a:pt x="749" y="898"/>
                  <a:pt x="749" y="896"/>
                  <a:pt x="748" y="894"/>
                </a:cubicBezTo>
                <a:cubicBezTo>
                  <a:pt x="748" y="893"/>
                  <a:pt x="748" y="892"/>
                  <a:pt x="748" y="891"/>
                </a:cubicBezTo>
                <a:cubicBezTo>
                  <a:pt x="748" y="888"/>
                  <a:pt x="747" y="885"/>
                  <a:pt x="747" y="882"/>
                </a:cubicBezTo>
                <a:cubicBezTo>
                  <a:pt x="747" y="881"/>
                  <a:pt x="747" y="880"/>
                  <a:pt x="747" y="879"/>
                </a:cubicBezTo>
                <a:cubicBezTo>
                  <a:pt x="746" y="877"/>
                  <a:pt x="746" y="875"/>
                  <a:pt x="746" y="872"/>
                </a:cubicBezTo>
                <a:cubicBezTo>
                  <a:pt x="746" y="871"/>
                  <a:pt x="746" y="870"/>
                  <a:pt x="746" y="869"/>
                </a:cubicBezTo>
                <a:cubicBezTo>
                  <a:pt x="745" y="867"/>
                  <a:pt x="745" y="865"/>
                  <a:pt x="745" y="863"/>
                </a:cubicBezTo>
                <a:cubicBezTo>
                  <a:pt x="744" y="862"/>
                  <a:pt x="744" y="860"/>
                  <a:pt x="744" y="859"/>
                </a:cubicBezTo>
                <a:cubicBezTo>
                  <a:pt x="744" y="857"/>
                  <a:pt x="744" y="855"/>
                  <a:pt x="743" y="853"/>
                </a:cubicBezTo>
                <a:cubicBezTo>
                  <a:pt x="743" y="852"/>
                  <a:pt x="743" y="851"/>
                  <a:pt x="743" y="850"/>
                </a:cubicBezTo>
                <a:cubicBezTo>
                  <a:pt x="742" y="848"/>
                  <a:pt x="742" y="846"/>
                  <a:pt x="742" y="844"/>
                </a:cubicBezTo>
                <a:cubicBezTo>
                  <a:pt x="742" y="843"/>
                  <a:pt x="742" y="842"/>
                  <a:pt x="741" y="840"/>
                </a:cubicBezTo>
                <a:cubicBezTo>
                  <a:pt x="741" y="837"/>
                  <a:pt x="740" y="834"/>
                  <a:pt x="740" y="831"/>
                </a:cubicBezTo>
                <a:cubicBezTo>
                  <a:pt x="740" y="831"/>
                  <a:pt x="740" y="830"/>
                  <a:pt x="740" y="829"/>
                </a:cubicBezTo>
                <a:cubicBezTo>
                  <a:pt x="739" y="827"/>
                  <a:pt x="739" y="824"/>
                  <a:pt x="738" y="822"/>
                </a:cubicBezTo>
                <a:cubicBezTo>
                  <a:pt x="738" y="821"/>
                  <a:pt x="738" y="820"/>
                  <a:pt x="738" y="819"/>
                </a:cubicBezTo>
                <a:lnTo>
                  <a:pt x="737" y="813"/>
                </a:lnTo>
                <a:cubicBezTo>
                  <a:pt x="736" y="811"/>
                  <a:pt x="736" y="810"/>
                  <a:pt x="736" y="809"/>
                </a:cubicBezTo>
                <a:cubicBezTo>
                  <a:pt x="736" y="807"/>
                  <a:pt x="735" y="805"/>
                  <a:pt x="735" y="803"/>
                </a:cubicBezTo>
                <a:cubicBezTo>
                  <a:pt x="735" y="802"/>
                  <a:pt x="735" y="801"/>
                  <a:pt x="734" y="800"/>
                </a:cubicBezTo>
                <a:cubicBezTo>
                  <a:pt x="734" y="798"/>
                  <a:pt x="734" y="796"/>
                  <a:pt x="733" y="794"/>
                </a:cubicBezTo>
                <a:cubicBezTo>
                  <a:pt x="733" y="793"/>
                  <a:pt x="733" y="792"/>
                  <a:pt x="733" y="790"/>
                </a:cubicBezTo>
                <a:cubicBezTo>
                  <a:pt x="732" y="788"/>
                  <a:pt x="732" y="786"/>
                  <a:pt x="731" y="783"/>
                </a:cubicBezTo>
                <a:cubicBezTo>
                  <a:pt x="731" y="783"/>
                  <a:pt x="731" y="782"/>
                  <a:pt x="731" y="781"/>
                </a:cubicBezTo>
                <a:cubicBezTo>
                  <a:pt x="730" y="778"/>
                  <a:pt x="730" y="775"/>
                  <a:pt x="729" y="772"/>
                </a:cubicBezTo>
                <a:cubicBezTo>
                  <a:pt x="729" y="771"/>
                  <a:pt x="729" y="770"/>
                  <a:pt x="728" y="769"/>
                </a:cubicBezTo>
                <a:cubicBezTo>
                  <a:pt x="728" y="767"/>
                  <a:pt x="727" y="765"/>
                  <a:pt x="727" y="763"/>
                </a:cubicBezTo>
                <a:cubicBezTo>
                  <a:pt x="727" y="762"/>
                  <a:pt x="727" y="760"/>
                  <a:pt x="726" y="759"/>
                </a:cubicBezTo>
                <a:cubicBezTo>
                  <a:pt x="726" y="757"/>
                  <a:pt x="725" y="755"/>
                  <a:pt x="725" y="753"/>
                </a:cubicBezTo>
                <a:cubicBezTo>
                  <a:pt x="725" y="752"/>
                  <a:pt x="725" y="751"/>
                  <a:pt x="724" y="750"/>
                </a:cubicBezTo>
                <a:cubicBezTo>
                  <a:pt x="724" y="748"/>
                  <a:pt x="723" y="746"/>
                  <a:pt x="723" y="744"/>
                </a:cubicBezTo>
                <a:cubicBezTo>
                  <a:pt x="723" y="743"/>
                  <a:pt x="723" y="742"/>
                  <a:pt x="723" y="740"/>
                </a:cubicBezTo>
                <a:cubicBezTo>
                  <a:pt x="722" y="738"/>
                  <a:pt x="721" y="736"/>
                  <a:pt x="721" y="734"/>
                </a:cubicBezTo>
                <a:cubicBezTo>
                  <a:pt x="721" y="733"/>
                  <a:pt x="721" y="732"/>
                  <a:pt x="721" y="731"/>
                </a:cubicBezTo>
                <a:cubicBezTo>
                  <a:pt x="720" y="728"/>
                  <a:pt x="719" y="725"/>
                  <a:pt x="719" y="722"/>
                </a:cubicBezTo>
                <a:cubicBezTo>
                  <a:pt x="718" y="720"/>
                  <a:pt x="718" y="717"/>
                  <a:pt x="717" y="715"/>
                </a:cubicBezTo>
                <a:lnTo>
                  <a:pt x="716" y="711"/>
                </a:lnTo>
                <a:lnTo>
                  <a:pt x="715" y="704"/>
                </a:lnTo>
                <a:cubicBezTo>
                  <a:pt x="714" y="703"/>
                  <a:pt x="714" y="702"/>
                  <a:pt x="714" y="700"/>
                </a:cubicBezTo>
                <a:cubicBezTo>
                  <a:pt x="714" y="698"/>
                  <a:pt x="713" y="696"/>
                  <a:pt x="713" y="695"/>
                </a:cubicBezTo>
                <a:cubicBezTo>
                  <a:pt x="712" y="693"/>
                  <a:pt x="712" y="692"/>
                  <a:pt x="712" y="691"/>
                </a:cubicBezTo>
                <a:cubicBezTo>
                  <a:pt x="711" y="689"/>
                  <a:pt x="711" y="687"/>
                  <a:pt x="711" y="685"/>
                </a:cubicBezTo>
                <a:cubicBezTo>
                  <a:pt x="710" y="684"/>
                  <a:pt x="710" y="683"/>
                  <a:pt x="710" y="681"/>
                </a:cubicBezTo>
                <a:lnTo>
                  <a:pt x="708" y="672"/>
                </a:lnTo>
                <a:cubicBezTo>
                  <a:pt x="706" y="663"/>
                  <a:pt x="704" y="653"/>
                  <a:pt x="702" y="644"/>
                </a:cubicBezTo>
                <a:cubicBezTo>
                  <a:pt x="701" y="639"/>
                  <a:pt x="700" y="634"/>
                  <a:pt x="700" y="629"/>
                </a:cubicBezTo>
                <a:cubicBezTo>
                  <a:pt x="698" y="622"/>
                  <a:pt x="697" y="615"/>
                  <a:pt x="696" y="608"/>
                </a:cubicBezTo>
                <a:cubicBezTo>
                  <a:pt x="694" y="596"/>
                  <a:pt x="692" y="584"/>
                  <a:pt x="690" y="572"/>
                </a:cubicBezTo>
                <a:cubicBezTo>
                  <a:pt x="689" y="565"/>
                  <a:pt x="688" y="557"/>
                  <a:pt x="687" y="550"/>
                </a:cubicBezTo>
                <a:cubicBezTo>
                  <a:pt x="683" y="516"/>
                  <a:pt x="680" y="482"/>
                  <a:pt x="680" y="448"/>
                </a:cubicBezTo>
                <a:cubicBezTo>
                  <a:pt x="680" y="443"/>
                  <a:pt x="680" y="439"/>
                  <a:pt x="681" y="434"/>
                </a:cubicBezTo>
                <a:cubicBezTo>
                  <a:pt x="682" y="379"/>
                  <a:pt x="690" y="325"/>
                  <a:pt x="710" y="275"/>
                </a:cubicBezTo>
                <a:cubicBezTo>
                  <a:pt x="712" y="271"/>
                  <a:pt x="714" y="266"/>
                  <a:pt x="716" y="262"/>
                </a:cubicBezTo>
                <a:cubicBezTo>
                  <a:pt x="721" y="249"/>
                  <a:pt x="728" y="237"/>
                  <a:pt x="735" y="224"/>
                </a:cubicBezTo>
                <a:cubicBezTo>
                  <a:pt x="769" y="169"/>
                  <a:pt x="822" y="136"/>
                  <a:pt x="881" y="124"/>
                </a:cubicBezTo>
                <a:cubicBezTo>
                  <a:pt x="885" y="123"/>
                  <a:pt x="888" y="122"/>
                  <a:pt x="892" y="122"/>
                </a:cubicBezTo>
                <a:cubicBezTo>
                  <a:pt x="896" y="121"/>
                  <a:pt x="900" y="121"/>
                  <a:pt x="904" y="120"/>
                </a:cubicBezTo>
                <a:cubicBezTo>
                  <a:pt x="913" y="119"/>
                  <a:pt x="922" y="118"/>
                  <a:pt x="932" y="118"/>
                </a:cubicBezTo>
                <a:cubicBezTo>
                  <a:pt x="976" y="117"/>
                  <a:pt x="1021" y="125"/>
                  <a:pt x="1061" y="142"/>
                </a:cubicBezTo>
                <a:cubicBezTo>
                  <a:pt x="1102" y="159"/>
                  <a:pt x="1136" y="185"/>
                  <a:pt x="1168" y="215"/>
                </a:cubicBezTo>
                <a:cubicBezTo>
                  <a:pt x="1170" y="217"/>
                  <a:pt x="1172" y="219"/>
                  <a:pt x="1174" y="221"/>
                </a:cubicBezTo>
                <a:lnTo>
                  <a:pt x="1176" y="224"/>
                </a:lnTo>
                <a:lnTo>
                  <a:pt x="1177" y="224"/>
                </a:lnTo>
                <a:lnTo>
                  <a:pt x="1178" y="226"/>
                </a:lnTo>
                <a:cubicBezTo>
                  <a:pt x="1178" y="226"/>
                  <a:pt x="1179" y="226"/>
                  <a:pt x="1179" y="227"/>
                </a:cubicBezTo>
                <a:lnTo>
                  <a:pt x="1180" y="228"/>
                </a:lnTo>
                <a:cubicBezTo>
                  <a:pt x="1181" y="229"/>
                  <a:pt x="1181" y="229"/>
                  <a:pt x="1181" y="229"/>
                </a:cubicBezTo>
                <a:cubicBezTo>
                  <a:pt x="1182" y="230"/>
                  <a:pt x="1182" y="230"/>
                  <a:pt x="1183" y="231"/>
                </a:cubicBezTo>
                <a:cubicBezTo>
                  <a:pt x="1183" y="231"/>
                  <a:pt x="1183" y="232"/>
                  <a:pt x="1184" y="232"/>
                </a:cubicBezTo>
                <a:cubicBezTo>
                  <a:pt x="1184" y="232"/>
                  <a:pt x="1184" y="233"/>
                  <a:pt x="1185" y="234"/>
                </a:cubicBezTo>
                <a:cubicBezTo>
                  <a:pt x="1185" y="234"/>
                  <a:pt x="1186" y="234"/>
                  <a:pt x="1186" y="235"/>
                </a:cubicBezTo>
                <a:cubicBezTo>
                  <a:pt x="1186" y="235"/>
                  <a:pt x="1187" y="236"/>
                  <a:pt x="1187" y="237"/>
                </a:cubicBezTo>
                <a:cubicBezTo>
                  <a:pt x="1188" y="237"/>
                  <a:pt x="1188" y="237"/>
                  <a:pt x="1188" y="237"/>
                </a:cubicBezTo>
                <a:lnTo>
                  <a:pt x="1190" y="240"/>
                </a:lnTo>
                <a:cubicBezTo>
                  <a:pt x="1197" y="248"/>
                  <a:pt x="1203" y="256"/>
                  <a:pt x="1210" y="264"/>
                </a:cubicBezTo>
                <a:cubicBezTo>
                  <a:pt x="1226" y="289"/>
                  <a:pt x="1241" y="314"/>
                  <a:pt x="1253" y="338"/>
                </a:cubicBezTo>
                <a:cubicBezTo>
                  <a:pt x="1257" y="347"/>
                  <a:pt x="1262" y="356"/>
                  <a:pt x="1266" y="365"/>
                </a:cubicBezTo>
                <a:cubicBezTo>
                  <a:pt x="1273" y="380"/>
                  <a:pt x="1280" y="396"/>
                  <a:pt x="1287" y="412"/>
                </a:cubicBezTo>
                <a:cubicBezTo>
                  <a:pt x="1332" y="518"/>
                  <a:pt x="1361" y="633"/>
                  <a:pt x="1371" y="748"/>
                </a:cubicBezTo>
                <a:cubicBezTo>
                  <a:pt x="1373" y="766"/>
                  <a:pt x="1374" y="785"/>
                  <a:pt x="1375" y="804"/>
                </a:cubicBezTo>
                <a:cubicBezTo>
                  <a:pt x="1381" y="913"/>
                  <a:pt x="1370" y="1025"/>
                  <a:pt x="1302" y="1115"/>
                </a:cubicBezTo>
                <a:cubicBezTo>
                  <a:pt x="1276" y="1149"/>
                  <a:pt x="1243" y="1174"/>
                  <a:pt x="1207" y="1191"/>
                </a:cubicBezTo>
                <a:cubicBezTo>
                  <a:pt x="1208" y="1205"/>
                  <a:pt x="1209" y="1219"/>
                  <a:pt x="1210" y="1232"/>
                </a:cubicBezTo>
                <a:cubicBezTo>
                  <a:pt x="1213" y="1273"/>
                  <a:pt x="1218" y="1315"/>
                  <a:pt x="1223" y="1356"/>
                </a:cubicBezTo>
                <a:cubicBezTo>
                  <a:pt x="1249" y="1359"/>
                  <a:pt x="1275" y="1364"/>
                  <a:pt x="1300" y="1370"/>
                </a:cubicBezTo>
                <a:cubicBezTo>
                  <a:pt x="1435" y="1400"/>
                  <a:pt x="1561" y="1462"/>
                  <a:pt x="1674" y="1543"/>
                </a:cubicBezTo>
                <a:cubicBezTo>
                  <a:pt x="1675" y="1544"/>
                  <a:pt x="1675" y="1544"/>
                  <a:pt x="1676" y="1545"/>
                </a:cubicBezTo>
                <a:cubicBezTo>
                  <a:pt x="1681" y="1546"/>
                  <a:pt x="1687" y="1548"/>
                  <a:pt x="1692" y="1550"/>
                </a:cubicBezTo>
                <a:cubicBezTo>
                  <a:pt x="1709" y="1509"/>
                  <a:pt x="1715" y="1463"/>
                  <a:pt x="1711" y="1419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67"/>
          <p:cNvSpPr/>
          <p:nvPr/>
        </p:nvSpPr>
        <p:spPr>
          <a:xfrm flipH="1">
            <a:off x="7041598" y="1111249"/>
            <a:ext cx="1211070" cy="1426698"/>
          </a:xfrm>
          <a:custGeom>
            <a:avLst/>
            <a:gdLst/>
            <a:ahLst/>
            <a:cxnLst/>
            <a:rect l="l" t="t" r="r" b="b"/>
            <a:pathLst>
              <a:path w="1505" h="1773" extrusionOk="0">
                <a:moveTo>
                  <a:pt x="860" y="71"/>
                </a:moveTo>
                <a:cubicBezTo>
                  <a:pt x="852" y="56"/>
                  <a:pt x="840" y="42"/>
                  <a:pt x="826" y="32"/>
                </a:cubicBezTo>
                <a:cubicBezTo>
                  <a:pt x="819" y="27"/>
                  <a:pt x="811" y="23"/>
                  <a:pt x="803" y="20"/>
                </a:cubicBezTo>
                <a:cubicBezTo>
                  <a:pt x="796" y="17"/>
                  <a:pt x="789" y="15"/>
                  <a:pt x="781" y="14"/>
                </a:cubicBezTo>
                <a:cubicBezTo>
                  <a:pt x="778" y="13"/>
                  <a:pt x="769" y="11"/>
                  <a:pt x="772" y="5"/>
                </a:cubicBezTo>
                <a:cubicBezTo>
                  <a:pt x="775" y="0"/>
                  <a:pt x="784" y="0"/>
                  <a:pt x="789" y="0"/>
                </a:cubicBezTo>
                <a:cubicBezTo>
                  <a:pt x="830" y="6"/>
                  <a:pt x="867" y="31"/>
                  <a:pt x="886" y="68"/>
                </a:cubicBezTo>
                <a:cubicBezTo>
                  <a:pt x="891" y="77"/>
                  <a:pt x="864" y="80"/>
                  <a:pt x="860" y="71"/>
                </a:cubicBezTo>
                <a:moveTo>
                  <a:pt x="682" y="116"/>
                </a:moveTo>
                <a:cubicBezTo>
                  <a:pt x="676" y="114"/>
                  <a:pt x="668" y="115"/>
                  <a:pt x="663" y="119"/>
                </a:cubicBezTo>
                <a:cubicBezTo>
                  <a:pt x="553" y="206"/>
                  <a:pt x="542" y="361"/>
                  <a:pt x="554" y="491"/>
                </a:cubicBezTo>
                <a:cubicBezTo>
                  <a:pt x="562" y="578"/>
                  <a:pt x="578" y="664"/>
                  <a:pt x="575" y="752"/>
                </a:cubicBezTo>
                <a:cubicBezTo>
                  <a:pt x="574" y="826"/>
                  <a:pt x="555" y="898"/>
                  <a:pt x="519" y="963"/>
                </a:cubicBezTo>
                <a:cubicBezTo>
                  <a:pt x="482" y="1031"/>
                  <a:pt x="427" y="1089"/>
                  <a:pt x="361" y="1129"/>
                </a:cubicBezTo>
                <a:cubicBezTo>
                  <a:pt x="356" y="1132"/>
                  <a:pt x="356" y="1136"/>
                  <a:pt x="361" y="1139"/>
                </a:cubicBezTo>
                <a:cubicBezTo>
                  <a:pt x="366" y="1142"/>
                  <a:pt x="375" y="1143"/>
                  <a:pt x="380" y="1139"/>
                </a:cubicBezTo>
                <a:cubicBezTo>
                  <a:pt x="500" y="1067"/>
                  <a:pt x="583" y="940"/>
                  <a:pt x="599" y="801"/>
                </a:cubicBezTo>
                <a:cubicBezTo>
                  <a:pt x="619" y="639"/>
                  <a:pt x="557" y="479"/>
                  <a:pt x="585" y="317"/>
                </a:cubicBezTo>
                <a:cubicBezTo>
                  <a:pt x="597" y="244"/>
                  <a:pt x="628" y="173"/>
                  <a:pt x="687" y="126"/>
                </a:cubicBezTo>
                <a:cubicBezTo>
                  <a:pt x="692" y="122"/>
                  <a:pt x="686" y="118"/>
                  <a:pt x="682" y="116"/>
                </a:cubicBezTo>
                <a:moveTo>
                  <a:pt x="419" y="928"/>
                </a:moveTo>
                <a:cubicBezTo>
                  <a:pt x="382" y="1008"/>
                  <a:pt x="309" y="1070"/>
                  <a:pt x="224" y="1093"/>
                </a:cubicBezTo>
                <a:cubicBezTo>
                  <a:pt x="219" y="1094"/>
                  <a:pt x="215" y="1098"/>
                  <a:pt x="219" y="1102"/>
                </a:cubicBezTo>
                <a:cubicBezTo>
                  <a:pt x="223" y="1107"/>
                  <a:pt x="232" y="1106"/>
                  <a:pt x="237" y="1105"/>
                </a:cubicBezTo>
                <a:cubicBezTo>
                  <a:pt x="328" y="1081"/>
                  <a:pt x="406" y="1016"/>
                  <a:pt x="446" y="932"/>
                </a:cubicBezTo>
                <a:cubicBezTo>
                  <a:pt x="450" y="922"/>
                  <a:pt x="423" y="919"/>
                  <a:pt x="419" y="928"/>
                </a:cubicBezTo>
                <a:moveTo>
                  <a:pt x="312" y="309"/>
                </a:moveTo>
                <a:cubicBezTo>
                  <a:pt x="241" y="387"/>
                  <a:pt x="236" y="496"/>
                  <a:pt x="235" y="596"/>
                </a:cubicBezTo>
                <a:cubicBezTo>
                  <a:pt x="235" y="606"/>
                  <a:pt x="262" y="606"/>
                  <a:pt x="262" y="596"/>
                </a:cubicBezTo>
                <a:cubicBezTo>
                  <a:pt x="264" y="500"/>
                  <a:pt x="267" y="391"/>
                  <a:pt x="336" y="316"/>
                </a:cubicBezTo>
                <a:cubicBezTo>
                  <a:pt x="345" y="307"/>
                  <a:pt x="318" y="302"/>
                  <a:pt x="312" y="309"/>
                </a:cubicBezTo>
                <a:moveTo>
                  <a:pt x="496" y="1760"/>
                </a:moveTo>
                <a:cubicBezTo>
                  <a:pt x="405" y="1674"/>
                  <a:pt x="412" y="1538"/>
                  <a:pt x="437" y="1426"/>
                </a:cubicBezTo>
                <a:cubicBezTo>
                  <a:pt x="438" y="1417"/>
                  <a:pt x="411" y="1416"/>
                  <a:pt x="409" y="1426"/>
                </a:cubicBezTo>
                <a:cubicBezTo>
                  <a:pt x="395" y="1490"/>
                  <a:pt x="386" y="1557"/>
                  <a:pt x="398" y="1622"/>
                </a:cubicBezTo>
                <a:cubicBezTo>
                  <a:pt x="407" y="1677"/>
                  <a:pt x="431" y="1729"/>
                  <a:pt x="472" y="1767"/>
                </a:cubicBezTo>
                <a:cubicBezTo>
                  <a:pt x="476" y="1772"/>
                  <a:pt x="485" y="1772"/>
                  <a:pt x="491" y="1770"/>
                </a:cubicBezTo>
                <a:cubicBezTo>
                  <a:pt x="495" y="1768"/>
                  <a:pt x="501" y="1765"/>
                  <a:pt x="496" y="1760"/>
                </a:cubicBezTo>
                <a:moveTo>
                  <a:pt x="392" y="1733"/>
                </a:moveTo>
                <a:cubicBezTo>
                  <a:pt x="366" y="1700"/>
                  <a:pt x="351" y="1659"/>
                  <a:pt x="349" y="1616"/>
                </a:cubicBezTo>
                <a:cubicBezTo>
                  <a:pt x="349" y="1607"/>
                  <a:pt x="322" y="1607"/>
                  <a:pt x="322" y="1616"/>
                </a:cubicBezTo>
                <a:cubicBezTo>
                  <a:pt x="323" y="1660"/>
                  <a:pt x="339" y="1703"/>
                  <a:pt x="366" y="1737"/>
                </a:cubicBezTo>
                <a:cubicBezTo>
                  <a:pt x="370" y="1742"/>
                  <a:pt x="377" y="1743"/>
                  <a:pt x="383" y="1742"/>
                </a:cubicBezTo>
                <a:cubicBezTo>
                  <a:pt x="385" y="1742"/>
                  <a:pt x="396" y="1738"/>
                  <a:pt x="392" y="1733"/>
                </a:cubicBezTo>
                <a:moveTo>
                  <a:pt x="86" y="1657"/>
                </a:moveTo>
                <a:cubicBezTo>
                  <a:pt x="26" y="1558"/>
                  <a:pt x="24" y="1429"/>
                  <a:pt x="81" y="1328"/>
                </a:cubicBezTo>
                <a:cubicBezTo>
                  <a:pt x="86" y="1319"/>
                  <a:pt x="59" y="1316"/>
                  <a:pt x="54" y="1324"/>
                </a:cubicBezTo>
                <a:cubicBezTo>
                  <a:pt x="9" y="1404"/>
                  <a:pt x="0" y="1501"/>
                  <a:pt x="27" y="1589"/>
                </a:cubicBezTo>
                <a:cubicBezTo>
                  <a:pt x="35" y="1614"/>
                  <a:pt x="46" y="1638"/>
                  <a:pt x="60" y="1660"/>
                </a:cubicBezTo>
                <a:cubicBezTo>
                  <a:pt x="65" y="1668"/>
                  <a:pt x="92" y="1665"/>
                  <a:pt x="86" y="1657"/>
                </a:cubicBezTo>
                <a:moveTo>
                  <a:pt x="1471" y="1159"/>
                </a:moveTo>
                <a:cubicBezTo>
                  <a:pt x="1467" y="1154"/>
                  <a:pt x="1460" y="1154"/>
                  <a:pt x="1454" y="1154"/>
                </a:cubicBezTo>
                <a:cubicBezTo>
                  <a:pt x="1451" y="1155"/>
                  <a:pt x="1441" y="1158"/>
                  <a:pt x="1444" y="1163"/>
                </a:cubicBezTo>
                <a:cubicBezTo>
                  <a:pt x="1468" y="1195"/>
                  <a:pt x="1476" y="1235"/>
                  <a:pt x="1468" y="1273"/>
                </a:cubicBezTo>
                <a:cubicBezTo>
                  <a:pt x="1467" y="1279"/>
                  <a:pt x="1478" y="1280"/>
                  <a:pt x="1482" y="1280"/>
                </a:cubicBezTo>
                <a:cubicBezTo>
                  <a:pt x="1487" y="1280"/>
                  <a:pt x="1494" y="1279"/>
                  <a:pt x="1495" y="1273"/>
                </a:cubicBezTo>
                <a:cubicBezTo>
                  <a:pt x="1504" y="1234"/>
                  <a:pt x="1495" y="1192"/>
                  <a:pt x="1471" y="1159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67"/>
          <p:cNvSpPr/>
          <p:nvPr/>
        </p:nvSpPr>
        <p:spPr>
          <a:xfrm rot="10800000" flipH="1">
            <a:off x="7953400" y="495602"/>
            <a:ext cx="258139" cy="380669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67"/>
          <p:cNvSpPr/>
          <p:nvPr/>
        </p:nvSpPr>
        <p:spPr>
          <a:xfrm flipH="1">
            <a:off x="5789475" y="1750771"/>
            <a:ext cx="222900" cy="328714"/>
          </a:xfrm>
          <a:custGeom>
            <a:avLst/>
            <a:gdLst/>
            <a:ahLst/>
            <a:cxnLst/>
            <a:rect l="l" t="t" r="r" b="b"/>
            <a:pathLst>
              <a:path w="552" h="814" extrusionOk="0">
                <a:moveTo>
                  <a:pt x="544" y="410"/>
                </a:moveTo>
                <a:cubicBezTo>
                  <a:pt x="502" y="401"/>
                  <a:pt x="440" y="386"/>
                  <a:pt x="409" y="355"/>
                </a:cubicBezTo>
                <a:cubicBezTo>
                  <a:pt x="371" y="316"/>
                  <a:pt x="351" y="249"/>
                  <a:pt x="339" y="198"/>
                </a:cubicBezTo>
                <a:cubicBezTo>
                  <a:pt x="323" y="134"/>
                  <a:pt x="317" y="66"/>
                  <a:pt x="312" y="0"/>
                </a:cubicBezTo>
                <a:cubicBezTo>
                  <a:pt x="303" y="70"/>
                  <a:pt x="294" y="142"/>
                  <a:pt x="262" y="206"/>
                </a:cubicBezTo>
                <a:cubicBezTo>
                  <a:pt x="221" y="288"/>
                  <a:pt x="132" y="329"/>
                  <a:pt x="45" y="346"/>
                </a:cubicBezTo>
                <a:cubicBezTo>
                  <a:pt x="28" y="350"/>
                  <a:pt x="9" y="354"/>
                  <a:pt x="0" y="368"/>
                </a:cubicBezTo>
                <a:cubicBezTo>
                  <a:pt x="12" y="348"/>
                  <a:pt x="108" y="386"/>
                  <a:pt x="123" y="394"/>
                </a:cubicBezTo>
                <a:cubicBezTo>
                  <a:pt x="161" y="414"/>
                  <a:pt x="198" y="445"/>
                  <a:pt x="219" y="483"/>
                </a:cubicBezTo>
                <a:cubicBezTo>
                  <a:pt x="269" y="576"/>
                  <a:pt x="281" y="710"/>
                  <a:pt x="297" y="813"/>
                </a:cubicBezTo>
                <a:cubicBezTo>
                  <a:pt x="304" y="746"/>
                  <a:pt x="313" y="678"/>
                  <a:pt x="334" y="615"/>
                </a:cubicBezTo>
                <a:cubicBezTo>
                  <a:pt x="368" y="515"/>
                  <a:pt x="432" y="429"/>
                  <a:pt x="544" y="419"/>
                </a:cubicBezTo>
                <a:cubicBezTo>
                  <a:pt x="546" y="419"/>
                  <a:pt x="550" y="417"/>
                  <a:pt x="551" y="414"/>
                </a:cubicBezTo>
                <a:cubicBezTo>
                  <a:pt x="551" y="411"/>
                  <a:pt x="546" y="410"/>
                  <a:pt x="544" y="41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95D02-622A-CD3C-51CE-F7A6561D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23" y="3425506"/>
            <a:ext cx="4846740" cy="678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mmar and Sentence Structure Mastery - Language Arts - 6th grade by Slidesgo">
  <a:themeElements>
    <a:clrScheme name="Simple Light">
      <a:dk1>
        <a:srgbClr val="26245C"/>
      </a:dk1>
      <a:lt1>
        <a:srgbClr val="E4F3FF"/>
      </a:lt1>
      <a:dk2>
        <a:srgbClr val="7FC4F7"/>
      </a:dk2>
      <a:lt2>
        <a:srgbClr val="494FBE"/>
      </a:lt2>
      <a:accent1>
        <a:srgbClr val="0097AD"/>
      </a:accent1>
      <a:accent2>
        <a:srgbClr val="FFAB2E"/>
      </a:accent2>
      <a:accent3>
        <a:srgbClr val="FE612E"/>
      </a:accent3>
      <a:accent4>
        <a:srgbClr val="C00606"/>
      </a:accent4>
      <a:accent5>
        <a:srgbClr val="FF77A5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667</Words>
  <Application>Microsoft Office PowerPoint</Application>
  <PresentationFormat>On-screen Show (16:9)</PresentationFormat>
  <Paragraphs>118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Barlow Semi Condensed</vt:lpstr>
      <vt:lpstr>DM Sans</vt:lpstr>
      <vt:lpstr>Nunito Light</vt:lpstr>
      <vt:lpstr>Kdam Thmor Pro</vt:lpstr>
      <vt:lpstr>Anaheim</vt:lpstr>
      <vt:lpstr>Arial</vt:lpstr>
      <vt:lpstr>Barlow Semi Condensed Light</vt:lpstr>
      <vt:lpstr>Söhne</vt:lpstr>
      <vt:lpstr>Grammar and Sentence Structure Mastery - Language Arts - 6th grade by Slidesgo</vt:lpstr>
      <vt:lpstr>BIG DATA ANALYSIS</vt:lpstr>
      <vt:lpstr>Table of Contents</vt:lpstr>
      <vt:lpstr>INTRODUCTION</vt:lpstr>
      <vt:lpstr>A SINGLE VIEW TO THE CUSTOMER</vt:lpstr>
      <vt:lpstr>PowerPoint Presentation</vt:lpstr>
      <vt:lpstr>PowerPoint Presentation</vt:lpstr>
      <vt:lpstr>STRUCTURE OF BIGDATA</vt:lpstr>
      <vt:lpstr>TYPES OF TOOLS USED IN BIGDATA </vt:lpstr>
      <vt:lpstr>BIG DATA SOURCE </vt:lpstr>
      <vt:lpstr>REAL-TIME ANALYTICS</vt:lpstr>
      <vt:lpstr>BIG DATA ANALYTICS USE CASES</vt:lpstr>
      <vt:lpstr>WHAT’S DRIVING BIG DATA</vt:lpstr>
      <vt:lpstr>OVERVIEW OF MAPREDUCE</vt:lpstr>
      <vt:lpstr>WORKING OF MAP REDUCE </vt:lpstr>
      <vt:lpstr>HADOOP BIG DATA </vt:lpstr>
      <vt:lpstr> HDFS</vt:lpstr>
      <vt:lpstr>MARKET OF BIG DATA</vt:lpstr>
      <vt:lpstr>MARKET OF BIG DATA</vt:lpstr>
      <vt:lpstr>LIMITATION OF HADOOP</vt:lpstr>
      <vt:lpstr>GOOGLE’S APPENGINE VS AMAZON’S EC2</vt:lpstr>
      <vt:lpstr>ADVANTAGES OF BIG DATA</vt:lpstr>
      <vt:lpstr>FUTURE SCOPE </vt:lpstr>
      <vt:lpstr>REFERENCE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ANALYSIS</dc:title>
  <dc:creator>vkkav</dc:creator>
  <cp:lastModifiedBy>vkkavitha1981@gmail.com</cp:lastModifiedBy>
  <cp:revision>2</cp:revision>
  <dcterms:modified xsi:type="dcterms:W3CDTF">2024-01-04T15:56:16Z</dcterms:modified>
</cp:coreProperties>
</file>