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3" r:id="rId1"/>
  </p:sldMasterIdLst>
  <p:notesMasterIdLst>
    <p:notesMasterId r:id="rId11"/>
  </p:notesMasterIdLst>
  <p:sldIdLst>
    <p:sldId id="256" r:id="rId2"/>
    <p:sldId id="258" r:id="rId3"/>
    <p:sldId id="259" r:id="rId4"/>
    <p:sldId id="276" r:id="rId5"/>
    <p:sldId id="277" r:id="rId6"/>
    <p:sldId id="278" r:id="rId7"/>
    <p:sldId id="279" r:id="rId8"/>
    <p:sldId id="280" r:id="rId9"/>
    <p:sldId id="281" r:id="rId10"/>
  </p:sldIdLst>
  <p:sldSz cx="9144000" cy="5143500" type="screen16x9"/>
  <p:notesSz cx="6858000" cy="9144000"/>
  <p:embeddedFontLst>
    <p:embeddedFont>
      <p:font typeface="Anaheim" panose="020B0604020202020204" charset="0"/>
      <p:regular r:id="rId12"/>
    </p:embeddedFont>
    <p:embeddedFont>
      <p:font typeface="Bebas Neue" panose="020B0606020202050201" pitchFamily="34" charset="0"/>
      <p:regular r:id="rId13"/>
    </p:embeddedFont>
    <p:embeddedFont>
      <p:font typeface="Figtree" panose="020B0604020202020204" charset="0"/>
      <p:regular r:id="rId14"/>
      <p:bold r:id="rId15"/>
      <p:italic r:id="rId16"/>
      <p:boldItalic r:id="rId17"/>
    </p:embeddedFont>
    <p:embeddedFont>
      <p:font typeface="Nunito Light" pitchFamily="2" charset="0"/>
      <p:regular r:id="rId18"/>
      <p:italic r:id="rId19"/>
    </p:embeddedFont>
    <p:embeddedFont>
      <p:font typeface="Prompt" panose="00000500000000000000" pitchFamily="2" charset="-34"/>
      <p:regular r:id="rId20"/>
      <p:bold r:id="rId21"/>
      <p:italic r:id="rId22"/>
      <p:boldItalic r:id="rId23"/>
    </p:embeddedFont>
    <p:embeddedFont>
      <p:font typeface="Raleway" pitchFamily="2" charset="0"/>
      <p:regular r:id="rId24"/>
      <p:bold r:id="rId25"/>
      <p:italic r:id="rId26"/>
      <p:boldItalic r:id="rId2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B7D5182-3E29-4AB1-8583-8E02CC433257}">
  <a:tblStyle styleId="{8B7D5182-3E29-4AB1-8583-8E02CC433257}"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5B2B8F3D-F2D4-4F23-835B-F7A8C0446EB6}"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54" y="77"/>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8.fntdata"/><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font" Target="fonts/font16.fnt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
        <p:cNvGrpSpPr/>
        <p:nvPr/>
      </p:nvGrpSpPr>
      <p:grpSpPr>
        <a:xfrm>
          <a:off x="0" y="0"/>
          <a:ext cx="0" cy="0"/>
          <a:chOff x="0" y="0"/>
          <a:chExt cx="0" cy="0"/>
        </a:xfrm>
      </p:grpSpPr>
      <p:sp>
        <p:nvSpPr>
          <p:cNvPr id="528" name="Google Shape;528;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9" name="Google Shape;529;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6" name="Google Shape;576;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sz="1200" i="1">
              <a:solidFill>
                <a:srgbClr val="595959"/>
              </a:solidFill>
              <a:latin typeface="Anaheim"/>
              <a:ea typeface="Anaheim"/>
              <a:cs typeface="Anaheim"/>
              <a:sym typeface="Anaheim"/>
            </a:endParaRPr>
          </a:p>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a:off x="152400" y="185988"/>
            <a:ext cx="619200" cy="552600"/>
          </a:xfrm>
          <a:prstGeom prst="rect">
            <a:avLst/>
          </a:pr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txBox="1">
            <a:spLocks noGrp="1"/>
          </p:cNvSpPr>
          <p:nvPr>
            <p:ph type="ctrTitle"/>
          </p:nvPr>
        </p:nvSpPr>
        <p:spPr>
          <a:xfrm>
            <a:off x="713225" y="1471725"/>
            <a:ext cx="5592300" cy="1515000"/>
          </a:xfrm>
          <a:prstGeom prst="rect">
            <a:avLst/>
          </a:prstGeom>
        </p:spPr>
        <p:txBody>
          <a:bodyPr spcFirstLastPara="1" wrap="square" lIns="91425" tIns="91425" rIns="91425" bIns="91425" anchor="b" anchorCtr="0">
            <a:noAutofit/>
          </a:bodyPr>
          <a:lstStyle>
            <a:lvl1pPr lvl="0">
              <a:spcBef>
                <a:spcPts val="0"/>
              </a:spcBef>
              <a:spcAft>
                <a:spcPts val="0"/>
              </a:spcAft>
              <a:buClr>
                <a:srgbClr val="191919"/>
              </a:buClr>
              <a:buSzPts val="5200"/>
              <a:buNone/>
              <a:defRPr sz="41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11" name="Google Shape;11;p2"/>
          <p:cNvSpPr txBox="1">
            <a:spLocks noGrp="1"/>
          </p:cNvSpPr>
          <p:nvPr>
            <p:ph type="subTitle" idx="1"/>
          </p:nvPr>
        </p:nvSpPr>
        <p:spPr>
          <a:xfrm>
            <a:off x="713225" y="3129106"/>
            <a:ext cx="5592300" cy="4116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600"/>
              <a:buNone/>
              <a:defRPr sz="1600">
                <a:solidFill>
                  <a:schemeClr val="dk1"/>
                </a:solidFill>
              </a:defRPr>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grpSp>
        <p:nvGrpSpPr>
          <p:cNvPr id="12" name="Google Shape;12;p2"/>
          <p:cNvGrpSpPr/>
          <p:nvPr/>
        </p:nvGrpSpPr>
        <p:grpSpPr>
          <a:xfrm>
            <a:off x="713225" y="4376963"/>
            <a:ext cx="870075" cy="348300"/>
            <a:chOff x="907950" y="878175"/>
            <a:chExt cx="870075" cy="348300"/>
          </a:xfrm>
        </p:grpSpPr>
        <p:sp>
          <p:nvSpPr>
            <p:cNvPr id="13" name="Google Shape;13;p2"/>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 name="Google Shape;17;p2"/>
          <p:cNvSpPr/>
          <p:nvPr/>
        </p:nvSpPr>
        <p:spPr>
          <a:xfrm>
            <a:off x="323850" y="576513"/>
            <a:ext cx="280200" cy="316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 name="Google Shape;18;p2"/>
          <p:cNvGrpSpPr/>
          <p:nvPr/>
        </p:nvGrpSpPr>
        <p:grpSpPr>
          <a:xfrm>
            <a:off x="604055" y="243144"/>
            <a:ext cx="309551" cy="426671"/>
            <a:chOff x="4585100" y="3171825"/>
            <a:chExt cx="545945" cy="752507"/>
          </a:xfrm>
        </p:grpSpPr>
        <p:sp>
          <p:nvSpPr>
            <p:cNvPr id="19" name="Google Shape;19;p2"/>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14"/>
        <p:cNvGrpSpPr/>
        <p:nvPr/>
      </p:nvGrpSpPr>
      <p:grpSpPr>
        <a:xfrm>
          <a:off x="0" y="0"/>
          <a:ext cx="0" cy="0"/>
          <a:chOff x="0" y="0"/>
          <a:chExt cx="0" cy="0"/>
        </a:xfrm>
      </p:grpSpPr>
      <p:sp>
        <p:nvSpPr>
          <p:cNvPr id="115" name="Google Shape;115;p7"/>
          <p:cNvSpPr txBox="1">
            <a:spLocks noGrp="1"/>
          </p:cNvSpPr>
          <p:nvPr>
            <p:ph type="title"/>
          </p:nvPr>
        </p:nvSpPr>
        <p:spPr>
          <a:xfrm>
            <a:off x="3976925" y="676950"/>
            <a:ext cx="4294800" cy="1235700"/>
          </a:xfrm>
          <a:prstGeom prst="rect">
            <a:avLst/>
          </a:prstGeom>
        </p:spPr>
        <p:txBody>
          <a:bodyPr spcFirstLastPara="1" wrap="square" lIns="91425" tIns="91425" rIns="91425" bIns="91425" anchor="b" anchorCtr="0">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116" name="Google Shape;116;p7"/>
          <p:cNvSpPr txBox="1">
            <a:spLocks noGrp="1"/>
          </p:cNvSpPr>
          <p:nvPr>
            <p:ph type="subTitle" idx="1"/>
          </p:nvPr>
        </p:nvSpPr>
        <p:spPr>
          <a:xfrm>
            <a:off x="3976925" y="1994925"/>
            <a:ext cx="4294800" cy="22983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accent1"/>
              </a:buClr>
              <a:buSzPts val="1200"/>
              <a:buAutoNum type="arabicPeriod"/>
              <a:defRPr/>
            </a:lvl1pPr>
            <a:lvl2pPr lvl="1" algn="ctr" rtl="0">
              <a:lnSpc>
                <a:spcPct val="100000"/>
              </a:lnSpc>
              <a:spcBef>
                <a:spcPts val="1000"/>
              </a:spcBef>
              <a:spcAft>
                <a:spcPts val="0"/>
              </a:spcAft>
              <a:buClr>
                <a:srgbClr val="E76A28"/>
              </a:buClr>
              <a:buSzPts val="1200"/>
              <a:buFont typeface="Nunito Light"/>
              <a:buAutoNum type="alphaLcPeriod"/>
              <a:defRPr/>
            </a:lvl2pPr>
            <a:lvl3pPr lvl="2" algn="ctr" rtl="0">
              <a:lnSpc>
                <a:spcPct val="100000"/>
              </a:lnSpc>
              <a:spcBef>
                <a:spcPts val="0"/>
              </a:spcBef>
              <a:spcAft>
                <a:spcPts val="0"/>
              </a:spcAft>
              <a:buClr>
                <a:srgbClr val="E76A28"/>
              </a:buClr>
              <a:buSzPts val="1200"/>
              <a:buFont typeface="Nunito Light"/>
              <a:buAutoNum type="romanLcPeriod"/>
              <a:defRPr/>
            </a:lvl3pPr>
            <a:lvl4pPr lvl="3" algn="ctr" rtl="0">
              <a:lnSpc>
                <a:spcPct val="100000"/>
              </a:lnSpc>
              <a:spcBef>
                <a:spcPts val="0"/>
              </a:spcBef>
              <a:spcAft>
                <a:spcPts val="0"/>
              </a:spcAft>
              <a:buClr>
                <a:srgbClr val="E76A28"/>
              </a:buClr>
              <a:buSzPts val="1200"/>
              <a:buFont typeface="Nunito Light"/>
              <a:buAutoNum type="arabicPeriod"/>
              <a:defRPr/>
            </a:lvl4pPr>
            <a:lvl5pPr lvl="4" algn="ctr" rtl="0">
              <a:lnSpc>
                <a:spcPct val="100000"/>
              </a:lnSpc>
              <a:spcBef>
                <a:spcPts val="0"/>
              </a:spcBef>
              <a:spcAft>
                <a:spcPts val="0"/>
              </a:spcAft>
              <a:buClr>
                <a:srgbClr val="E76A28"/>
              </a:buClr>
              <a:buSzPts val="1200"/>
              <a:buFont typeface="Nunito Light"/>
              <a:buAutoNum type="alphaLcPeriod"/>
              <a:defRPr/>
            </a:lvl5pPr>
            <a:lvl6pPr lvl="5" algn="ctr" rtl="0">
              <a:lnSpc>
                <a:spcPct val="100000"/>
              </a:lnSpc>
              <a:spcBef>
                <a:spcPts val="0"/>
              </a:spcBef>
              <a:spcAft>
                <a:spcPts val="0"/>
              </a:spcAft>
              <a:buClr>
                <a:srgbClr val="999999"/>
              </a:buClr>
              <a:buSzPts val="1200"/>
              <a:buFont typeface="Nunito Light"/>
              <a:buAutoNum type="romanLcPeriod"/>
              <a:defRPr/>
            </a:lvl6pPr>
            <a:lvl7pPr lvl="6" algn="ctr" rtl="0">
              <a:lnSpc>
                <a:spcPct val="100000"/>
              </a:lnSpc>
              <a:spcBef>
                <a:spcPts val="0"/>
              </a:spcBef>
              <a:spcAft>
                <a:spcPts val="0"/>
              </a:spcAft>
              <a:buClr>
                <a:srgbClr val="999999"/>
              </a:buClr>
              <a:buSzPts val="1200"/>
              <a:buFont typeface="Nunito Light"/>
              <a:buAutoNum type="arabicPeriod"/>
              <a:defRPr/>
            </a:lvl7pPr>
            <a:lvl8pPr lvl="7" algn="ctr" rtl="0">
              <a:lnSpc>
                <a:spcPct val="100000"/>
              </a:lnSpc>
              <a:spcBef>
                <a:spcPts val="0"/>
              </a:spcBef>
              <a:spcAft>
                <a:spcPts val="0"/>
              </a:spcAft>
              <a:buClr>
                <a:srgbClr val="999999"/>
              </a:buClr>
              <a:buSzPts val="1200"/>
              <a:buFont typeface="Nunito Light"/>
              <a:buAutoNum type="alphaLcPeriod"/>
              <a:defRPr/>
            </a:lvl8pPr>
            <a:lvl9pPr lvl="8" algn="ctr" rtl="0">
              <a:lnSpc>
                <a:spcPct val="100000"/>
              </a:lnSpc>
              <a:spcBef>
                <a:spcPts val="0"/>
              </a:spcBef>
              <a:spcAft>
                <a:spcPts val="0"/>
              </a:spcAft>
              <a:buClr>
                <a:srgbClr val="999999"/>
              </a:buClr>
              <a:buSzPts val="1200"/>
              <a:buFont typeface="Nunito Light"/>
              <a:buAutoNum type="romanLcPeriod"/>
              <a:defRPr/>
            </a:lvl9pPr>
          </a:lstStyle>
          <a:p>
            <a:endParaRPr/>
          </a:p>
        </p:txBody>
      </p:sp>
      <p:sp>
        <p:nvSpPr>
          <p:cNvPr id="117" name="Google Shape;117;p7"/>
          <p:cNvSpPr>
            <a:spLocks noGrp="1"/>
          </p:cNvSpPr>
          <p:nvPr>
            <p:ph type="pic" idx="2"/>
          </p:nvPr>
        </p:nvSpPr>
        <p:spPr>
          <a:xfrm>
            <a:off x="713225" y="539500"/>
            <a:ext cx="2787000" cy="4064400"/>
          </a:xfrm>
          <a:prstGeom prst="rect">
            <a:avLst/>
          </a:prstGeom>
          <a:noFill/>
          <a:ln>
            <a:noFill/>
          </a:ln>
        </p:spPr>
      </p:sp>
      <p:grpSp>
        <p:nvGrpSpPr>
          <p:cNvPr id="118" name="Google Shape;118;p7"/>
          <p:cNvGrpSpPr/>
          <p:nvPr/>
        </p:nvGrpSpPr>
        <p:grpSpPr>
          <a:xfrm>
            <a:off x="278188" y="91500"/>
            <a:ext cx="8587613" cy="4960394"/>
            <a:chOff x="278188" y="91500"/>
            <a:chExt cx="8587613" cy="4960394"/>
          </a:xfrm>
        </p:grpSpPr>
        <p:grpSp>
          <p:nvGrpSpPr>
            <p:cNvPr id="119" name="Google Shape;119;p7"/>
            <p:cNvGrpSpPr/>
            <p:nvPr/>
          </p:nvGrpSpPr>
          <p:grpSpPr>
            <a:xfrm>
              <a:off x="7995725" y="4703594"/>
              <a:ext cx="870075" cy="348300"/>
              <a:chOff x="907950" y="878175"/>
              <a:chExt cx="870075" cy="348300"/>
            </a:xfrm>
          </p:grpSpPr>
          <p:sp>
            <p:nvSpPr>
              <p:cNvPr id="120" name="Google Shape;120;p7"/>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7"/>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7"/>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7"/>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 name="Google Shape;124;p7"/>
            <p:cNvGrpSpPr/>
            <p:nvPr/>
          </p:nvGrpSpPr>
          <p:grpSpPr>
            <a:xfrm>
              <a:off x="278188" y="91500"/>
              <a:ext cx="870075" cy="348300"/>
              <a:chOff x="907950" y="878175"/>
              <a:chExt cx="870075" cy="348300"/>
            </a:xfrm>
          </p:grpSpPr>
          <p:sp>
            <p:nvSpPr>
              <p:cNvPr id="125" name="Google Shape;125;p7"/>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7"/>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7"/>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9" name="Google Shape;129;p7"/>
          <p:cNvGrpSpPr/>
          <p:nvPr/>
        </p:nvGrpSpPr>
        <p:grpSpPr>
          <a:xfrm>
            <a:off x="7546925" y="-19050"/>
            <a:ext cx="1606675" cy="1428900"/>
            <a:chOff x="7546925" y="-19050"/>
            <a:chExt cx="1606675" cy="1428900"/>
          </a:xfrm>
        </p:grpSpPr>
        <p:sp>
          <p:nvSpPr>
            <p:cNvPr id="130" name="Google Shape;130;p7"/>
            <p:cNvSpPr/>
            <p:nvPr/>
          </p:nvSpPr>
          <p:spPr>
            <a:xfrm>
              <a:off x="7546925" y="-19050"/>
              <a:ext cx="870000" cy="552600"/>
            </a:xfrm>
            <a:prstGeom prst="rect">
              <a:avLst/>
            </a:pr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 name="Google Shape;131;p7"/>
            <p:cNvSpPr/>
            <p:nvPr/>
          </p:nvSpPr>
          <p:spPr>
            <a:xfrm>
              <a:off x="8534400" y="-19050"/>
              <a:ext cx="619200" cy="1428900"/>
            </a:xfrm>
            <a:prstGeom prst="roundRect">
              <a:avLst>
                <a:gd name="adj" fmla="val 0"/>
              </a:avLst>
            </a:prstGeom>
            <a:solidFill>
              <a:srgbClr val="A0A0A0">
                <a:alpha val="639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2" name="Google Shape;132;p7"/>
          <p:cNvSpPr/>
          <p:nvPr/>
        </p:nvSpPr>
        <p:spPr>
          <a:xfrm>
            <a:off x="5742850" y="160675"/>
            <a:ext cx="1203653" cy="193128"/>
          </a:xfrm>
          <a:custGeom>
            <a:avLst/>
            <a:gdLst/>
            <a:ahLst/>
            <a:cxnLst/>
            <a:rect l="l" t="t" r="r" b="b"/>
            <a:pathLst>
              <a:path w="35425" h="5684" fill="none" extrusionOk="0">
                <a:moveTo>
                  <a:pt x="32583" y="5683"/>
                </a:moveTo>
                <a:lnTo>
                  <a:pt x="2841" y="5683"/>
                </a:lnTo>
                <a:cubicBezTo>
                  <a:pt x="1271" y="5683"/>
                  <a:pt x="0" y="4413"/>
                  <a:pt x="0" y="2841"/>
                </a:cubicBezTo>
                <a:lnTo>
                  <a:pt x="0" y="2841"/>
                </a:lnTo>
                <a:cubicBezTo>
                  <a:pt x="0" y="1271"/>
                  <a:pt x="1271" y="1"/>
                  <a:pt x="2841" y="1"/>
                </a:cubicBezTo>
                <a:lnTo>
                  <a:pt x="32583" y="1"/>
                </a:lnTo>
                <a:cubicBezTo>
                  <a:pt x="34154" y="1"/>
                  <a:pt x="35425" y="1271"/>
                  <a:pt x="35425" y="2841"/>
                </a:cubicBezTo>
                <a:lnTo>
                  <a:pt x="35425" y="2841"/>
                </a:lnTo>
                <a:cubicBezTo>
                  <a:pt x="35425" y="4413"/>
                  <a:pt x="34154" y="5683"/>
                  <a:pt x="32583" y="5683"/>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133" name="Google Shape;133;p7"/>
          <p:cNvCxnSpPr>
            <a:stCxn id="134" idx="6"/>
            <a:endCxn id="135" idx="0"/>
          </p:cNvCxnSpPr>
          <p:nvPr/>
        </p:nvCxnSpPr>
        <p:spPr>
          <a:xfrm>
            <a:off x="8065014" y="199642"/>
            <a:ext cx="779100" cy="578100"/>
          </a:xfrm>
          <a:prstGeom prst="bentConnector2">
            <a:avLst/>
          </a:prstGeom>
          <a:noFill/>
          <a:ln w="9525" cap="flat" cmpd="sng">
            <a:solidFill>
              <a:schemeClr val="dk1"/>
            </a:solidFill>
            <a:prstDash val="dash"/>
            <a:round/>
            <a:headEnd type="none" w="med" len="med"/>
            <a:tailEnd type="none" w="med" len="med"/>
          </a:ln>
        </p:spPr>
      </p:cxnSp>
      <p:grpSp>
        <p:nvGrpSpPr>
          <p:cNvPr id="136" name="Google Shape;136;p7"/>
          <p:cNvGrpSpPr/>
          <p:nvPr/>
        </p:nvGrpSpPr>
        <p:grpSpPr>
          <a:xfrm>
            <a:off x="7841862" y="64144"/>
            <a:ext cx="1225729" cy="1246203"/>
            <a:chOff x="7841862" y="64144"/>
            <a:chExt cx="1225729" cy="1246203"/>
          </a:xfrm>
        </p:grpSpPr>
        <p:grpSp>
          <p:nvGrpSpPr>
            <p:cNvPr id="137" name="Google Shape;137;p7"/>
            <p:cNvGrpSpPr/>
            <p:nvPr/>
          </p:nvGrpSpPr>
          <p:grpSpPr>
            <a:xfrm>
              <a:off x="8620408" y="693969"/>
              <a:ext cx="447183" cy="616378"/>
              <a:chOff x="4585100" y="3171825"/>
              <a:chExt cx="545945" cy="752507"/>
            </a:xfrm>
          </p:grpSpPr>
          <p:sp>
            <p:nvSpPr>
              <p:cNvPr id="138" name="Google Shape;138;p7"/>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 name="Google Shape;135;p7"/>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 name="Google Shape;139;p7"/>
            <p:cNvGrpSpPr/>
            <p:nvPr/>
          </p:nvGrpSpPr>
          <p:grpSpPr>
            <a:xfrm>
              <a:off x="7841862" y="64144"/>
              <a:ext cx="280179" cy="386186"/>
              <a:chOff x="4585100" y="3171825"/>
              <a:chExt cx="545945" cy="752507"/>
            </a:xfrm>
          </p:grpSpPr>
          <p:sp>
            <p:nvSpPr>
              <p:cNvPr id="140" name="Google Shape;140;p7"/>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7"/>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41"/>
        <p:cNvGrpSpPr/>
        <p:nvPr/>
      </p:nvGrpSpPr>
      <p:grpSpPr>
        <a:xfrm>
          <a:off x="0" y="0"/>
          <a:ext cx="0" cy="0"/>
          <a:chOff x="0" y="0"/>
          <a:chExt cx="0" cy="0"/>
        </a:xfrm>
      </p:grpSpPr>
      <p:sp>
        <p:nvSpPr>
          <p:cNvPr id="142" name="Google Shape;142;p8"/>
          <p:cNvSpPr txBox="1">
            <a:spLocks noGrp="1"/>
          </p:cNvSpPr>
          <p:nvPr>
            <p:ph type="title"/>
          </p:nvPr>
        </p:nvSpPr>
        <p:spPr>
          <a:xfrm>
            <a:off x="2317950" y="1307100"/>
            <a:ext cx="4508100" cy="2529300"/>
          </a:xfrm>
          <a:prstGeom prst="rect">
            <a:avLst/>
          </a:prstGeom>
        </p:spPr>
        <p:txBody>
          <a:bodyPr spcFirstLastPara="1" wrap="square" lIns="91425" tIns="91425" rIns="91425" bIns="91425" anchor="ctr" anchorCtr="0">
            <a:noAutofit/>
          </a:bodyPr>
          <a:lstStyle>
            <a:lvl1pPr lvl="0" algn="ctr">
              <a:lnSpc>
                <a:spcPct val="80000"/>
              </a:lnSpc>
              <a:spcBef>
                <a:spcPts val="0"/>
              </a:spcBef>
              <a:spcAft>
                <a:spcPts val="0"/>
              </a:spcAft>
              <a:buSzPts val="4800"/>
              <a:buNone/>
              <a:defRPr sz="10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grpSp>
        <p:nvGrpSpPr>
          <p:cNvPr id="143" name="Google Shape;143;p8"/>
          <p:cNvGrpSpPr/>
          <p:nvPr/>
        </p:nvGrpSpPr>
        <p:grpSpPr>
          <a:xfrm>
            <a:off x="278188" y="91500"/>
            <a:ext cx="8587625" cy="4960394"/>
            <a:chOff x="278188" y="91500"/>
            <a:chExt cx="8587625" cy="4960394"/>
          </a:xfrm>
        </p:grpSpPr>
        <p:grpSp>
          <p:nvGrpSpPr>
            <p:cNvPr id="144" name="Google Shape;144;p8"/>
            <p:cNvGrpSpPr/>
            <p:nvPr/>
          </p:nvGrpSpPr>
          <p:grpSpPr>
            <a:xfrm>
              <a:off x="278188" y="4703594"/>
              <a:ext cx="870075" cy="348300"/>
              <a:chOff x="907950" y="878175"/>
              <a:chExt cx="870075" cy="348300"/>
            </a:xfrm>
          </p:grpSpPr>
          <p:sp>
            <p:nvSpPr>
              <p:cNvPr id="145" name="Google Shape;145;p8"/>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 name="Google Shape;146;p8"/>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 name="Google Shape;147;p8"/>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 name="Google Shape;148;p8"/>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9" name="Google Shape;149;p8"/>
            <p:cNvGrpSpPr/>
            <p:nvPr/>
          </p:nvGrpSpPr>
          <p:grpSpPr>
            <a:xfrm>
              <a:off x="7995738" y="91500"/>
              <a:ext cx="870075" cy="348300"/>
              <a:chOff x="907950" y="878175"/>
              <a:chExt cx="870075" cy="348300"/>
            </a:xfrm>
          </p:grpSpPr>
          <p:sp>
            <p:nvSpPr>
              <p:cNvPr id="150" name="Google Shape;150;p8"/>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 name="Google Shape;151;p8"/>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 name="Google Shape;152;p8"/>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 name="Google Shape;153;p8"/>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54" name="Google Shape;154;p8"/>
          <p:cNvGrpSpPr/>
          <p:nvPr/>
        </p:nvGrpSpPr>
        <p:grpSpPr>
          <a:xfrm>
            <a:off x="152400" y="185988"/>
            <a:ext cx="9479575" cy="5427813"/>
            <a:chOff x="152400" y="185988"/>
            <a:chExt cx="9479575" cy="5427813"/>
          </a:xfrm>
        </p:grpSpPr>
        <p:sp>
          <p:nvSpPr>
            <p:cNvPr id="155" name="Google Shape;155;p8"/>
            <p:cNvSpPr/>
            <p:nvPr/>
          </p:nvSpPr>
          <p:spPr>
            <a:xfrm>
              <a:off x="7353300" y="4604000"/>
              <a:ext cx="1601400" cy="1009800"/>
            </a:xfrm>
            <a:prstGeom prst="rect">
              <a:avLst/>
            </a:prstGeom>
            <a:solidFill>
              <a:srgbClr val="A0A0A0">
                <a:alpha val="4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 name="Google Shape;156;p8"/>
            <p:cNvSpPr/>
            <p:nvPr/>
          </p:nvSpPr>
          <p:spPr>
            <a:xfrm>
              <a:off x="152400" y="185988"/>
              <a:ext cx="619200" cy="552600"/>
            </a:xfrm>
            <a:prstGeom prst="rect">
              <a:avLst/>
            </a:pr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 name="Google Shape;157;p8"/>
            <p:cNvSpPr/>
            <p:nvPr/>
          </p:nvSpPr>
          <p:spPr>
            <a:xfrm>
              <a:off x="8622175" y="2657475"/>
              <a:ext cx="1009800" cy="1800600"/>
            </a:xfrm>
            <a:prstGeom prst="rect">
              <a:avLst/>
            </a:pr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158" name="Google Shape;158;p8"/>
          <p:cNvCxnSpPr>
            <a:stCxn id="159" idx="4"/>
            <a:endCxn id="160" idx="0"/>
          </p:cNvCxnSpPr>
          <p:nvPr/>
        </p:nvCxnSpPr>
        <p:spPr>
          <a:xfrm rot="5400000">
            <a:off x="8181207" y="3732703"/>
            <a:ext cx="1154100" cy="120600"/>
          </a:xfrm>
          <a:prstGeom prst="bentConnector3">
            <a:avLst>
              <a:gd name="adj1" fmla="val 50001"/>
            </a:avLst>
          </a:prstGeom>
          <a:noFill/>
          <a:ln w="9525" cap="flat" cmpd="sng">
            <a:solidFill>
              <a:schemeClr val="dk1"/>
            </a:solidFill>
            <a:prstDash val="dash"/>
            <a:round/>
            <a:headEnd type="none" w="med" len="med"/>
            <a:tailEnd type="none" w="med" len="med"/>
          </a:ln>
        </p:spPr>
      </p:cxnSp>
      <p:grpSp>
        <p:nvGrpSpPr>
          <p:cNvPr id="161" name="Google Shape;161;p8"/>
          <p:cNvGrpSpPr/>
          <p:nvPr/>
        </p:nvGrpSpPr>
        <p:grpSpPr>
          <a:xfrm>
            <a:off x="-728437" y="576513"/>
            <a:ext cx="9719238" cy="4424838"/>
            <a:chOff x="-728437" y="576513"/>
            <a:chExt cx="9719238" cy="4424838"/>
          </a:xfrm>
        </p:grpSpPr>
        <p:sp>
          <p:nvSpPr>
            <p:cNvPr id="162" name="Google Shape;162;p8"/>
            <p:cNvSpPr/>
            <p:nvPr/>
          </p:nvSpPr>
          <p:spPr>
            <a:xfrm>
              <a:off x="323850" y="576513"/>
              <a:ext cx="280200" cy="316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3" name="Google Shape;163;p8"/>
            <p:cNvSpPr/>
            <p:nvPr/>
          </p:nvSpPr>
          <p:spPr>
            <a:xfrm>
              <a:off x="8524900" y="2552700"/>
              <a:ext cx="465900" cy="25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4" name="Google Shape;164;p8"/>
            <p:cNvSpPr/>
            <p:nvPr/>
          </p:nvSpPr>
          <p:spPr>
            <a:xfrm>
              <a:off x="-728437" y="2974475"/>
              <a:ext cx="1202800" cy="193125"/>
            </a:xfrm>
            <a:custGeom>
              <a:avLst/>
              <a:gdLst/>
              <a:ahLst/>
              <a:cxnLst/>
              <a:rect l="l" t="t" r="r" b="b"/>
              <a:pathLst>
                <a:path w="48112" h="7725" fill="none" extrusionOk="0">
                  <a:moveTo>
                    <a:pt x="44265" y="7725"/>
                  </a:moveTo>
                  <a:lnTo>
                    <a:pt x="3862" y="7725"/>
                  </a:lnTo>
                  <a:cubicBezTo>
                    <a:pt x="1722" y="7725"/>
                    <a:pt x="0" y="6003"/>
                    <a:pt x="0" y="3863"/>
                  </a:cubicBezTo>
                  <a:lnTo>
                    <a:pt x="0" y="3863"/>
                  </a:lnTo>
                  <a:cubicBezTo>
                    <a:pt x="0" y="1738"/>
                    <a:pt x="1722" y="1"/>
                    <a:pt x="3862" y="1"/>
                  </a:cubicBezTo>
                  <a:lnTo>
                    <a:pt x="44265" y="1"/>
                  </a:lnTo>
                  <a:cubicBezTo>
                    <a:pt x="46390" y="1"/>
                    <a:pt x="48111" y="1738"/>
                    <a:pt x="48111" y="3863"/>
                  </a:cubicBezTo>
                  <a:lnTo>
                    <a:pt x="48111" y="3863"/>
                  </a:lnTo>
                  <a:cubicBezTo>
                    <a:pt x="48111" y="6003"/>
                    <a:pt x="46390" y="7725"/>
                    <a:pt x="44265" y="7725"/>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5" name="Google Shape;165;p8"/>
            <p:cNvSpPr/>
            <p:nvPr/>
          </p:nvSpPr>
          <p:spPr>
            <a:xfrm>
              <a:off x="6882038" y="4808225"/>
              <a:ext cx="1202800" cy="193125"/>
            </a:xfrm>
            <a:custGeom>
              <a:avLst/>
              <a:gdLst/>
              <a:ahLst/>
              <a:cxnLst/>
              <a:rect l="l" t="t" r="r" b="b"/>
              <a:pathLst>
                <a:path w="48112" h="7725" fill="none" extrusionOk="0">
                  <a:moveTo>
                    <a:pt x="44265" y="7725"/>
                  </a:moveTo>
                  <a:lnTo>
                    <a:pt x="3862" y="7725"/>
                  </a:lnTo>
                  <a:cubicBezTo>
                    <a:pt x="1722" y="7725"/>
                    <a:pt x="0" y="6003"/>
                    <a:pt x="0" y="3863"/>
                  </a:cubicBezTo>
                  <a:lnTo>
                    <a:pt x="0" y="3863"/>
                  </a:lnTo>
                  <a:cubicBezTo>
                    <a:pt x="0" y="1738"/>
                    <a:pt x="1722" y="1"/>
                    <a:pt x="3862" y="1"/>
                  </a:cubicBezTo>
                  <a:lnTo>
                    <a:pt x="44265" y="1"/>
                  </a:lnTo>
                  <a:cubicBezTo>
                    <a:pt x="46390" y="1"/>
                    <a:pt x="48111" y="1738"/>
                    <a:pt x="48111" y="3863"/>
                  </a:cubicBezTo>
                  <a:lnTo>
                    <a:pt x="48111" y="3863"/>
                  </a:lnTo>
                  <a:cubicBezTo>
                    <a:pt x="48111" y="6003"/>
                    <a:pt x="46390" y="7725"/>
                    <a:pt x="44265" y="7725"/>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66" name="Google Shape;166;p8"/>
          <p:cNvGrpSpPr/>
          <p:nvPr/>
        </p:nvGrpSpPr>
        <p:grpSpPr>
          <a:xfrm>
            <a:off x="604055" y="243144"/>
            <a:ext cx="8369276" cy="4681992"/>
            <a:chOff x="604055" y="243144"/>
            <a:chExt cx="8369276" cy="4681992"/>
          </a:xfrm>
        </p:grpSpPr>
        <p:grpSp>
          <p:nvGrpSpPr>
            <p:cNvPr id="167" name="Google Shape;167;p8"/>
            <p:cNvGrpSpPr/>
            <p:nvPr/>
          </p:nvGrpSpPr>
          <p:grpSpPr>
            <a:xfrm>
              <a:off x="604055" y="243144"/>
              <a:ext cx="309551" cy="426671"/>
              <a:chOff x="4585100" y="3171825"/>
              <a:chExt cx="545945" cy="752507"/>
            </a:xfrm>
          </p:grpSpPr>
          <p:sp>
            <p:nvSpPr>
              <p:cNvPr id="168" name="Google Shape;168;p8"/>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8"/>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0" name="Google Shape;170;p8"/>
            <p:cNvGrpSpPr/>
            <p:nvPr/>
          </p:nvGrpSpPr>
          <p:grpSpPr>
            <a:xfrm>
              <a:off x="8465062" y="2974482"/>
              <a:ext cx="508268" cy="1950654"/>
              <a:chOff x="8465062" y="2974482"/>
              <a:chExt cx="508268" cy="1950654"/>
            </a:xfrm>
          </p:grpSpPr>
          <p:grpSp>
            <p:nvGrpSpPr>
              <p:cNvPr id="171" name="Google Shape;171;p8"/>
              <p:cNvGrpSpPr/>
              <p:nvPr/>
            </p:nvGrpSpPr>
            <p:grpSpPr>
              <a:xfrm>
                <a:off x="8663780" y="2974482"/>
                <a:ext cx="309551" cy="426671"/>
                <a:chOff x="4585100" y="3171825"/>
                <a:chExt cx="545945" cy="752507"/>
              </a:xfrm>
            </p:grpSpPr>
            <p:sp>
              <p:nvSpPr>
                <p:cNvPr id="172" name="Google Shape;172;p8"/>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 name="Google Shape;159;p8"/>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3" name="Google Shape;173;p8"/>
              <p:cNvGrpSpPr/>
              <p:nvPr/>
            </p:nvGrpSpPr>
            <p:grpSpPr>
              <a:xfrm>
                <a:off x="8465062" y="4282872"/>
                <a:ext cx="465964" cy="642264"/>
                <a:chOff x="4585100" y="3171825"/>
                <a:chExt cx="545945" cy="752507"/>
              </a:xfrm>
            </p:grpSpPr>
            <p:sp>
              <p:nvSpPr>
                <p:cNvPr id="174" name="Google Shape;174;p8"/>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0" name="Google Shape;160;p8"/>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75"/>
        <p:cNvGrpSpPr/>
        <p:nvPr/>
      </p:nvGrpSpPr>
      <p:grpSpPr>
        <a:xfrm>
          <a:off x="0" y="0"/>
          <a:ext cx="0" cy="0"/>
          <a:chOff x="0" y="0"/>
          <a:chExt cx="0" cy="0"/>
        </a:xfrm>
      </p:grpSpPr>
      <p:sp>
        <p:nvSpPr>
          <p:cNvPr id="176" name="Google Shape;176;p9"/>
          <p:cNvSpPr txBox="1">
            <a:spLocks noGrp="1"/>
          </p:cNvSpPr>
          <p:nvPr>
            <p:ph type="title"/>
          </p:nvPr>
        </p:nvSpPr>
        <p:spPr>
          <a:xfrm>
            <a:off x="2135550" y="1189100"/>
            <a:ext cx="4872900" cy="1964400"/>
          </a:xfrm>
          <a:prstGeom prst="rect">
            <a:avLst/>
          </a:prstGeom>
        </p:spPr>
        <p:txBody>
          <a:bodyPr spcFirstLastPara="1" wrap="square" lIns="91425" tIns="91425" rIns="91425" bIns="91425" anchor="ctr" anchorCtr="0">
            <a:noAutofit/>
          </a:bodyPr>
          <a:lstStyle>
            <a:lvl1pPr lvl="0" algn="ctr" rtl="0">
              <a:spcBef>
                <a:spcPts val="0"/>
              </a:spcBef>
              <a:spcAft>
                <a:spcPts val="0"/>
              </a:spcAft>
              <a:buSzPts val="6000"/>
              <a:buNone/>
              <a:defRPr sz="6000"/>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endParaRPr/>
          </a:p>
        </p:txBody>
      </p:sp>
      <p:sp>
        <p:nvSpPr>
          <p:cNvPr id="177" name="Google Shape;177;p9"/>
          <p:cNvSpPr txBox="1">
            <a:spLocks noGrp="1"/>
          </p:cNvSpPr>
          <p:nvPr>
            <p:ph type="subTitle" idx="1"/>
          </p:nvPr>
        </p:nvSpPr>
        <p:spPr>
          <a:xfrm>
            <a:off x="2135550" y="3153500"/>
            <a:ext cx="4872900" cy="671100"/>
          </a:xfrm>
          <a:prstGeom prst="rect">
            <a:avLst/>
          </a:prstGeom>
        </p:spPr>
        <p:txBody>
          <a:bodyPr spcFirstLastPara="1" wrap="square" lIns="91425" tIns="91425" rIns="91425" bIns="91425" anchor="t" anchorCtr="0">
            <a:noAutofit/>
          </a:bodyPr>
          <a:lstStyle>
            <a:lvl1pPr lvl="0" algn="ctr" rtl="0">
              <a:lnSpc>
                <a:spcPct val="100000"/>
              </a:lnSpc>
              <a:spcBef>
                <a:spcPts val="0"/>
              </a:spcBef>
              <a:spcAft>
                <a:spcPts val="0"/>
              </a:spcAft>
              <a:buSzPts val="1200"/>
              <a:buNone/>
              <a:defRPr sz="1600"/>
            </a:lvl1pPr>
            <a:lvl2pPr lvl="1" algn="ctr" rtl="0">
              <a:lnSpc>
                <a:spcPct val="100000"/>
              </a:lnSpc>
              <a:spcBef>
                <a:spcPts val="0"/>
              </a:spcBef>
              <a:spcAft>
                <a:spcPts val="0"/>
              </a:spcAft>
              <a:buSzPts val="1200"/>
              <a:buNone/>
              <a:defRPr/>
            </a:lvl2pPr>
            <a:lvl3pPr lvl="2" algn="ctr" rtl="0">
              <a:lnSpc>
                <a:spcPct val="100000"/>
              </a:lnSpc>
              <a:spcBef>
                <a:spcPts val="0"/>
              </a:spcBef>
              <a:spcAft>
                <a:spcPts val="0"/>
              </a:spcAft>
              <a:buSzPts val="1200"/>
              <a:buNone/>
              <a:defRPr/>
            </a:lvl3pPr>
            <a:lvl4pPr lvl="3" algn="ctr" rtl="0">
              <a:lnSpc>
                <a:spcPct val="100000"/>
              </a:lnSpc>
              <a:spcBef>
                <a:spcPts val="0"/>
              </a:spcBef>
              <a:spcAft>
                <a:spcPts val="0"/>
              </a:spcAft>
              <a:buSzPts val="1200"/>
              <a:buNone/>
              <a:defRPr/>
            </a:lvl4pPr>
            <a:lvl5pPr lvl="4" algn="ctr" rtl="0">
              <a:lnSpc>
                <a:spcPct val="100000"/>
              </a:lnSpc>
              <a:spcBef>
                <a:spcPts val="0"/>
              </a:spcBef>
              <a:spcAft>
                <a:spcPts val="0"/>
              </a:spcAft>
              <a:buSzPts val="1200"/>
              <a:buNone/>
              <a:defRPr/>
            </a:lvl5pPr>
            <a:lvl6pPr lvl="5" algn="ctr" rtl="0">
              <a:lnSpc>
                <a:spcPct val="100000"/>
              </a:lnSpc>
              <a:spcBef>
                <a:spcPts val="0"/>
              </a:spcBef>
              <a:spcAft>
                <a:spcPts val="0"/>
              </a:spcAft>
              <a:buSzPts val="1200"/>
              <a:buNone/>
              <a:defRPr/>
            </a:lvl6pPr>
            <a:lvl7pPr lvl="6" algn="ctr" rtl="0">
              <a:lnSpc>
                <a:spcPct val="100000"/>
              </a:lnSpc>
              <a:spcBef>
                <a:spcPts val="0"/>
              </a:spcBef>
              <a:spcAft>
                <a:spcPts val="0"/>
              </a:spcAft>
              <a:buSzPts val="1200"/>
              <a:buNone/>
              <a:defRPr/>
            </a:lvl7pPr>
            <a:lvl8pPr lvl="7" algn="ctr" rtl="0">
              <a:lnSpc>
                <a:spcPct val="100000"/>
              </a:lnSpc>
              <a:spcBef>
                <a:spcPts val="0"/>
              </a:spcBef>
              <a:spcAft>
                <a:spcPts val="0"/>
              </a:spcAft>
              <a:buSzPts val="1200"/>
              <a:buNone/>
              <a:defRPr/>
            </a:lvl8pPr>
            <a:lvl9pPr lvl="8" algn="ctr" rtl="0">
              <a:lnSpc>
                <a:spcPct val="100000"/>
              </a:lnSpc>
              <a:spcBef>
                <a:spcPts val="0"/>
              </a:spcBef>
              <a:spcAft>
                <a:spcPts val="0"/>
              </a:spcAft>
              <a:buSzPts val="1200"/>
              <a:buNone/>
              <a:defRPr/>
            </a:lvl9pPr>
          </a:lstStyle>
          <a:p>
            <a:endParaRPr/>
          </a:p>
        </p:txBody>
      </p:sp>
      <p:grpSp>
        <p:nvGrpSpPr>
          <p:cNvPr id="178" name="Google Shape;178;p9"/>
          <p:cNvGrpSpPr/>
          <p:nvPr/>
        </p:nvGrpSpPr>
        <p:grpSpPr>
          <a:xfrm>
            <a:off x="278188" y="91500"/>
            <a:ext cx="8587625" cy="4960394"/>
            <a:chOff x="278188" y="91500"/>
            <a:chExt cx="8587625" cy="4960394"/>
          </a:xfrm>
        </p:grpSpPr>
        <p:grpSp>
          <p:nvGrpSpPr>
            <p:cNvPr id="179" name="Google Shape;179;p9"/>
            <p:cNvGrpSpPr/>
            <p:nvPr/>
          </p:nvGrpSpPr>
          <p:grpSpPr>
            <a:xfrm>
              <a:off x="278188" y="4703594"/>
              <a:ext cx="870075" cy="348300"/>
              <a:chOff x="907950" y="878175"/>
              <a:chExt cx="870075" cy="348300"/>
            </a:xfrm>
          </p:grpSpPr>
          <p:sp>
            <p:nvSpPr>
              <p:cNvPr id="180" name="Google Shape;180;p9"/>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9"/>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9"/>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 name="Google Shape;183;p9"/>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4" name="Google Shape;184;p9"/>
            <p:cNvGrpSpPr/>
            <p:nvPr/>
          </p:nvGrpSpPr>
          <p:grpSpPr>
            <a:xfrm>
              <a:off x="7995738" y="91500"/>
              <a:ext cx="870075" cy="348300"/>
              <a:chOff x="907950" y="878175"/>
              <a:chExt cx="870075" cy="348300"/>
            </a:xfrm>
          </p:grpSpPr>
          <p:sp>
            <p:nvSpPr>
              <p:cNvPr id="185" name="Google Shape;185;p9"/>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 name="Google Shape;186;p9"/>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 name="Google Shape;187;p9"/>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 name="Google Shape;188;p9"/>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189"/>
        <p:cNvGrpSpPr/>
        <p:nvPr/>
      </p:nvGrpSpPr>
      <p:grpSpPr>
        <a:xfrm>
          <a:off x="0" y="0"/>
          <a:ext cx="0" cy="0"/>
          <a:chOff x="0" y="0"/>
          <a:chExt cx="0" cy="0"/>
        </a:xfrm>
      </p:grpSpPr>
      <p:sp>
        <p:nvSpPr>
          <p:cNvPr id="190" name="Google Shape;190;p10"/>
          <p:cNvSpPr>
            <a:spLocks noGrp="1"/>
          </p:cNvSpPr>
          <p:nvPr>
            <p:ph type="pic" idx="2"/>
          </p:nvPr>
        </p:nvSpPr>
        <p:spPr>
          <a:xfrm>
            <a:off x="0" y="0"/>
            <a:ext cx="9144000" cy="5143500"/>
          </a:xfrm>
          <a:prstGeom prst="rect">
            <a:avLst/>
          </a:prstGeom>
          <a:noFill/>
          <a:ln>
            <a:noFill/>
          </a:ln>
        </p:spPr>
      </p:sp>
      <p:sp>
        <p:nvSpPr>
          <p:cNvPr id="191" name="Google Shape;191;p10"/>
          <p:cNvSpPr txBox="1">
            <a:spLocks noGrp="1"/>
          </p:cNvSpPr>
          <p:nvPr>
            <p:ph type="title"/>
          </p:nvPr>
        </p:nvSpPr>
        <p:spPr>
          <a:xfrm>
            <a:off x="720000" y="4014450"/>
            <a:ext cx="7704000" cy="572700"/>
          </a:xfrm>
          <a:prstGeom prst="rect">
            <a:avLst/>
          </a:prstGeom>
          <a:solidFill>
            <a:schemeClr val="lt1"/>
          </a:solidFill>
        </p:spPr>
        <p:txBody>
          <a:bodyPr spcFirstLastPara="1" wrap="square" lIns="91425" tIns="91425" rIns="91425" bIns="91425" anchor="ctr" anchorCtr="0">
            <a:noAutofit/>
          </a:bodyPr>
          <a:lstStyle>
            <a:lvl1pPr lvl="0" algn="ctr" rtl="0">
              <a:spcBef>
                <a:spcPts val="0"/>
              </a:spcBef>
              <a:spcAft>
                <a:spcPts val="0"/>
              </a:spcAft>
              <a:buSzPts val="3000"/>
              <a:buNone/>
              <a:defRPr/>
            </a:lvl1pPr>
            <a:lvl2pPr lvl="1" algn="ctr" rtl="0">
              <a:spcBef>
                <a:spcPts val="0"/>
              </a:spcBef>
              <a:spcAft>
                <a:spcPts val="0"/>
              </a:spcAft>
              <a:buSzPts val="3000"/>
              <a:buNone/>
              <a:defRPr/>
            </a:lvl2pPr>
            <a:lvl3pPr lvl="2" algn="ctr" rtl="0">
              <a:spcBef>
                <a:spcPts val="0"/>
              </a:spcBef>
              <a:spcAft>
                <a:spcPts val="0"/>
              </a:spcAft>
              <a:buSzPts val="3000"/>
              <a:buNone/>
              <a:defRPr/>
            </a:lvl3pPr>
            <a:lvl4pPr lvl="3" algn="ctr" rtl="0">
              <a:spcBef>
                <a:spcPts val="0"/>
              </a:spcBef>
              <a:spcAft>
                <a:spcPts val="0"/>
              </a:spcAft>
              <a:buSzPts val="3000"/>
              <a:buNone/>
              <a:defRPr/>
            </a:lvl4pPr>
            <a:lvl5pPr lvl="4" algn="ctr" rtl="0">
              <a:spcBef>
                <a:spcPts val="0"/>
              </a:spcBef>
              <a:spcAft>
                <a:spcPts val="0"/>
              </a:spcAft>
              <a:buSzPts val="3000"/>
              <a:buNone/>
              <a:defRPr/>
            </a:lvl5pPr>
            <a:lvl6pPr lvl="5" algn="ctr" rtl="0">
              <a:spcBef>
                <a:spcPts val="0"/>
              </a:spcBef>
              <a:spcAft>
                <a:spcPts val="0"/>
              </a:spcAft>
              <a:buSzPts val="3000"/>
              <a:buNone/>
              <a:defRPr/>
            </a:lvl6pPr>
            <a:lvl7pPr lvl="6" algn="ctr" rtl="0">
              <a:spcBef>
                <a:spcPts val="0"/>
              </a:spcBef>
              <a:spcAft>
                <a:spcPts val="0"/>
              </a:spcAft>
              <a:buSzPts val="3000"/>
              <a:buNone/>
              <a:defRPr/>
            </a:lvl7pPr>
            <a:lvl8pPr lvl="7" algn="ctr" rtl="0">
              <a:spcBef>
                <a:spcPts val="0"/>
              </a:spcBef>
              <a:spcAft>
                <a:spcPts val="0"/>
              </a:spcAft>
              <a:buSzPts val="3000"/>
              <a:buNone/>
              <a:defRPr/>
            </a:lvl8pPr>
            <a:lvl9pPr lvl="8" algn="ctr" rtl="0">
              <a:spcBef>
                <a:spcPts val="0"/>
              </a:spcBef>
              <a:spcAft>
                <a:spcPts val="0"/>
              </a:spcAft>
              <a:buSzPts val="30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206"/>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07"/>
        <p:cNvGrpSpPr/>
        <p:nvPr/>
      </p:nvGrpSpPr>
      <p:grpSpPr>
        <a:xfrm>
          <a:off x="0" y="0"/>
          <a:ext cx="0" cy="0"/>
          <a:chOff x="0" y="0"/>
          <a:chExt cx="0" cy="0"/>
        </a:xfrm>
      </p:grpSpPr>
      <p:grpSp>
        <p:nvGrpSpPr>
          <p:cNvPr id="208" name="Google Shape;208;p13"/>
          <p:cNvGrpSpPr/>
          <p:nvPr/>
        </p:nvGrpSpPr>
        <p:grpSpPr>
          <a:xfrm>
            <a:off x="64125" y="140975"/>
            <a:ext cx="9567850" cy="5249675"/>
            <a:chOff x="64125" y="140975"/>
            <a:chExt cx="9567850" cy="5249675"/>
          </a:xfrm>
        </p:grpSpPr>
        <p:sp>
          <p:nvSpPr>
            <p:cNvPr id="209" name="Google Shape;209;p13"/>
            <p:cNvSpPr/>
            <p:nvPr/>
          </p:nvSpPr>
          <p:spPr>
            <a:xfrm>
              <a:off x="64125" y="140975"/>
              <a:ext cx="655879" cy="655879"/>
            </a:xfrm>
            <a:custGeom>
              <a:avLst/>
              <a:gdLst/>
              <a:ahLst/>
              <a:cxnLst/>
              <a:rect l="l" t="t" r="r" b="b"/>
              <a:pathLst>
                <a:path w="19133" h="19133" extrusionOk="0">
                  <a:moveTo>
                    <a:pt x="13965" y="0"/>
                  </a:moveTo>
                  <a:cubicBezTo>
                    <a:pt x="12167" y="3768"/>
                    <a:pt x="9825" y="7339"/>
                    <a:pt x="6711" y="10138"/>
                  </a:cubicBezTo>
                  <a:cubicBezTo>
                    <a:pt x="4713" y="11936"/>
                    <a:pt x="2442" y="13365"/>
                    <a:pt x="1" y="14407"/>
                  </a:cubicBezTo>
                  <a:lnTo>
                    <a:pt x="1" y="19133"/>
                  </a:lnTo>
                  <a:lnTo>
                    <a:pt x="19133" y="19133"/>
                  </a:lnTo>
                  <a:lnTo>
                    <a:pt x="19133" y="0"/>
                  </a:lnTo>
                  <a:close/>
                </a:path>
              </a:pathLst>
            </a:cu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0" name="Google Shape;210;p13"/>
            <p:cNvSpPr/>
            <p:nvPr/>
          </p:nvSpPr>
          <p:spPr>
            <a:xfrm>
              <a:off x="8622175" y="3227275"/>
              <a:ext cx="1009800" cy="1009800"/>
            </a:xfrm>
            <a:prstGeom prst="rect">
              <a:avLst/>
            </a:prstGeom>
            <a:solidFill>
              <a:srgbClr val="A0A0A0">
                <a:alpha val="4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1" name="Google Shape;211;p13"/>
            <p:cNvSpPr/>
            <p:nvPr/>
          </p:nvSpPr>
          <p:spPr>
            <a:xfrm>
              <a:off x="7944925" y="4380850"/>
              <a:ext cx="1009800" cy="1009800"/>
            </a:xfrm>
            <a:prstGeom prst="rect">
              <a:avLst/>
            </a:prstGeom>
            <a:solidFill>
              <a:srgbClr val="A0A0A0">
                <a:alpha val="4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12" name="Google Shape;212;p13"/>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lvl1pPr lvl="0" algn="ctr"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a:endParaRPr/>
          </a:p>
        </p:txBody>
      </p:sp>
      <p:sp>
        <p:nvSpPr>
          <p:cNvPr id="213" name="Google Shape;213;p13"/>
          <p:cNvSpPr txBox="1">
            <a:spLocks noGrp="1"/>
          </p:cNvSpPr>
          <p:nvPr>
            <p:ph type="title" idx="2" hasCustomPrompt="1"/>
          </p:nvPr>
        </p:nvSpPr>
        <p:spPr>
          <a:xfrm>
            <a:off x="713225" y="1709475"/>
            <a:ext cx="734700" cy="457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4" name="Google Shape;214;p13"/>
          <p:cNvSpPr txBox="1">
            <a:spLocks noGrp="1"/>
          </p:cNvSpPr>
          <p:nvPr>
            <p:ph type="title" idx="3" hasCustomPrompt="1"/>
          </p:nvPr>
        </p:nvSpPr>
        <p:spPr>
          <a:xfrm>
            <a:off x="4758425" y="1709475"/>
            <a:ext cx="734700" cy="457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5" name="Google Shape;215;p13"/>
          <p:cNvSpPr txBox="1">
            <a:spLocks noGrp="1"/>
          </p:cNvSpPr>
          <p:nvPr>
            <p:ph type="title" idx="4" hasCustomPrompt="1"/>
          </p:nvPr>
        </p:nvSpPr>
        <p:spPr>
          <a:xfrm>
            <a:off x="713225" y="2658868"/>
            <a:ext cx="734700" cy="457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6" name="Google Shape;216;p13"/>
          <p:cNvSpPr txBox="1">
            <a:spLocks noGrp="1"/>
          </p:cNvSpPr>
          <p:nvPr>
            <p:ph type="title" idx="5" hasCustomPrompt="1"/>
          </p:nvPr>
        </p:nvSpPr>
        <p:spPr>
          <a:xfrm>
            <a:off x="4758425" y="2658868"/>
            <a:ext cx="734700" cy="457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7" name="Google Shape;217;p13"/>
          <p:cNvSpPr txBox="1">
            <a:spLocks noGrp="1"/>
          </p:cNvSpPr>
          <p:nvPr>
            <p:ph type="title" idx="6" hasCustomPrompt="1"/>
          </p:nvPr>
        </p:nvSpPr>
        <p:spPr>
          <a:xfrm>
            <a:off x="713225" y="3608260"/>
            <a:ext cx="734700" cy="457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8" name="Google Shape;218;p13"/>
          <p:cNvSpPr txBox="1">
            <a:spLocks noGrp="1"/>
          </p:cNvSpPr>
          <p:nvPr>
            <p:ph type="title" idx="7" hasCustomPrompt="1"/>
          </p:nvPr>
        </p:nvSpPr>
        <p:spPr>
          <a:xfrm>
            <a:off x="4758425" y="3608260"/>
            <a:ext cx="734700" cy="457200"/>
          </a:xfrm>
          <a:prstGeom prst="rect">
            <a:avLst/>
          </a:prstGeom>
          <a:noFill/>
        </p:spPr>
        <p:txBody>
          <a:bodyPr spcFirstLastPara="1" wrap="square" lIns="91425" tIns="91425" rIns="91425" bIns="91425" anchor="ctr" anchorCtr="0">
            <a:noAutofit/>
          </a:bodyPr>
          <a:lstStyle>
            <a:lvl1pPr lvl="0" algn="r" rtl="0">
              <a:spcBef>
                <a:spcPts val="0"/>
              </a:spcBef>
              <a:spcAft>
                <a:spcPts val="0"/>
              </a:spcAft>
              <a:buSzPts val="3000"/>
              <a:buNone/>
              <a:defRPr sz="3000">
                <a:solidFill>
                  <a:schemeClr val="accent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19" name="Google Shape;219;p13"/>
          <p:cNvSpPr txBox="1">
            <a:spLocks noGrp="1"/>
          </p:cNvSpPr>
          <p:nvPr>
            <p:ph type="subTitle" idx="1"/>
          </p:nvPr>
        </p:nvSpPr>
        <p:spPr>
          <a:xfrm>
            <a:off x="1454700" y="1709475"/>
            <a:ext cx="29298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1800" b="1">
                <a:solidFill>
                  <a:schemeClr val="dk1"/>
                </a:solidFill>
                <a:latin typeface="Prompt"/>
                <a:ea typeface="Prompt"/>
                <a:cs typeface="Prompt"/>
                <a:sym typeface="Promp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0" name="Google Shape;220;p13"/>
          <p:cNvSpPr txBox="1">
            <a:spLocks noGrp="1"/>
          </p:cNvSpPr>
          <p:nvPr>
            <p:ph type="subTitle" idx="8"/>
          </p:nvPr>
        </p:nvSpPr>
        <p:spPr>
          <a:xfrm>
            <a:off x="1454700" y="2658868"/>
            <a:ext cx="29298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1800" b="1">
                <a:solidFill>
                  <a:schemeClr val="dk1"/>
                </a:solidFill>
                <a:latin typeface="Prompt"/>
                <a:ea typeface="Prompt"/>
                <a:cs typeface="Prompt"/>
                <a:sym typeface="Promp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1" name="Google Shape;221;p13"/>
          <p:cNvSpPr txBox="1">
            <a:spLocks noGrp="1"/>
          </p:cNvSpPr>
          <p:nvPr>
            <p:ph type="subTitle" idx="9"/>
          </p:nvPr>
        </p:nvSpPr>
        <p:spPr>
          <a:xfrm>
            <a:off x="1454700" y="3608260"/>
            <a:ext cx="29298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1800" b="1">
                <a:solidFill>
                  <a:schemeClr val="dk1"/>
                </a:solidFill>
                <a:latin typeface="Prompt"/>
                <a:ea typeface="Prompt"/>
                <a:cs typeface="Prompt"/>
                <a:sym typeface="Promp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2" name="Google Shape;222;p13"/>
          <p:cNvSpPr txBox="1">
            <a:spLocks noGrp="1"/>
          </p:cNvSpPr>
          <p:nvPr>
            <p:ph type="subTitle" idx="13"/>
          </p:nvPr>
        </p:nvSpPr>
        <p:spPr>
          <a:xfrm>
            <a:off x="5493125" y="1709475"/>
            <a:ext cx="29298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1800" b="1">
                <a:solidFill>
                  <a:schemeClr val="dk1"/>
                </a:solidFill>
                <a:latin typeface="Prompt"/>
                <a:ea typeface="Prompt"/>
                <a:cs typeface="Prompt"/>
                <a:sym typeface="Promp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3" name="Google Shape;223;p13"/>
          <p:cNvSpPr txBox="1">
            <a:spLocks noGrp="1"/>
          </p:cNvSpPr>
          <p:nvPr>
            <p:ph type="subTitle" idx="14"/>
          </p:nvPr>
        </p:nvSpPr>
        <p:spPr>
          <a:xfrm>
            <a:off x="5493125" y="2658868"/>
            <a:ext cx="29298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1800" b="1">
                <a:solidFill>
                  <a:schemeClr val="dk1"/>
                </a:solidFill>
                <a:latin typeface="Prompt"/>
                <a:ea typeface="Prompt"/>
                <a:cs typeface="Prompt"/>
                <a:sym typeface="Promp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sp>
        <p:nvSpPr>
          <p:cNvPr id="224" name="Google Shape;224;p13"/>
          <p:cNvSpPr txBox="1">
            <a:spLocks noGrp="1"/>
          </p:cNvSpPr>
          <p:nvPr>
            <p:ph type="subTitle" idx="15"/>
          </p:nvPr>
        </p:nvSpPr>
        <p:spPr>
          <a:xfrm>
            <a:off x="5493125" y="3608260"/>
            <a:ext cx="2929800" cy="457200"/>
          </a:xfrm>
          <a:prstGeom prst="rect">
            <a:avLst/>
          </a:prstGeom>
        </p:spPr>
        <p:txBody>
          <a:bodyPr spcFirstLastPara="1" wrap="square" lIns="91425" tIns="91425" rIns="91425" bIns="91425" anchor="ctr" anchorCtr="0">
            <a:noAutofit/>
          </a:bodyPr>
          <a:lstStyle>
            <a:lvl1pPr lvl="0" rtl="0">
              <a:lnSpc>
                <a:spcPct val="100000"/>
              </a:lnSpc>
              <a:spcBef>
                <a:spcPts val="0"/>
              </a:spcBef>
              <a:spcAft>
                <a:spcPts val="0"/>
              </a:spcAft>
              <a:buSzPts val="2400"/>
              <a:buFont typeface="Bebas Neue"/>
              <a:buNone/>
              <a:defRPr sz="1800" b="1">
                <a:solidFill>
                  <a:schemeClr val="dk1"/>
                </a:solidFill>
                <a:latin typeface="Prompt"/>
                <a:ea typeface="Prompt"/>
                <a:cs typeface="Prompt"/>
                <a:sym typeface="Prompt"/>
              </a:defRPr>
            </a:lvl1pPr>
            <a:lvl2pPr lvl="1" rtl="0">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a:endParaRPr/>
          </a:p>
        </p:txBody>
      </p:sp>
      <p:cxnSp>
        <p:nvCxnSpPr>
          <p:cNvPr id="225" name="Google Shape;225;p13"/>
          <p:cNvCxnSpPr>
            <a:stCxn id="226" idx="4"/>
            <a:endCxn id="227" idx="0"/>
          </p:cNvCxnSpPr>
          <p:nvPr/>
        </p:nvCxnSpPr>
        <p:spPr>
          <a:xfrm rot="5400000">
            <a:off x="8163157" y="3823903"/>
            <a:ext cx="940500" cy="405300"/>
          </a:xfrm>
          <a:prstGeom prst="bentConnector3">
            <a:avLst>
              <a:gd name="adj1" fmla="val 50002"/>
            </a:avLst>
          </a:prstGeom>
          <a:noFill/>
          <a:ln w="9525" cap="flat" cmpd="sng">
            <a:solidFill>
              <a:schemeClr val="dk1"/>
            </a:solidFill>
            <a:prstDash val="dash"/>
            <a:round/>
            <a:headEnd type="none" w="med" len="med"/>
            <a:tailEnd type="none" w="med" len="med"/>
          </a:ln>
        </p:spPr>
      </p:cxnSp>
      <p:grpSp>
        <p:nvGrpSpPr>
          <p:cNvPr id="228" name="Google Shape;228;p13"/>
          <p:cNvGrpSpPr/>
          <p:nvPr/>
        </p:nvGrpSpPr>
        <p:grpSpPr>
          <a:xfrm>
            <a:off x="262163" y="246675"/>
            <a:ext cx="8642888" cy="4754675"/>
            <a:chOff x="262163" y="246675"/>
            <a:chExt cx="8642888" cy="4754675"/>
          </a:xfrm>
        </p:grpSpPr>
        <p:sp>
          <p:nvSpPr>
            <p:cNvPr id="229" name="Google Shape;229;p13"/>
            <p:cNvSpPr/>
            <p:nvPr/>
          </p:nvSpPr>
          <p:spPr>
            <a:xfrm>
              <a:off x="8439150" y="3114675"/>
              <a:ext cx="465900" cy="25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0" name="Google Shape;230;p13"/>
            <p:cNvSpPr/>
            <p:nvPr/>
          </p:nvSpPr>
          <p:spPr>
            <a:xfrm>
              <a:off x="262163" y="246675"/>
              <a:ext cx="1202800" cy="193125"/>
            </a:xfrm>
            <a:custGeom>
              <a:avLst/>
              <a:gdLst/>
              <a:ahLst/>
              <a:cxnLst/>
              <a:rect l="l" t="t" r="r" b="b"/>
              <a:pathLst>
                <a:path w="48112" h="7725" fill="none" extrusionOk="0">
                  <a:moveTo>
                    <a:pt x="44265" y="7725"/>
                  </a:moveTo>
                  <a:lnTo>
                    <a:pt x="3862" y="7725"/>
                  </a:lnTo>
                  <a:cubicBezTo>
                    <a:pt x="1722" y="7725"/>
                    <a:pt x="0" y="6003"/>
                    <a:pt x="0" y="3863"/>
                  </a:cubicBezTo>
                  <a:lnTo>
                    <a:pt x="0" y="3863"/>
                  </a:lnTo>
                  <a:cubicBezTo>
                    <a:pt x="0" y="1738"/>
                    <a:pt x="1722" y="1"/>
                    <a:pt x="3862" y="1"/>
                  </a:cubicBezTo>
                  <a:lnTo>
                    <a:pt x="44265" y="1"/>
                  </a:lnTo>
                  <a:cubicBezTo>
                    <a:pt x="46390" y="1"/>
                    <a:pt x="48111" y="1738"/>
                    <a:pt x="48111" y="3863"/>
                  </a:cubicBezTo>
                  <a:lnTo>
                    <a:pt x="48111" y="3863"/>
                  </a:lnTo>
                  <a:cubicBezTo>
                    <a:pt x="48111" y="6003"/>
                    <a:pt x="46390" y="7725"/>
                    <a:pt x="44265" y="7725"/>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1" name="Google Shape;231;p13"/>
            <p:cNvSpPr/>
            <p:nvPr/>
          </p:nvSpPr>
          <p:spPr>
            <a:xfrm>
              <a:off x="6882038" y="4808225"/>
              <a:ext cx="1202800" cy="193125"/>
            </a:xfrm>
            <a:custGeom>
              <a:avLst/>
              <a:gdLst/>
              <a:ahLst/>
              <a:cxnLst/>
              <a:rect l="l" t="t" r="r" b="b"/>
              <a:pathLst>
                <a:path w="48112" h="7725" fill="none" extrusionOk="0">
                  <a:moveTo>
                    <a:pt x="44265" y="7725"/>
                  </a:moveTo>
                  <a:lnTo>
                    <a:pt x="3862" y="7725"/>
                  </a:lnTo>
                  <a:cubicBezTo>
                    <a:pt x="1722" y="7725"/>
                    <a:pt x="0" y="6003"/>
                    <a:pt x="0" y="3863"/>
                  </a:cubicBezTo>
                  <a:lnTo>
                    <a:pt x="0" y="3863"/>
                  </a:lnTo>
                  <a:cubicBezTo>
                    <a:pt x="0" y="1738"/>
                    <a:pt x="1722" y="1"/>
                    <a:pt x="3862" y="1"/>
                  </a:cubicBezTo>
                  <a:lnTo>
                    <a:pt x="44265" y="1"/>
                  </a:lnTo>
                  <a:cubicBezTo>
                    <a:pt x="46390" y="1"/>
                    <a:pt x="48111" y="1738"/>
                    <a:pt x="48111" y="3863"/>
                  </a:cubicBezTo>
                  <a:lnTo>
                    <a:pt x="48111" y="3863"/>
                  </a:lnTo>
                  <a:cubicBezTo>
                    <a:pt x="48111" y="6003"/>
                    <a:pt x="46390" y="7725"/>
                    <a:pt x="44265" y="7725"/>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2" name="Google Shape;232;p13"/>
          <p:cNvGrpSpPr/>
          <p:nvPr/>
        </p:nvGrpSpPr>
        <p:grpSpPr>
          <a:xfrm>
            <a:off x="278188" y="91500"/>
            <a:ext cx="8587625" cy="4960394"/>
            <a:chOff x="278188" y="91500"/>
            <a:chExt cx="8587625" cy="4960394"/>
          </a:xfrm>
        </p:grpSpPr>
        <p:grpSp>
          <p:nvGrpSpPr>
            <p:cNvPr id="233" name="Google Shape;233;p13"/>
            <p:cNvGrpSpPr/>
            <p:nvPr/>
          </p:nvGrpSpPr>
          <p:grpSpPr>
            <a:xfrm>
              <a:off x="278188" y="4703594"/>
              <a:ext cx="870075" cy="348300"/>
              <a:chOff x="907950" y="878175"/>
              <a:chExt cx="870075" cy="348300"/>
            </a:xfrm>
          </p:grpSpPr>
          <p:sp>
            <p:nvSpPr>
              <p:cNvPr id="234" name="Google Shape;234;p13"/>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5" name="Google Shape;235;p13"/>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6" name="Google Shape;236;p13"/>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7" name="Google Shape;237;p13"/>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38" name="Google Shape;238;p13"/>
            <p:cNvGrpSpPr/>
            <p:nvPr/>
          </p:nvGrpSpPr>
          <p:grpSpPr>
            <a:xfrm>
              <a:off x="7995738" y="91500"/>
              <a:ext cx="870075" cy="348300"/>
              <a:chOff x="907950" y="878175"/>
              <a:chExt cx="870075" cy="348300"/>
            </a:xfrm>
          </p:grpSpPr>
          <p:sp>
            <p:nvSpPr>
              <p:cNvPr id="239" name="Google Shape;239;p13"/>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0" name="Google Shape;240;p13"/>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1" name="Google Shape;241;p13"/>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2" name="Google Shape;242;p13"/>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243" name="Google Shape;243;p13"/>
          <p:cNvGrpSpPr/>
          <p:nvPr/>
        </p:nvGrpSpPr>
        <p:grpSpPr>
          <a:xfrm>
            <a:off x="8197800" y="3314832"/>
            <a:ext cx="793031" cy="1737067"/>
            <a:chOff x="8197800" y="3314832"/>
            <a:chExt cx="793031" cy="1737067"/>
          </a:xfrm>
        </p:grpSpPr>
        <p:grpSp>
          <p:nvGrpSpPr>
            <p:cNvPr id="244" name="Google Shape;244;p13"/>
            <p:cNvGrpSpPr/>
            <p:nvPr/>
          </p:nvGrpSpPr>
          <p:grpSpPr>
            <a:xfrm>
              <a:off x="8681280" y="3314832"/>
              <a:ext cx="309551" cy="426671"/>
              <a:chOff x="4585100" y="3171825"/>
              <a:chExt cx="545945" cy="752507"/>
            </a:xfrm>
          </p:grpSpPr>
          <p:sp>
            <p:nvSpPr>
              <p:cNvPr id="245" name="Google Shape;245;p13"/>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6" name="Google Shape;226;p13"/>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46" name="Google Shape;246;p13"/>
            <p:cNvGrpSpPr/>
            <p:nvPr/>
          </p:nvGrpSpPr>
          <p:grpSpPr>
            <a:xfrm>
              <a:off x="8197800" y="4409634"/>
              <a:ext cx="465964" cy="642264"/>
              <a:chOff x="4585100" y="3171825"/>
              <a:chExt cx="545945" cy="752507"/>
            </a:xfrm>
          </p:grpSpPr>
          <p:sp>
            <p:nvSpPr>
              <p:cNvPr id="247" name="Google Shape;247;p13"/>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7" name="Google Shape;227;p13"/>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465"/>
        <p:cNvGrpSpPr/>
        <p:nvPr/>
      </p:nvGrpSpPr>
      <p:grpSpPr>
        <a:xfrm>
          <a:off x="0" y="0"/>
          <a:ext cx="0" cy="0"/>
          <a:chOff x="0" y="0"/>
          <a:chExt cx="0" cy="0"/>
        </a:xfrm>
      </p:grpSpPr>
      <p:grpSp>
        <p:nvGrpSpPr>
          <p:cNvPr id="466" name="Google Shape;466;p23"/>
          <p:cNvGrpSpPr/>
          <p:nvPr/>
        </p:nvGrpSpPr>
        <p:grpSpPr>
          <a:xfrm>
            <a:off x="278188" y="91500"/>
            <a:ext cx="8587613" cy="4960394"/>
            <a:chOff x="278188" y="91500"/>
            <a:chExt cx="8587613" cy="4960394"/>
          </a:xfrm>
        </p:grpSpPr>
        <p:grpSp>
          <p:nvGrpSpPr>
            <p:cNvPr id="467" name="Google Shape;467;p23"/>
            <p:cNvGrpSpPr/>
            <p:nvPr/>
          </p:nvGrpSpPr>
          <p:grpSpPr>
            <a:xfrm>
              <a:off x="7995725" y="4703594"/>
              <a:ext cx="870075" cy="348300"/>
              <a:chOff x="907950" y="878175"/>
              <a:chExt cx="870075" cy="348300"/>
            </a:xfrm>
          </p:grpSpPr>
          <p:sp>
            <p:nvSpPr>
              <p:cNvPr id="468" name="Google Shape;468;p23"/>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9" name="Google Shape;469;p23"/>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0" name="Google Shape;470;p23"/>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1" name="Google Shape;471;p23"/>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72" name="Google Shape;472;p23"/>
            <p:cNvGrpSpPr/>
            <p:nvPr/>
          </p:nvGrpSpPr>
          <p:grpSpPr>
            <a:xfrm>
              <a:off x="278188" y="91500"/>
              <a:ext cx="870075" cy="348300"/>
              <a:chOff x="907950" y="878175"/>
              <a:chExt cx="870075" cy="348300"/>
            </a:xfrm>
          </p:grpSpPr>
          <p:sp>
            <p:nvSpPr>
              <p:cNvPr id="473" name="Google Shape;473;p23"/>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4" name="Google Shape;474;p23"/>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5" name="Google Shape;475;p23"/>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76" name="Google Shape;476;p23"/>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77" name="Google Shape;477;p23"/>
          <p:cNvGrpSpPr/>
          <p:nvPr/>
        </p:nvGrpSpPr>
        <p:grpSpPr>
          <a:xfrm>
            <a:off x="-302195" y="-239625"/>
            <a:ext cx="9681350" cy="5630275"/>
            <a:chOff x="-302195" y="-239625"/>
            <a:chExt cx="9681350" cy="5630275"/>
          </a:xfrm>
        </p:grpSpPr>
        <p:grpSp>
          <p:nvGrpSpPr>
            <p:cNvPr id="478" name="Google Shape;478;p23"/>
            <p:cNvGrpSpPr/>
            <p:nvPr/>
          </p:nvGrpSpPr>
          <p:grpSpPr>
            <a:xfrm flipH="1">
              <a:off x="-302195" y="3465600"/>
              <a:ext cx="1242200" cy="1925050"/>
              <a:chOff x="8654650" y="3465600"/>
              <a:chExt cx="1242200" cy="1925050"/>
            </a:xfrm>
          </p:grpSpPr>
          <p:sp>
            <p:nvSpPr>
              <p:cNvPr id="479" name="Google Shape;479;p23"/>
              <p:cNvSpPr/>
              <p:nvPr/>
            </p:nvSpPr>
            <p:spPr>
              <a:xfrm>
                <a:off x="8654650" y="3465600"/>
                <a:ext cx="771600" cy="771600"/>
              </a:xfrm>
              <a:prstGeom prst="rect">
                <a:avLst/>
              </a:pr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0" name="Google Shape;480;p23"/>
              <p:cNvSpPr/>
              <p:nvPr/>
            </p:nvSpPr>
            <p:spPr>
              <a:xfrm>
                <a:off x="8887050" y="4380850"/>
                <a:ext cx="1009800" cy="1009800"/>
              </a:xfrm>
              <a:prstGeom prst="rect">
                <a:avLst/>
              </a:prstGeom>
              <a:solidFill>
                <a:srgbClr val="A0A0A0">
                  <a:alpha val="443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81" name="Google Shape;481;p23"/>
            <p:cNvSpPr/>
            <p:nvPr/>
          </p:nvSpPr>
          <p:spPr>
            <a:xfrm flipH="1">
              <a:off x="8607555" y="-239625"/>
              <a:ext cx="771600" cy="771600"/>
            </a:xfrm>
            <a:prstGeom prst="rect">
              <a:avLst/>
            </a:pr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82" name="Google Shape;482;p23"/>
          <p:cNvGrpSpPr/>
          <p:nvPr/>
        </p:nvGrpSpPr>
        <p:grpSpPr>
          <a:xfrm>
            <a:off x="-367470" y="390525"/>
            <a:ext cx="9609700" cy="4612800"/>
            <a:chOff x="-367470" y="390525"/>
            <a:chExt cx="9609700" cy="4612800"/>
          </a:xfrm>
        </p:grpSpPr>
        <p:sp>
          <p:nvSpPr>
            <p:cNvPr id="483" name="Google Shape;483;p23"/>
            <p:cNvSpPr/>
            <p:nvPr/>
          </p:nvSpPr>
          <p:spPr>
            <a:xfrm flipH="1">
              <a:off x="-367470" y="4810125"/>
              <a:ext cx="1202700" cy="193200"/>
            </a:xfrm>
            <a:prstGeom prst="roundRect">
              <a:avLst>
                <a:gd name="adj" fmla="val 50000"/>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4" name="Google Shape;484;p23"/>
            <p:cNvSpPr/>
            <p:nvPr/>
          </p:nvSpPr>
          <p:spPr>
            <a:xfrm flipH="1">
              <a:off x="56380" y="3333750"/>
              <a:ext cx="480000" cy="242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5" name="Google Shape;485;p23"/>
            <p:cNvSpPr/>
            <p:nvPr/>
          </p:nvSpPr>
          <p:spPr>
            <a:xfrm flipH="1">
              <a:off x="8762230" y="390525"/>
              <a:ext cx="480000" cy="2424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cxnSp>
        <p:nvCxnSpPr>
          <p:cNvPr id="486" name="Google Shape;486;p23"/>
          <p:cNvCxnSpPr>
            <a:stCxn id="487" idx="4"/>
            <a:endCxn id="488" idx="0"/>
          </p:cNvCxnSpPr>
          <p:nvPr/>
        </p:nvCxnSpPr>
        <p:spPr>
          <a:xfrm rot="5400000">
            <a:off x="211473" y="3754853"/>
            <a:ext cx="1048800" cy="216900"/>
          </a:xfrm>
          <a:prstGeom prst="bentConnector3">
            <a:avLst>
              <a:gd name="adj1" fmla="val 50000"/>
            </a:avLst>
          </a:prstGeom>
          <a:noFill/>
          <a:ln w="9525" cap="flat" cmpd="sng">
            <a:solidFill>
              <a:schemeClr val="dk1"/>
            </a:solidFill>
            <a:prstDash val="dash"/>
            <a:round/>
            <a:headEnd type="none" w="med" len="med"/>
            <a:tailEnd type="none" w="med" len="med"/>
          </a:ln>
        </p:spPr>
      </p:cxnSp>
      <p:grpSp>
        <p:nvGrpSpPr>
          <p:cNvPr id="489" name="Google Shape;489;p23"/>
          <p:cNvGrpSpPr/>
          <p:nvPr/>
        </p:nvGrpSpPr>
        <p:grpSpPr>
          <a:xfrm>
            <a:off x="419755" y="30382"/>
            <a:ext cx="8361270" cy="4852287"/>
            <a:chOff x="419755" y="30382"/>
            <a:chExt cx="8361270" cy="4852287"/>
          </a:xfrm>
        </p:grpSpPr>
        <p:grpSp>
          <p:nvGrpSpPr>
            <p:cNvPr id="490" name="Google Shape;490;p23"/>
            <p:cNvGrpSpPr/>
            <p:nvPr/>
          </p:nvGrpSpPr>
          <p:grpSpPr>
            <a:xfrm flipH="1">
              <a:off x="689549" y="3097432"/>
              <a:ext cx="309551" cy="426671"/>
              <a:chOff x="4585100" y="3171825"/>
              <a:chExt cx="545945" cy="752507"/>
            </a:xfrm>
          </p:grpSpPr>
          <p:sp>
            <p:nvSpPr>
              <p:cNvPr id="491" name="Google Shape;491;p23"/>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7" name="Google Shape;487;p23"/>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 name="Google Shape;492;p23"/>
            <p:cNvGrpSpPr/>
            <p:nvPr/>
          </p:nvGrpSpPr>
          <p:grpSpPr>
            <a:xfrm flipH="1">
              <a:off x="419755" y="4309935"/>
              <a:ext cx="415464" cy="572733"/>
              <a:chOff x="4585100" y="3171825"/>
              <a:chExt cx="545945" cy="752507"/>
            </a:xfrm>
          </p:grpSpPr>
          <p:sp>
            <p:nvSpPr>
              <p:cNvPr id="493" name="Google Shape;493;p23"/>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88" name="Google Shape;488;p23"/>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 name="Google Shape;494;p23"/>
            <p:cNvGrpSpPr/>
            <p:nvPr/>
          </p:nvGrpSpPr>
          <p:grpSpPr>
            <a:xfrm flipH="1">
              <a:off x="8471474" y="30382"/>
              <a:ext cx="309551" cy="426671"/>
              <a:chOff x="4585100" y="3171825"/>
              <a:chExt cx="545945" cy="752507"/>
            </a:xfrm>
          </p:grpSpPr>
          <p:sp>
            <p:nvSpPr>
              <p:cNvPr id="495" name="Google Shape;495;p23"/>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 name="Google Shape;496;p23"/>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497"/>
        <p:cNvGrpSpPr/>
        <p:nvPr/>
      </p:nvGrpSpPr>
      <p:grpSpPr>
        <a:xfrm>
          <a:off x="0" y="0"/>
          <a:ext cx="0" cy="0"/>
          <a:chOff x="0" y="0"/>
          <a:chExt cx="0" cy="0"/>
        </a:xfrm>
      </p:grpSpPr>
      <p:grpSp>
        <p:nvGrpSpPr>
          <p:cNvPr id="498" name="Google Shape;498;p24"/>
          <p:cNvGrpSpPr/>
          <p:nvPr/>
        </p:nvGrpSpPr>
        <p:grpSpPr>
          <a:xfrm>
            <a:off x="278188" y="4702650"/>
            <a:ext cx="870075" cy="348300"/>
            <a:chOff x="907950" y="878175"/>
            <a:chExt cx="870075" cy="348300"/>
          </a:xfrm>
        </p:grpSpPr>
        <p:sp>
          <p:nvSpPr>
            <p:cNvPr id="499" name="Google Shape;499;p24"/>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0" name="Google Shape;500;p24"/>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1" name="Google Shape;501;p24"/>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2" name="Google Shape;502;p24"/>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03" name="Google Shape;503;p24"/>
          <p:cNvGrpSpPr/>
          <p:nvPr/>
        </p:nvGrpSpPr>
        <p:grpSpPr>
          <a:xfrm>
            <a:off x="-154950" y="-446825"/>
            <a:ext cx="10292800" cy="4866950"/>
            <a:chOff x="-154950" y="-446825"/>
            <a:chExt cx="10292800" cy="4866950"/>
          </a:xfrm>
        </p:grpSpPr>
        <p:sp>
          <p:nvSpPr>
            <p:cNvPr id="504" name="Google Shape;504;p24"/>
            <p:cNvSpPr/>
            <p:nvPr/>
          </p:nvSpPr>
          <p:spPr>
            <a:xfrm>
              <a:off x="8536450" y="-446825"/>
              <a:ext cx="1009800" cy="1800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500"/>
            </a:p>
          </p:txBody>
        </p:sp>
        <p:sp>
          <p:nvSpPr>
            <p:cNvPr id="505" name="Google Shape;505;p24"/>
            <p:cNvSpPr/>
            <p:nvPr/>
          </p:nvSpPr>
          <p:spPr>
            <a:xfrm>
              <a:off x="-154950" y="169100"/>
              <a:ext cx="655879" cy="655879"/>
            </a:xfrm>
            <a:custGeom>
              <a:avLst/>
              <a:gdLst/>
              <a:ahLst/>
              <a:cxnLst/>
              <a:rect l="l" t="t" r="r" b="b"/>
              <a:pathLst>
                <a:path w="19133" h="19133" extrusionOk="0">
                  <a:moveTo>
                    <a:pt x="13965" y="0"/>
                  </a:moveTo>
                  <a:cubicBezTo>
                    <a:pt x="12167" y="3768"/>
                    <a:pt x="9825" y="7339"/>
                    <a:pt x="6711" y="10138"/>
                  </a:cubicBezTo>
                  <a:cubicBezTo>
                    <a:pt x="4713" y="11936"/>
                    <a:pt x="2442" y="13365"/>
                    <a:pt x="1" y="14407"/>
                  </a:cubicBezTo>
                  <a:lnTo>
                    <a:pt x="1" y="19133"/>
                  </a:lnTo>
                  <a:lnTo>
                    <a:pt x="19133" y="19133"/>
                  </a:lnTo>
                  <a:lnTo>
                    <a:pt x="19133" y="0"/>
                  </a:lnTo>
                  <a:close/>
                </a:path>
              </a:pathLst>
            </a:cu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500"/>
            </a:p>
          </p:txBody>
        </p:sp>
        <p:sp>
          <p:nvSpPr>
            <p:cNvPr id="506" name="Google Shape;506;p24"/>
            <p:cNvSpPr/>
            <p:nvPr/>
          </p:nvSpPr>
          <p:spPr>
            <a:xfrm>
              <a:off x="8536450" y="1477225"/>
              <a:ext cx="1009800" cy="1800600"/>
            </a:xfrm>
            <a:prstGeom prst="rect">
              <a:avLst/>
            </a:prstGeom>
            <a:solidFill>
              <a:srgbClr val="A0A0A0">
                <a:alpha val="639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500"/>
            </a:p>
          </p:txBody>
        </p:sp>
        <p:sp>
          <p:nvSpPr>
            <p:cNvPr id="507" name="Google Shape;507;p24"/>
            <p:cNvSpPr/>
            <p:nvPr/>
          </p:nvSpPr>
          <p:spPr>
            <a:xfrm>
              <a:off x="8536450" y="3410325"/>
              <a:ext cx="1601400" cy="1009800"/>
            </a:xfrm>
            <a:prstGeom prst="rect">
              <a:avLst/>
            </a:pr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sz="1500"/>
            </a:p>
          </p:txBody>
        </p:sp>
      </p:grpSp>
      <p:cxnSp>
        <p:nvCxnSpPr>
          <p:cNvPr id="508" name="Google Shape;508;p24"/>
          <p:cNvCxnSpPr>
            <a:stCxn id="509" idx="4"/>
            <a:endCxn id="510" idx="0"/>
          </p:cNvCxnSpPr>
          <p:nvPr/>
        </p:nvCxnSpPr>
        <p:spPr>
          <a:xfrm rot="5400000">
            <a:off x="8252607" y="1760378"/>
            <a:ext cx="1154100" cy="120600"/>
          </a:xfrm>
          <a:prstGeom prst="bentConnector3">
            <a:avLst>
              <a:gd name="adj1" fmla="val 50001"/>
            </a:avLst>
          </a:prstGeom>
          <a:noFill/>
          <a:ln w="9525" cap="flat" cmpd="sng">
            <a:solidFill>
              <a:schemeClr val="dk1"/>
            </a:solidFill>
            <a:prstDash val="dash"/>
            <a:round/>
            <a:headEnd type="none" w="med" len="med"/>
            <a:tailEnd type="none" w="med" len="med"/>
          </a:ln>
        </p:spPr>
      </p:cxnSp>
      <p:grpSp>
        <p:nvGrpSpPr>
          <p:cNvPr id="511" name="Google Shape;511;p24"/>
          <p:cNvGrpSpPr/>
          <p:nvPr/>
        </p:nvGrpSpPr>
        <p:grpSpPr>
          <a:xfrm>
            <a:off x="8536462" y="1002157"/>
            <a:ext cx="508268" cy="1950654"/>
            <a:chOff x="8465062" y="2974482"/>
            <a:chExt cx="508268" cy="1950654"/>
          </a:xfrm>
        </p:grpSpPr>
        <p:grpSp>
          <p:nvGrpSpPr>
            <p:cNvPr id="512" name="Google Shape;512;p24"/>
            <p:cNvGrpSpPr/>
            <p:nvPr/>
          </p:nvGrpSpPr>
          <p:grpSpPr>
            <a:xfrm>
              <a:off x="8663780" y="2974482"/>
              <a:ext cx="309551" cy="426671"/>
              <a:chOff x="4585100" y="3171825"/>
              <a:chExt cx="545945" cy="752507"/>
            </a:xfrm>
          </p:grpSpPr>
          <p:sp>
            <p:nvSpPr>
              <p:cNvPr id="513" name="Google Shape;513;p24"/>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9" name="Google Shape;509;p24"/>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14" name="Google Shape;514;p24"/>
            <p:cNvGrpSpPr/>
            <p:nvPr/>
          </p:nvGrpSpPr>
          <p:grpSpPr>
            <a:xfrm>
              <a:off x="8465062" y="4282872"/>
              <a:ext cx="465964" cy="642264"/>
              <a:chOff x="4585100" y="3171825"/>
              <a:chExt cx="545945" cy="752507"/>
            </a:xfrm>
          </p:grpSpPr>
          <p:sp>
            <p:nvSpPr>
              <p:cNvPr id="515" name="Google Shape;515;p24"/>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0" name="Google Shape;510;p24"/>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16" name="Google Shape;516;p24"/>
          <p:cNvGrpSpPr/>
          <p:nvPr/>
        </p:nvGrpSpPr>
        <p:grpSpPr>
          <a:xfrm>
            <a:off x="369988" y="162725"/>
            <a:ext cx="8904313" cy="4838625"/>
            <a:chOff x="369988" y="162725"/>
            <a:chExt cx="8904313" cy="4838625"/>
          </a:xfrm>
        </p:grpSpPr>
        <p:sp>
          <p:nvSpPr>
            <p:cNvPr id="517" name="Google Shape;517;p24"/>
            <p:cNvSpPr/>
            <p:nvPr/>
          </p:nvSpPr>
          <p:spPr>
            <a:xfrm>
              <a:off x="8808400" y="4744250"/>
              <a:ext cx="465900" cy="25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8" name="Google Shape;518;p24"/>
            <p:cNvSpPr/>
            <p:nvPr/>
          </p:nvSpPr>
          <p:spPr>
            <a:xfrm>
              <a:off x="369988" y="261388"/>
              <a:ext cx="1202800" cy="193125"/>
            </a:xfrm>
            <a:custGeom>
              <a:avLst/>
              <a:gdLst/>
              <a:ahLst/>
              <a:cxnLst/>
              <a:rect l="l" t="t" r="r" b="b"/>
              <a:pathLst>
                <a:path w="48112" h="7725" fill="none" extrusionOk="0">
                  <a:moveTo>
                    <a:pt x="44265" y="7725"/>
                  </a:moveTo>
                  <a:lnTo>
                    <a:pt x="3862" y="7725"/>
                  </a:lnTo>
                  <a:cubicBezTo>
                    <a:pt x="1722" y="7725"/>
                    <a:pt x="0" y="6003"/>
                    <a:pt x="0" y="3863"/>
                  </a:cubicBezTo>
                  <a:lnTo>
                    <a:pt x="0" y="3863"/>
                  </a:lnTo>
                  <a:cubicBezTo>
                    <a:pt x="0" y="1738"/>
                    <a:pt x="1722" y="1"/>
                    <a:pt x="3862" y="1"/>
                  </a:cubicBezTo>
                  <a:lnTo>
                    <a:pt x="44265" y="1"/>
                  </a:lnTo>
                  <a:cubicBezTo>
                    <a:pt x="46390" y="1"/>
                    <a:pt x="48111" y="1738"/>
                    <a:pt x="48111" y="3863"/>
                  </a:cubicBezTo>
                  <a:lnTo>
                    <a:pt x="48111" y="3863"/>
                  </a:lnTo>
                  <a:cubicBezTo>
                    <a:pt x="48111" y="6003"/>
                    <a:pt x="46390" y="7725"/>
                    <a:pt x="44265" y="7725"/>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9" name="Google Shape;519;p24"/>
            <p:cNvSpPr/>
            <p:nvPr/>
          </p:nvSpPr>
          <p:spPr>
            <a:xfrm>
              <a:off x="7731113" y="3818650"/>
              <a:ext cx="1202800" cy="193125"/>
            </a:xfrm>
            <a:custGeom>
              <a:avLst/>
              <a:gdLst/>
              <a:ahLst/>
              <a:cxnLst/>
              <a:rect l="l" t="t" r="r" b="b"/>
              <a:pathLst>
                <a:path w="48112" h="7725" fill="none" extrusionOk="0">
                  <a:moveTo>
                    <a:pt x="44265" y="7725"/>
                  </a:moveTo>
                  <a:lnTo>
                    <a:pt x="3862" y="7725"/>
                  </a:lnTo>
                  <a:cubicBezTo>
                    <a:pt x="1722" y="7725"/>
                    <a:pt x="0" y="6003"/>
                    <a:pt x="0" y="3863"/>
                  </a:cubicBezTo>
                  <a:lnTo>
                    <a:pt x="0" y="3863"/>
                  </a:lnTo>
                  <a:cubicBezTo>
                    <a:pt x="0" y="1738"/>
                    <a:pt x="1722" y="1"/>
                    <a:pt x="3862" y="1"/>
                  </a:cubicBezTo>
                  <a:lnTo>
                    <a:pt x="44265" y="1"/>
                  </a:lnTo>
                  <a:cubicBezTo>
                    <a:pt x="46390" y="1"/>
                    <a:pt x="48111" y="1738"/>
                    <a:pt x="48111" y="3863"/>
                  </a:cubicBezTo>
                  <a:lnTo>
                    <a:pt x="48111" y="3863"/>
                  </a:lnTo>
                  <a:cubicBezTo>
                    <a:pt x="48111" y="6003"/>
                    <a:pt x="46390" y="7725"/>
                    <a:pt x="44265" y="7725"/>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0" name="Google Shape;520;p24"/>
            <p:cNvSpPr/>
            <p:nvPr/>
          </p:nvSpPr>
          <p:spPr>
            <a:xfrm>
              <a:off x="8303575" y="162725"/>
              <a:ext cx="465900" cy="2571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25" y="539500"/>
            <a:ext cx="7717500" cy="572700"/>
          </a:xfrm>
          <a:prstGeom prst="rect">
            <a:avLst/>
          </a:prstGeom>
          <a:noFill/>
          <a:ln>
            <a:noFill/>
          </a:ln>
        </p:spPr>
        <p:txBody>
          <a:bodyPr spcFirstLastPara="1" wrap="square" lIns="91425" tIns="91425" rIns="91425" bIns="91425" anchor="t" anchorCtr="0">
            <a:noAutofit/>
          </a:bodyPr>
          <a:lstStyle>
            <a:lvl1pPr lvl="0" rtl="0">
              <a:spcBef>
                <a:spcPts val="0"/>
              </a:spcBef>
              <a:spcAft>
                <a:spcPts val="0"/>
              </a:spcAft>
              <a:buClr>
                <a:schemeClr val="dk1"/>
              </a:buClr>
              <a:buSzPts val="3000"/>
              <a:buFont typeface="Prompt"/>
              <a:buNone/>
              <a:defRPr sz="3000" b="1">
                <a:solidFill>
                  <a:schemeClr val="dk1"/>
                </a:solidFill>
                <a:latin typeface="Prompt"/>
                <a:ea typeface="Prompt"/>
                <a:cs typeface="Prompt"/>
                <a:sym typeface="Prompt"/>
              </a:defRPr>
            </a:lvl1pPr>
            <a:lvl2pPr lvl="1"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2pPr>
            <a:lvl3pPr lvl="2"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3pPr>
            <a:lvl4pPr lvl="3"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4pPr>
            <a:lvl5pPr lvl="4"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5pPr>
            <a:lvl6pPr lvl="5"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6pPr>
            <a:lvl7pPr lvl="6"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7pPr>
            <a:lvl8pPr lvl="7"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8pPr>
            <a:lvl9pPr lvl="8" rtl="0">
              <a:spcBef>
                <a:spcPts val="0"/>
              </a:spcBef>
              <a:spcAft>
                <a:spcPts val="0"/>
              </a:spcAft>
              <a:buClr>
                <a:schemeClr val="dk1"/>
              </a:buClr>
              <a:buSzPts val="3000"/>
              <a:buFont typeface="Raleway"/>
              <a:buNone/>
              <a:defRPr sz="3000" b="1">
                <a:solidFill>
                  <a:schemeClr val="dk1"/>
                </a:solidFill>
                <a:latin typeface="Raleway"/>
                <a:ea typeface="Raleway"/>
                <a:cs typeface="Raleway"/>
                <a:sym typeface="Raleway"/>
              </a:defRPr>
            </a:lvl9pPr>
          </a:lstStyle>
          <a:p>
            <a:endParaRPr/>
          </a:p>
        </p:txBody>
      </p:sp>
      <p:sp>
        <p:nvSpPr>
          <p:cNvPr id="7" name="Google Shape;7;p1"/>
          <p:cNvSpPr txBox="1">
            <a:spLocks noGrp="1"/>
          </p:cNvSpPr>
          <p:nvPr>
            <p:ph type="body" idx="1"/>
          </p:nvPr>
        </p:nvSpPr>
        <p:spPr>
          <a:xfrm>
            <a:off x="713225" y="1152475"/>
            <a:ext cx="7717500" cy="3416400"/>
          </a:xfrm>
          <a:prstGeom prst="rect">
            <a:avLst/>
          </a:prstGeom>
          <a:noFill/>
          <a:ln>
            <a:noFill/>
          </a:ln>
        </p:spPr>
        <p:txBody>
          <a:bodyPr spcFirstLastPara="1" wrap="square" lIns="91425" tIns="91425" rIns="91425" bIns="91425" anchor="t" anchorCtr="0">
            <a:noAutofit/>
          </a:bodyPr>
          <a:lstStyle>
            <a:lvl1pPr marL="457200" lvl="0" indent="-304800">
              <a:lnSpc>
                <a:spcPct val="100000"/>
              </a:lnSpc>
              <a:spcBef>
                <a:spcPts val="0"/>
              </a:spcBef>
              <a:spcAft>
                <a:spcPts val="0"/>
              </a:spcAft>
              <a:buClr>
                <a:schemeClr val="accent1"/>
              </a:buClr>
              <a:buSzPts val="1200"/>
              <a:buFont typeface="Figtree"/>
              <a:buChar char="●"/>
              <a:defRPr sz="1200">
                <a:solidFill>
                  <a:schemeClr val="dk1"/>
                </a:solidFill>
                <a:latin typeface="Figtree"/>
                <a:ea typeface="Figtree"/>
                <a:cs typeface="Figtree"/>
                <a:sym typeface="Figtree"/>
              </a:defRPr>
            </a:lvl1pPr>
            <a:lvl2pPr marL="914400" lvl="1"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2pPr>
            <a:lvl3pPr marL="1371600" lvl="2"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3pPr>
            <a:lvl4pPr marL="1828800" lvl="3"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4pPr>
            <a:lvl5pPr marL="2286000" lvl="4"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5pPr>
            <a:lvl6pPr marL="2743200" lvl="5"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6pPr>
            <a:lvl7pPr marL="3200400" lvl="6"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7pPr>
            <a:lvl8pPr marL="3657600" lvl="7"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8pPr>
            <a:lvl9pPr marL="4114800" lvl="8" indent="-304800">
              <a:lnSpc>
                <a:spcPct val="100000"/>
              </a:lnSpc>
              <a:spcBef>
                <a:spcPts val="0"/>
              </a:spcBef>
              <a:spcAft>
                <a:spcPts val="0"/>
              </a:spcAft>
              <a:buClr>
                <a:schemeClr val="dk1"/>
              </a:buClr>
              <a:buSzPts val="1200"/>
              <a:buFont typeface="Figtree"/>
              <a:buChar char="■"/>
              <a:defRPr sz="1200">
                <a:solidFill>
                  <a:schemeClr val="dk1"/>
                </a:solidFill>
                <a:latin typeface="Figtree"/>
                <a:ea typeface="Figtree"/>
                <a:cs typeface="Figtree"/>
                <a:sym typeface="Figtre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3" r:id="rId2"/>
    <p:sldLayoutId id="2147483654" r:id="rId3"/>
    <p:sldLayoutId id="2147483655" r:id="rId4"/>
    <p:sldLayoutId id="2147483656" r:id="rId5"/>
    <p:sldLayoutId id="2147483658" r:id="rId6"/>
    <p:sldLayoutId id="2147483659" r:id="rId7"/>
    <p:sldLayoutId id="2147483669" r:id="rId8"/>
    <p:sldLayoutId id="2147483670" r:id="rId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5" Type="http://schemas.openxmlformats.org/officeDocument/2006/relationships/image" Target="../media/image7.jpeg"/><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0"/>
        <p:cNvGrpSpPr/>
        <p:nvPr/>
      </p:nvGrpSpPr>
      <p:grpSpPr>
        <a:xfrm>
          <a:off x="0" y="0"/>
          <a:ext cx="0" cy="0"/>
          <a:chOff x="0" y="0"/>
          <a:chExt cx="0" cy="0"/>
        </a:xfrm>
      </p:grpSpPr>
      <p:sp>
        <p:nvSpPr>
          <p:cNvPr id="531" name="Google Shape;531;p28"/>
          <p:cNvSpPr txBox="1">
            <a:spLocks noGrp="1"/>
          </p:cNvSpPr>
          <p:nvPr>
            <p:ph type="ctrTitle"/>
          </p:nvPr>
        </p:nvSpPr>
        <p:spPr>
          <a:xfrm>
            <a:off x="481902" y="1472800"/>
            <a:ext cx="6462375" cy="15150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US" dirty="0"/>
              <a:t>Augmented Horizons: </a:t>
            </a:r>
            <a:r>
              <a:rPr lang="en-US" dirty="0">
                <a:solidFill>
                  <a:schemeClr val="accent1"/>
                </a:solidFill>
              </a:rPr>
              <a:t>Exploring New Realities in Education</a:t>
            </a:r>
            <a:endParaRPr lang="en-IN" dirty="0">
              <a:solidFill>
                <a:schemeClr val="accent1"/>
              </a:solidFill>
            </a:endParaRPr>
          </a:p>
        </p:txBody>
      </p:sp>
      <p:cxnSp>
        <p:nvCxnSpPr>
          <p:cNvPr id="533" name="Google Shape;533;p28"/>
          <p:cNvCxnSpPr/>
          <p:nvPr/>
        </p:nvCxnSpPr>
        <p:spPr>
          <a:xfrm>
            <a:off x="803937" y="3270158"/>
            <a:ext cx="5209800" cy="0"/>
          </a:xfrm>
          <a:prstGeom prst="straightConnector1">
            <a:avLst/>
          </a:prstGeom>
          <a:noFill/>
          <a:ln w="9525" cap="flat" cmpd="sng">
            <a:solidFill>
              <a:schemeClr val="dk1"/>
            </a:solidFill>
            <a:prstDash val="solid"/>
            <a:round/>
            <a:headEnd type="none" w="med" len="med"/>
            <a:tailEnd type="none" w="med" len="med"/>
          </a:ln>
        </p:spPr>
      </p:cxnSp>
      <p:grpSp>
        <p:nvGrpSpPr>
          <p:cNvPr id="534" name="Google Shape;534;p28"/>
          <p:cNvGrpSpPr/>
          <p:nvPr/>
        </p:nvGrpSpPr>
        <p:grpSpPr>
          <a:xfrm>
            <a:off x="6305525" y="271450"/>
            <a:ext cx="2769136" cy="4595825"/>
            <a:chOff x="6305525" y="271450"/>
            <a:chExt cx="2769136" cy="4595825"/>
          </a:xfrm>
        </p:grpSpPr>
        <p:sp>
          <p:nvSpPr>
            <p:cNvPr id="535" name="Google Shape;535;p28"/>
            <p:cNvSpPr/>
            <p:nvPr/>
          </p:nvSpPr>
          <p:spPr>
            <a:xfrm>
              <a:off x="8233101" y="1022900"/>
              <a:ext cx="655904" cy="2021500"/>
            </a:xfrm>
            <a:custGeom>
              <a:avLst/>
              <a:gdLst/>
              <a:ahLst/>
              <a:cxnLst/>
              <a:rect l="l" t="t" r="r" b="b"/>
              <a:pathLst>
                <a:path w="25943" h="80586" extrusionOk="0">
                  <a:moveTo>
                    <a:pt x="292" y="0"/>
                  </a:moveTo>
                  <a:lnTo>
                    <a:pt x="25943" y="0"/>
                  </a:lnTo>
                  <a:lnTo>
                    <a:pt x="25943" y="54643"/>
                  </a:lnTo>
                  <a:lnTo>
                    <a:pt x="2005" y="78581"/>
                  </a:lnTo>
                  <a:lnTo>
                    <a:pt x="0" y="80586"/>
                  </a:lnTo>
                  <a:close/>
                </a:path>
              </a:pathLst>
            </a:custGeom>
            <a:solidFill>
              <a:srgbClr val="A0A0A0">
                <a:alpha val="63919"/>
              </a:srgbClr>
            </a:solidFill>
            <a:ln>
              <a:noFill/>
            </a:ln>
          </p:spPr>
          <p:txBody>
            <a:bodyPr/>
            <a:lstStyle/>
            <a:p>
              <a:endParaRPr lang="en-IN"/>
            </a:p>
          </p:txBody>
        </p:sp>
        <p:sp>
          <p:nvSpPr>
            <p:cNvPr id="536" name="Google Shape;536;p28"/>
            <p:cNvSpPr/>
            <p:nvPr/>
          </p:nvSpPr>
          <p:spPr>
            <a:xfrm>
              <a:off x="7482525" y="271450"/>
              <a:ext cx="655879" cy="655879"/>
            </a:xfrm>
            <a:custGeom>
              <a:avLst/>
              <a:gdLst/>
              <a:ahLst/>
              <a:cxnLst/>
              <a:rect l="l" t="t" r="r" b="b"/>
              <a:pathLst>
                <a:path w="19133" h="19133" extrusionOk="0">
                  <a:moveTo>
                    <a:pt x="13965" y="0"/>
                  </a:moveTo>
                  <a:cubicBezTo>
                    <a:pt x="12167" y="3768"/>
                    <a:pt x="9825" y="7339"/>
                    <a:pt x="6711" y="10138"/>
                  </a:cubicBezTo>
                  <a:cubicBezTo>
                    <a:pt x="4713" y="11936"/>
                    <a:pt x="2442" y="13365"/>
                    <a:pt x="1" y="14407"/>
                  </a:cubicBezTo>
                  <a:lnTo>
                    <a:pt x="1" y="19133"/>
                  </a:lnTo>
                  <a:lnTo>
                    <a:pt x="19133" y="19133"/>
                  </a:lnTo>
                  <a:lnTo>
                    <a:pt x="19133" y="0"/>
                  </a:ln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 name="Google Shape;537;p28"/>
            <p:cNvSpPr/>
            <p:nvPr/>
          </p:nvSpPr>
          <p:spPr>
            <a:xfrm>
              <a:off x="7543800" y="1019175"/>
              <a:ext cx="582000" cy="9873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8" name="Google Shape;538;p28"/>
            <p:cNvSpPr/>
            <p:nvPr/>
          </p:nvSpPr>
          <p:spPr>
            <a:xfrm>
              <a:off x="7077075" y="3609975"/>
              <a:ext cx="870000" cy="1257300"/>
            </a:xfrm>
            <a:prstGeom prst="rect">
              <a:avLst/>
            </a:pr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9" name="Google Shape;539;p28"/>
            <p:cNvSpPr/>
            <p:nvPr/>
          </p:nvSpPr>
          <p:spPr>
            <a:xfrm>
              <a:off x="7067550" y="2143125"/>
              <a:ext cx="1058400" cy="1397700"/>
            </a:xfrm>
            <a:prstGeom prst="rect">
              <a:avLst/>
            </a:prstGeom>
            <a:solidFill>
              <a:srgbClr val="A0A0A0">
                <a:alpha val="63919"/>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0" name="Google Shape;540;p28"/>
            <p:cNvSpPr/>
            <p:nvPr/>
          </p:nvSpPr>
          <p:spPr>
            <a:xfrm>
              <a:off x="8077200" y="3175475"/>
              <a:ext cx="809700" cy="1162200"/>
            </a:xfrm>
            <a:prstGeom prst="rect">
              <a:avLst/>
            </a:pr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1" name="Google Shape;541;p28"/>
            <p:cNvSpPr/>
            <p:nvPr/>
          </p:nvSpPr>
          <p:spPr>
            <a:xfrm>
              <a:off x="8594625" y="479024"/>
              <a:ext cx="480036" cy="242207"/>
            </a:xfrm>
            <a:custGeom>
              <a:avLst/>
              <a:gdLst/>
              <a:ahLst/>
              <a:cxnLst/>
              <a:rect l="l" t="t" r="r" b="b"/>
              <a:pathLst>
                <a:path w="14152" h="7140" fill="none" extrusionOk="0">
                  <a:moveTo>
                    <a:pt x="0" y="0"/>
                  </a:moveTo>
                  <a:lnTo>
                    <a:pt x="14151" y="0"/>
                  </a:lnTo>
                  <a:lnTo>
                    <a:pt x="14151" y="7140"/>
                  </a:lnTo>
                  <a:lnTo>
                    <a:pt x="0" y="7140"/>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2" name="Google Shape;542;p28"/>
            <p:cNvSpPr/>
            <p:nvPr/>
          </p:nvSpPr>
          <p:spPr>
            <a:xfrm>
              <a:off x="8239125" y="276225"/>
              <a:ext cx="649500" cy="649500"/>
            </a:xfrm>
            <a:prstGeom prst="rect">
              <a:avLst/>
            </a:prstGeom>
            <a:solidFill>
              <a:srgbClr val="A0A0A0">
                <a:alpha val="297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3" name="Google Shape;543;p28"/>
            <p:cNvSpPr/>
            <p:nvPr/>
          </p:nvSpPr>
          <p:spPr>
            <a:xfrm>
              <a:off x="6495325" y="1517338"/>
              <a:ext cx="1203653" cy="193128"/>
            </a:xfrm>
            <a:custGeom>
              <a:avLst/>
              <a:gdLst/>
              <a:ahLst/>
              <a:cxnLst/>
              <a:rect l="l" t="t" r="r" b="b"/>
              <a:pathLst>
                <a:path w="35425" h="5684" fill="none" extrusionOk="0">
                  <a:moveTo>
                    <a:pt x="32583" y="5683"/>
                  </a:moveTo>
                  <a:lnTo>
                    <a:pt x="2841" y="5683"/>
                  </a:lnTo>
                  <a:cubicBezTo>
                    <a:pt x="1271" y="5683"/>
                    <a:pt x="0" y="4413"/>
                    <a:pt x="0" y="2841"/>
                  </a:cubicBezTo>
                  <a:lnTo>
                    <a:pt x="0" y="2841"/>
                  </a:lnTo>
                  <a:cubicBezTo>
                    <a:pt x="0" y="1271"/>
                    <a:pt x="1271" y="1"/>
                    <a:pt x="2841" y="1"/>
                  </a:cubicBezTo>
                  <a:lnTo>
                    <a:pt x="32583" y="1"/>
                  </a:lnTo>
                  <a:cubicBezTo>
                    <a:pt x="34154" y="1"/>
                    <a:pt x="35425" y="1271"/>
                    <a:pt x="35425" y="2841"/>
                  </a:cubicBezTo>
                  <a:lnTo>
                    <a:pt x="35425" y="2841"/>
                  </a:lnTo>
                  <a:cubicBezTo>
                    <a:pt x="35425" y="4413"/>
                    <a:pt x="34154" y="5683"/>
                    <a:pt x="32583" y="5683"/>
                  </a:cubicBez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4" name="Google Shape;544;p28"/>
            <p:cNvSpPr/>
            <p:nvPr/>
          </p:nvSpPr>
          <p:spPr>
            <a:xfrm>
              <a:off x="6496350" y="3670700"/>
              <a:ext cx="832861" cy="1038395"/>
            </a:xfrm>
            <a:custGeom>
              <a:avLst/>
              <a:gdLst/>
              <a:ahLst/>
              <a:cxnLst/>
              <a:rect l="l" t="t" r="r" b="b"/>
              <a:pathLst>
                <a:path w="24532" h="30586" fill="none" extrusionOk="0">
                  <a:moveTo>
                    <a:pt x="16578" y="1"/>
                  </a:moveTo>
                  <a:cubicBezTo>
                    <a:pt x="16578" y="1"/>
                    <a:pt x="13336" y="15765"/>
                    <a:pt x="1" y="15365"/>
                  </a:cubicBezTo>
                  <a:lnTo>
                    <a:pt x="1" y="30585"/>
                  </a:lnTo>
                  <a:lnTo>
                    <a:pt x="24260" y="30585"/>
                  </a:lnTo>
                  <a:lnTo>
                    <a:pt x="24532" y="1"/>
                  </a:lnTo>
                  <a:close/>
                </a:path>
              </a:pathLst>
            </a:custGeom>
            <a:noFill/>
            <a:ln w="9525" cap="rnd"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545" name="Google Shape;545;p28"/>
            <p:cNvCxnSpPr>
              <a:stCxn id="546" idx="6"/>
              <a:endCxn id="547" idx="2"/>
            </p:cNvCxnSpPr>
            <p:nvPr/>
          </p:nvCxnSpPr>
          <p:spPr>
            <a:xfrm>
              <a:off x="7748456" y="807724"/>
              <a:ext cx="872100" cy="938100"/>
            </a:xfrm>
            <a:prstGeom prst="bentConnector3">
              <a:avLst>
                <a:gd name="adj1" fmla="val 49995"/>
              </a:avLst>
            </a:prstGeom>
            <a:noFill/>
            <a:ln w="9525" cap="flat" cmpd="sng">
              <a:solidFill>
                <a:schemeClr val="dk1"/>
              </a:solidFill>
              <a:prstDash val="dash"/>
              <a:round/>
              <a:headEnd type="none" w="med" len="med"/>
              <a:tailEnd type="none" w="med" len="med"/>
            </a:ln>
          </p:spPr>
        </p:cxnSp>
        <p:cxnSp>
          <p:nvCxnSpPr>
            <p:cNvPr id="548" name="Google Shape;548;p28"/>
            <p:cNvCxnSpPr>
              <a:stCxn id="547" idx="4"/>
              <a:endCxn id="549" idx="0"/>
            </p:cNvCxnSpPr>
            <p:nvPr/>
          </p:nvCxnSpPr>
          <p:spPr>
            <a:xfrm rot="5400000">
              <a:off x="7646332" y="2207378"/>
              <a:ext cx="1435800" cy="696000"/>
            </a:xfrm>
            <a:prstGeom prst="bentConnector3">
              <a:avLst>
                <a:gd name="adj1" fmla="val 50000"/>
              </a:avLst>
            </a:prstGeom>
            <a:noFill/>
            <a:ln w="9525" cap="flat" cmpd="sng">
              <a:solidFill>
                <a:schemeClr val="dk1"/>
              </a:solidFill>
              <a:prstDash val="dash"/>
              <a:round/>
              <a:headEnd type="none" w="med" len="med"/>
              <a:tailEnd type="none" w="med" len="med"/>
            </a:ln>
          </p:spPr>
        </p:cxnSp>
        <p:cxnSp>
          <p:nvCxnSpPr>
            <p:cNvPr id="550" name="Google Shape;550;p28"/>
            <p:cNvCxnSpPr>
              <a:stCxn id="549" idx="4"/>
              <a:endCxn id="551" idx="0"/>
            </p:cNvCxnSpPr>
            <p:nvPr/>
          </p:nvCxnSpPr>
          <p:spPr>
            <a:xfrm rot="5400000">
              <a:off x="7445050" y="3664038"/>
              <a:ext cx="638100" cy="504000"/>
            </a:xfrm>
            <a:prstGeom prst="bentConnector3">
              <a:avLst>
                <a:gd name="adj1" fmla="val 69207"/>
              </a:avLst>
            </a:prstGeom>
            <a:noFill/>
            <a:ln w="9525" cap="flat" cmpd="sng">
              <a:solidFill>
                <a:schemeClr val="dk1"/>
              </a:solidFill>
              <a:prstDash val="dash"/>
              <a:round/>
              <a:headEnd type="none" w="med" len="med"/>
              <a:tailEnd type="none" w="med" len="med"/>
            </a:ln>
          </p:spPr>
        </p:cxnSp>
        <p:grpSp>
          <p:nvGrpSpPr>
            <p:cNvPr id="552" name="Google Shape;552;p28"/>
            <p:cNvGrpSpPr/>
            <p:nvPr/>
          </p:nvGrpSpPr>
          <p:grpSpPr>
            <a:xfrm>
              <a:off x="6305525" y="739950"/>
              <a:ext cx="870075" cy="348300"/>
              <a:chOff x="907950" y="878175"/>
              <a:chExt cx="870075" cy="348300"/>
            </a:xfrm>
          </p:grpSpPr>
          <p:sp>
            <p:nvSpPr>
              <p:cNvPr id="553" name="Google Shape;553;p28"/>
              <p:cNvSpPr/>
              <p:nvPr/>
            </p:nvSpPr>
            <p:spPr>
              <a:xfrm rot="10800000">
                <a:off x="90795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 name="Google Shape;554;p28"/>
              <p:cNvSpPr/>
              <p:nvPr/>
            </p:nvSpPr>
            <p:spPr>
              <a:xfrm rot="10800000">
                <a:off x="111277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 name="Google Shape;555;p28"/>
              <p:cNvSpPr/>
              <p:nvPr/>
            </p:nvSpPr>
            <p:spPr>
              <a:xfrm rot="10800000">
                <a:off x="1317600"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6" name="Google Shape;556;p28"/>
              <p:cNvSpPr/>
              <p:nvPr/>
            </p:nvSpPr>
            <p:spPr>
              <a:xfrm rot="10800000">
                <a:off x="1522425" y="878175"/>
                <a:ext cx="255600" cy="348300"/>
              </a:xfrm>
              <a:prstGeom prst="chevron">
                <a:avLst>
                  <a:gd name="adj" fmla="val 7873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7" name="Google Shape;557;p28"/>
            <p:cNvGrpSpPr/>
            <p:nvPr/>
          </p:nvGrpSpPr>
          <p:grpSpPr>
            <a:xfrm>
              <a:off x="7501911" y="658022"/>
              <a:ext cx="309551" cy="426671"/>
              <a:chOff x="4628144" y="3171825"/>
              <a:chExt cx="545945" cy="752507"/>
            </a:xfrm>
          </p:grpSpPr>
          <p:sp>
            <p:nvSpPr>
              <p:cNvPr id="558" name="Google Shape;558;p28"/>
              <p:cNvSpPr/>
              <p:nvPr/>
            </p:nvSpPr>
            <p:spPr>
              <a:xfrm>
                <a:off x="4628144"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6" name="Google Shape;546;p28"/>
              <p:cNvSpPr/>
              <p:nvPr/>
            </p:nvSpPr>
            <p:spPr>
              <a:xfrm>
                <a:off x="4739269"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59" name="Google Shape;559;p28"/>
            <p:cNvGrpSpPr/>
            <p:nvPr/>
          </p:nvGrpSpPr>
          <p:grpSpPr>
            <a:xfrm>
              <a:off x="8557455" y="1596007"/>
              <a:ext cx="309551" cy="426671"/>
              <a:chOff x="4585100" y="3171825"/>
              <a:chExt cx="545945" cy="752507"/>
            </a:xfrm>
          </p:grpSpPr>
          <p:sp>
            <p:nvSpPr>
              <p:cNvPr id="560" name="Google Shape;560;p28"/>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7" name="Google Shape;547;p28"/>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1" name="Google Shape;561;p28"/>
            <p:cNvGrpSpPr/>
            <p:nvPr/>
          </p:nvGrpSpPr>
          <p:grpSpPr>
            <a:xfrm>
              <a:off x="7357305" y="4177282"/>
              <a:ext cx="309551" cy="426671"/>
              <a:chOff x="4585100" y="3171825"/>
              <a:chExt cx="545945" cy="752507"/>
            </a:xfrm>
          </p:grpSpPr>
          <p:sp>
            <p:nvSpPr>
              <p:cNvPr id="562" name="Google Shape;562;p28"/>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 name="Google Shape;551;p28"/>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63" name="Google Shape;563;p28"/>
            <p:cNvGrpSpPr/>
            <p:nvPr/>
          </p:nvGrpSpPr>
          <p:grpSpPr>
            <a:xfrm>
              <a:off x="7743125" y="3171113"/>
              <a:ext cx="545945" cy="752507"/>
              <a:chOff x="4585100" y="3171825"/>
              <a:chExt cx="545945" cy="752507"/>
            </a:xfrm>
          </p:grpSpPr>
          <p:sp>
            <p:nvSpPr>
              <p:cNvPr id="564" name="Google Shape;564;p28"/>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 name="Google Shape;549;p28"/>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 name="Subtitle 2">
            <a:extLst>
              <a:ext uri="{FF2B5EF4-FFF2-40B4-BE49-F238E27FC236}">
                <a16:creationId xmlns:a16="http://schemas.microsoft.com/office/drawing/2014/main" id="{D86ECBA9-8E00-06F6-655E-4099A7961526}"/>
              </a:ext>
            </a:extLst>
          </p:cNvPr>
          <p:cNvSpPr>
            <a:spLocks noGrp="1"/>
          </p:cNvSpPr>
          <p:nvPr>
            <p:ph type="subTitle" idx="1"/>
          </p:nvPr>
        </p:nvSpPr>
        <p:spPr>
          <a:xfrm>
            <a:off x="721161" y="3435138"/>
            <a:ext cx="5592300" cy="411600"/>
          </a:xfrm>
        </p:spPr>
        <p:txBody>
          <a:bodyPr/>
          <a:lstStyle/>
          <a:p>
            <a:r>
              <a:rPr lang="en-IN" dirty="0"/>
              <a:t>Faculty Guide: Mr </a:t>
            </a:r>
            <a:r>
              <a:rPr lang="en-IN" dirty="0" err="1"/>
              <a:t>A.Kathiresan</a:t>
            </a:r>
            <a:endParaRPr lang="en-IN" dirty="0"/>
          </a:p>
        </p:txBody>
      </p:sp>
      <p:sp>
        <p:nvSpPr>
          <p:cNvPr id="4" name="Subtitle 2">
            <a:extLst>
              <a:ext uri="{FF2B5EF4-FFF2-40B4-BE49-F238E27FC236}">
                <a16:creationId xmlns:a16="http://schemas.microsoft.com/office/drawing/2014/main" id="{3E146172-CD84-10EB-468A-10D43F8FEAF8}"/>
              </a:ext>
            </a:extLst>
          </p:cNvPr>
          <p:cNvSpPr txBox="1">
            <a:spLocks/>
          </p:cNvSpPr>
          <p:nvPr/>
        </p:nvSpPr>
        <p:spPr>
          <a:xfrm>
            <a:off x="1459650" y="3946597"/>
            <a:ext cx="5592300" cy="411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600"/>
              <a:buFont typeface="Figtree"/>
              <a:buNone/>
              <a:defRPr sz="1600" b="0" i="0" u="none" strike="noStrike" cap="none">
                <a:solidFill>
                  <a:schemeClr val="dk1"/>
                </a:solidFill>
                <a:latin typeface="Figtree"/>
                <a:ea typeface="Figtree"/>
                <a:cs typeface="Figtree"/>
                <a:sym typeface="Figtree"/>
              </a:defRPr>
            </a:lvl1pPr>
            <a:lvl2pPr marL="914400" marR="0" lvl="1"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2pPr>
            <a:lvl3pPr marL="1371600" marR="0" lvl="2"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3pPr>
            <a:lvl4pPr marL="1828800" marR="0" lvl="3"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4pPr>
            <a:lvl5pPr marL="2286000" marR="0" lvl="4"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5pPr>
            <a:lvl6pPr marL="2743200" marR="0" lvl="5"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6pPr>
            <a:lvl7pPr marL="3200400" marR="0" lvl="6"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7pPr>
            <a:lvl8pPr marL="3657600" marR="0" lvl="7"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8pPr>
            <a:lvl9pPr marL="4114800" marR="0" lvl="8"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9pPr>
          </a:lstStyle>
          <a:p>
            <a:r>
              <a:rPr lang="en-IN" dirty="0" err="1"/>
              <a:t>Abhijitha</a:t>
            </a:r>
            <a:endParaRPr lang="en-IN" dirty="0"/>
          </a:p>
          <a:p>
            <a:r>
              <a:rPr lang="en-IN" dirty="0"/>
              <a:t>Kiran</a:t>
            </a:r>
          </a:p>
          <a:p>
            <a:r>
              <a:rPr lang="en-IN" dirty="0" err="1"/>
              <a:t>Lakshmandev</a:t>
            </a:r>
            <a:endParaRPr lang="en-IN" dirty="0"/>
          </a:p>
          <a:p>
            <a:r>
              <a:rPr lang="en-IN" dirty="0" err="1"/>
              <a:t>Rajarajan</a:t>
            </a:r>
            <a:endParaRPr lang="en-IN" dirty="0"/>
          </a:p>
        </p:txBody>
      </p:sp>
      <p:sp>
        <p:nvSpPr>
          <p:cNvPr id="5" name="Subtitle 2">
            <a:extLst>
              <a:ext uri="{FF2B5EF4-FFF2-40B4-BE49-F238E27FC236}">
                <a16:creationId xmlns:a16="http://schemas.microsoft.com/office/drawing/2014/main" id="{394EE0CC-9088-A6CC-9940-2AF39FE7FA69}"/>
              </a:ext>
            </a:extLst>
          </p:cNvPr>
          <p:cNvSpPr txBox="1">
            <a:spLocks/>
          </p:cNvSpPr>
          <p:nvPr/>
        </p:nvSpPr>
        <p:spPr>
          <a:xfrm>
            <a:off x="3211701" y="3854356"/>
            <a:ext cx="5592300" cy="4116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L="457200" marR="0" lvl="0" indent="-304800" algn="l" rtl="0">
              <a:lnSpc>
                <a:spcPct val="100000"/>
              </a:lnSpc>
              <a:spcBef>
                <a:spcPts val="0"/>
              </a:spcBef>
              <a:spcAft>
                <a:spcPts val="0"/>
              </a:spcAft>
              <a:buClr>
                <a:schemeClr val="accent1"/>
              </a:buClr>
              <a:buSzPts val="1600"/>
              <a:buFont typeface="Figtree"/>
              <a:buNone/>
              <a:defRPr sz="1600" b="0" i="0" u="none" strike="noStrike" cap="none">
                <a:solidFill>
                  <a:schemeClr val="dk1"/>
                </a:solidFill>
                <a:latin typeface="Figtree"/>
                <a:ea typeface="Figtree"/>
                <a:cs typeface="Figtree"/>
                <a:sym typeface="Figtree"/>
              </a:defRPr>
            </a:lvl1pPr>
            <a:lvl2pPr marL="914400" marR="0" lvl="1"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2pPr>
            <a:lvl3pPr marL="1371600" marR="0" lvl="2"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3pPr>
            <a:lvl4pPr marL="1828800" marR="0" lvl="3"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4pPr>
            <a:lvl5pPr marL="2286000" marR="0" lvl="4"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5pPr>
            <a:lvl6pPr marL="2743200" marR="0" lvl="5"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6pPr>
            <a:lvl7pPr marL="3200400" marR="0" lvl="6"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7pPr>
            <a:lvl8pPr marL="3657600" marR="0" lvl="7"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8pPr>
            <a:lvl9pPr marL="4114800" marR="0" lvl="8" indent="-304800" algn="ctr" rtl="0">
              <a:lnSpc>
                <a:spcPct val="100000"/>
              </a:lnSpc>
              <a:spcBef>
                <a:spcPts val="0"/>
              </a:spcBef>
              <a:spcAft>
                <a:spcPts val="0"/>
              </a:spcAft>
              <a:buClr>
                <a:schemeClr val="dk1"/>
              </a:buClr>
              <a:buSzPts val="1600"/>
              <a:buFont typeface="Figtree"/>
              <a:buNone/>
              <a:defRPr sz="1600" b="0" i="0" u="none" strike="noStrike" cap="none">
                <a:solidFill>
                  <a:schemeClr val="dk1"/>
                </a:solidFill>
                <a:latin typeface="Figtree"/>
                <a:ea typeface="Figtree"/>
                <a:cs typeface="Figtree"/>
                <a:sym typeface="Figtree"/>
              </a:defRPr>
            </a:lvl9pPr>
          </a:lstStyle>
          <a:p>
            <a:r>
              <a:rPr lang="en-IN" dirty="0"/>
              <a:t>BATCH - 7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30"/>
          <p:cNvSpPr txBox="1">
            <a:spLocks noGrp="1"/>
          </p:cNvSpPr>
          <p:nvPr>
            <p:ph type="title"/>
          </p:nvPr>
        </p:nvSpPr>
        <p:spPr>
          <a:xfrm>
            <a:off x="720000" y="539500"/>
            <a:ext cx="7704000" cy="5727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a:t>TABLE OF CONTENTS</a:t>
            </a:r>
            <a:endParaRPr/>
          </a:p>
        </p:txBody>
      </p:sp>
      <p:sp>
        <p:nvSpPr>
          <p:cNvPr id="579" name="Google Shape;579;p30"/>
          <p:cNvSpPr txBox="1">
            <a:spLocks noGrp="1"/>
          </p:cNvSpPr>
          <p:nvPr>
            <p:ph type="title" idx="2"/>
          </p:nvPr>
        </p:nvSpPr>
        <p:spPr>
          <a:xfrm>
            <a:off x="713225" y="1709475"/>
            <a:ext cx="734700" cy="457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dirty="0"/>
              <a:t>1.</a:t>
            </a:r>
            <a:endParaRPr dirty="0"/>
          </a:p>
        </p:txBody>
      </p:sp>
      <p:sp>
        <p:nvSpPr>
          <p:cNvPr id="580" name="Google Shape;580;p30"/>
          <p:cNvSpPr txBox="1">
            <a:spLocks noGrp="1"/>
          </p:cNvSpPr>
          <p:nvPr>
            <p:ph type="title" idx="3"/>
          </p:nvPr>
        </p:nvSpPr>
        <p:spPr>
          <a:xfrm>
            <a:off x="4758425" y="1709475"/>
            <a:ext cx="734700" cy="457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4.</a:t>
            </a:r>
            <a:endParaRPr/>
          </a:p>
        </p:txBody>
      </p:sp>
      <p:sp>
        <p:nvSpPr>
          <p:cNvPr id="581" name="Google Shape;581;p30"/>
          <p:cNvSpPr txBox="1">
            <a:spLocks noGrp="1"/>
          </p:cNvSpPr>
          <p:nvPr>
            <p:ph type="title" idx="4"/>
          </p:nvPr>
        </p:nvSpPr>
        <p:spPr>
          <a:xfrm>
            <a:off x="713225" y="2658868"/>
            <a:ext cx="734700" cy="457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2.</a:t>
            </a:r>
            <a:endParaRPr/>
          </a:p>
        </p:txBody>
      </p:sp>
      <p:sp>
        <p:nvSpPr>
          <p:cNvPr id="582" name="Google Shape;582;p30"/>
          <p:cNvSpPr txBox="1">
            <a:spLocks noGrp="1"/>
          </p:cNvSpPr>
          <p:nvPr>
            <p:ph type="title" idx="5"/>
          </p:nvPr>
        </p:nvSpPr>
        <p:spPr>
          <a:xfrm>
            <a:off x="4758425" y="2658868"/>
            <a:ext cx="734700" cy="457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5.</a:t>
            </a:r>
            <a:endParaRPr/>
          </a:p>
        </p:txBody>
      </p:sp>
      <p:sp>
        <p:nvSpPr>
          <p:cNvPr id="583" name="Google Shape;583;p30"/>
          <p:cNvSpPr txBox="1">
            <a:spLocks noGrp="1"/>
          </p:cNvSpPr>
          <p:nvPr>
            <p:ph type="title" idx="6"/>
          </p:nvPr>
        </p:nvSpPr>
        <p:spPr>
          <a:xfrm>
            <a:off x="713225" y="3608260"/>
            <a:ext cx="734700" cy="457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3.</a:t>
            </a:r>
            <a:endParaRPr/>
          </a:p>
        </p:txBody>
      </p:sp>
      <p:sp>
        <p:nvSpPr>
          <p:cNvPr id="584" name="Google Shape;584;p30"/>
          <p:cNvSpPr txBox="1">
            <a:spLocks noGrp="1"/>
          </p:cNvSpPr>
          <p:nvPr>
            <p:ph type="title" idx="7"/>
          </p:nvPr>
        </p:nvSpPr>
        <p:spPr>
          <a:xfrm>
            <a:off x="4758425" y="3608260"/>
            <a:ext cx="734700" cy="457200"/>
          </a:xfrm>
          <a:prstGeom prst="rect">
            <a:avLst/>
          </a:prstGeom>
        </p:spPr>
        <p:txBody>
          <a:bodyPr spcFirstLastPara="1" wrap="square" lIns="91425" tIns="91425" rIns="91425" bIns="91425" anchor="ctr" anchorCtr="0">
            <a:noAutofit/>
          </a:bodyPr>
          <a:lstStyle/>
          <a:p>
            <a:pPr marL="0" lvl="0" indent="0" algn="r" rtl="0">
              <a:spcBef>
                <a:spcPts val="0"/>
              </a:spcBef>
              <a:spcAft>
                <a:spcPts val="0"/>
              </a:spcAft>
              <a:buNone/>
            </a:pPr>
            <a:r>
              <a:rPr lang="en"/>
              <a:t>6.</a:t>
            </a:r>
            <a:endParaRPr/>
          </a:p>
        </p:txBody>
      </p:sp>
      <p:sp>
        <p:nvSpPr>
          <p:cNvPr id="585" name="Google Shape;585;p30"/>
          <p:cNvSpPr txBox="1">
            <a:spLocks noGrp="1"/>
          </p:cNvSpPr>
          <p:nvPr>
            <p:ph type="subTitle" idx="1"/>
          </p:nvPr>
        </p:nvSpPr>
        <p:spPr>
          <a:xfrm>
            <a:off x="1454700" y="1709475"/>
            <a:ext cx="29298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INTRODUCTION</a:t>
            </a:r>
            <a:endParaRPr dirty="0"/>
          </a:p>
        </p:txBody>
      </p:sp>
      <p:sp>
        <p:nvSpPr>
          <p:cNvPr id="586" name="Google Shape;586;p30"/>
          <p:cNvSpPr txBox="1">
            <a:spLocks noGrp="1"/>
          </p:cNvSpPr>
          <p:nvPr>
            <p:ph type="subTitle" idx="8"/>
          </p:nvPr>
        </p:nvSpPr>
        <p:spPr>
          <a:xfrm>
            <a:off x="1454700" y="2658868"/>
            <a:ext cx="29298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EXISTING SYSTEM</a:t>
            </a:r>
            <a:endParaRPr dirty="0"/>
          </a:p>
        </p:txBody>
      </p:sp>
      <p:sp>
        <p:nvSpPr>
          <p:cNvPr id="587" name="Google Shape;587;p30"/>
          <p:cNvSpPr txBox="1">
            <a:spLocks noGrp="1"/>
          </p:cNvSpPr>
          <p:nvPr>
            <p:ph type="subTitle" idx="9"/>
          </p:nvPr>
        </p:nvSpPr>
        <p:spPr>
          <a:xfrm>
            <a:off x="1561856" y="3608260"/>
            <a:ext cx="29298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IN" dirty="0"/>
              <a:t>WORKING OF AR</a:t>
            </a:r>
            <a:endParaRPr dirty="0"/>
          </a:p>
        </p:txBody>
      </p:sp>
      <p:sp>
        <p:nvSpPr>
          <p:cNvPr id="588" name="Google Shape;588;p30"/>
          <p:cNvSpPr txBox="1">
            <a:spLocks noGrp="1"/>
          </p:cNvSpPr>
          <p:nvPr>
            <p:ph type="subTitle" idx="13"/>
          </p:nvPr>
        </p:nvSpPr>
        <p:spPr>
          <a:xfrm>
            <a:off x="5493125" y="1709475"/>
            <a:ext cx="29298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TOOLS FOR IMPLEMENTATION</a:t>
            </a:r>
            <a:endParaRPr dirty="0"/>
          </a:p>
        </p:txBody>
      </p:sp>
      <p:sp>
        <p:nvSpPr>
          <p:cNvPr id="589" name="Google Shape;589;p30"/>
          <p:cNvSpPr txBox="1">
            <a:spLocks noGrp="1"/>
          </p:cNvSpPr>
          <p:nvPr>
            <p:ph type="subTitle" idx="14"/>
          </p:nvPr>
        </p:nvSpPr>
        <p:spPr>
          <a:xfrm>
            <a:off x="5493125" y="2658868"/>
            <a:ext cx="29298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BASE PAPER</a:t>
            </a:r>
            <a:endParaRPr dirty="0"/>
          </a:p>
        </p:txBody>
      </p:sp>
      <p:sp>
        <p:nvSpPr>
          <p:cNvPr id="590" name="Google Shape;590;p30"/>
          <p:cNvSpPr txBox="1">
            <a:spLocks noGrp="1"/>
          </p:cNvSpPr>
          <p:nvPr>
            <p:ph type="subTitle" idx="15"/>
          </p:nvPr>
        </p:nvSpPr>
        <p:spPr>
          <a:xfrm>
            <a:off x="5493125" y="3608260"/>
            <a:ext cx="2929800" cy="457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dirty="0"/>
              <a:t>IMAGES</a:t>
            </a:r>
            <a:endParaRPr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31"/>
          <p:cNvSpPr txBox="1">
            <a:spLocks noGrp="1"/>
          </p:cNvSpPr>
          <p:nvPr>
            <p:ph type="title"/>
          </p:nvPr>
        </p:nvSpPr>
        <p:spPr>
          <a:xfrm>
            <a:off x="3976925" y="676950"/>
            <a:ext cx="4294800" cy="1235700"/>
          </a:xfrm>
          <a:prstGeom prst="rect">
            <a:avLst/>
          </a:prstGeom>
        </p:spPr>
        <p:txBody>
          <a:bodyPr spcFirstLastPara="1" wrap="square" lIns="91425" tIns="91425" rIns="91425" bIns="91425" anchor="b" anchorCtr="0">
            <a:noAutofit/>
          </a:bodyPr>
          <a:lstStyle/>
          <a:p>
            <a:pPr marL="0" lvl="0" indent="0" algn="l" rtl="0">
              <a:spcBef>
                <a:spcPts val="0"/>
              </a:spcBef>
              <a:spcAft>
                <a:spcPts val="0"/>
              </a:spcAft>
              <a:buNone/>
            </a:pPr>
            <a:r>
              <a:rPr lang="en" dirty="0"/>
              <a:t>INTRODUCTION</a:t>
            </a:r>
            <a:endParaRPr dirty="0"/>
          </a:p>
        </p:txBody>
      </p:sp>
      <p:sp>
        <p:nvSpPr>
          <p:cNvPr id="596" name="Google Shape;596;p31"/>
          <p:cNvSpPr txBox="1">
            <a:spLocks noGrp="1"/>
          </p:cNvSpPr>
          <p:nvPr>
            <p:ph type="subTitle" idx="1"/>
          </p:nvPr>
        </p:nvSpPr>
        <p:spPr>
          <a:xfrm>
            <a:off x="3976925" y="1994925"/>
            <a:ext cx="4294800" cy="229830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Clr>
                <a:schemeClr val="dk1"/>
              </a:buClr>
              <a:buSzPts val="1100"/>
              <a:buFont typeface="Arial"/>
              <a:buNone/>
            </a:pPr>
            <a:r>
              <a:rPr lang="en-US" dirty="0"/>
              <a:t>Augmented reality (AR) is a technology that superimposes a computer-generated image on a user's view of the real world, thus providing a composite view. AR can be used in education to enhance learning by making it more immersive and interactive. AR has many benefits for education, including visualization, engagement, personalization, collaboration, and assessment. AR can be used in education in many different ways, including science and math, history and geography, language learning, art and design, and business and engineering. The use of AR in education is still in its early stages, but it has the potential to revolutionize the way we learn.</a:t>
            </a:r>
            <a:endParaRPr dirty="0"/>
          </a:p>
        </p:txBody>
      </p:sp>
      <p:pic>
        <p:nvPicPr>
          <p:cNvPr id="597" name="Google Shape;597;p31"/>
          <p:cNvPicPr preferRelativeResize="0">
            <a:picLocks noGrp="1"/>
          </p:cNvPicPr>
          <p:nvPr>
            <p:ph type="pic" idx="2"/>
          </p:nvPr>
        </p:nvPicPr>
        <p:blipFill rotWithShape="1">
          <a:blip r:embed="rId3">
            <a:alphaModFix/>
          </a:blip>
          <a:srcRect t="9998" r="9346" b="652"/>
          <a:stretch/>
        </p:blipFill>
        <p:spPr>
          <a:xfrm>
            <a:off x="713225" y="539500"/>
            <a:ext cx="2786999" cy="4064501"/>
          </a:xfrm>
          <a:prstGeom prst="rect">
            <a:avLst/>
          </a:prstGeom>
        </p:spPr>
      </p:pic>
      <p:cxnSp>
        <p:nvCxnSpPr>
          <p:cNvPr id="598" name="Google Shape;598;p31"/>
          <p:cNvCxnSpPr/>
          <p:nvPr/>
        </p:nvCxnSpPr>
        <p:spPr>
          <a:xfrm>
            <a:off x="4075400" y="1950526"/>
            <a:ext cx="4113300" cy="0"/>
          </a:xfrm>
          <a:prstGeom prst="straightConnector1">
            <a:avLst/>
          </a:prstGeom>
          <a:noFill/>
          <a:ln w="9525" cap="flat" cmpd="sng">
            <a:solidFill>
              <a:schemeClr val="dk1"/>
            </a:solidFill>
            <a:prstDash val="solid"/>
            <a:round/>
            <a:headEnd type="none" w="med" len="med"/>
            <a:tailEnd type="none" w="med" len="med"/>
          </a:ln>
        </p:spPr>
      </p:cxnSp>
      <p:sp>
        <p:nvSpPr>
          <p:cNvPr id="599" name="Google Shape;599;p31"/>
          <p:cNvSpPr/>
          <p:nvPr/>
        </p:nvSpPr>
        <p:spPr>
          <a:xfrm>
            <a:off x="263938" y="4250475"/>
            <a:ext cx="619200" cy="5526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 name="Google Shape;600;p31"/>
          <p:cNvSpPr/>
          <p:nvPr/>
        </p:nvSpPr>
        <p:spPr>
          <a:xfrm>
            <a:off x="435388" y="4641000"/>
            <a:ext cx="280200" cy="316500"/>
          </a:xfrm>
          <a:prstGeom prst="rect">
            <a:avLst/>
          </a:prstGeom>
          <a:noFill/>
          <a:ln w="9525"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1" name="Google Shape;601;p31"/>
          <p:cNvGrpSpPr/>
          <p:nvPr/>
        </p:nvGrpSpPr>
        <p:grpSpPr>
          <a:xfrm>
            <a:off x="715592" y="4307632"/>
            <a:ext cx="309551" cy="426671"/>
            <a:chOff x="4585100" y="3171825"/>
            <a:chExt cx="545945" cy="752507"/>
          </a:xfrm>
        </p:grpSpPr>
        <p:sp>
          <p:nvSpPr>
            <p:cNvPr id="602" name="Google Shape;602;p31"/>
            <p:cNvSpPr/>
            <p:nvPr/>
          </p:nvSpPr>
          <p:spPr>
            <a:xfrm>
              <a:off x="4585100" y="3171825"/>
              <a:ext cx="545945" cy="752507"/>
            </a:xfrm>
            <a:custGeom>
              <a:avLst/>
              <a:gdLst/>
              <a:ahLst/>
              <a:cxnLst/>
              <a:rect l="l" t="t" r="r" b="b"/>
              <a:pathLst>
                <a:path w="45724" h="63024" extrusionOk="0">
                  <a:moveTo>
                    <a:pt x="22803" y="1"/>
                  </a:moveTo>
                  <a:lnTo>
                    <a:pt x="22803" y="2"/>
                  </a:lnTo>
                  <a:cubicBezTo>
                    <a:pt x="10241" y="58"/>
                    <a:pt x="29" y="10172"/>
                    <a:pt x="1" y="22870"/>
                  </a:cubicBezTo>
                  <a:cubicBezTo>
                    <a:pt x="1" y="23006"/>
                    <a:pt x="3" y="23143"/>
                    <a:pt x="4" y="23277"/>
                  </a:cubicBezTo>
                  <a:cubicBezTo>
                    <a:pt x="39" y="25524"/>
                    <a:pt x="654" y="27723"/>
                    <a:pt x="1735" y="29693"/>
                  </a:cubicBezTo>
                  <a:cubicBezTo>
                    <a:pt x="4107" y="34010"/>
                    <a:pt x="8075" y="40379"/>
                    <a:pt x="8075" y="40379"/>
                  </a:cubicBezTo>
                  <a:lnTo>
                    <a:pt x="11643" y="46560"/>
                  </a:lnTo>
                  <a:lnTo>
                    <a:pt x="20261" y="61488"/>
                  </a:lnTo>
                  <a:cubicBezTo>
                    <a:pt x="20830" y="62473"/>
                    <a:pt x="21809" y="62983"/>
                    <a:pt x="22803" y="63019"/>
                  </a:cubicBezTo>
                  <a:lnTo>
                    <a:pt x="22803" y="63023"/>
                  </a:lnTo>
                  <a:cubicBezTo>
                    <a:pt x="22822" y="63023"/>
                    <a:pt x="22843" y="63021"/>
                    <a:pt x="22862" y="63021"/>
                  </a:cubicBezTo>
                  <a:cubicBezTo>
                    <a:pt x="22881" y="63021"/>
                    <a:pt x="22901" y="63023"/>
                    <a:pt x="22920" y="63023"/>
                  </a:cubicBezTo>
                  <a:lnTo>
                    <a:pt x="22920" y="63019"/>
                  </a:lnTo>
                  <a:cubicBezTo>
                    <a:pt x="23915" y="62983"/>
                    <a:pt x="24893" y="62472"/>
                    <a:pt x="25463" y="61488"/>
                  </a:cubicBezTo>
                  <a:lnTo>
                    <a:pt x="34081" y="46560"/>
                  </a:lnTo>
                  <a:lnTo>
                    <a:pt x="37651" y="40378"/>
                  </a:lnTo>
                  <a:cubicBezTo>
                    <a:pt x="37651" y="40378"/>
                    <a:pt x="41618" y="34010"/>
                    <a:pt x="43990" y="29693"/>
                  </a:cubicBezTo>
                  <a:cubicBezTo>
                    <a:pt x="45071" y="27724"/>
                    <a:pt x="45686" y="25525"/>
                    <a:pt x="45721" y="23277"/>
                  </a:cubicBezTo>
                  <a:cubicBezTo>
                    <a:pt x="45722" y="23143"/>
                    <a:pt x="45723" y="23006"/>
                    <a:pt x="45723" y="22869"/>
                  </a:cubicBezTo>
                  <a:cubicBezTo>
                    <a:pt x="45696" y="10172"/>
                    <a:pt x="35483" y="58"/>
                    <a:pt x="22920" y="2"/>
                  </a:cubicBezTo>
                  <a:lnTo>
                    <a:pt x="22920" y="1"/>
                  </a:lnTo>
                  <a:cubicBezTo>
                    <a:pt x="22901" y="1"/>
                    <a:pt x="22881" y="2"/>
                    <a:pt x="22862" y="2"/>
                  </a:cubicBezTo>
                  <a:cubicBezTo>
                    <a:pt x="22843" y="2"/>
                    <a:pt x="22822" y="1"/>
                    <a:pt x="22803"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 name="Google Shape;603;p31"/>
            <p:cNvSpPr/>
            <p:nvPr/>
          </p:nvSpPr>
          <p:spPr>
            <a:xfrm>
              <a:off x="4696225" y="3274000"/>
              <a:ext cx="323700" cy="323700"/>
            </a:xfrm>
            <a:prstGeom prst="ellips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78020-7DA2-4235-CF74-E15BE80EACE4}"/>
              </a:ext>
            </a:extLst>
          </p:cNvPr>
          <p:cNvSpPr>
            <a:spLocks noGrp="1"/>
          </p:cNvSpPr>
          <p:nvPr>
            <p:ph type="title"/>
          </p:nvPr>
        </p:nvSpPr>
        <p:spPr>
          <a:xfrm>
            <a:off x="2498169" y="498357"/>
            <a:ext cx="4294800" cy="1235700"/>
          </a:xfrm>
        </p:spPr>
        <p:txBody>
          <a:bodyPr/>
          <a:lstStyle/>
          <a:p>
            <a:r>
              <a:rPr lang="en-IN" dirty="0"/>
              <a:t>EXISTING SYSTEM</a:t>
            </a:r>
            <a:br>
              <a:rPr lang="en-IN" dirty="0"/>
            </a:br>
            <a:endParaRPr lang="en-IN" dirty="0"/>
          </a:p>
        </p:txBody>
      </p:sp>
      <p:sp>
        <p:nvSpPr>
          <p:cNvPr id="3" name="Subtitle 2">
            <a:extLst>
              <a:ext uri="{FF2B5EF4-FFF2-40B4-BE49-F238E27FC236}">
                <a16:creationId xmlns:a16="http://schemas.microsoft.com/office/drawing/2014/main" id="{7B6373CB-D0DD-9717-311A-6C67562F6582}"/>
              </a:ext>
            </a:extLst>
          </p:cNvPr>
          <p:cNvSpPr>
            <a:spLocks noGrp="1"/>
          </p:cNvSpPr>
          <p:nvPr>
            <p:ph type="subTitle" idx="1"/>
          </p:nvPr>
        </p:nvSpPr>
        <p:spPr>
          <a:xfrm>
            <a:off x="1905237" y="1923487"/>
            <a:ext cx="5167075" cy="2721655"/>
          </a:xfrm>
        </p:spPr>
        <p:txBody>
          <a:bodyPr/>
          <a:lstStyle/>
          <a:p>
            <a:r>
              <a:rPr lang="en-US" sz="1400" b="1" dirty="0"/>
              <a:t>Waze: </a:t>
            </a:r>
            <a:r>
              <a:rPr lang="en-US" sz="1400" dirty="0"/>
              <a:t>This AR navigation app shows drivers real-time traffic information and directions.</a:t>
            </a:r>
          </a:p>
          <a:p>
            <a:r>
              <a:rPr lang="en-US" sz="1400" b="1" dirty="0"/>
              <a:t>Pokémon Go: </a:t>
            </a:r>
            <a:r>
              <a:rPr lang="en-US" sz="1400" dirty="0"/>
              <a:t>This game uses AR to allow players to catch Pokémon in the real world.</a:t>
            </a:r>
          </a:p>
          <a:p>
            <a:r>
              <a:rPr lang="en-US" sz="1400" b="1" dirty="0" err="1"/>
              <a:t>Augmedix</a:t>
            </a:r>
            <a:r>
              <a:rPr lang="en-US" sz="1400" b="1" dirty="0"/>
              <a:t>: </a:t>
            </a:r>
            <a:r>
              <a:rPr lang="en-US" sz="1400" dirty="0"/>
              <a:t>This app allows doctors to see a patient's medical records and images in AR.</a:t>
            </a:r>
          </a:p>
          <a:p>
            <a:r>
              <a:rPr lang="en-US" sz="1400" b="1" dirty="0"/>
              <a:t>AR City: </a:t>
            </a:r>
            <a:r>
              <a:rPr lang="en-US" sz="1400" dirty="0"/>
              <a:t>This app allows students to explore a virtual city and learn about different aspects of urban planning.</a:t>
            </a:r>
            <a:endParaRPr lang="en-IN" sz="1400" dirty="0"/>
          </a:p>
        </p:txBody>
      </p:sp>
    </p:spTree>
    <p:extLst>
      <p:ext uri="{BB962C8B-B14F-4D97-AF65-F5344CB8AC3E}">
        <p14:creationId xmlns:p14="http://schemas.microsoft.com/office/powerpoint/2010/main" val="7908838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31EA49-BE23-5C97-4857-3181F9276703}"/>
              </a:ext>
            </a:extLst>
          </p:cNvPr>
          <p:cNvSpPr>
            <a:spLocks noGrp="1"/>
          </p:cNvSpPr>
          <p:nvPr>
            <p:ph type="title"/>
          </p:nvPr>
        </p:nvSpPr>
        <p:spPr>
          <a:xfrm>
            <a:off x="2062400" y="526931"/>
            <a:ext cx="4294800" cy="1235700"/>
          </a:xfrm>
        </p:spPr>
        <p:txBody>
          <a:bodyPr/>
          <a:lstStyle/>
          <a:p>
            <a:r>
              <a:rPr lang="en-IN" dirty="0"/>
              <a:t>WORKING OF A AR</a:t>
            </a:r>
          </a:p>
        </p:txBody>
      </p:sp>
      <p:pic>
        <p:nvPicPr>
          <p:cNvPr id="5" name="Picture 4" descr="Architecture of Augmented Reality and its Components - GeeksforGeeks">
            <a:extLst>
              <a:ext uri="{FF2B5EF4-FFF2-40B4-BE49-F238E27FC236}">
                <a16:creationId xmlns:a16="http://schemas.microsoft.com/office/drawing/2014/main" id="{0A34DB10-B81F-2B0D-9DB4-0F238D98375B}"/>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3235" y="2193607"/>
            <a:ext cx="2917825" cy="1356360"/>
          </a:xfrm>
          <a:prstGeom prst="rect">
            <a:avLst/>
          </a:prstGeom>
          <a:noFill/>
          <a:ln>
            <a:noFill/>
          </a:ln>
        </p:spPr>
      </p:pic>
      <p:pic>
        <p:nvPicPr>
          <p:cNvPr id="6" name="Picture 5" descr="Researchers Analyze Various Functional LC Devices for AR/VR Displays">
            <a:extLst>
              <a:ext uri="{FF2B5EF4-FFF2-40B4-BE49-F238E27FC236}">
                <a16:creationId xmlns:a16="http://schemas.microsoft.com/office/drawing/2014/main" id="{8AB322FA-942D-8E7F-DF9A-39769775B29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993220" y="1969800"/>
            <a:ext cx="2727960" cy="2104390"/>
          </a:xfrm>
          <a:prstGeom prst="rect">
            <a:avLst/>
          </a:prstGeom>
          <a:noFill/>
          <a:ln>
            <a:noFill/>
          </a:ln>
        </p:spPr>
      </p:pic>
    </p:spTree>
    <p:extLst>
      <p:ext uri="{BB962C8B-B14F-4D97-AF65-F5344CB8AC3E}">
        <p14:creationId xmlns:p14="http://schemas.microsoft.com/office/powerpoint/2010/main" val="10975069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FD320-A03E-E533-E756-F87A71F7AE31}"/>
              </a:ext>
            </a:extLst>
          </p:cNvPr>
          <p:cNvSpPr>
            <a:spLocks noGrp="1"/>
          </p:cNvSpPr>
          <p:nvPr>
            <p:ph type="title"/>
          </p:nvPr>
        </p:nvSpPr>
        <p:spPr>
          <a:xfrm>
            <a:off x="2005250" y="505500"/>
            <a:ext cx="4294800" cy="1235700"/>
          </a:xfrm>
        </p:spPr>
        <p:txBody>
          <a:bodyPr/>
          <a:lstStyle/>
          <a:p>
            <a:r>
              <a:rPr lang="en-IN" dirty="0"/>
              <a:t>TOOLS FOR IMPLEMENTATION</a:t>
            </a:r>
          </a:p>
        </p:txBody>
      </p:sp>
      <p:sp>
        <p:nvSpPr>
          <p:cNvPr id="3" name="Subtitle 2">
            <a:extLst>
              <a:ext uri="{FF2B5EF4-FFF2-40B4-BE49-F238E27FC236}">
                <a16:creationId xmlns:a16="http://schemas.microsoft.com/office/drawing/2014/main" id="{F8D675BA-45DC-9512-5C5A-389ECB2F31CD}"/>
              </a:ext>
            </a:extLst>
          </p:cNvPr>
          <p:cNvSpPr>
            <a:spLocks noGrp="1"/>
          </p:cNvSpPr>
          <p:nvPr>
            <p:ph type="subTitle" idx="1"/>
          </p:nvPr>
        </p:nvSpPr>
        <p:spPr>
          <a:xfrm>
            <a:off x="2005250" y="1994925"/>
            <a:ext cx="4294800" cy="2298300"/>
          </a:xfrm>
        </p:spPr>
        <p:txBody>
          <a:bodyPr/>
          <a:lstStyle/>
          <a:p>
            <a:r>
              <a:rPr lang="en-IN" sz="1600" dirty="0"/>
              <a:t>UNITY </a:t>
            </a:r>
          </a:p>
          <a:p>
            <a:r>
              <a:rPr lang="en-IN" sz="1600" dirty="0"/>
              <a:t>ANDROID APPLICATION</a:t>
            </a:r>
          </a:p>
          <a:p>
            <a:r>
              <a:rPr lang="en-IN" sz="1600" dirty="0"/>
              <a:t>AR FOUNDATION</a:t>
            </a:r>
          </a:p>
          <a:p>
            <a:r>
              <a:rPr lang="en-IN" sz="1600" dirty="0"/>
              <a:t>AR CORE</a:t>
            </a:r>
          </a:p>
        </p:txBody>
      </p:sp>
    </p:spTree>
    <p:extLst>
      <p:ext uri="{BB962C8B-B14F-4D97-AF65-F5344CB8AC3E}">
        <p14:creationId xmlns:p14="http://schemas.microsoft.com/office/powerpoint/2010/main" val="15617033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119C0E-1CEA-35F2-94B6-BF06C39099A8}"/>
              </a:ext>
            </a:extLst>
          </p:cNvPr>
          <p:cNvSpPr>
            <a:spLocks noGrp="1"/>
          </p:cNvSpPr>
          <p:nvPr>
            <p:ph type="title"/>
          </p:nvPr>
        </p:nvSpPr>
        <p:spPr>
          <a:xfrm>
            <a:off x="1933813" y="505500"/>
            <a:ext cx="4294800" cy="1235700"/>
          </a:xfrm>
        </p:spPr>
        <p:txBody>
          <a:bodyPr/>
          <a:lstStyle/>
          <a:p>
            <a:r>
              <a:rPr lang="en-IN" dirty="0"/>
              <a:t>BASE PAPERS </a:t>
            </a:r>
          </a:p>
        </p:txBody>
      </p:sp>
      <p:sp>
        <p:nvSpPr>
          <p:cNvPr id="3" name="Subtitle 2">
            <a:extLst>
              <a:ext uri="{FF2B5EF4-FFF2-40B4-BE49-F238E27FC236}">
                <a16:creationId xmlns:a16="http://schemas.microsoft.com/office/drawing/2014/main" id="{C5024BF6-CA19-D807-FB9D-B11419684D8D}"/>
              </a:ext>
            </a:extLst>
          </p:cNvPr>
          <p:cNvSpPr>
            <a:spLocks noGrp="1"/>
          </p:cNvSpPr>
          <p:nvPr>
            <p:ph type="subTitle" idx="1"/>
          </p:nvPr>
        </p:nvSpPr>
        <p:spPr>
          <a:xfrm>
            <a:off x="1097993" y="2173519"/>
            <a:ext cx="6417232" cy="1977000"/>
          </a:xfrm>
        </p:spPr>
        <p:txBody>
          <a:bodyPr/>
          <a:lstStyle/>
          <a:p>
            <a:r>
              <a:rPr lang="en-IN" dirty="0"/>
              <a:t>https://www.researchgate.net/publication/281336331_A_Review_of_Research_on_Augmented_Reality_in_Education_Advantages_and_Applications</a:t>
            </a:r>
          </a:p>
          <a:p>
            <a:r>
              <a:rPr lang="en-IN" dirty="0"/>
              <a:t>https://ieeexplore.ieee.org/document/8726192</a:t>
            </a:r>
          </a:p>
          <a:p>
            <a:r>
              <a:rPr lang="en-IN" dirty="0"/>
              <a:t>https://www.ijraset.com/research-paper/augmented-reality-in-education</a:t>
            </a:r>
          </a:p>
          <a:p>
            <a:r>
              <a:rPr lang="en-IN" dirty="0"/>
              <a:t>https://www.sciencedirect.com/science/article/pii/S1877042812023907</a:t>
            </a:r>
          </a:p>
        </p:txBody>
      </p:sp>
    </p:spTree>
    <p:extLst>
      <p:ext uri="{BB962C8B-B14F-4D97-AF65-F5344CB8AC3E}">
        <p14:creationId xmlns:p14="http://schemas.microsoft.com/office/powerpoint/2010/main" val="37703936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ECA707-C0FD-EC80-A5D3-B97E1D6FC7F6}"/>
              </a:ext>
            </a:extLst>
          </p:cNvPr>
          <p:cNvSpPr>
            <a:spLocks noGrp="1"/>
          </p:cNvSpPr>
          <p:nvPr>
            <p:ph type="title"/>
          </p:nvPr>
        </p:nvSpPr>
        <p:spPr>
          <a:xfrm>
            <a:off x="2683907" y="-3581"/>
            <a:ext cx="4294800" cy="1235700"/>
          </a:xfrm>
        </p:spPr>
        <p:txBody>
          <a:bodyPr/>
          <a:lstStyle/>
          <a:p>
            <a:r>
              <a:rPr lang="en-IN" dirty="0"/>
              <a:t>IMAGES</a:t>
            </a:r>
          </a:p>
        </p:txBody>
      </p:sp>
      <p:pic>
        <p:nvPicPr>
          <p:cNvPr id="1026" name="Picture 2" descr="Augmented Reality in Education and Job Training: Use Cases and Benefits |  RubyGarage Blog">
            <a:extLst>
              <a:ext uri="{FF2B5EF4-FFF2-40B4-BE49-F238E27FC236}">
                <a16:creationId xmlns:a16="http://schemas.microsoft.com/office/drawing/2014/main" id="{D1A7E879-2874-1983-98CD-42D157CC399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8682" y="3416589"/>
            <a:ext cx="2943225" cy="1552575"/>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Augmented Reality in Education: Use Cases, Benefits &amp; Examples">
            <a:extLst>
              <a:ext uri="{FF2B5EF4-FFF2-40B4-BE49-F238E27FC236}">
                <a16:creationId xmlns:a16="http://schemas.microsoft.com/office/drawing/2014/main" id="{E45F56CC-2AB6-BFC9-7F77-5485A2256F9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6292" y="1400681"/>
            <a:ext cx="3209925" cy="1428750"/>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Examples of Augmented Reality in Education – ARVRedtech.com | AR &amp; VR  Education Technology">
            <a:extLst>
              <a:ext uri="{FF2B5EF4-FFF2-40B4-BE49-F238E27FC236}">
                <a16:creationId xmlns:a16="http://schemas.microsoft.com/office/drawing/2014/main" id="{CF3F3F70-AAA5-CEC2-9BA0-2CAC4E97A37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2570" y="1379250"/>
            <a:ext cx="2847975" cy="1600200"/>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Augmented Reality in Education | Zumoko AR/VR Company">
            <a:extLst>
              <a:ext uri="{FF2B5EF4-FFF2-40B4-BE49-F238E27FC236}">
                <a16:creationId xmlns:a16="http://schemas.microsoft.com/office/drawing/2014/main" id="{563BF310-FBDE-3C02-F735-B422B7775CD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81563" y="3126581"/>
            <a:ext cx="2552700" cy="1790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569296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2CCD96-2321-A582-7063-C69D5B512272}"/>
              </a:ext>
            </a:extLst>
          </p:cNvPr>
          <p:cNvSpPr>
            <a:spLocks noGrp="1"/>
          </p:cNvSpPr>
          <p:nvPr>
            <p:ph type="title"/>
          </p:nvPr>
        </p:nvSpPr>
        <p:spPr>
          <a:xfrm>
            <a:off x="2969656" y="1953900"/>
            <a:ext cx="4294800" cy="1235700"/>
          </a:xfrm>
        </p:spPr>
        <p:txBody>
          <a:bodyPr/>
          <a:lstStyle/>
          <a:p>
            <a:r>
              <a:rPr lang="en-IN" dirty="0"/>
              <a:t>THANK </a:t>
            </a:r>
            <a:r>
              <a:rPr lang="en-IN" dirty="0">
                <a:solidFill>
                  <a:schemeClr val="accent1"/>
                </a:solidFill>
              </a:rPr>
              <a:t>YOU</a:t>
            </a:r>
          </a:p>
        </p:txBody>
      </p:sp>
    </p:spTree>
    <p:extLst>
      <p:ext uri="{BB962C8B-B14F-4D97-AF65-F5344CB8AC3E}">
        <p14:creationId xmlns:p14="http://schemas.microsoft.com/office/powerpoint/2010/main" val="70238593"/>
      </p:ext>
    </p:extLst>
  </p:cSld>
  <p:clrMapOvr>
    <a:masterClrMapping/>
  </p:clrMapOvr>
</p:sld>
</file>

<file path=ppt/theme/theme1.xml><?xml version="1.0" encoding="utf-8"?>
<a:theme xmlns:a="http://schemas.openxmlformats.org/drawingml/2006/main" name="Reverse Logistic Project Proposal by Slidesgo">
  <a:themeElements>
    <a:clrScheme name="Simple Light">
      <a:dk1>
        <a:srgbClr val="06050A"/>
      </a:dk1>
      <a:lt1>
        <a:srgbClr val="E2E2E2"/>
      </a:lt1>
      <a:dk2>
        <a:srgbClr val="FFFFFF"/>
      </a:dk2>
      <a:lt2>
        <a:srgbClr val="A0A0A0"/>
      </a:lt2>
      <a:accent1>
        <a:srgbClr val="5D37DA"/>
      </a:accent1>
      <a:accent2>
        <a:srgbClr val="331C80"/>
      </a:accent2>
      <a:accent3>
        <a:srgbClr val="FFFFFF"/>
      </a:accent3>
      <a:accent4>
        <a:srgbClr val="FFFFFF"/>
      </a:accent4>
      <a:accent5>
        <a:srgbClr val="FFFFFF"/>
      </a:accent5>
      <a:accent6>
        <a:srgbClr val="FFFFFF"/>
      </a:accent6>
      <a:hlink>
        <a:srgbClr val="06050A"/>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TotalTime>
  <Words>335</Words>
  <Application>Microsoft Office PowerPoint</Application>
  <PresentationFormat>On-screen Show (16:9)</PresentationFormat>
  <Paragraphs>40</Paragraphs>
  <Slides>9</Slides>
  <Notes>3</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vt:i4>
      </vt:variant>
    </vt:vector>
  </HeadingPairs>
  <TitlesOfParts>
    <vt:vector size="17" baseType="lpstr">
      <vt:lpstr>Arial</vt:lpstr>
      <vt:lpstr>Figtree</vt:lpstr>
      <vt:lpstr>Anaheim</vt:lpstr>
      <vt:lpstr>Raleway</vt:lpstr>
      <vt:lpstr>Prompt</vt:lpstr>
      <vt:lpstr>Nunito Light</vt:lpstr>
      <vt:lpstr>Bebas Neue</vt:lpstr>
      <vt:lpstr>Reverse Logistic Project Proposal by Slidesgo</vt:lpstr>
      <vt:lpstr>Augmented Horizons: Exploring New Realities in Education</vt:lpstr>
      <vt:lpstr>TABLE OF CONTENTS</vt:lpstr>
      <vt:lpstr>INTRODUCTION</vt:lpstr>
      <vt:lpstr>EXISTING SYSTEM </vt:lpstr>
      <vt:lpstr>WORKING OF A AR</vt:lpstr>
      <vt:lpstr>TOOLS FOR IMPLEMENTATION</vt:lpstr>
      <vt:lpstr>BASE PAPERS </vt:lpstr>
      <vt:lpstr>IMAGES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Augmented Horizons: Exploring New Realities in Education</dc:title>
  <dc:creator>hp</dc:creator>
  <cp:lastModifiedBy>VK</cp:lastModifiedBy>
  <cp:revision>2</cp:revision>
  <dcterms:modified xsi:type="dcterms:W3CDTF">2023-08-20T13:50:06Z</dcterms:modified>
</cp:coreProperties>
</file>