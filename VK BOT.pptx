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5"/>
  </p:notesMasterIdLst>
  <p:sldIdLst>
    <p:sldId id="256" r:id="rId2"/>
    <p:sldId id="265" r:id="rId3"/>
    <p:sldId id="263" r:id="rId4"/>
    <p:sldId id="264" r:id="rId5"/>
    <p:sldId id="305" r:id="rId6"/>
    <p:sldId id="306" r:id="rId7"/>
    <p:sldId id="268" r:id="rId8"/>
    <p:sldId id="307" r:id="rId9"/>
    <p:sldId id="281" r:id="rId10"/>
    <p:sldId id="274" r:id="rId11"/>
    <p:sldId id="266" r:id="rId12"/>
    <p:sldId id="272" r:id="rId13"/>
    <p:sldId id="282" r:id="rId14"/>
  </p:sldIdLst>
  <p:sldSz cx="9144000" cy="5143500" type="screen16x9"/>
  <p:notesSz cx="6858000" cy="9144000"/>
  <p:embeddedFontLst>
    <p:embeddedFont>
      <p:font typeface="Alegreya Sans" panose="020B0604020202020204" charset="0"/>
      <p:regular r:id="rId16"/>
      <p:bold r:id="rId17"/>
      <p:italic r:id="rId18"/>
      <p:boldItalic r:id="rId19"/>
    </p:embeddedFont>
    <p:embeddedFont>
      <p:font typeface="Josefin Sans SemiBold" pitchFamily="2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Martel Heavy" panose="020B0604020202020204" charset="0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87B0A0-1285-4D3A-B20B-E1AEA15AE646}">
  <a:tblStyle styleId="{BE87B0A0-1285-4D3A-B20B-E1AEA15AE6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91" autoAdjust="0"/>
  </p:normalViewPr>
  <p:slideViewPr>
    <p:cSldViewPr snapToGrid="0">
      <p:cViewPr varScale="1">
        <p:scale>
          <a:sx n="91" d="100"/>
          <a:sy n="91" d="100"/>
        </p:scale>
        <p:origin x="12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a14383875d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a14383875d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a8e526d2d8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a8e526d2d8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a8a0b658a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a8a0b658a4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>
          <a:extLst>
            <a:ext uri="{FF2B5EF4-FFF2-40B4-BE49-F238E27FC236}">
              <a16:creationId xmlns:a16="http://schemas.microsoft.com/office/drawing/2014/main" id="{1CE66357-FECB-EAEB-BAF8-3697DBB6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a8a0b658a4_0_30:notes">
            <a:extLst>
              <a:ext uri="{FF2B5EF4-FFF2-40B4-BE49-F238E27FC236}">
                <a16:creationId xmlns:a16="http://schemas.microsoft.com/office/drawing/2014/main" id="{6DE91927-1DE2-CEEE-DEDD-073CADE4C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a8a0b658a4_0_30:notes">
            <a:extLst>
              <a:ext uri="{FF2B5EF4-FFF2-40B4-BE49-F238E27FC236}">
                <a16:creationId xmlns:a16="http://schemas.microsoft.com/office/drawing/2014/main" id="{41FB101D-5137-730C-D468-B5708D29EF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581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>
          <a:extLst>
            <a:ext uri="{FF2B5EF4-FFF2-40B4-BE49-F238E27FC236}">
              <a16:creationId xmlns:a16="http://schemas.microsoft.com/office/drawing/2014/main" id="{28FD4B3D-0BDE-B580-3CF1-042B9B3E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a8a0b658a4_0_30:notes">
            <a:extLst>
              <a:ext uri="{FF2B5EF4-FFF2-40B4-BE49-F238E27FC236}">
                <a16:creationId xmlns:a16="http://schemas.microsoft.com/office/drawing/2014/main" id="{1A36C58C-C0A2-BC72-DB98-9D7E5A407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a8a0b658a4_0_30:notes">
            <a:extLst>
              <a:ext uri="{FF2B5EF4-FFF2-40B4-BE49-F238E27FC236}">
                <a16:creationId xmlns:a16="http://schemas.microsoft.com/office/drawing/2014/main" id="{64975088-2C07-78E5-4034-6B1695D52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848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a14383875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a14383875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0">
          <a:extLst>
            <a:ext uri="{FF2B5EF4-FFF2-40B4-BE49-F238E27FC236}">
              <a16:creationId xmlns:a16="http://schemas.microsoft.com/office/drawing/2014/main" id="{AC6C8A6B-0ACB-E86C-E588-4D3C0D1F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a14383875d_0_46:notes">
            <a:extLst>
              <a:ext uri="{FF2B5EF4-FFF2-40B4-BE49-F238E27FC236}">
                <a16:creationId xmlns:a16="http://schemas.microsoft.com/office/drawing/2014/main" id="{BD042137-B24E-48D8-07B9-B551988878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a14383875d_0_46:notes">
            <a:extLst>
              <a:ext uri="{FF2B5EF4-FFF2-40B4-BE49-F238E27FC236}">
                <a16:creationId xmlns:a16="http://schemas.microsoft.com/office/drawing/2014/main" id="{41B535DF-9773-57EA-2D81-3EFBDC84E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5093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ab37c7aeb7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ab37c7aeb7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a289740e0d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a289740e0d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a1438387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a1438387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a99107942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a99107942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ga694e8a142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ga694e8a142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/>
          <p:nvPr/>
        </p:nvSpPr>
        <p:spPr>
          <a:xfrm>
            <a:off x="378813" y="-2760112"/>
            <a:ext cx="4181700" cy="4181700"/>
          </a:xfrm>
          <a:prstGeom prst="donut">
            <a:avLst>
              <a:gd name="adj" fmla="val 25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oogle Shape;9;p2"/>
          <p:cNvGrpSpPr/>
          <p:nvPr/>
        </p:nvGrpSpPr>
        <p:grpSpPr>
          <a:xfrm>
            <a:off x="-93500" y="1849248"/>
            <a:ext cx="1269297" cy="2393867"/>
            <a:chOff x="-93500" y="1849248"/>
            <a:chExt cx="1269297" cy="2393867"/>
          </a:xfrm>
        </p:grpSpPr>
        <p:sp>
          <p:nvSpPr>
            <p:cNvPr id="10" name="Google Shape;10;p2"/>
            <p:cNvSpPr/>
            <p:nvPr/>
          </p:nvSpPr>
          <p:spPr>
            <a:xfrm>
              <a:off x="-93500" y="1849248"/>
              <a:ext cx="1183896" cy="2369347"/>
            </a:xfrm>
            <a:custGeom>
              <a:avLst/>
              <a:gdLst/>
              <a:ahLst/>
              <a:cxnLst/>
              <a:rect l="l" t="t" r="r" b="b"/>
              <a:pathLst>
                <a:path w="21369" h="42768" extrusionOk="0">
                  <a:moveTo>
                    <a:pt x="1" y="1"/>
                  </a:moveTo>
                  <a:lnTo>
                    <a:pt x="1" y="42767"/>
                  </a:lnTo>
                  <a:cubicBezTo>
                    <a:pt x="11794" y="42767"/>
                    <a:pt x="21369" y="33193"/>
                    <a:pt x="21369" y="21399"/>
                  </a:cubicBezTo>
                  <a:cubicBezTo>
                    <a:pt x="21369" y="9575"/>
                    <a:pt x="11794" y="1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9816" y="1873768"/>
              <a:ext cx="1185614" cy="2369347"/>
            </a:xfrm>
            <a:custGeom>
              <a:avLst/>
              <a:gdLst/>
              <a:ahLst/>
              <a:cxnLst/>
              <a:rect l="l" t="t" r="r" b="b"/>
              <a:pathLst>
                <a:path w="21400" h="42768" fill="none" extrusionOk="0">
                  <a:moveTo>
                    <a:pt x="0" y="1"/>
                  </a:moveTo>
                  <a:lnTo>
                    <a:pt x="0" y="42767"/>
                  </a:lnTo>
                  <a:cubicBezTo>
                    <a:pt x="11824" y="42767"/>
                    <a:pt x="21399" y="33193"/>
                    <a:pt x="21399" y="21399"/>
                  </a:cubicBezTo>
                  <a:cubicBezTo>
                    <a:pt x="21399" y="9575"/>
                    <a:pt x="11824" y="1"/>
                    <a:pt x="0" y="1"/>
                  </a:cubicBezTo>
                  <a:close/>
                </a:path>
              </a:pathLst>
            </a:custGeom>
            <a:noFill/>
            <a:ln w="19000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38719" y="2478666"/>
              <a:ext cx="589350" cy="1014019"/>
              <a:chOff x="832925" y="1132500"/>
              <a:chExt cx="376125" cy="64715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870450" y="1668725"/>
                <a:ext cx="11010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437" extrusionOk="0">
                    <a:moveTo>
                      <a:pt x="2202" y="667"/>
                    </a:moveTo>
                    <a:cubicBezTo>
                      <a:pt x="3036" y="667"/>
                      <a:pt x="3736" y="1401"/>
                      <a:pt x="3703" y="2168"/>
                    </a:cubicBezTo>
                    <a:cubicBezTo>
                      <a:pt x="3703" y="3002"/>
                      <a:pt x="3036" y="3669"/>
                      <a:pt x="2202" y="3669"/>
                    </a:cubicBezTo>
                    <a:cubicBezTo>
                      <a:pt x="1368" y="3669"/>
                      <a:pt x="701" y="3002"/>
                      <a:pt x="701" y="2168"/>
                    </a:cubicBezTo>
                    <a:cubicBezTo>
                      <a:pt x="701" y="1334"/>
                      <a:pt x="1368" y="667"/>
                      <a:pt x="2202" y="667"/>
                    </a:cubicBezTo>
                    <a:close/>
                    <a:moveTo>
                      <a:pt x="2202" y="0"/>
                    </a:moveTo>
                    <a:cubicBezTo>
                      <a:pt x="1001" y="0"/>
                      <a:pt x="0" y="1001"/>
                      <a:pt x="0" y="2235"/>
                    </a:cubicBezTo>
                    <a:cubicBezTo>
                      <a:pt x="0" y="3436"/>
                      <a:pt x="1001" y="4437"/>
                      <a:pt x="2202" y="4437"/>
                    </a:cubicBezTo>
                    <a:cubicBezTo>
                      <a:pt x="3403" y="4437"/>
                      <a:pt x="4403" y="3436"/>
                      <a:pt x="4403" y="2235"/>
                    </a:cubicBezTo>
                    <a:cubicBezTo>
                      <a:pt x="4403" y="1001"/>
                      <a:pt x="3403" y="0"/>
                      <a:pt x="2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832925" y="1365175"/>
                <a:ext cx="11010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437" extrusionOk="0">
                    <a:moveTo>
                      <a:pt x="2202" y="701"/>
                    </a:moveTo>
                    <a:cubicBezTo>
                      <a:pt x="3036" y="701"/>
                      <a:pt x="3703" y="1368"/>
                      <a:pt x="3703" y="2202"/>
                    </a:cubicBezTo>
                    <a:cubicBezTo>
                      <a:pt x="3703" y="3036"/>
                      <a:pt x="3036" y="3669"/>
                      <a:pt x="2202" y="3669"/>
                    </a:cubicBezTo>
                    <a:cubicBezTo>
                      <a:pt x="1368" y="3669"/>
                      <a:pt x="701" y="3036"/>
                      <a:pt x="701" y="2202"/>
                    </a:cubicBezTo>
                    <a:cubicBezTo>
                      <a:pt x="701" y="1368"/>
                      <a:pt x="1368" y="701"/>
                      <a:pt x="2202" y="701"/>
                    </a:cubicBezTo>
                    <a:close/>
                    <a:moveTo>
                      <a:pt x="2202" y="0"/>
                    </a:moveTo>
                    <a:cubicBezTo>
                      <a:pt x="1001" y="0"/>
                      <a:pt x="0" y="1001"/>
                      <a:pt x="0" y="2235"/>
                    </a:cubicBezTo>
                    <a:cubicBezTo>
                      <a:pt x="0" y="3436"/>
                      <a:pt x="1001" y="4437"/>
                      <a:pt x="2202" y="4437"/>
                    </a:cubicBezTo>
                    <a:cubicBezTo>
                      <a:pt x="3403" y="4437"/>
                      <a:pt x="4403" y="3436"/>
                      <a:pt x="4403" y="2235"/>
                    </a:cubicBezTo>
                    <a:cubicBezTo>
                      <a:pt x="4403" y="1001"/>
                      <a:pt x="3403" y="0"/>
                      <a:pt x="2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138125" y="1432700"/>
                <a:ext cx="16725" cy="55075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203" extrusionOk="0">
                    <a:moveTo>
                      <a:pt x="335" y="1"/>
                    </a:moveTo>
                    <a:cubicBezTo>
                      <a:pt x="168" y="1"/>
                      <a:pt x="1" y="101"/>
                      <a:pt x="1" y="335"/>
                    </a:cubicBezTo>
                    <a:lnTo>
                      <a:pt x="1" y="1869"/>
                    </a:lnTo>
                    <a:cubicBezTo>
                      <a:pt x="1" y="2036"/>
                      <a:pt x="134" y="2203"/>
                      <a:pt x="335" y="2203"/>
                    </a:cubicBezTo>
                    <a:cubicBezTo>
                      <a:pt x="535" y="2203"/>
                      <a:pt x="668" y="2036"/>
                      <a:pt x="668" y="1869"/>
                    </a:cubicBezTo>
                    <a:lnTo>
                      <a:pt x="668" y="335"/>
                    </a:lnTo>
                    <a:cubicBezTo>
                      <a:pt x="668" y="168"/>
                      <a:pt x="535" y="1"/>
                      <a:pt x="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138125" y="1498600"/>
                <a:ext cx="16725" cy="559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236" extrusionOk="0">
                    <a:moveTo>
                      <a:pt x="335" y="0"/>
                    </a:moveTo>
                    <a:cubicBezTo>
                      <a:pt x="168" y="0"/>
                      <a:pt x="1" y="134"/>
                      <a:pt x="1" y="367"/>
                    </a:cubicBezTo>
                    <a:lnTo>
                      <a:pt x="1" y="1902"/>
                    </a:lnTo>
                    <a:cubicBezTo>
                      <a:pt x="1" y="2068"/>
                      <a:pt x="134" y="2235"/>
                      <a:pt x="335" y="2235"/>
                    </a:cubicBezTo>
                    <a:cubicBezTo>
                      <a:pt x="535" y="2235"/>
                      <a:pt x="668" y="2068"/>
                      <a:pt x="668" y="1902"/>
                    </a:cubicBezTo>
                    <a:lnTo>
                      <a:pt x="668" y="367"/>
                    </a:lnTo>
                    <a:cubicBezTo>
                      <a:pt x="668" y="200"/>
                      <a:pt x="535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158150" y="1485250"/>
                <a:ext cx="50900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668" extrusionOk="0">
                    <a:moveTo>
                      <a:pt x="334" y="0"/>
                    </a:moveTo>
                    <a:cubicBezTo>
                      <a:pt x="167" y="0"/>
                      <a:pt x="1" y="134"/>
                      <a:pt x="1" y="334"/>
                    </a:cubicBezTo>
                    <a:cubicBezTo>
                      <a:pt x="1" y="501"/>
                      <a:pt x="134" y="668"/>
                      <a:pt x="334" y="668"/>
                    </a:cubicBezTo>
                    <a:lnTo>
                      <a:pt x="1702" y="668"/>
                    </a:lnTo>
                    <a:cubicBezTo>
                      <a:pt x="1869" y="668"/>
                      <a:pt x="2035" y="501"/>
                      <a:pt x="2035" y="334"/>
                    </a:cubicBezTo>
                    <a:cubicBezTo>
                      <a:pt x="2035" y="167"/>
                      <a:pt x="1902" y="0"/>
                      <a:pt x="17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084775" y="1485250"/>
                <a:ext cx="51725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668" extrusionOk="0">
                    <a:moveTo>
                      <a:pt x="334" y="0"/>
                    </a:moveTo>
                    <a:cubicBezTo>
                      <a:pt x="167" y="0"/>
                      <a:pt x="0" y="134"/>
                      <a:pt x="0" y="334"/>
                    </a:cubicBezTo>
                    <a:cubicBezTo>
                      <a:pt x="0" y="501"/>
                      <a:pt x="134" y="668"/>
                      <a:pt x="334" y="668"/>
                    </a:cubicBezTo>
                    <a:lnTo>
                      <a:pt x="1735" y="668"/>
                    </a:lnTo>
                    <a:cubicBezTo>
                      <a:pt x="1868" y="668"/>
                      <a:pt x="2068" y="501"/>
                      <a:pt x="2068" y="334"/>
                    </a:cubicBezTo>
                    <a:cubicBezTo>
                      <a:pt x="2068" y="167"/>
                      <a:pt x="1935" y="0"/>
                      <a:pt x="17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101450" y="1132500"/>
                <a:ext cx="16700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202" extrusionOk="0">
                    <a:moveTo>
                      <a:pt x="334" y="0"/>
                    </a:moveTo>
                    <a:cubicBezTo>
                      <a:pt x="167" y="0"/>
                      <a:pt x="0" y="100"/>
                      <a:pt x="0" y="334"/>
                    </a:cubicBezTo>
                    <a:lnTo>
                      <a:pt x="0" y="1868"/>
                    </a:lnTo>
                    <a:cubicBezTo>
                      <a:pt x="0" y="2035"/>
                      <a:pt x="134" y="2202"/>
                      <a:pt x="334" y="2202"/>
                    </a:cubicBezTo>
                    <a:cubicBezTo>
                      <a:pt x="567" y="2202"/>
                      <a:pt x="667" y="2035"/>
                      <a:pt x="667" y="1868"/>
                    </a:cubicBezTo>
                    <a:lnTo>
                      <a:pt x="667" y="334"/>
                    </a:lnTo>
                    <a:cubicBezTo>
                      <a:pt x="667" y="167"/>
                      <a:pt x="567" y="0"/>
                      <a:pt x="3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01450" y="1199200"/>
                <a:ext cx="16700" cy="55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203" extrusionOk="0">
                    <a:moveTo>
                      <a:pt x="334" y="1"/>
                    </a:moveTo>
                    <a:cubicBezTo>
                      <a:pt x="167" y="1"/>
                      <a:pt x="0" y="101"/>
                      <a:pt x="0" y="335"/>
                    </a:cubicBezTo>
                    <a:lnTo>
                      <a:pt x="0" y="1869"/>
                    </a:lnTo>
                    <a:cubicBezTo>
                      <a:pt x="0" y="2036"/>
                      <a:pt x="134" y="2203"/>
                      <a:pt x="334" y="2203"/>
                    </a:cubicBezTo>
                    <a:cubicBezTo>
                      <a:pt x="567" y="2203"/>
                      <a:pt x="667" y="2036"/>
                      <a:pt x="667" y="1869"/>
                    </a:cubicBezTo>
                    <a:lnTo>
                      <a:pt x="667" y="335"/>
                    </a:lnTo>
                    <a:cubicBezTo>
                      <a:pt x="667" y="168"/>
                      <a:pt x="5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121450" y="1184200"/>
                <a:ext cx="50900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668" extrusionOk="0">
                    <a:moveTo>
                      <a:pt x="334" y="1"/>
                    </a:moveTo>
                    <a:cubicBezTo>
                      <a:pt x="168" y="1"/>
                      <a:pt x="1" y="134"/>
                      <a:pt x="1" y="334"/>
                    </a:cubicBezTo>
                    <a:cubicBezTo>
                      <a:pt x="1" y="501"/>
                      <a:pt x="134" y="668"/>
                      <a:pt x="334" y="668"/>
                    </a:cubicBezTo>
                    <a:lnTo>
                      <a:pt x="1702" y="668"/>
                    </a:lnTo>
                    <a:cubicBezTo>
                      <a:pt x="1869" y="668"/>
                      <a:pt x="2036" y="534"/>
                      <a:pt x="2036" y="334"/>
                    </a:cubicBezTo>
                    <a:cubicBezTo>
                      <a:pt x="2036" y="167"/>
                      <a:pt x="1936" y="1"/>
                      <a:pt x="17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048900" y="1185594"/>
                <a:ext cx="50900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668" extrusionOk="0">
                    <a:moveTo>
                      <a:pt x="334" y="1"/>
                    </a:moveTo>
                    <a:cubicBezTo>
                      <a:pt x="168" y="1"/>
                      <a:pt x="1" y="134"/>
                      <a:pt x="1" y="334"/>
                    </a:cubicBezTo>
                    <a:cubicBezTo>
                      <a:pt x="1" y="501"/>
                      <a:pt x="101" y="668"/>
                      <a:pt x="334" y="668"/>
                    </a:cubicBezTo>
                    <a:lnTo>
                      <a:pt x="1702" y="668"/>
                    </a:lnTo>
                    <a:cubicBezTo>
                      <a:pt x="1869" y="668"/>
                      <a:pt x="2036" y="534"/>
                      <a:pt x="2036" y="334"/>
                    </a:cubicBezTo>
                    <a:cubicBezTo>
                      <a:pt x="2036" y="167"/>
                      <a:pt x="1902" y="1"/>
                      <a:pt x="17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" name="Google Shape;23;p2"/>
          <p:cNvSpPr/>
          <p:nvPr/>
        </p:nvSpPr>
        <p:spPr>
          <a:xfrm rot="-5400000">
            <a:off x="8206000" y="-101620"/>
            <a:ext cx="5678400" cy="56784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4571988" y="3945713"/>
            <a:ext cx="4181700" cy="4181700"/>
          </a:xfrm>
          <a:prstGeom prst="donut">
            <a:avLst>
              <a:gd name="adj" fmla="val 25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>
            <a:off x="1813700" y="4218700"/>
            <a:ext cx="1034975" cy="380725"/>
            <a:chOff x="713225" y="4249875"/>
            <a:chExt cx="1034975" cy="380725"/>
          </a:xfrm>
        </p:grpSpPr>
        <p:grpSp>
          <p:nvGrpSpPr>
            <p:cNvPr id="26" name="Google Shape;26;p2"/>
            <p:cNvGrpSpPr/>
            <p:nvPr/>
          </p:nvGrpSpPr>
          <p:grpSpPr>
            <a:xfrm>
              <a:off x="713225" y="4577400"/>
              <a:ext cx="1034975" cy="53200"/>
              <a:chOff x="713225" y="4577400"/>
              <a:chExt cx="1034975" cy="53200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1695000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87" y="0"/>
                      <a:pt x="0" y="487"/>
                      <a:pt x="0" y="1064"/>
                    </a:cubicBezTo>
                    <a:cubicBezTo>
                      <a:pt x="0" y="1672"/>
                      <a:pt x="487" y="2128"/>
                      <a:pt x="1064" y="2128"/>
                    </a:cubicBezTo>
                    <a:cubicBezTo>
                      <a:pt x="1672" y="2128"/>
                      <a:pt x="2128" y="1672"/>
                      <a:pt x="2128" y="1064"/>
                    </a:cubicBezTo>
                    <a:cubicBezTo>
                      <a:pt x="2128" y="487"/>
                      <a:pt x="167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564300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40622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5" y="0"/>
                    </a:moveTo>
                    <a:cubicBezTo>
                      <a:pt x="487" y="0"/>
                      <a:pt x="1" y="487"/>
                      <a:pt x="1" y="1064"/>
                    </a:cubicBezTo>
                    <a:cubicBezTo>
                      <a:pt x="1" y="1672"/>
                      <a:pt x="487" y="2128"/>
                      <a:pt x="1065" y="2128"/>
                    </a:cubicBezTo>
                    <a:cubicBezTo>
                      <a:pt x="1673" y="2128"/>
                      <a:pt x="2129" y="1672"/>
                      <a:pt x="2129" y="1064"/>
                    </a:cubicBezTo>
                    <a:cubicBezTo>
                      <a:pt x="2129" y="487"/>
                      <a:pt x="1673" y="0"/>
                      <a:pt x="10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27477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126600" y="4577400"/>
                <a:ext cx="5245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098" y="1672"/>
                      <a:pt x="2098" y="1064"/>
                    </a:cubicBezTo>
                    <a:cubicBezTo>
                      <a:pt x="209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99437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843925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86" y="0"/>
                      <a:pt x="0" y="487"/>
                      <a:pt x="0" y="1064"/>
                    </a:cubicBezTo>
                    <a:cubicBezTo>
                      <a:pt x="0" y="1672"/>
                      <a:pt x="486" y="2128"/>
                      <a:pt x="1064" y="2128"/>
                    </a:cubicBezTo>
                    <a:cubicBezTo>
                      <a:pt x="1672" y="2128"/>
                      <a:pt x="2128" y="1672"/>
                      <a:pt x="2128" y="1064"/>
                    </a:cubicBezTo>
                    <a:cubicBezTo>
                      <a:pt x="2128" y="487"/>
                      <a:pt x="167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13225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1" y="2128"/>
                      <a:pt x="2128" y="1672"/>
                      <a:pt x="2128" y="1064"/>
                    </a:cubicBezTo>
                    <a:cubicBezTo>
                      <a:pt x="2128" y="487"/>
                      <a:pt x="1641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713225" y="4468725"/>
              <a:ext cx="1034975" cy="53225"/>
              <a:chOff x="713225" y="4468725"/>
              <a:chExt cx="1034975" cy="53225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1695000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5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564300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40622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5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5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27477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26600" y="4468725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99437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43925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5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13225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5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44;p2"/>
            <p:cNvGrpSpPr/>
            <p:nvPr/>
          </p:nvGrpSpPr>
          <p:grpSpPr>
            <a:xfrm>
              <a:off x="713225" y="4359300"/>
              <a:ext cx="1034975" cy="53225"/>
              <a:chOff x="713225" y="4359300"/>
              <a:chExt cx="1034975" cy="53225"/>
            </a:xfrm>
          </p:grpSpPr>
          <p:sp>
            <p:nvSpPr>
              <p:cNvPr id="45" name="Google Shape;45;p2"/>
              <p:cNvSpPr/>
              <p:nvPr/>
            </p:nvSpPr>
            <p:spPr>
              <a:xfrm>
                <a:off x="1695000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5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564300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40622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5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5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27477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126600" y="4359300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99437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843925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5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13225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5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" name="Google Shape;53;p2"/>
            <p:cNvGrpSpPr/>
            <p:nvPr/>
          </p:nvGrpSpPr>
          <p:grpSpPr>
            <a:xfrm>
              <a:off x="713225" y="4249875"/>
              <a:ext cx="1034975" cy="53225"/>
              <a:chOff x="713225" y="4249875"/>
              <a:chExt cx="1034975" cy="53225"/>
            </a:xfrm>
          </p:grpSpPr>
          <p:sp>
            <p:nvSpPr>
              <p:cNvPr id="54" name="Google Shape;54;p2"/>
              <p:cNvSpPr/>
              <p:nvPr/>
            </p:nvSpPr>
            <p:spPr>
              <a:xfrm>
                <a:off x="1695000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8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8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564300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40622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8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8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27477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126600" y="4249875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99437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843925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8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8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13225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8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2" name="Google Shape;62;p2"/>
          <p:cNvSpPr txBox="1">
            <a:spLocks noGrp="1"/>
          </p:cNvSpPr>
          <p:nvPr>
            <p:ph type="ctrTitle"/>
          </p:nvPr>
        </p:nvSpPr>
        <p:spPr>
          <a:xfrm>
            <a:off x="703650" y="1891699"/>
            <a:ext cx="7736700" cy="1011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3" name="Google Shape;63;p2"/>
          <p:cNvSpPr txBox="1">
            <a:spLocks noGrp="1"/>
          </p:cNvSpPr>
          <p:nvPr>
            <p:ph type="subTitle" idx="1"/>
          </p:nvPr>
        </p:nvSpPr>
        <p:spPr>
          <a:xfrm>
            <a:off x="704100" y="2916936"/>
            <a:ext cx="7735800" cy="3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-68750" y="1265049"/>
            <a:ext cx="1235502" cy="2472739"/>
          </a:xfrm>
          <a:custGeom>
            <a:avLst/>
            <a:gdLst/>
            <a:ahLst/>
            <a:cxnLst/>
            <a:rect l="l" t="t" r="r" b="b"/>
            <a:pathLst>
              <a:path w="21369" h="42768" extrusionOk="0">
                <a:moveTo>
                  <a:pt x="1" y="1"/>
                </a:moveTo>
                <a:lnTo>
                  <a:pt x="1" y="42767"/>
                </a:lnTo>
                <a:cubicBezTo>
                  <a:pt x="11794" y="42767"/>
                  <a:pt x="21369" y="33193"/>
                  <a:pt x="21369" y="21399"/>
                </a:cubicBezTo>
                <a:cubicBezTo>
                  <a:pt x="21369" y="9575"/>
                  <a:pt x="11794" y="1"/>
                  <a:pt x="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96632" y="1265049"/>
            <a:ext cx="1237295" cy="2472739"/>
          </a:xfrm>
          <a:custGeom>
            <a:avLst/>
            <a:gdLst/>
            <a:ahLst/>
            <a:cxnLst/>
            <a:rect l="l" t="t" r="r" b="b"/>
            <a:pathLst>
              <a:path w="21400" h="42768" fill="none" extrusionOk="0">
                <a:moveTo>
                  <a:pt x="0" y="1"/>
                </a:moveTo>
                <a:lnTo>
                  <a:pt x="0" y="42767"/>
                </a:lnTo>
                <a:cubicBezTo>
                  <a:pt x="11824" y="42767"/>
                  <a:pt x="21399" y="33193"/>
                  <a:pt x="21399" y="21399"/>
                </a:cubicBezTo>
                <a:cubicBezTo>
                  <a:pt x="21399" y="9575"/>
                  <a:pt x="11824" y="1"/>
                  <a:pt x="0" y="1"/>
                </a:cubicBezTo>
                <a:close/>
              </a:path>
            </a:pathLst>
          </a:custGeom>
          <a:noFill/>
          <a:ln w="1900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3"/>
          <p:cNvGrpSpPr/>
          <p:nvPr/>
        </p:nvGrpSpPr>
        <p:grpSpPr>
          <a:xfrm>
            <a:off x="871637" y="2482815"/>
            <a:ext cx="1366658" cy="212443"/>
            <a:chOff x="713225" y="4468250"/>
            <a:chExt cx="1036525" cy="161125"/>
          </a:xfrm>
        </p:grpSpPr>
        <p:sp>
          <p:nvSpPr>
            <p:cNvPr id="68" name="Google Shape;68;p3"/>
            <p:cNvSpPr/>
            <p:nvPr/>
          </p:nvSpPr>
          <p:spPr>
            <a:xfrm>
              <a:off x="16965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15658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87"/>
                    <a:pt x="1" y="1065"/>
                  </a:cubicBezTo>
                  <a:cubicBezTo>
                    <a:pt x="1" y="1673"/>
                    <a:pt x="456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14070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9" y="1673"/>
                    <a:pt x="2129" y="1065"/>
                  </a:cubicBezTo>
                  <a:cubicBezTo>
                    <a:pt x="2129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27555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1266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9959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84545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7132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6965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5658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57"/>
                    <a:pt x="1" y="1065"/>
                  </a:cubicBezTo>
                  <a:cubicBezTo>
                    <a:pt x="1" y="1642"/>
                    <a:pt x="456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4070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9" y="1642"/>
                    <a:pt x="2129" y="1065"/>
                  </a:cubicBezTo>
                  <a:cubicBezTo>
                    <a:pt x="2129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27555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1266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9959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84545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132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4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6"/>
          <p:cNvSpPr txBox="1">
            <a:spLocks noGrp="1"/>
          </p:cNvSpPr>
          <p:nvPr>
            <p:ph type="title"/>
          </p:nvPr>
        </p:nvSpPr>
        <p:spPr>
          <a:xfrm>
            <a:off x="689100" y="457200"/>
            <a:ext cx="77418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16"/>
          <p:cNvSpPr txBox="1">
            <a:spLocks noGrp="1"/>
          </p:cNvSpPr>
          <p:nvPr>
            <p:ph type="subTitle" idx="1"/>
          </p:nvPr>
        </p:nvSpPr>
        <p:spPr>
          <a:xfrm>
            <a:off x="705725" y="1417320"/>
            <a:ext cx="1975200" cy="30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16"/>
          <p:cNvSpPr txBox="1">
            <a:spLocks noGrp="1"/>
          </p:cNvSpPr>
          <p:nvPr>
            <p:ph type="subTitle" idx="2"/>
          </p:nvPr>
        </p:nvSpPr>
        <p:spPr>
          <a:xfrm>
            <a:off x="705725" y="1830883"/>
            <a:ext cx="1970700" cy="50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61" name="Google Shape;461;p16"/>
          <p:cNvSpPr txBox="1">
            <a:spLocks noGrp="1"/>
          </p:cNvSpPr>
          <p:nvPr>
            <p:ph type="subTitle" idx="3"/>
          </p:nvPr>
        </p:nvSpPr>
        <p:spPr>
          <a:xfrm>
            <a:off x="705725" y="2342947"/>
            <a:ext cx="1975200" cy="30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16"/>
          <p:cNvSpPr txBox="1">
            <a:spLocks noGrp="1"/>
          </p:cNvSpPr>
          <p:nvPr>
            <p:ph type="subTitle" idx="4"/>
          </p:nvPr>
        </p:nvSpPr>
        <p:spPr>
          <a:xfrm>
            <a:off x="705725" y="2763571"/>
            <a:ext cx="1975200" cy="50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63" name="Google Shape;463;p16"/>
          <p:cNvSpPr txBox="1">
            <a:spLocks noGrp="1"/>
          </p:cNvSpPr>
          <p:nvPr>
            <p:ph type="subTitle" idx="5"/>
          </p:nvPr>
        </p:nvSpPr>
        <p:spPr>
          <a:xfrm>
            <a:off x="705725" y="3257347"/>
            <a:ext cx="1920300" cy="320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16"/>
          <p:cNvSpPr txBox="1">
            <a:spLocks noGrp="1"/>
          </p:cNvSpPr>
          <p:nvPr>
            <p:ph type="subTitle" idx="6"/>
          </p:nvPr>
        </p:nvSpPr>
        <p:spPr>
          <a:xfrm>
            <a:off x="705725" y="3696259"/>
            <a:ext cx="1975200" cy="5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grpSp>
        <p:nvGrpSpPr>
          <p:cNvPr id="465" name="Google Shape;465;p16"/>
          <p:cNvGrpSpPr/>
          <p:nvPr/>
        </p:nvGrpSpPr>
        <p:grpSpPr>
          <a:xfrm>
            <a:off x="8090559" y="262760"/>
            <a:ext cx="680448" cy="1170759"/>
            <a:chOff x="832925" y="1132500"/>
            <a:chExt cx="376125" cy="647150"/>
          </a:xfrm>
        </p:grpSpPr>
        <p:sp>
          <p:nvSpPr>
            <p:cNvPr id="466" name="Google Shape;466;p16"/>
            <p:cNvSpPr/>
            <p:nvPr/>
          </p:nvSpPr>
          <p:spPr>
            <a:xfrm>
              <a:off x="870450" y="1668725"/>
              <a:ext cx="110100" cy="110925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667"/>
                  </a:moveTo>
                  <a:cubicBezTo>
                    <a:pt x="3036" y="667"/>
                    <a:pt x="3736" y="1401"/>
                    <a:pt x="3703" y="2168"/>
                  </a:cubicBezTo>
                  <a:cubicBezTo>
                    <a:pt x="3703" y="3002"/>
                    <a:pt x="3036" y="3669"/>
                    <a:pt x="2202" y="3669"/>
                  </a:cubicBezTo>
                  <a:cubicBezTo>
                    <a:pt x="1368" y="3669"/>
                    <a:pt x="701" y="3002"/>
                    <a:pt x="701" y="2168"/>
                  </a:cubicBezTo>
                  <a:cubicBezTo>
                    <a:pt x="701" y="1334"/>
                    <a:pt x="1368" y="667"/>
                    <a:pt x="2202" y="667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832925" y="1365175"/>
              <a:ext cx="110100" cy="110925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701"/>
                  </a:moveTo>
                  <a:cubicBezTo>
                    <a:pt x="3036" y="701"/>
                    <a:pt x="3703" y="1368"/>
                    <a:pt x="3703" y="2202"/>
                  </a:cubicBezTo>
                  <a:cubicBezTo>
                    <a:pt x="3703" y="3036"/>
                    <a:pt x="3036" y="3669"/>
                    <a:pt x="2202" y="3669"/>
                  </a:cubicBezTo>
                  <a:cubicBezTo>
                    <a:pt x="1368" y="3669"/>
                    <a:pt x="701" y="3036"/>
                    <a:pt x="701" y="2202"/>
                  </a:cubicBezTo>
                  <a:cubicBezTo>
                    <a:pt x="701" y="1368"/>
                    <a:pt x="1368" y="701"/>
                    <a:pt x="2202" y="701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1138125" y="1432700"/>
              <a:ext cx="16725" cy="55075"/>
            </a:xfrm>
            <a:custGeom>
              <a:avLst/>
              <a:gdLst/>
              <a:ahLst/>
              <a:cxnLst/>
              <a:rect l="l" t="t" r="r" b="b"/>
              <a:pathLst>
                <a:path w="669" h="2203" extrusionOk="0">
                  <a:moveTo>
                    <a:pt x="335" y="1"/>
                  </a:moveTo>
                  <a:cubicBezTo>
                    <a:pt x="168" y="1"/>
                    <a:pt x="1" y="101"/>
                    <a:pt x="1" y="335"/>
                  </a:cubicBezTo>
                  <a:lnTo>
                    <a:pt x="1" y="1869"/>
                  </a:lnTo>
                  <a:cubicBezTo>
                    <a:pt x="1" y="2036"/>
                    <a:pt x="134" y="2203"/>
                    <a:pt x="335" y="2203"/>
                  </a:cubicBezTo>
                  <a:cubicBezTo>
                    <a:pt x="535" y="2203"/>
                    <a:pt x="668" y="2036"/>
                    <a:pt x="668" y="1869"/>
                  </a:cubicBezTo>
                  <a:lnTo>
                    <a:pt x="668" y="335"/>
                  </a:lnTo>
                  <a:cubicBezTo>
                    <a:pt x="668" y="168"/>
                    <a:pt x="535" y="1"/>
                    <a:pt x="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1138125" y="1498600"/>
              <a:ext cx="16725" cy="55900"/>
            </a:xfrm>
            <a:custGeom>
              <a:avLst/>
              <a:gdLst/>
              <a:ahLst/>
              <a:cxnLst/>
              <a:rect l="l" t="t" r="r" b="b"/>
              <a:pathLst>
                <a:path w="669" h="2236" extrusionOk="0">
                  <a:moveTo>
                    <a:pt x="335" y="0"/>
                  </a:moveTo>
                  <a:cubicBezTo>
                    <a:pt x="168" y="0"/>
                    <a:pt x="1" y="134"/>
                    <a:pt x="1" y="367"/>
                  </a:cubicBezTo>
                  <a:lnTo>
                    <a:pt x="1" y="1902"/>
                  </a:lnTo>
                  <a:cubicBezTo>
                    <a:pt x="1" y="2068"/>
                    <a:pt x="134" y="2235"/>
                    <a:pt x="335" y="2235"/>
                  </a:cubicBezTo>
                  <a:cubicBezTo>
                    <a:pt x="535" y="2235"/>
                    <a:pt x="668" y="2068"/>
                    <a:pt x="668" y="1902"/>
                  </a:cubicBezTo>
                  <a:lnTo>
                    <a:pt x="668" y="367"/>
                  </a:lnTo>
                  <a:cubicBezTo>
                    <a:pt x="668" y="200"/>
                    <a:pt x="535" y="0"/>
                    <a:pt x="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1158150" y="1485250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0"/>
                  </a:moveTo>
                  <a:cubicBezTo>
                    <a:pt x="167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5" y="501"/>
                    <a:pt x="2035" y="334"/>
                  </a:cubicBezTo>
                  <a:cubicBezTo>
                    <a:pt x="2035" y="167"/>
                    <a:pt x="1902" y="0"/>
                    <a:pt x="17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1084775" y="1485250"/>
              <a:ext cx="51725" cy="16700"/>
            </a:xfrm>
            <a:custGeom>
              <a:avLst/>
              <a:gdLst/>
              <a:ahLst/>
              <a:cxnLst/>
              <a:rect l="l" t="t" r="r" b="b"/>
              <a:pathLst>
                <a:path w="2069" h="668" extrusionOk="0">
                  <a:moveTo>
                    <a:pt x="334" y="0"/>
                  </a:moveTo>
                  <a:cubicBezTo>
                    <a:pt x="167" y="0"/>
                    <a:pt x="0" y="134"/>
                    <a:pt x="0" y="334"/>
                  </a:cubicBezTo>
                  <a:cubicBezTo>
                    <a:pt x="0" y="501"/>
                    <a:pt x="134" y="668"/>
                    <a:pt x="334" y="668"/>
                  </a:cubicBezTo>
                  <a:lnTo>
                    <a:pt x="1735" y="668"/>
                  </a:lnTo>
                  <a:cubicBezTo>
                    <a:pt x="1868" y="668"/>
                    <a:pt x="2068" y="501"/>
                    <a:pt x="2068" y="334"/>
                  </a:cubicBezTo>
                  <a:cubicBezTo>
                    <a:pt x="2068" y="167"/>
                    <a:pt x="1935" y="0"/>
                    <a:pt x="1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101450" y="1132500"/>
              <a:ext cx="16700" cy="55050"/>
            </a:xfrm>
            <a:custGeom>
              <a:avLst/>
              <a:gdLst/>
              <a:ahLst/>
              <a:cxnLst/>
              <a:rect l="l" t="t" r="r" b="b"/>
              <a:pathLst>
                <a:path w="668" h="2202" extrusionOk="0">
                  <a:moveTo>
                    <a:pt x="334" y="0"/>
                  </a:moveTo>
                  <a:cubicBezTo>
                    <a:pt x="167" y="0"/>
                    <a:pt x="0" y="100"/>
                    <a:pt x="0" y="334"/>
                  </a:cubicBezTo>
                  <a:lnTo>
                    <a:pt x="0" y="1868"/>
                  </a:lnTo>
                  <a:cubicBezTo>
                    <a:pt x="0" y="2035"/>
                    <a:pt x="134" y="2202"/>
                    <a:pt x="334" y="2202"/>
                  </a:cubicBezTo>
                  <a:cubicBezTo>
                    <a:pt x="567" y="2202"/>
                    <a:pt x="667" y="2035"/>
                    <a:pt x="667" y="1868"/>
                  </a:cubicBezTo>
                  <a:lnTo>
                    <a:pt x="667" y="334"/>
                  </a:lnTo>
                  <a:cubicBezTo>
                    <a:pt x="667" y="167"/>
                    <a:pt x="567" y="0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101450" y="1199200"/>
              <a:ext cx="16700" cy="55075"/>
            </a:xfrm>
            <a:custGeom>
              <a:avLst/>
              <a:gdLst/>
              <a:ahLst/>
              <a:cxnLst/>
              <a:rect l="l" t="t" r="r" b="b"/>
              <a:pathLst>
                <a:path w="668" h="2203" extrusionOk="0">
                  <a:moveTo>
                    <a:pt x="334" y="1"/>
                  </a:moveTo>
                  <a:cubicBezTo>
                    <a:pt x="167" y="1"/>
                    <a:pt x="0" y="101"/>
                    <a:pt x="0" y="335"/>
                  </a:cubicBezTo>
                  <a:lnTo>
                    <a:pt x="0" y="1869"/>
                  </a:lnTo>
                  <a:cubicBezTo>
                    <a:pt x="0" y="2036"/>
                    <a:pt x="134" y="2203"/>
                    <a:pt x="334" y="2203"/>
                  </a:cubicBezTo>
                  <a:cubicBezTo>
                    <a:pt x="567" y="2203"/>
                    <a:pt x="667" y="2036"/>
                    <a:pt x="667" y="1869"/>
                  </a:cubicBezTo>
                  <a:lnTo>
                    <a:pt x="667" y="335"/>
                  </a:lnTo>
                  <a:cubicBezTo>
                    <a:pt x="667" y="168"/>
                    <a:pt x="567" y="1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1121450" y="1184200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36" y="1"/>
                    <a:pt x="17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1048900" y="1185594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01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02" y="1"/>
                    <a:pt x="17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16"/>
          <p:cNvGrpSpPr/>
          <p:nvPr/>
        </p:nvGrpSpPr>
        <p:grpSpPr>
          <a:xfrm>
            <a:off x="7395800" y="4205850"/>
            <a:ext cx="1034975" cy="380725"/>
            <a:chOff x="713225" y="4249875"/>
            <a:chExt cx="1034975" cy="380725"/>
          </a:xfrm>
        </p:grpSpPr>
        <p:grpSp>
          <p:nvGrpSpPr>
            <p:cNvPr id="477" name="Google Shape;477;p16"/>
            <p:cNvGrpSpPr/>
            <p:nvPr/>
          </p:nvGrpSpPr>
          <p:grpSpPr>
            <a:xfrm>
              <a:off x="713225" y="4577400"/>
              <a:ext cx="1034975" cy="53200"/>
              <a:chOff x="713225" y="4577400"/>
              <a:chExt cx="1034975" cy="53200"/>
            </a:xfrm>
          </p:grpSpPr>
          <p:sp>
            <p:nvSpPr>
              <p:cNvPr id="478" name="Google Shape;478;p16"/>
              <p:cNvSpPr/>
              <p:nvPr/>
            </p:nvSpPr>
            <p:spPr>
              <a:xfrm>
                <a:off x="1695000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87" y="0"/>
                      <a:pt x="0" y="487"/>
                      <a:pt x="0" y="1064"/>
                    </a:cubicBezTo>
                    <a:cubicBezTo>
                      <a:pt x="0" y="1672"/>
                      <a:pt x="487" y="2128"/>
                      <a:pt x="1064" y="2128"/>
                    </a:cubicBezTo>
                    <a:cubicBezTo>
                      <a:pt x="1672" y="2128"/>
                      <a:pt x="2128" y="1672"/>
                      <a:pt x="2128" y="1064"/>
                    </a:cubicBezTo>
                    <a:cubicBezTo>
                      <a:pt x="2128" y="487"/>
                      <a:pt x="167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6"/>
              <p:cNvSpPr/>
              <p:nvPr/>
            </p:nvSpPr>
            <p:spPr>
              <a:xfrm>
                <a:off x="1564300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6"/>
              <p:cNvSpPr/>
              <p:nvPr/>
            </p:nvSpPr>
            <p:spPr>
              <a:xfrm>
                <a:off x="140622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5" y="0"/>
                    </a:moveTo>
                    <a:cubicBezTo>
                      <a:pt x="487" y="0"/>
                      <a:pt x="1" y="487"/>
                      <a:pt x="1" y="1064"/>
                    </a:cubicBezTo>
                    <a:cubicBezTo>
                      <a:pt x="1" y="1672"/>
                      <a:pt x="487" y="2128"/>
                      <a:pt x="1065" y="2128"/>
                    </a:cubicBezTo>
                    <a:cubicBezTo>
                      <a:pt x="1673" y="2128"/>
                      <a:pt x="2129" y="1672"/>
                      <a:pt x="2129" y="1064"/>
                    </a:cubicBezTo>
                    <a:cubicBezTo>
                      <a:pt x="2129" y="487"/>
                      <a:pt x="1673" y="0"/>
                      <a:pt x="10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6"/>
              <p:cNvSpPr/>
              <p:nvPr/>
            </p:nvSpPr>
            <p:spPr>
              <a:xfrm>
                <a:off x="127477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6"/>
              <p:cNvSpPr/>
              <p:nvPr/>
            </p:nvSpPr>
            <p:spPr>
              <a:xfrm>
                <a:off x="1126600" y="4577400"/>
                <a:ext cx="5245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098" y="1672"/>
                      <a:pt x="2098" y="1064"/>
                    </a:cubicBezTo>
                    <a:cubicBezTo>
                      <a:pt x="209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6"/>
              <p:cNvSpPr/>
              <p:nvPr/>
            </p:nvSpPr>
            <p:spPr>
              <a:xfrm>
                <a:off x="99437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6"/>
              <p:cNvSpPr/>
              <p:nvPr/>
            </p:nvSpPr>
            <p:spPr>
              <a:xfrm>
                <a:off x="843925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86" y="0"/>
                      <a:pt x="0" y="487"/>
                      <a:pt x="0" y="1064"/>
                    </a:cubicBezTo>
                    <a:cubicBezTo>
                      <a:pt x="0" y="1672"/>
                      <a:pt x="486" y="2128"/>
                      <a:pt x="1064" y="2128"/>
                    </a:cubicBezTo>
                    <a:cubicBezTo>
                      <a:pt x="1672" y="2128"/>
                      <a:pt x="2128" y="1672"/>
                      <a:pt x="2128" y="1064"/>
                    </a:cubicBezTo>
                    <a:cubicBezTo>
                      <a:pt x="2128" y="487"/>
                      <a:pt x="167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6"/>
              <p:cNvSpPr/>
              <p:nvPr/>
            </p:nvSpPr>
            <p:spPr>
              <a:xfrm>
                <a:off x="713225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1" y="2128"/>
                      <a:pt x="2128" y="1672"/>
                      <a:pt x="2128" y="1064"/>
                    </a:cubicBezTo>
                    <a:cubicBezTo>
                      <a:pt x="2128" y="487"/>
                      <a:pt x="1641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6" name="Google Shape;486;p16"/>
            <p:cNvGrpSpPr/>
            <p:nvPr/>
          </p:nvGrpSpPr>
          <p:grpSpPr>
            <a:xfrm>
              <a:off x="713225" y="4468725"/>
              <a:ext cx="1034975" cy="53225"/>
              <a:chOff x="713225" y="4468725"/>
              <a:chExt cx="1034975" cy="53225"/>
            </a:xfrm>
          </p:grpSpPr>
          <p:sp>
            <p:nvSpPr>
              <p:cNvPr id="487" name="Google Shape;487;p16"/>
              <p:cNvSpPr/>
              <p:nvPr/>
            </p:nvSpPr>
            <p:spPr>
              <a:xfrm>
                <a:off x="1695000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5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6"/>
              <p:cNvSpPr/>
              <p:nvPr/>
            </p:nvSpPr>
            <p:spPr>
              <a:xfrm>
                <a:off x="1564300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6"/>
              <p:cNvSpPr/>
              <p:nvPr/>
            </p:nvSpPr>
            <p:spPr>
              <a:xfrm>
                <a:off x="140622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5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5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6"/>
              <p:cNvSpPr/>
              <p:nvPr/>
            </p:nvSpPr>
            <p:spPr>
              <a:xfrm>
                <a:off x="127477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6"/>
              <p:cNvSpPr/>
              <p:nvPr/>
            </p:nvSpPr>
            <p:spPr>
              <a:xfrm>
                <a:off x="1126600" y="4468725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6"/>
              <p:cNvSpPr/>
              <p:nvPr/>
            </p:nvSpPr>
            <p:spPr>
              <a:xfrm>
                <a:off x="99437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843925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5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713225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5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5" name="Google Shape;495;p16"/>
            <p:cNvGrpSpPr/>
            <p:nvPr/>
          </p:nvGrpSpPr>
          <p:grpSpPr>
            <a:xfrm>
              <a:off x="713225" y="4359300"/>
              <a:ext cx="1034975" cy="53225"/>
              <a:chOff x="713225" y="4359300"/>
              <a:chExt cx="1034975" cy="53225"/>
            </a:xfrm>
          </p:grpSpPr>
          <p:sp>
            <p:nvSpPr>
              <p:cNvPr id="496" name="Google Shape;496;p16"/>
              <p:cNvSpPr/>
              <p:nvPr/>
            </p:nvSpPr>
            <p:spPr>
              <a:xfrm>
                <a:off x="1695000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5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6"/>
              <p:cNvSpPr/>
              <p:nvPr/>
            </p:nvSpPr>
            <p:spPr>
              <a:xfrm>
                <a:off x="1564300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6"/>
              <p:cNvSpPr/>
              <p:nvPr/>
            </p:nvSpPr>
            <p:spPr>
              <a:xfrm>
                <a:off x="140622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5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5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6"/>
              <p:cNvSpPr/>
              <p:nvPr/>
            </p:nvSpPr>
            <p:spPr>
              <a:xfrm>
                <a:off x="127477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6"/>
              <p:cNvSpPr/>
              <p:nvPr/>
            </p:nvSpPr>
            <p:spPr>
              <a:xfrm>
                <a:off x="1126600" y="4359300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6"/>
              <p:cNvSpPr/>
              <p:nvPr/>
            </p:nvSpPr>
            <p:spPr>
              <a:xfrm>
                <a:off x="99437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6"/>
              <p:cNvSpPr/>
              <p:nvPr/>
            </p:nvSpPr>
            <p:spPr>
              <a:xfrm>
                <a:off x="843925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5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6"/>
              <p:cNvSpPr/>
              <p:nvPr/>
            </p:nvSpPr>
            <p:spPr>
              <a:xfrm>
                <a:off x="713225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5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4" name="Google Shape;504;p16"/>
            <p:cNvGrpSpPr/>
            <p:nvPr/>
          </p:nvGrpSpPr>
          <p:grpSpPr>
            <a:xfrm>
              <a:off x="713225" y="4249875"/>
              <a:ext cx="1034975" cy="53225"/>
              <a:chOff x="713225" y="4249875"/>
              <a:chExt cx="1034975" cy="53225"/>
            </a:xfrm>
          </p:grpSpPr>
          <p:sp>
            <p:nvSpPr>
              <p:cNvPr id="505" name="Google Shape;505;p16"/>
              <p:cNvSpPr/>
              <p:nvPr/>
            </p:nvSpPr>
            <p:spPr>
              <a:xfrm>
                <a:off x="1695000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8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8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6"/>
              <p:cNvSpPr/>
              <p:nvPr/>
            </p:nvSpPr>
            <p:spPr>
              <a:xfrm>
                <a:off x="1564300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6"/>
              <p:cNvSpPr/>
              <p:nvPr/>
            </p:nvSpPr>
            <p:spPr>
              <a:xfrm>
                <a:off x="140622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8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8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6"/>
              <p:cNvSpPr/>
              <p:nvPr/>
            </p:nvSpPr>
            <p:spPr>
              <a:xfrm>
                <a:off x="127477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6"/>
              <p:cNvSpPr/>
              <p:nvPr/>
            </p:nvSpPr>
            <p:spPr>
              <a:xfrm>
                <a:off x="1126600" y="4249875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6"/>
              <p:cNvSpPr/>
              <p:nvPr/>
            </p:nvSpPr>
            <p:spPr>
              <a:xfrm>
                <a:off x="99437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6"/>
              <p:cNvSpPr/>
              <p:nvPr/>
            </p:nvSpPr>
            <p:spPr>
              <a:xfrm>
                <a:off x="843925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8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8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6"/>
              <p:cNvSpPr/>
              <p:nvPr/>
            </p:nvSpPr>
            <p:spPr>
              <a:xfrm>
                <a:off x="713225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8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5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7"/>
          <p:cNvSpPr txBox="1">
            <a:spLocks noGrp="1"/>
          </p:cNvSpPr>
          <p:nvPr>
            <p:ph type="title"/>
          </p:nvPr>
        </p:nvSpPr>
        <p:spPr>
          <a:xfrm>
            <a:off x="705725" y="457200"/>
            <a:ext cx="77250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17"/>
          <p:cNvSpPr txBox="1">
            <a:spLocks noGrp="1"/>
          </p:cNvSpPr>
          <p:nvPr>
            <p:ph type="subTitle" idx="1"/>
          </p:nvPr>
        </p:nvSpPr>
        <p:spPr>
          <a:xfrm>
            <a:off x="2364975" y="1984248"/>
            <a:ext cx="16641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17"/>
          <p:cNvSpPr txBox="1">
            <a:spLocks noGrp="1"/>
          </p:cNvSpPr>
          <p:nvPr>
            <p:ph type="subTitle" idx="2"/>
          </p:nvPr>
        </p:nvSpPr>
        <p:spPr>
          <a:xfrm>
            <a:off x="2364975" y="3246120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17" name="Google Shape;517;p17"/>
          <p:cNvSpPr txBox="1">
            <a:spLocks noGrp="1"/>
          </p:cNvSpPr>
          <p:nvPr>
            <p:ph type="subTitle" idx="3"/>
          </p:nvPr>
        </p:nvSpPr>
        <p:spPr>
          <a:xfrm>
            <a:off x="4523475" y="1984248"/>
            <a:ext cx="16641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7"/>
          <p:cNvSpPr txBox="1">
            <a:spLocks noGrp="1"/>
          </p:cNvSpPr>
          <p:nvPr>
            <p:ph type="subTitle" idx="4"/>
          </p:nvPr>
        </p:nvSpPr>
        <p:spPr>
          <a:xfrm>
            <a:off x="4523475" y="3246126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19" name="Google Shape;519;p17"/>
          <p:cNvSpPr txBox="1">
            <a:spLocks noGrp="1"/>
          </p:cNvSpPr>
          <p:nvPr>
            <p:ph type="subTitle" idx="5"/>
          </p:nvPr>
        </p:nvSpPr>
        <p:spPr>
          <a:xfrm>
            <a:off x="6647550" y="1984248"/>
            <a:ext cx="16641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17"/>
          <p:cNvSpPr txBox="1">
            <a:spLocks noGrp="1"/>
          </p:cNvSpPr>
          <p:nvPr>
            <p:ph type="subTitle" idx="6"/>
          </p:nvPr>
        </p:nvSpPr>
        <p:spPr>
          <a:xfrm>
            <a:off x="6647550" y="3246126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grpSp>
        <p:nvGrpSpPr>
          <p:cNvPr id="521" name="Google Shape;521;p17"/>
          <p:cNvGrpSpPr/>
          <p:nvPr/>
        </p:nvGrpSpPr>
        <p:grpSpPr>
          <a:xfrm>
            <a:off x="7394250" y="4438300"/>
            <a:ext cx="1036525" cy="161125"/>
            <a:chOff x="713225" y="4468250"/>
            <a:chExt cx="1036525" cy="161125"/>
          </a:xfrm>
        </p:grpSpPr>
        <p:sp>
          <p:nvSpPr>
            <p:cNvPr id="522" name="Google Shape;522;p17"/>
            <p:cNvSpPr/>
            <p:nvPr/>
          </p:nvSpPr>
          <p:spPr>
            <a:xfrm>
              <a:off x="16965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7"/>
            <p:cNvSpPr/>
            <p:nvPr/>
          </p:nvSpPr>
          <p:spPr>
            <a:xfrm>
              <a:off x="15658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87"/>
                    <a:pt x="1" y="1065"/>
                  </a:cubicBezTo>
                  <a:cubicBezTo>
                    <a:pt x="1" y="1673"/>
                    <a:pt x="456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7"/>
            <p:cNvSpPr/>
            <p:nvPr/>
          </p:nvSpPr>
          <p:spPr>
            <a:xfrm>
              <a:off x="14070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9" y="1673"/>
                    <a:pt x="2129" y="1065"/>
                  </a:cubicBezTo>
                  <a:cubicBezTo>
                    <a:pt x="2129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7"/>
            <p:cNvSpPr/>
            <p:nvPr/>
          </p:nvSpPr>
          <p:spPr>
            <a:xfrm>
              <a:off x="127555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7"/>
            <p:cNvSpPr/>
            <p:nvPr/>
          </p:nvSpPr>
          <p:spPr>
            <a:xfrm>
              <a:off x="11266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7"/>
            <p:cNvSpPr/>
            <p:nvPr/>
          </p:nvSpPr>
          <p:spPr>
            <a:xfrm>
              <a:off x="9959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7"/>
            <p:cNvSpPr/>
            <p:nvPr/>
          </p:nvSpPr>
          <p:spPr>
            <a:xfrm>
              <a:off x="84545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7"/>
            <p:cNvSpPr/>
            <p:nvPr/>
          </p:nvSpPr>
          <p:spPr>
            <a:xfrm>
              <a:off x="7132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7"/>
            <p:cNvSpPr/>
            <p:nvPr/>
          </p:nvSpPr>
          <p:spPr>
            <a:xfrm>
              <a:off x="16965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7"/>
            <p:cNvSpPr/>
            <p:nvPr/>
          </p:nvSpPr>
          <p:spPr>
            <a:xfrm>
              <a:off x="15658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57"/>
                    <a:pt x="1" y="1065"/>
                  </a:cubicBezTo>
                  <a:cubicBezTo>
                    <a:pt x="1" y="1642"/>
                    <a:pt x="456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7"/>
            <p:cNvSpPr/>
            <p:nvPr/>
          </p:nvSpPr>
          <p:spPr>
            <a:xfrm>
              <a:off x="14070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9" y="1642"/>
                    <a:pt x="2129" y="1065"/>
                  </a:cubicBezTo>
                  <a:cubicBezTo>
                    <a:pt x="2129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7"/>
            <p:cNvSpPr/>
            <p:nvPr/>
          </p:nvSpPr>
          <p:spPr>
            <a:xfrm>
              <a:off x="127555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7"/>
            <p:cNvSpPr/>
            <p:nvPr/>
          </p:nvSpPr>
          <p:spPr>
            <a:xfrm>
              <a:off x="11266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7"/>
            <p:cNvSpPr/>
            <p:nvPr/>
          </p:nvSpPr>
          <p:spPr>
            <a:xfrm>
              <a:off x="9959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7"/>
            <p:cNvSpPr/>
            <p:nvPr/>
          </p:nvSpPr>
          <p:spPr>
            <a:xfrm>
              <a:off x="84545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7132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8" name="Google Shape;538;p17"/>
          <p:cNvGrpSpPr/>
          <p:nvPr/>
        </p:nvGrpSpPr>
        <p:grpSpPr>
          <a:xfrm>
            <a:off x="-54287" y="596650"/>
            <a:ext cx="1535025" cy="283475"/>
            <a:chOff x="689100" y="4315950"/>
            <a:chExt cx="1535025" cy="283475"/>
          </a:xfrm>
        </p:grpSpPr>
        <p:sp>
          <p:nvSpPr>
            <p:cNvPr id="539" name="Google Shape;539;p17"/>
            <p:cNvSpPr/>
            <p:nvPr/>
          </p:nvSpPr>
          <p:spPr>
            <a:xfrm>
              <a:off x="689100" y="4315950"/>
              <a:ext cx="1535025" cy="98825"/>
            </a:xfrm>
            <a:custGeom>
              <a:avLst/>
              <a:gdLst/>
              <a:ahLst/>
              <a:cxnLst/>
              <a:rect l="l" t="t" r="r" b="b"/>
              <a:pathLst>
                <a:path w="61401" h="3953" fill="none" extrusionOk="0">
                  <a:moveTo>
                    <a:pt x="1" y="1976"/>
                  </a:moveTo>
                  <a:lnTo>
                    <a:pt x="1" y="1976"/>
                  </a:lnTo>
                  <a:cubicBezTo>
                    <a:pt x="1733" y="1"/>
                    <a:pt x="4803" y="1"/>
                    <a:pt x="6506" y="1976"/>
                  </a:cubicBezTo>
                  <a:lnTo>
                    <a:pt x="6506" y="1976"/>
                  </a:lnTo>
                  <a:cubicBezTo>
                    <a:pt x="8208" y="3952"/>
                    <a:pt x="11308" y="3952"/>
                    <a:pt x="12980" y="1976"/>
                  </a:cubicBezTo>
                  <a:lnTo>
                    <a:pt x="12980" y="1976"/>
                  </a:lnTo>
                  <a:cubicBezTo>
                    <a:pt x="14682" y="1"/>
                    <a:pt x="17752" y="1"/>
                    <a:pt x="19424" y="1976"/>
                  </a:cubicBezTo>
                  <a:lnTo>
                    <a:pt x="19424" y="1976"/>
                  </a:lnTo>
                  <a:cubicBezTo>
                    <a:pt x="21126" y="3952"/>
                    <a:pt x="24226" y="3952"/>
                    <a:pt x="25898" y="1976"/>
                  </a:cubicBezTo>
                  <a:lnTo>
                    <a:pt x="25898" y="1976"/>
                  </a:lnTo>
                  <a:cubicBezTo>
                    <a:pt x="27600" y="1"/>
                    <a:pt x="30670" y="1"/>
                    <a:pt x="32342" y="1976"/>
                  </a:cubicBezTo>
                  <a:lnTo>
                    <a:pt x="32342" y="1976"/>
                  </a:lnTo>
                  <a:cubicBezTo>
                    <a:pt x="34044" y="3952"/>
                    <a:pt x="37144" y="3952"/>
                    <a:pt x="38816" y="1976"/>
                  </a:cubicBezTo>
                  <a:lnTo>
                    <a:pt x="38816" y="1976"/>
                  </a:lnTo>
                  <a:cubicBezTo>
                    <a:pt x="40518" y="1"/>
                    <a:pt x="43588" y="1"/>
                    <a:pt x="45260" y="1976"/>
                  </a:cubicBezTo>
                  <a:lnTo>
                    <a:pt x="45260" y="1976"/>
                  </a:lnTo>
                  <a:cubicBezTo>
                    <a:pt x="46962" y="3952"/>
                    <a:pt x="50063" y="3952"/>
                    <a:pt x="51734" y="1976"/>
                  </a:cubicBezTo>
                  <a:lnTo>
                    <a:pt x="51734" y="1976"/>
                  </a:lnTo>
                  <a:cubicBezTo>
                    <a:pt x="53437" y="1"/>
                    <a:pt x="56506" y="1"/>
                    <a:pt x="58178" y="1976"/>
                  </a:cubicBezTo>
                  <a:lnTo>
                    <a:pt x="58178" y="1976"/>
                  </a:lnTo>
                  <a:cubicBezTo>
                    <a:pt x="59029" y="2979"/>
                    <a:pt x="60245" y="3466"/>
                    <a:pt x="61400" y="3466"/>
                  </a:cubicBezTo>
                </a:path>
              </a:pathLst>
            </a:custGeom>
            <a:noFill/>
            <a:ln w="79800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7"/>
            <p:cNvSpPr/>
            <p:nvPr/>
          </p:nvSpPr>
          <p:spPr>
            <a:xfrm>
              <a:off x="689100" y="4500600"/>
              <a:ext cx="1535025" cy="98825"/>
            </a:xfrm>
            <a:custGeom>
              <a:avLst/>
              <a:gdLst/>
              <a:ahLst/>
              <a:cxnLst/>
              <a:rect l="l" t="t" r="r" b="b"/>
              <a:pathLst>
                <a:path w="61401" h="3953" fill="none" extrusionOk="0">
                  <a:moveTo>
                    <a:pt x="1" y="1976"/>
                  </a:moveTo>
                  <a:lnTo>
                    <a:pt x="1" y="1976"/>
                  </a:lnTo>
                  <a:cubicBezTo>
                    <a:pt x="1733" y="1"/>
                    <a:pt x="4803" y="1"/>
                    <a:pt x="6506" y="1976"/>
                  </a:cubicBezTo>
                  <a:lnTo>
                    <a:pt x="6506" y="1976"/>
                  </a:lnTo>
                  <a:cubicBezTo>
                    <a:pt x="8208" y="3952"/>
                    <a:pt x="11308" y="3952"/>
                    <a:pt x="12980" y="1976"/>
                  </a:cubicBezTo>
                  <a:lnTo>
                    <a:pt x="12980" y="1976"/>
                  </a:lnTo>
                  <a:cubicBezTo>
                    <a:pt x="14682" y="1"/>
                    <a:pt x="17752" y="1"/>
                    <a:pt x="19424" y="1976"/>
                  </a:cubicBezTo>
                  <a:lnTo>
                    <a:pt x="19424" y="1976"/>
                  </a:lnTo>
                  <a:cubicBezTo>
                    <a:pt x="21126" y="3952"/>
                    <a:pt x="24226" y="3952"/>
                    <a:pt x="25898" y="1976"/>
                  </a:cubicBezTo>
                  <a:lnTo>
                    <a:pt x="25898" y="1976"/>
                  </a:lnTo>
                  <a:cubicBezTo>
                    <a:pt x="27600" y="1"/>
                    <a:pt x="30670" y="1"/>
                    <a:pt x="32342" y="1976"/>
                  </a:cubicBezTo>
                  <a:lnTo>
                    <a:pt x="32342" y="1976"/>
                  </a:lnTo>
                  <a:cubicBezTo>
                    <a:pt x="34044" y="3952"/>
                    <a:pt x="37144" y="3952"/>
                    <a:pt x="38816" y="1976"/>
                  </a:cubicBezTo>
                  <a:lnTo>
                    <a:pt x="38816" y="1976"/>
                  </a:lnTo>
                  <a:cubicBezTo>
                    <a:pt x="40518" y="1"/>
                    <a:pt x="43588" y="1"/>
                    <a:pt x="45260" y="1976"/>
                  </a:cubicBezTo>
                  <a:lnTo>
                    <a:pt x="45260" y="1976"/>
                  </a:lnTo>
                  <a:cubicBezTo>
                    <a:pt x="46962" y="3952"/>
                    <a:pt x="50063" y="3952"/>
                    <a:pt x="51734" y="1976"/>
                  </a:cubicBezTo>
                  <a:lnTo>
                    <a:pt x="51734" y="1976"/>
                  </a:lnTo>
                  <a:cubicBezTo>
                    <a:pt x="53437" y="1"/>
                    <a:pt x="56506" y="1"/>
                    <a:pt x="58178" y="1976"/>
                  </a:cubicBezTo>
                  <a:lnTo>
                    <a:pt x="58178" y="1976"/>
                  </a:lnTo>
                  <a:cubicBezTo>
                    <a:pt x="59029" y="2949"/>
                    <a:pt x="60245" y="3466"/>
                    <a:pt x="61400" y="3466"/>
                  </a:cubicBezTo>
                </a:path>
              </a:pathLst>
            </a:custGeom>
            <a:noFill/>
            <a:ln w="79800" cap="flat" cmpd="sng">
              <a:solidFill>
                <a:schemeClr val="accent5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18"/>
          <p:cNvGrpSpPr/>
          <p:nvPr/>
        </p:nvGrpSpPr>
        <p:grpSpPr>
          <a:xfrm>
            <a:off x="345109" y="340123"/>
            <a:ext cx="680448" cy="1170759"/>
            <a:chOff x="832925" y="1132500"/>
            <a:chExt cx="376125" cy="647150"/>
          </a:xfrm>
        </p:grpSpPr>
        <p:sp>
          <p:nvSpPr>
            <p:cNvPr id="543" name="Google Shape;543;p18"/>
            <p:cNvSpPr/>
            <p:nvPr/>
          </p:nvSpPr>
          <p:spPr>
            <a:xfrm>
              <a:off x="870450" y="1668725"/>
              <a:ext cx="110100" cy="110925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667"/>
                  </a:moveTo>
                  <a:cubicBezTo>
                    <a:pt x="3036" y="667"/>
                    <a:pt x="3736" y="1401"/>
                    <a:pt x="3703" y="2168"/>
                  </a:cubicBezTo>
                  <a:cubicBezTo>
                    <a:pt x="3703" y="3002"/>
                    <a:pt x="3036" y="3669"/>
                    <a:pt x="2202" y="3669"/>
                  </a:cubicBezTo>
                  <a:cubicBezTo>
                    <a:pt x="1368" y="3669"/>
                    <a:pt x="701" y="3002"/>
                    <a:pt x="701" y="2168"/>
                  </a:cubicBezTo>
                  <a:cubicBezTo>
                    <a:pt x="701" y="1334"/>
                    <a:pt x="1368" y="667"/>
                    <a:pt x="2202" y="667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832925" y="1365175"/>
              <a:ext cx="110100" cy="110925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701"/>
                  </a:moveTo>
                  <a:cubicBezTo>
                    <a:pt x="3036" y="701"/>
                    <a:pt x="3703" y="1368"/>
                    <a:pt x="3703" y="2202"/>
                  </a:cubicBezTo>
                  <a:cubicBezTo>
                    <a:pt x="3703" y="3036"/>
                    <a:pt x="3036" y="3669"/>
                    <a:pt x="2202" y="3669"/>
                  </a:cubicBezTo>
                  <a:cubicBezTo>
                    <a:pt x="1368" y="3669"/>
                    <a:pt x="701" y="3036"/>
                    <a:pt x="701" y="2202"/>
                  </a:cubicBezTo>
                  <a:cubicBezTo>
                    <a:pt x="701" y="1368"/>
                    <a:pt x="1368" y="701"/>
                    <a:pt x="2202" y="701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1138125" y="1432700"/>
              <a:ext cx="16725" cy="55075"/>
            </a:xfrm>
            <a:custGeom>
              <a:avLst/>
              <a:gdLst/>
              <a:ahLst/>
              <a:cxnLst/>
              <a:rect l="l" t="t" r="r" b="b"/>
              <a:pathLst>
                <a:path w="669" h="2203" extrusionOk="0">
                  <a:moveTo>
                    <a:pt x="335" y="1"/>
                  </a:moveTo>
                  <a:cubicBezTo>
                    <a:pt x="168" y="1"/>
                    <a:pt x="1" y="101"/>
                    <a:pt x="1" y="335"/>
                  </a:cubicBezTo>
                  <a:lnTo>
                    <a:pt x="1" y="1869"/>
                  </a:lnTo>
                  <a:cubicBezTo>
                    <a:pt x="1" y="2036"/>
                    <a:pt x="134" y="2203"/>
                    <a:pt x="335" y="2203"/>
                  </a:cubicBezTo>
                  <a:cubicBezTo>
                    <a:pt x="535" y="2203"/>
                    <a:pt x="668" y="2036"/>
                    <a:pt x="668" y="1869"/>
                  </a:cubicBezTo>
                  <a:lnTo>
                    <a:pt x="668" y="335"/>
                  </a:lnTo>
                  <a:cubicBezTo>
                    <a:pt x="668" y="168"/>
                    <a:pt x="535" y="1"/>
                    <a:pt x="3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1138125" y="1498600"/>
              <a:ext cx="16725" cy="55900"/>
            </a:xfrm>
            <a:custGeom>
              <a:avLst/>
              <a:gdLst/>
              <a:ahLst/>
              <a:cxnLst/>
              <a:rect l="l" t="t" r="r" b="b"/>
              <a:pathLst>
                <a:path w="669" h="2236" extrusionOk="0">
                  <a:moveTo>
                    <a:pt x="335" y="0"/>
                  </a:moveTo>
                  <a:cubicBezTo>
                    <a:pt x="168" y="0"/>
                    <a:pt x="1" y="134"/>
                    <a:pt x="1" y="367"/>
                  </a:cubicBezTo>
                  <a:lnTo>
                    <a:pt x="1" y="1902"/>
                  </a:lnTo>
                  <a:cubicBezTo>
                    <a:pt x="1" y="2068"/>
                    <a:pt x="134" y="2235"/>
                    <a:pt x="335" y="2235"/>
                  </a:cubicBezTo>
                  <a:cubicBezTo>
                    <a:pt x="535" y="2235"/>
                    <a:pt x="668" y="2068"/>
                    <a:pt x="668" y="1902"/>
                  </a:cubicBezTo>
                  <a:lnTo>
                    <a:pt x="668" y="367"/>
                  </a:lnTo>
                  <a:cubicBezTo>
                    <a:pt x="668" y="200"/>
                    <a:pt x="535" y="0"/>
                    <a:pt x="3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1158150" y="1485250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0"/>
                  </a:moveTo>
                  <a:cubicBezTo>
                    <a:pt x="167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5" y="501"/>
                    <a:pt x="2035" y="334"/>
                  </a:cubicBezTo>
                  <a:cubicBezTo>
                    <a:pt x="2035" y="167"/>
                    <a:pt x="1902" y="0"/>
                    <a:pt x="17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1084775" y="1485250"/>
              <a:ext cx="51725" cy="16700"/>
            </a:xfrm>
            <a:custGeom>
              <a:avLst/>
              <a:gdLst/>
              <a:ahLst/>
              <a:cxnLst/>
              <a:rect l="l" t="t" r="r" b="b"/>
              <a:pathLst>
                <a:path w="2069" h="668" extrusionOk="0">
                  <a:moveTo>
                    <a:pt x="334" y="0"/>
                  </a:moveTo>
                  <a:cubicBezTo>
                    <a:pt x="167" y="0"/>
                    <a:pt x="0" y="134"/>
                    <a:pt x="0" y="334"/>
                  </a:cubicBezTo>
                  <a:cubicBezTo>
                    <a:pt x="0" y="501"/>
                    <a:pt x="134" y="668"/>
                    <a:pt x="334" y="668"/>
                  </a:cubicBezTo>
                  <a:lnTo>
                    <a:pt x="1735" y="668"/>
                  </a:lnTo>
                  <a:cubicBezTo>
                    <a:pt x="1868" y="668"/>
                    <a:pt x="2068" y="501"/>
                    <a:pt x="2068" y="334"/>
                  </a:cubicBezTo>
                  <a:cubicBezTo>
                    <a:pt x="2068" y="167"/>
                    <a:pt x="1935" y="0"/>
                    <a:pt x="17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1101450" y="1132500"/>
              <a:ext cx="16700" cy="55050"/>
            </a:xfrm>
            <a:custGeom>
              <a:avLst/>
              <a:gdLst/>
              <a:ahLst/>
              <a:cxnLst/>
              <a:rect l="l" t="t" r="r" b="b"/>
              <a:pathLst>
                <a:path w="668" h="2202" extrusionOk="0">
                  <a:moveTo>
                    <a:pt x="334" y="0"/>
                  </a:moveTo>
                  <a:cubicBezTo>
                    <a:pt x="167" y="0"/>
                    <a:pt x="0" y="100"/>
                    <a:pt x="0" y="334"/>
                  </a:cubicBezTo>
                  <a:lnTo>
                    <a:pt x="0" y="1868"/>
                  </a:lnTo>
                  <a:cubicBezTo>
                    <a:pt x="0" y="2035"/>
                    <a:pt x="134" y="2202"/>
                    <a:pt x="334" y="2202"/>
                  </a:cubicBezTo>
                  <a:cubicBezTo>
                    <a:pt x="567" y="2202"/>
                    <a:pt x="667" y="2035"/>
                    <a:pt x="667" y="1868"/>
                  </a:cubicBezTo>
                  <a:lnTo>
                    <a:pt x="667" y="334"/>
                  </a:lnTo>
                  <a:cubicBezTo>
                    <a:pt x="667" y="167"/>
                    <a:pt x="567" y="0"/>
                    <a:pt x="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1101450" y="1199200"/>
              <a:ext cx="16700" cy="55075"/>
            </a:xfrm>
            <a:custGeom>
              <a:avLst/>
              <a:gdLst/>
              <a:ahLst/>
              <a:cxnLst/>
              <a:rect l="l" t="t" r="r" b="b"/>
              <a:pathLst>
                <a:path w="668" h="2203" extrusionOk="0">
                  <a:moveTo>
                    <a:pt x="334" y="1"/>
                  </a:moveTo>
                  <a:cubicBezTo>
                    <a:pt x="167" y="1"/>
                    <a:pt x="0" y="101"/>
                    <a:pt x="0" y="335"/>
                  </a:cubicBezTo>
                  <a:lnTo>
                    <a:pt x="0" y="1869"/>
                  </a:lnTo>
                  <a:cubicBezTo>
                    <a:pt x="0" y="2036"/>
                    <a:pt x="134" y="2203"/>
                    <a:pt x="334" y="2203"/>
                  </a:cubicBezTo>
                  <a:cubicBezTo>
                    <a:pt x="567" y="2203"/>
                    <a:pt x="667" y="2036"/>
                    <a:pt x="667" y="1869"/>
                  </a:cubicBezTo>
                  <a:lnTo>
                    <a:pt x="667" y="335"/>
                  </a:lnTo>
                  <a:cubicBezTo>
                    <a:pt x="667" y="168"/>
                    <a:pt x="567" y="1"/>
                    <a:pt x="3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1121450" y="1184200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36" y="1"/>
                    <a:pt x="17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1048900" y="1185594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01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02" y="1"/>
                    <a:pt x="17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553;p18"/>
          <p:cNvGrpSpPr/>
          <p:nvPr/>
        </p:nvGrpSpPr>
        <p:grpSpPr>
          <a:xfrm>
            <a:off x="-321762" y="3275175"/>
            <a:ext cx="1034975" cy="380725"/>
            <a:chOff x="713225" y="4249875"/>
            <a:chExt cx="1034975" cy="38072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13225" y="4577400"/>
              <a:ext cx="1034975" cy="53200"/>
              <a:chOff x="713225" y="4577400"/>
              <a:chExt cx="1034975" cy="53200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1695000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87" y="0"/>
                      <a:pt x="0" y="487"/>
                      <a:pt x="0" y="1064"/>
                    </a:cubicBezTo>
                    <a:cubicBezTo>
                      <a:pt x="0" y="1672"/>
                      <a:pt x="487" y="2128"/>
                      <a:pt x="1064" y="2128"/>
                    </a:cubicBezTo>
                    <a:cubicBezTo>
                      <a:pt x="1672" y="2128"/>
                      <a:pt x="2128" y="1672"/>
                      <a:pt x="2128" y="1064"/>
                    </a:cubicBezTo>
                    <a:cubicBezTo>
                      <a:pt x="2128" y="487"/>
                      <a:pt x="1672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1564300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8"/>
              <p:cNvSpPr/>
              <p:nvPr/>
            </p:nvSpPr>
            <p:spPr>
              <a:xfrm>
                <a:off x="140622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5" y="0"/>
                    </a:moveTo>
                    <a:cubicBezTo>
                      <a:pt x="487" y="0"/>
                      <a:pt x="1" y="487"/>
                      <a:pt x="1" y="1064"/>
                    </a:cubicBezTo>
                    <a:cubicBezTo>
                      <a:pt x="1" y="1672"/>
                      <a:pt x="487" y="2128"/>
                      <a:pt x="1065" y="2128"/>
                    </a:cubicBezTo>
                    <a:cubicBezTo>
                      <a:pt x="1673" y="2128"/>
                      <a:pt x="2129" y="1672"/>
                      <a:pt x="2129" y="1064"/>
                    </a:cubicBezTo>
                    <a:cubicBezTo>
                      <a:pt x="2129" y="487"/>
                      <a:pt x="1673" y="0"/>
                      <a:pt x="10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8"/>
              <p:cNvSpPr/>
              <p:nvPr/>
            </p:nvSpPr>
            <p:spPr>
              <a:xfrm>
                <a:off x="127477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8"/>
              <p:cNvSpPr/>
              <p:nvPr/>
            </p:nvSpPr>
            <p:spPr>
              <a:xfrm>
                <a:off x="1126600" y="4577400"/>
                <a:ext cx="5245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098" y="1672"/>
                      <a:pt x="2098" y="1064"/>
                    </a:cubicBezTo>
                    <a:cubicBezTo>
                      <a:pt x="209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8"/>
              <p:cNvSpPr/>
              <p:nvPr/>
            </p:nvSpPr>
            <p:spPr>
              <a:xfrm>
                <a:off x="99437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8"/>
              <p:cNvSpPr/>
              <p:nvPr/>
            </p:nvSpPr>
            <p:spPr>
              <a:xfrm>
                <a:off x="843925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86" y="0"/>
                      <a:pt x="0" y="487"/>
                      <a:pt x="0" y="1064"/>
                    </a:cubicBezTo>
                    <a:cubicBezTo>
                      <a:pt x="0" y="1672"/>
                      <a:pt x="486" y="2128"/>
                      <a:pt x="1064" y="2128"/>
                    </a:cubicBezTo>
                    <a:cubicBezTo>
                      <a:pt x="1672" y="2128"/>
                      <a:pt x="2128" y="1672"/>
                      <a:pt x="2128" y="1064"/>
                    </a:cubicBezTo>
                    <a:cubicBezTo>
                      <a:pt x="2128" y="487"/>
                      <a:pt x="1672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18"/>
              <p:cNvSpPr/>
              <p:nvPr/>
            </p:nvSpPr>
            <p:spPr>
              <a:xfrm>
                <a:off x="713225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1" y="2128"/>
                      <a:pt x="2128" y="1672"/>
                      <a:pt x="2128" y="1064"/>
                    </a:cubicBezTo>
                    <a:cubicBezTo>
                      <a:pt x="2128" y="487"/>
                      <a:pt x="1641" y="0"/>
                      <a:pt x="10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3" name="Google Shape;563;p18"/>
            <p:cNvGrpSpPr/>
            <p:nvPr/>
          </p:nvGrpSpPr>
          <p:grpSpPr>
            <a:xfrm>
              <a:off x="713225" y="4468725"/>
              <a:ext cx="1034975" cy="53225"/>
              <a:chOff x="713225" y="4468725"/>
              <a:chExt cx="1034975" cy="53225"/>
            </a:xfrm>
          </p:grpSpPr>
          <p:sp>
            <p:nvSpPr>
              <p:cNvPr id="564" name="Google Shape;564;p18"/>
              <p:cNvSpPr/>
              <p:nvPr/>
            </p:nvSpPr>
            <p:spPr>
              <a:xfrm>
                <a:off x="1695000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5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8"/>
              <p:cNvSpPr/>
              <p:nvPr/>
            </p:nvSpPr>
            <p:spPr>
              <a:xfrm>
                <a:off x="1564300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8"/>
              <p:cNvSpPr/>
              <p:nvPr/>
            </p:nvSpPr>
            <p:spPr>
              <a:xfrm>
                <a:off x="140622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5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5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8"/>
              <p:cNvSpPr/>
              <p:nvPr/>
            </p:nvSpPr>
            <p:spPr>
              <a:xfrm>
                <a:off x="127477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8"/>
              <p:cNvSpPr/>
              <p:nvPr/>
            </p:nvSpPr>
            <p:spPr>
              <a:xfrm>
                <a:off x="1126600" y="4468725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8"/>
              <p:cNvSpPr/>
              <p:nvPr/>
            </p:nvSpPr>
            <p:spPr>
              <a:xfrm>
                <a:off x="99437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8"/>
              <p:cNvSpPr/>
              <p:nvPr/>
            </p:nvSpPr>
            <p:spPr>
              <a:xfrm>
                <a:off x="843925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5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18"/>
              <p:cNvSpPr/>
              <p:nvPr/>
            </p:nvSpPr>
            <p:spPr>
              <a:xfrm>
                <a:off x="713225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5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713225" y="4359300"/>
              <a:ext cx="1034975" cy="53225"/>
              <a:chOff x="713225" y="4359300"/>
              <a:chExt cx="1034975" cy="53225"/>
            </a:xfrm>
          </p:grpSpPr>
          <p:sp>
            <p:nvSpPr>
              <p:cNvPr id="573" name="Google Shape;573;p18"/>
              <p:cNvSpPr/>
              <p:nvPr/>
            </p:nvSpPr>
            <p:spPr>
              <a:xfrm>
                <a:off x="1695000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5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8"/>
              <p:cNvSpPr/>
              <p:nvPr/>
            </p:nvSpPr>
            <p:spPr>
              <a:xfrm>
                <a:off x="1564300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18"/>
              <p:cNvSpPr/>
              <p:nvPr/>
            </p:nvSpPr>
            <p:spPr>
              <a:xfrm>
                <a:off x="140622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5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5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18"/>
              <p:cNvSpPr/>
              <p:nvPr/>
            </p:nvSpPr>
            <p:spPr>
              <a:xfrm>
                <a:off x="127477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18"/>
              <p:cNvSpPr/>
              <p:nvPr/>
            </p:nvSpPr>
            <p:spPr>
              <a:xfrm>
                <a:off x="1126600" y="4359300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8"/>
              <p:cNvSpPr/>
              <p:nvPr/>
            </p:nvSpPr>
            <p:spPr>
              <a:xfrm>
                <a:off x="99437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8"/>
              <p:cNvSpPr/>
              <p:nvPr/>
            </p:nvSpPr>
            <p:spPr>
              <a:xfrm>
                <a:off x="843925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5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18"/>
              <p:cNvSpPr/>
              <p:nvPr/>
            </p:nvSpPr>
            <p:spPr>
              <a:xfrm>
                <a:off x="713225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5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1" name="Google Shape;581;p18"/>
            <p:cNvGrpSpPr/>
            <p:nvPr/>
          </p:nvGrpSpPr>
          <p:grpSpPr>
            <a:xfrm>
              <a:off x="713225" y="4249875"/>
              <a:ext cx="1034975" cy="53225"/>
              <a:chOff x="713225" y="4249875"/>
              <a:chExt cx="1034975" cy="53225"/>
            </a:xfrm>
          </p:grpSpPr>
          <p:sp>
            <p:nvSpPr>
              <p:cNvPr id="582" name="Google Shape;582;p18"/>
              <p:cNvSpPr/>
              <p:nvPr/>
            </p:nvSpPr>
            <p:spPr>
              <a:xfrm>
                <a:off x="1695000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8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8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18"/>
              <p:cNvSpPr/>
              <p:nvPr/>
            </p:nvSpPr>
            <p:spPr>
              <a:xfrm>
                <a:off x="1564300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18"/>
              <p:cNvSpPr/>
              <p:nvPr/>
            </p:nvSpPr>
            <p:spPr>
              <a:xfrm>
                <a:off x="140622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8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8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18"/>
              <p:cNvSpPr/>
              <p:nvPr/>
            </p:nvSpPr>
            <p:spPr>
              <a:xfrm>
                <a:off x="127477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18"/>
              <p:cNvSpPr/>
              <p:nvPr/>
            </p:nvSpPr>
            <p:spPr>
              <a:xfrm>
                <a:off x="1126600" y="4249875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18"/>
              <p:cNvSpPr/>
              <p:nvPr/>
            </p:nvSpPr>
            <p:spPr>
              <a:xfrm>
                <a:off x="99437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18"/>
              <p:cNvSpPr/>
              <p:nvPr/>
            </p:nvSpPr>
            <p:spPr>
              <a:xfrm>
                <a:off x="843925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8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8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18"/>
              <p:cNvSpPr/>
              <p:nvPr/>
            </p:nvSpPr>
            <p:spPr>
              <a:xfrm>
                <a:off x="713225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8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0" name="Google Shape;590;p18"/>
          <p:cNvGrpSpPr/>
          <p:nvPr/>
        </p:nvGrpSpPr>
        <p:grpSpPr>
          <a:xfrm>
            <a:off x="8397102" y="539502"/>
            <a:ext cx="746892" cy="1493542"/>
            <a:chOff x="8397102" y="539502"/>
            <a:chExt cx="746892" cy="1493542"/>
          </a:xfrm>
        </p:grpSpPr>
        <p:sp>
          <p:nvSpPr>
            <p:cNvPr id="591" name="Google Shape;591;p18"/>
            <p:cNvSpPr/>
            <p:nvPr/>
          </p:nvSpPr>
          <p:spPr>
            <a:xfrm rot="10800000" flipH="1">
              <a:off x="8397102" y="539502"/>
              <a:ext cx="746892" cy="1493542"/>
            </a:xfrm>
            <a:custGeom>
              <a:avLst/>
              <a:gdLst/>
              <a:ahLst/>
              <a:cxnLst/>
              <a:rect l="l" t="t" r="r" b="b"/>
              <a:pathLst>
                <a:path w="7296" h="14590" fill="none" extrusionOk="0">
                  <a:moveTo>
                    <a:pt x="7295" y="14590"/>
                  </a:moveTo>
                  <a:cubicBezTo>
                    <a:pt x="3283" y="14590"/>
                    <a:pt x="0" y="11338"/>
                    <a:pt x="0" y="7295"/>
                  </a:cubicBezTo>
                  <a:cubicBezTo>
                    <a:pt x="0" y="3283"/>
                    <a:pt x="3283" y="0"/>
                    <a:pt x="7295" y="0"/>
                  </a:cubicBezTo>
                </a:path>
              </a:pathLst>
            </a:custGeom>
            <a:noFill/>
            <a:ln w="19000" cap="flat" cmpd="sng">
              <a:solidFill>
                <a:schemeClr val="accent5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8"/>
            <p:cNvSpPr/>
            <p:nvPr/>
          </p:nvSpPr>
          <p:spPr>
            <a:xfrm rot="10800000" flipH="1">
              <a:off x="8577583" y="754163"/>
              <a:ext cx="538364" cy="1073528"/>
            </a:xfrm>
            <a:custGeom>
              <a:avLst/>
              <a:gdLst/>
              <a:ahLst/>
              <a:cxnLst/>
              <a:rect l="l" t="t" r="r" b="b"/>
              <a:pathLst>
                <a:path w="5259" h="10487" fill="none" extrusionOk="0">
                  <a:moveTo>
                    <a:pt x="5259" y="10487"/>
                  </a:moveTo>
                  <a:cubicBezTo>
                    <a:pt x="2371" y="10487"/>
                    <a:pt x="0" y="8146"/>
                    <a:pt x="0" y="5259"/>
                  </a:cubicBezTo>
                  <a:cubicBezTo>
                    <a:pt x="0" y="2371"/>
                    <a:pt x="2371" y="0"/>
                    <a:pt x="5259" y="0"/>
                  </a:cubicBezTo>
                </a:path>
              </a:pathLst>
            </a:custGeom>
            <a:noFill/>
            <a:ln w="19000" cap="flat" cmpd="sng">
              <a:solidFill>
                <a:schemeClr val="accent5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3" name="Google Shape;593;p18"/>
          <p:cNvSpPr txBox="1">
            <a:spLocks noGrp="1"/>
          </p:cNvSpPr>
          <p:nvPr>
            <p:ph type="subTitle" idx="1"/>
          </p:nvPr>
        </p:nvSpPr>
        <p:spPr>
          <a:xfrm>
            <a:off x="1018025" y="1918125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18"/>
          <p:cNvSpPr txBox="1">
            <a:spLocks noGrp="1"/>
          </p:cNvSpPr>
          <p:nvPr>
            <p:ph type="subTitle" idx="2"/>
          </p:nvPr>
        </p:nvSpPr>
        <p:spPr>
          <a:xfrm>
            <a:off x="1018025" y="2494197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95" name="Google Shape;595;p18"/>
          <p:cNvSpPr txBox="1">
            <a:spLocks noGrp="1"/>
          </p:cNvSpPr>
          <p:nvPr>
            <p:ph type="subTitle" idx="3"/>
          </p:nvPr>
        </p:nvSpPr>
        <p:spPr>
          <a:xfrm>
            <a:off x="3561600" y="1918125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6" name="Google Shape;596;p18"/>
          <p:cNvSpPr txBox="1">
            <a:spLocks noGrp="1"/>
          </p:cNvSpPr>
          <p:nvPr>
            <p:ph type="subTitle" idx="4"/>
          </p:nvPr>
        </p:nvSpPr>
        <p:spPr>
          <a:xfrm>
            <a:off x="3561600" y="2494197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97" name="Google Shape;597;p18"/>
          <p:cNvSpPr txBox="1">
            <a:spLocks noGrp="1"/>
          </p:cNvSpPr>
          <p:nvPr>
            <p:ph type="subTitle" idx="5"/>
          </p:nvPr>
        </p:nvSpPr>
        <p:spPr>
          <a:xfrm>
            <a:off x="6105167" y="1918125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18"/>
          <p:cNvSpPr txBox="1">
            <a:spLocks noGrp="1"/>
          </p:cNvSpPr>
          <p:nvPr>
            <p:ph type="subTitle" idx="6"/>
          </p:nvPr>
        </p:nvSpPr>
        <p:spPr>
          <a:xfrm>
            <a:off x="6105167" y="2494197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99" name="Google Shape;599;p18"/>
          <p:cNvSpPr txBox="1">
            <a:spLocks noGrp="1"/>
          </p:cNvSpPr>
          <p:nvPr>
            <p:ph type="subTitle" idx="7"/>
          </p:nvPr>
        </p:nvSpPr>
        <p:spPr>
          <a:xfrm>
            <a:off x="1018025" y="3564045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18"/>
          <p:cNvSpPr txBox="1">
            <a:spLocks noGrp="1"/>
          </p:cNvSpPr>
          <p:nvPr>
            <p:ph type="subTitle" idx="8"/>
          </p:nvPr>
        </p:nvSpPr>
        <p:spPr>
          <a:xfrm>
            <a:off x="1018025" y="4130973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01" name="Google Shape;601;p18"/>
          <p:cNvSpPr txBox="1">
            <a:spLocks noGrp="1"/>
          </p:cNvSpPr>
          <p:nvPr>
            <p:ph type="subTitle" idx="9"/>
          </p:nvPr>
        </p:nvSpPr>
        <p:spPr>
          <a:xfrm>
            <a:off x="3561600" y="3564045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18"/>
          <p:cNvSpPr txBox="1">
            <a:spLocks noGrp="1"/>
          </p:cNvSpPr>
          <p:nvPr>
            <p:ph type="subTitle" idx="13"/>
          </p:nvPr>
        </p:nvSpPr>
        <p:spPr>
          <a:xfrm>
            <a:off x="3561600" y="4130973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03" name="Google Shape;603;p18"/>
          <p:cNvSpPr txBox="1">
            <a:spLocks noGrp="1"/>
          </p:cNvSpPr>
          <p:nvPr>
            <p:ph type="subTitle" idx="14"/>
          </p:nvPr>
        </p:nvSpPr>
        <p:spPr>
          <a:xfrm>
            <a:off x="6105167" y="3564045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18"/>
          <p:cNvSpPr txBox="1">
            <a:spLocks noGrp="1"/>
          </p:cNvSpPr>
          <p:nvPr>
            <p:ph type="subTitle" idx="15"/>
          </p:nvPr>
        </p:nvSpPr>
        <p:spPr>
          <a:xfrm>
            <a:off x="6105167" y="4130973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05" name="Google Shape;605;p18"/>
          <p:cNvSpPr txBox="1">
            <a:spLocks noGrp="1"/>
          </p:cNvSpPr>
          <p:nvPr>
            <p:ph type="title"/>
          </p:nvPr>
        </p:nvSpPr>
        <p:spPr>
          <a:xfrm>
            <a:off x="713225" y="457200"/>
            <a:ext cx="77175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7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7" name="Google Shape;607;p19"/>
          <p:cNvGrpSpPr/>
          <p:nvPr/>
        </p:nvGrpSpPr>
        <p:grpSpPr>
          <a:xfrm>
            <a:off x="451559" y="347148"/>
            <a:ext cx="680448" cy="1170759"/>
            <a:chOff x="832925" y="1132500"/>
            <a:chExt cx="376125" cy="647150"/>
          </a:xfrm>
        </p:grpSpPr>
        <p:sp>
          <p:nvSpPr>
            <p:cNvPr id="608" name="Google Shape;608;p19"/>
            <p:cNvSpPr/>
            <p:nvPr/>
          </p:nvSpPr>
          <p:spPr>
            <a:xfrm>
              <a:off x="870450" y="1668725"/>
              <a:ext cx="110100" cy="110925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667"/>
                  </a:moveTo>
                  <a:cubicBezTo>
                    <a:pt x="3036" y="667"/>
                    <a:pt x="3736" y="1401"/>
                    <a:pt x="3703" y="2168"/>
                  </a:cubicBezTo>
                  <a:cubicBezTo>
                    <a:pt x="3703" y="3002"/>
                    <a:pt x="3036" y="3669"/>
                    <a:pt x="2202" y="3669"/>
                  </a:cubicBezTo>
                  <a:cubicBezTo>
                    <a:pt x="1368" y="3669"/>
                    <a:pt x="701" y="3002"/>
                    <a:pt x="701" y="2168"/>
                  </a:cubicBezTo>
                  <a:cubicBezTo>
                    <a:pt x="701" y="1334"/>
                    <a:pt x="1368" y="667"/>
                    <a:pt x="2202" y="667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9"/>
            <p:cNvSpPr/>
            <p:nvPr/>
          </p:nvSpPr>
          <p:spPr>
            <a:xfrm>
              <a:off x="832925" y="1365175"/>
              <a:ext cx="110100" cy="110925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701"/>
                  </a:moveTo>
                  <a:cubicBezTo>
                    <a:pt x="3036" y="701"/>
                    <a:pt x="3703" y="1368"/>
                    <a:pt x="3703" y="2202"/>
                  </a:cubicBezTo>
                  <a:cubicBezTo>
                    <a:pt x="3703" y="3036"/>
                    <a:pt x="3036" y="3669"/>
                    <a:pt x="2202" y="3669"/>
                  </a:cubicBezTo>
                  <a:cubicBezTo>
                    <a:pt x="1368" y="3669"/>
                    <a:pt x="701" y="3036"/>
                    <a:pt x="701" y="2202"/>
                  </a:cubicBezTo>
                  <a:cubicBezTo>
                    <a:pt x="701" y="1368"/>
                    <a:pt x="1368" y="701"/>
                    <a:pt x="2202" y="701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9"/>
            <p:cNvSpPr/>
            <p:nvPr/>
          </p:nvSpPr>
          <p:spPr>
            <a:xfrm>
              <a:off x="1138125" y="1432700"/>
              <a:ext cx="16725" cy="55075"/>
            </a:xfrm>
            <a:custGeom>
              <a:avLst/>
              <a:gdLst/>
              <a:ahLst/>
              <a:cxnLst/>
              <a:rect l="l" t="t" r="r" b="b"/>
              <a:pathLst>
                <a:path w="669" h="2203" extrusionOk="0">
                  <a:moveTo>
                    <a:pt x="335" y="1"/>
                  </a:moveTo>
                  <a:cubicBezTo>
                    <a:pt x="168" y="1"/>
                    <a:pt x="1" y="101"/>
                    <a:pt x="1" y="335"/>
                  </a:cubicBezTo>
                  <a:lnTo>
                    <a:pt x="1" y="1869"/>
                  </a:lnTo>
                  <a:cubicBezTo>
                    <a:pt x="1" y="2036"/>
                    <a:pt x="134" y="2203"/>
                    <a:pt x="335" y="2203"/>
                  </a:cubicBezTo>
                  <a:cubicBezTo>
                    <a:pt x="535" y="2203"/>
                    <a:pt x="668" y="2036"/>
                    <a:pt x="668" y="1869"/>
                  </a:cubicBezTo>
                  <a:lnTo>
                    <a:pt x="668" y="335"/>
                  </a:lnTo>
                  <a:cubicBezTo>
                    <a:pt x="668" y="168"/>
                    <a:pt x="535" y="1"/>
                    <a:pt x="3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9"/>
            <p:cNvSpPr/>
            <p:nvPr/>
          </p:nvSpPr>
          <p:spPr>
            <a:xfrm>
              <a:off x="1138125" y="1498600"/>
              <a:ext cx="16725" cy="55900"/>
            </a:xfrm>
            <a:custGeom>
              <a:avLst/>
              <a:gdLst/>
              <a:ahLst/>
              <a:cxnLst/>
              <a:rect l="l" t="t" r="r" b="b"/>
              <a:pathLst>
                <a:path w="669" h="2236" extrusionOk="0">
                  <a:moveTo>
                    <a:pt x="335" y="0"/>
                  </a:moveTo>
                  <a:cubicBezTo>
                    <a:pt x="168" y="0"/>
                    <a:pt x="1" y="134"/>
                    <a:pt x="1" y="367"/>
                  </a:cubicBezTo>
                  <a:lnTo>
                    <a:pt x="1" y="1902"/>
                  </a:lnTo>
                  <a:cubicBezTo>
                    <a:pt x="1" y="2068"/>
                    <a:pt x="134" y="2235"/>
                    <a:pt x="335" y="2235"/>
                  </a:cubicBezTo>
                  <a:cubicBezTo>
                    <a:pt x="535" y="2235"/>
                    <a:pt x="668" y="2068"/>
                    <a:pt x="668" y="1902"/>
                  </a:cubicBezTo>
                  <a:lnTo>
                    <a:pt x="668" y="367"/>
                  </a:lnTo>
                  <a:cubicBezTo>
                    <a:pt x="668" y="200"/>
                    <a:pt x="535" y="0"/>
                    <a:pt x="3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9"/>
            <p:cNvSpPr/>
            <p:nvPr/>
          </p:nvSpPr>
          <p:spPr>
            <a:xfrm>
              <a:off x="1158150" y="1485250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0"/>
                  </a:moveTo>
                  <a:cubicBezTo>
                    <a:pt x="167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5" y="501"/>
                    <a:pt x="2035" y="334"/>
                  </a:cubicBezTo>
                  <a:cubicBezTo>
                    <a:pt x="2035" y="167"/>
                    <a:pt x="1902" y="0"/>
                    <a:pt x="17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9"/>
            <p:cNvSpPr/>
            <p:nvPr/>
          </p:nvSpPr>
          <p:spPr>
            <a:xfrm>
              <a:off x="1084775" y="1485250"/>
              <a:ext cx="51725" cy="16700"/>
            </a:xfrm>
            <a:custGeom>
              <a:avLst/>
              <a:gdLst/>
              <a:ahLst/>
              <a:cxnLst/>
              <a:rect l="l" t="t" r="r" b="b"/>
              <a:pathLst>
                <a:path w="2069" h="668" extrusionOk="0">
                  <a:moveTo>
                    <a:pt x="334" y="0"/>
                  </a:moveTo>
                  <a:cubicBezTo>
                    <a:pt x="167" y="0"/>
                    <a:pt x="0" y="134"/>
                    <a:pt x="0" y="334"/>
                  </a:cubicBezTo>
                  <a:cubicBezTo>
                    <a:pt x="0" y="501"/>
                    <a:pt x="134" y="668"/>
                    <a:pt x="334" y="668"/>
                  </a:cubicBezTo>
                  <a:lnTo>
                    <a:pt x="1735" y="668"/>
                  </a:lnTo>
                  <a:cubicBezTo>
                    <a:pt x="1868" y="668"/>
                    <a:pt x="2068" y="501"/>
                    <a:pt x="2068" y="334"/>
                  </a:cubicBezTo>
                  <a:cubicBezTo>
                    <a:pt x="2068" y="167"/>
                    <a:pt x="1935" y="0"/>
                    <a:pt x="17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9"/>
            <p:cNvSpPr/>
            <p:nvPr/>
          </p:nvSpPr>
          <p:spPr>
            <a:xfrm>
              <a:off x="1101450" y="1132500"/>
              <a:ext cx="16700" cy="55050"/>
            </a:xfrm>
            <a:custGeom>
              <a:avLst/>
              <a:gdLst/>
              <a:ahLst/>
              <a:cxnLst/>
              <a:rect l="l" t="t" r="r" b="b"/>
              <a:pathLst>
                <a:path w="668" h="2202" extrusionOk="0">
                  <a:moveTo>
                    <a:pt x="334" y="0"/>
                  </a:moveTo>
                  <a:cubicBezTo>
                    <a:pt x="167" y="0"/>
                    <a:pt x="0" y="100"/>
                    <a:pt x="0" y="334"/>
                  </a:cubicBezTo>
                  <a:lnTo>
                    <a:pt x="0" y="1868"/>
                  </a:lnTo>
                  <a:cubicBezTo>
                    <a:pt x="0" y="2035"/>
                    <a:pt x="134" y="2202"/>
                    <a:pt x="334" y="2202"/>
                  </a:cubicBezTo>
                  <a:cubicBezTo>
                    <a:pt x="567" y="2202"/>
                    <a:pt x="667" y="2035"/>
                    <a:pt x="667" y="1868"/>
                  </a:cubicBezTo>
                  <a:lnTo>
                    <a:pt x="667" y="334"/>
                  </a:lnTo>
                  <a:cubicBezTo>
                    <a:pt x="667" y="167"/>
                    <a:pt x="567" y="0"/>
                    <a:pt x="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9"/>
            <p:cNvSpPr/>
            <p:nvPr/>
          </p:nvSpPr>
          <p:spPr>
            <a:xfrm>
              <a:off x="1101450" y="1199200"/>
              <a:ext cx="16700" cy="55075"/>
            </a:xfrm>
            <a:custGeom>
              <a:avLst/>
              <a:gdLst/>
              <a:ahLst/>
              <a:cxnLst/>
              <a:rect l="l" t="t" r="r" b="b"/>
              <a:pathLst>
                <a:path w="668" h="2203" extrusionOk="0">
                  <a:moveTo>
                    <a:pt x="334" y="1"/>
                  </a:moveTo>
                  <a:cubicBezTo>
                    <a:pt x="167" y="1"/>
                    <a:pt x="0" y="101"/>
                    <a:pt x="0" y="335"/>
                  </a:cubicBezTo>
                  <a:lnTo>
                    <a:pt x="0" y="1869"/>
                  </a:lnTo>
                  <a:cubicBezTo>
                    <a:pt x="0" y="2036"/>
                    <a:pt x="134" y="2203"/>
                    <a:pt x="334" y="2203"/>
                  </a:cubicBezTo>
                  <a:cubicBezTo>
                    <a:pt x="567" y="2203"/>
                    <a:pt x="667" y="2036"/>
                    <a:pt x="667" y="1869"/>
                  </a:cubicBezTo>
                  <a:lnTo>
                    <a:pt x="667" y="335"/>
                  </a:lnTo>
                  <a:cubicBezTo>
                    <a:pt x="667" y="168"/>
                    <a:pt x="567" y="1"/>
                    <a:pt x="3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9"/>
            <p:cNvSpPr/>
            <p:nvPr/>
          </p:nvSpPr>
          <p:spPr>
            <a:xfrm>
              <a:off x="1121450" y="1184200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36" y="1"/>
                    <a:pt x="17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9"/>
            <p:cNvSpPr/>
            <p:nvPr/>
          </p:nvSpPr>
          <p:spPr>
            <a:xfrm>
              <a:off x="1048900" y="1185594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01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02" y="1"/>
                    <a:pt x="17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" name="Google Shape;618;p19"/>
          <p:cNvGrpSpPr/>
          <p:nvPr/>
        </p:nvGrpSpPr>
        <p:grpSpPr>
          <a:xfrm>
            <a:off x="7394200" y="1517888"/>
            <a:ext cx="1036525" cy="161125"/>
            <a:chOff x="7394200" y="556313"/>
            <a:chExt cx="1036525" cy="161125"/>
          </a:xfrm>
        </p:grpSpPr>
        <p:sp>
          <p:nvSpPr>
            <p:cNvPr id="619" name="Google Shape;619;p19"/>
            <p:cNvSpPr/>
            <p:nvPr/>
          </p:nvSpPr>
          <p:spPr>
            <a:xfrm>
              <a:off x="8377500" y="6642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8246800" y="6642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87"/>
                    <a:pt x="1" y="1065"/>
                  </a:cubicBezTo>
                  <a:cubicBezTo>
                    <a:pt x="1" y="1673"/>
                    <a:pt x="456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9"/>
            <p:cNvSpPr/>
            <p:nvPr/>
          </p:nvSpPr>
          <p:spPr>
            <a:xfrm>
              <a:off x="8087975" y="6642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9" y="1673"/>
                    <a:pt x="2129" y="1065"/>
                  </a:cubicBezTo>
                  <a:cubicBezTo>
                    <a:pt x="2129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9"/>
            <p:cNvSpPr/>
            <p:nvPr/>
          </p:nvSpPr>
          <p:spPr>
            <a:xfrm>
              <a:off x="7956525" y="6642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9"/>
            <p:cNvSpPr/>
            <p:nvPr/>
          </p:nvSpPr>
          <p:spPr>
            <a:xfrm>
              <a:off x="7807575" y="6642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9"/>
            <p:cNvSpPr/>
            <p:nvPr/>
          </p:nvSpPr>
          <p:spPr>
            <a:xfrm>
              <a:off x="7676875" y="6642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9"/>
            <p:cNvSpPr/>
            <p:nvPr/>
          </p:nvSpPr>
          <p:spPr>
            <a:xfrm>
              <a:off x="7526425" y="6642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9"/>
            <p:cNvSpPr/>
            <p:nvPr/>
          </p:nvSpPr>
          <p:spPr>
            <a:xfrm>
              <a:off x="7394200" y="6642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9"/>
            <p:cNvSpPr/>
            <p:nvPr/>
          </p:nvSpPr>
          <p:spPr>
            <a:xfrm>
              <a:off x="8377500" y="5563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8246800" y="5563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57"/>
                    <a:pt x="1" y="1065"/>
                  </a:cubicBezTo>
                  <a:cubicBezTo>
                    <a:pt x="1" y="1642"/>
                    <a:pt x="456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8087975" y="5563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9" y="1642"/>
                    <a:pt x="2129" y="1065"/>
                  </a:cubicBezTo>
                  <a:cubicBezTo>
                    <a:pt x="2129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9"/>
            <p:cNvSpPr/>
            <p:nvPr/>
          </p:nvSpPr>
          <p:spPr>
            <a:xfrm>
              <a:off x="7956525" y="5563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7807575" y="5563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9"/>
            <p:cNvSpPr/>
            <p:nvPr/>
          </p:nvSpPr>
          <p:spPr>
            <a:xfrm>
              <a:off x="7676875" y="5563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7526425" y="5563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9"/>
            <p:cNvSpPr/>
            <p:nvPr/>
          </p:nvSpPr>
          <p:spPr>
            <a:xfrm>
              <a:off x="7394200" y="556313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5" name="Google Shape;635;p19"/>
          <p:cNvSpPr txBox="1">
            <a:spLocks noGrp="1"/>
          </p:cNvSpPr>
          <p:nvPr>
            <p:ph type="title"/>
          </p:nvPr>
        </p:nvSpPr>
        <p:spPr>
          <a:xfrm>
            <a:off x="713225" y="457200"/>
            <a:ext cx="77175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6" name="Google Shape;636;p19"/>
          <p:cNvSpPr txBox="1">
            <a:spLocks noGrp="1"/>
          </p:cNvSpPr>
          <p:nvPr>
            <p:ph type="subTitle" idx="1"/>
          </p:nvPr>
        </p:nvSpPr>
        <p:spPr>
          <a:xfrm>
            <a:off x="713225" y="2551176"/>
            <a:ext cx="18288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37" name="Google Shape;637;p19"/>
          <p:cNvSpPr txBox="1">
            <a:spLocks noGrp="1"/>
          </p:cNvSpPr>
          <p:nvPr>
            <p:ph type="subTitle" idx="2"/>
          </p:nvPr>
        </p:nvSpPr>
        <p:spPr>
          <a:xfrm>
            <a:off x="713225" y="1975104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19"/>
          <p:cNvSpPr txBox="1">
            <a:spLocks noGrp="1"/>
          </p:cNvSpPr>
          <p:nvPr>
            <p:ph type="subTitle" idx="3"/>
          </p:nvPr>
        </p:nvSpPr>
        <p:spPr>
          <a:xfrm>
            <a:off x="713225" y="3913602"/>
            <a:ext cx="18288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39" name="Google Shape;639;p19"/>
          <p:cNvSpPr txBox="1">
            <a:spLocks noGrp="1"/>
          </p:cNvSpPr>
          <p:nvPr>
            <p:ph type="subTitle" idx="4"/>
          </p:nvPr>
        </p:nvSpPr>
        <p:spPr>
          <a:xfrm>
            <a:off x="713225" y="3338675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19"/>
          <p:cNvSpPr txBox="1">
            <a:spLocks noGrp="1"/>
          </p:cNvSpPr>
          <p:nvPr>
            <p:ph type="subTitle" idx="5"/>
          </p:nvPr>
        </p:nvSpPr>
        <p:spPr>
          <a:xfrm>
            <a:off x="6601969" y="2551176"/>
            <a:ext cx="18288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41" name="Google Shape;641;p19"/>
          <p:cNvSpPr txBox="1">
            <a:spLocks noGrp="1"/>
          </p:cNvSpPr>
          <p:nvPr>
            <p:ph type="subTitle" idx="6"/>
          </p:nvPr>
        </p:nvSpPr>
        <p:spPr>
          <a:xfrm>
            <a:off x="6601969" y="1965960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19"/>
          <p:cNvSpPr txBox="1">
            <a:spLocks noGrp="1"/>
          </p:cNvSpPr>
          <p:nvPr>
            <p:ph type="subTitle" idx="7"/>
          </p:nvPr>
        </p:nvSpPr>
        <p:spPr>
          <a:xfrm>
            <a:off x="6601969" y="3913621"/>
            <a:ext cx="18288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43" name="Google Shape;643;p19"/>
          <p:cNvSpPr txBox="1">
            <a:spLocks noGrp="1"/>
          </p:cNvSpPr>
          <p:nvPr>
            <p:ph type="subTitle" idx="8"/>
          </p:nvPr>
        </p:nvSpPr>
        <p:spPr>
          <a:xfrm>
            <a:off x="6601969" y="3338675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20"/>
          <p:cNvGrpSpPr/>
          <p:nvPr/>
        </p:nvGrpSpPr>
        <p:grpSpPr>
          <a:xfrm>
            <a:off x="447294" y="539491"/>
            <a:ext cx="531845" cy="538387"/>
            <a:chOff x="418544" y="539491"/>
            <a:chExt cx="531845" cy="538387"/>
          </a:xfrm>
        </p:grpSpPr>
        <p:sp>
          <p:nvSpPr>
            <p:cNvPr id="646" name="Google Shape;646;p20"/>
            <p:cNvSpPr/>
            <p:nvPr/>
          </p:nvSpPr>
          <p:spPr>
            <a:xfrm>
              <a:off x="418544" y="904069"/>
              <a:ext cx="172516" cy="173808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701"/>
                  </a:moveTo>
                  <a:cubicBezTo>
                    <a:pt x="3036" y="701"/>
                    <a:pt x="3703" y="1368"/>
                    <a:pt x="3703" y="2202"/>
                  </a:cubicBezTo>
                  <a:cubicBezTo>
                    <a:pt x="3703" y="3036"/>
                    <a:pt x="3036" y="3669"/>
                    <a:pt x="2202" y="3669"/>
                  </a:cubicBezTo>
                  <a:cubicBezTo>
                    <a:pt x="1368" y="3669"/>
                    <a:pt x="701" y="3036"/>
                    <a:pt x="701" y="2202"/>
                  </a:cubicBezTo>
                  <a:cubicBezTo>
                    <a:pt x="701" y="1368"/>
                    <a:pt x="1368" y="701"/>
                    <a:pt x="2202" y="701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839296" y="539491"/>
              <a:ext cx="26167" cy="86258"/>
            </a:xfrm>
            <a:custGeom>
              <a:avLst/>
              <a:gdLst/>
              <a:ahLst/>
              <a:cxnLst/>
              <a:rect l="l" t="t" r="r" b="b"/>
              <a:pathLst>
                <a:path w="668" h="2202" extrusionOk="0">
                  <a:moveTo>
                    <a:pt x="334" y="0"/>
                  </a:moveTo>
                  <a:cubicBezTo>
                    <a:pt x="167" y="0"/>
                    <a:pt x="0" y="100"/>
                    <a:pt x="0" y="334"/>
                  </a:cubicBezTo>
                  <a:lnTo>
                    <a:pt x="0" y="1868"/>
                  </a:lnTo>
                  <a:cubicBezTo>
                    <a:pt x="0" y="2035"/>
                    <a:pt x="134" y="2202"/>
                    <a:pt x="334" y="2202"/>
                  </a:cubicBezTo>
                  <a:cubicBezTo>
                    <a:pt x="567" y="2202"/>
                    <a:pt x="667" y="2035"/>
                    <a:pt x="667" y="1868"/>
                  </a:cubicBezTo>
                  <a:lnTo>
                    <a:pt x="667" y="334"/>
                  </a:lnTo>
                  <a:cubicBezTo>
                    <a:pt x="667" y="167"/>
                    <a:pt x="567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839296" y="644003"/>
              <a:ext cx="26167" cy="86297"/>
            </a:xfrm>
            <a:custGeom>
              <a:avLst/>
              <a:gdLst/>
              <a:ahLst/>
              <a:cxnLst/>
              <a:rect l="l" t="t" r="r" b="b"/>
              <a:pathLst>
                <a:path w="668" h="2203" extrusionOk="0">
                  <a:moveTo>
                    <a:pt x="334" y="1"/>
                  </a:moveTo>
                  <a:cubicBezTo>
                    <a:pt x="167" y="1"/>
                    <a:pt x="0" y="101"/>
                    <a:pt x="0" y="335"/>
                  </a:cubicBezTo>
                  <a:lnTo>
                    <a:pt x="0" y="1869"/>
                  </a:lnTo>
                  <a:cubicBezTo>
                    <a:pt x="0" y="2036"/>
                    <a:pt x="134" y="2203"/>
                    <a:pt x="334" y="2203"/>
                  </a:cubicBezTo>
                  <a:cubicBezTo>
                    <a:pt x="567" y="2203"/>
                    <a:pt x="667" y="2036"/>
                    <a:pt x="667" y="1869"/>
                  </a:cubicBezTo>
                  <a:lnTo>
                    <a:pt x="667" y="335"/>
                  </a:lnTo>
                  <a:cubicBezTo>
                    <a:pt x="667" y="168"/>
                    <a:pt x="567" y="1"/>
                    <a:pt x="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870634" y="620500"/>
              <a:ext cx="79755" cy="26167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36" y="1"/>
                    <a:pt x="1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756955" y="622684"/>
              <a:ext cx="79755" cy="26167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01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02" y="1"/>
                    <a:pt x="1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651;p20"/>
          <p:cNvGrpSpPr/>
          <p:nvPr/>
        </p:nvGrpSpPr>
        <p:grpSpPr>
          <a:xfrm>
            <a:off x="7394375" y="539500"/>
            <a:ext cx="1036525" cy="161125"/>
            <a:chOff x="713225" y="4468250"/>
            <a:chExt cx="1036525" cy="161125"/>
          </a:xfrm>
        </p:grpSpPr>
        <p:sp>
          <p:nvSpPr>
            <p:cNvPr id="652" name="Google Shape;652;p20"/>
            <p:cNvSpPr/>
            <p:nvPr/>
          </p:nvSpPr>
          <p:spPr>
            <a:xfrm>
              <a:off x="16965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15658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87"/>
                    <a:pt x="1" y="1065"/>
                  </a:cubicBezTo>
                  <a:cubicBezTo>
                    <a:pt x="1" y="1673"/>
                    <a:pt x="456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14070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9" y="1673"/>
                    <a:pt x="2129" y="1065"/>
                  </a:cubicBezTo>
                  <a:cubicBezTo>
                    <a:pt x="2129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127555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11266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9959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84545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7132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16965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15658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57"/>
                    <a:pt x="1" y="1065"/>
                  </a:cubicBezTo>
                  <a:cubicBezTo>
                    <a:pt x="1" y="1642"/>
                    <a:pt x="456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14070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9" y="1642"/>
                    <a:pt x="2129" y="1065"/>
                  </a:cubicBezTo>
                  <a:cubicBezTo>
                    <a:pt x="2129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127555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11266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9959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84545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7132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20"/>
          <p:cNvSpPr txBox="1">
            <a:spLocks noGrp="1"/>
          </p:cNvSpPr>
          <p:nvPr>
            <p:ph type="title" hasCustomPrompt="1"/>
          </p:nvPr>
        </p:nvSpPr>
        <p:spPr>
          <a:xfrm>
            <a:off x="676656" y="1207008"/>
            <a:ext cx="2916000" cy="1065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9" name="Google Shape;669;p20"/>
          <p:cNvSpPr txBox="1">
            <a:spLocks noGrp="1"/>
          </p:cNvSpPr>
          <p:nvPr>
            <p:ph type="title" idx="2" hasCustomPrompt="1"/>
          </p:nvPr>
        </p:nvSpPr>
        <p:spPr>
          <a:xfrm>
            <a:off x="5961888" y="1271016"/>
            <a:ext cx="2465100" cy="78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0" name="Google Shape;670;p20"/>
          <p:cNvSpPr txBox="1">
            <a:spLocks noGrp="1"/>
          </p:cNvSpPr>
          <p:nvPr>
            <p:ph type="subTitle" idx="1"/>
          </p:nvPr>
        </p:nvSpPr>
        <p:spPr>
          <a:xfrm>
            <a:off x="5961888" y="2100674"/>
            <a:ext cx="24690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71" name="Google Shape;671;p20"/>
          <p:cNvSpPr txBox="1">
            <a:spLocks noGrp="1"/>
          </p:cNvSpPr>
          <p:nvPr>
            <p:ph type="title" idx="3" hasCustomPrompt="1"/>
          </p:nvPr>
        </p:nvSpPr>
        <p:spPr>
          <a:xfrm>
            <a:off x="5961888" y="3136392"/>
            <a:ext cx="2469000" cy="78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2" name="Google Shape;672;p20"/>
          <p:cNvSpPr txBox="1">
            <a:spLocks noGrp="1"/>
          </p:cNvSpPr>
          <p:nvPr>
            <p:ph type="subTitle" idx="4"/>
          </p:nvPr>
        </p:nvSpPr>
        <p:spPr>
          <a:xfrm>
            <a:off x="5961888" y="4112767"/>
            <a:ext cx="24690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73" name="Google Shape;673;p20"/>
          <p:cNvSpPr txBox="1">
            <a:spLocks noGrp="1"/>
          </p:cNvSpPr>
          <p:nvPr>
            <p:ph type="title" idx="5"/>
          </p:nvPr>
        </p:nvSpPr>
        <p:spPr>
          <a:xfrm>
            <a:off x="705725" y="441960"/>
            <a:ext cx="77250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0"/>
          <p:cNvSpPr txBox="1">
            <a:spLocks noGrp="1"/>
          </p:cNvSpPr>
          <p:nvPr>
            <p:ph type="subTitle" idx="6"/>
          </p:nvPr>
        </p:nvSpPr>
        <p:spPr>
          <a:xfrm>
            <a:off x="713225" y="3693043"/>
            <a:ext cx="20775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75" name="Google Shape;675;p20"/>
          <p:cNvSpPr txBox="1">
            <a:spLocks noGrp="1"/>
          </p:cNvSpPr>
          <p:nvPr>
            <p:ph type="subTitle" idx="7"/>
          </p:nvPr>
        </p:nvSpPr>
        <p:spPr>
          <a:xfrm>
            <a:off x="713225" y="3118104"/>
            <a:ext cx="20757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6" name="Google Shape;676;p20"/>
          <p:cNvGrpSpPr/>
          <p:nvPr/>
        </p:nvGrpSpPr>
        <p:grpSpPr>
          <a:xfrm>
            <a:off x="7608975" y="2880360"/>
            <a:ext cx="1535025" cy="283475"/>
            <a:chOff x="7608975" y="2874025"/>
            <a:chExt cx="1535025" cy="283475"/>
          </a:xfrm>
        </p:grpSpPr>
        <p:sp>
          <p:nvSpPr>
            <p:cNvPr id="677" name="Google Shape;677;p20"/>
            <p:cNvSpPr/>
            <p:nvPr/>
          </p:nvSpPr>
          <p:spPr>
            <a:xfrm>
              <a:off x="7608975" y="2874025"/>
              <a:ext cx="1535025" cy="98825"/>
            </a:xfrm>
            <a:custGeom>
              <a:avLst/>
              <a:gdLst/>
              <a:ahLst/>
              <a:cxnLst/>
              <a:rect l="l" t="t" r="r" b="b"/>
              <a:pathLst>
                <a:path w="61401" h="3953" fill="none" extrusionOk="0">
                  <a:moveTo>
                    <a:pt x="1" y="1976"/>
                  </a:moveTo>
                  <a:lnTo>
                    <a:pt x="1" y="1976"/>
                  </a:lnTo>
                  <a:cubicBezTo>
                    <a:pt x="1733" y="1"/>
                    <a:pt x="4803" y="1"/>
                    <a:pt x="6506" y="1976"/>
                  </a:cubicBezTo>
                  <a:lnTo>
                    <a:pt x="6506" y="1976"/>
                  </a:lnTo>
                  <a:cubicBezTo>
                    <a:pt x="8208" y="3952"/>
                    <a:pt x="11308" y="3952"/>
                    <a:pt x="12980" y="1976"/>
                  </a:cubicBezTo>
                  <a:lnTo>
                    <a:pt x="12980" y="1976"/>
                  </a:lnTo>
                  <a:cubicBezTo>
                    <a:pt x="14682" y="1"/>
                    <a:pt x="17752" y="1"/>
                    <a:pt x="19424" y="1976"/>
                  </a:cubicBezTo>
                  <a:lnTo>
                    <a:pt x="19424" y="1976"/>
                  </a:lnTo>
                  <a:cubicBezTo>
                    <a:pt x="21126" y="3952"/>
                    <a:pt x="24226" y="3952"/>
                    <a:pt x="25898" y="1976"/>
                  </a:cubicBezTo>
                  <a:lnTo>
                    <a:pt x="25898" y="1976"/>
                  </a:lnTo>
                  <a:cubicBezTo>
                    <a:pt x="27600" y="1"/>
                    <a:pt x="30670" y="1"/>
                    <a:pt x="32342" y="1976"/>
                  </a:cubicBezTo>
                  <a:lnTo>
                    <a:pt x="32342" y="1976"/>
                  </a:lnTo>
                  <a:cubicBezTo>
                    <a:pt x="34044" y="3952"/>
                    <a:pt x="37144" y="3952"/>
                    <a:pt x="38816" y="1976"/>
                  </a:cubicBezTo>
                  <a:lnTo>
                    <a:pt x="38816" y="1976"/>
                  </a:lnTo>
                  <a:cubicBezTo>
                    <a:pt x="40518" y="1"/>
                    <a:pt x="43588" y="1"/>
                    <a:pt x="45260" y="1976"/>
                  </a:cubicBezTo>
                  <a:lnTo>
                    <a:pt x="45260" y="1976"/>
                  </a:lnTo>
                  <a:cubicBezTo>
                    <a:pt x="46962" y="3952"/>
                    <a:pt x="50063" y="3952"/>
                    <a:pt x="51734" y="1976"/>
                  </a:cubicBezTo>
                  <a:lnTo>
                    <a:pt x="51734" y="1976"/>
                  </a:lnTo>
                  <a:cubicBezTo>
                    <a:pt x="53437" y="1"/>
                    <a:pt x="56506" y="1"/>
                    <a:pt x="58178" y="1976"/>
                  </a:cubicBezTo>
                  <a:lnTo>
                    <a:pt x="58178" y="1976"/>
                  </a:lnTo>
                  <a:cubicBezTo>
                    <a:pt x="59029" y="2979"/>
                    <a:pt x="60245" y="3466"/>
                    <a:pt x="61400" y="3466"/>
                  </a:cubicBezTo>
                </a:path>
              </a:pathLst>
            </a:custGeom>
            <a:noFill/>
            <a:ln w="79800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7608975" y="3058675"/>
              <a:ext cx="1535025" cy="98825"/>
            </a:xfrm>
            <a:custGeom>
              <a:avLst/>
              <a:gdLst/>
              <a:ahLst/>
              <a:cxnLst/>
              <a:rect l="l" t="t" r="r" b="b"/>
              <a:pathLst>
                <a:path w="61401" h="3953" fill="none" extrusionOk="0">
                  <a:moveTo>
                    <a:pt x="1" y="1976"/>
                  </a:moveTo>
                  <a:lnTo>
                    <a:pt x="1" y="1976"/>
                  </a:lnTo>
                  <a:cubicBezTo>
                    <a:pt x="1733" y="1"/>
                    <a:pt x="4803" y="1"/>
                    <a:pt x="6506" y="1976"/>
                  </a:cubicBezTo>
                  <a:lnTo>
                    <a:pt x="6506" y="1976"/>
                  </a:lnTo>
                  <a:cubicBezTo>
                    <a:pt x="8208" y="3952"/>
                    <a:pt x="11308" y="3952"/>
                    <a:pt x="12980" y="1976"/>
                  </a:cubicBezTo>
                  <a:lnTo>
                    <a:pt x="12980" y="1976"/>
                  </a:lnTo>
                  <a:cubicBezTo>
                    <a:pt x="14682" y="1"/>
                    <a:pt x="17752" y="1"/>
                    <a:pt x="19424" y="1976"/>
                  </a:cubicBezTo>
                  <a:lnTo>
                    <a:pt x="19424" y="1976"/>
                  </a:lnTo>
                  <a:cubicBezTo>
                    <a:pt x="21126" y="3952"/>
                    <a:pt x="24226" y="3952"/>
                    <a:pt x="25898" y="1976"/>
                  </a:cubicBezTo>
                  <a:lnTo>
                    <a:pt x="25898" y="1976"/>
                  </a:lnTo>
                  <a:cubicBezTo>
                    <a:pt x="27600" y="1"/>
                    <a:pt x="30670" y="1"/>
                    <a:pt x="32342" y="1976"/>
                  </a:cubicBezTo>
                  <a:lnTo>
                    <a:pt x="32342" y="1976"/>
                  </a:lnTo>
                  <a:cubicBezTo>
                    <a:pt x="34044" y="3952"/>
                    <a:pt x="37144" y="3952"/>
                    <a:pt x="38816" y="1976"/>
                  </a:cubicBezTo>
                  <a:lnTo>
                    <a:pt x="38816" y="1976"/>
                  </a:lnTo>
                  <a:cubicBezTo>
                    <a:pt x="40518" y="1"/>
                    <a:pt x="43588" y="1"/>
                    <a:pt x="45260" y="1976"/>
                  </a:cubicBezTo>
                  <a:lnTo>
                    <a:pt x="45260" y="1976"/>
                  </a:lnTo>
                  <a:cubicBezTo>
                    <a:pt x="46962" y="3952"/>
                    <a:pt x="50063" y="3952"/>
                    <a:pt x="51734" y="1976"/>
                  </a:cubicBezTo>
                  <a:lnTo>
                    <a:pt x="51734" y="1976"/>
                  </a:lnTo>
                  <a:cubicBezTo>
                    <a:pt x="53437" y="1"/>
                    <a:pt x="56506" y="1"/>
                    <a:pt x="58178" y="1976"/>
                  </a:cubicBezTo>
                  <a:lnTo>
                    <a:pt x="58178" y="1976"/>
                  </a:lnTo>
                  <a:cubicBezTo>
                    <a:pt x="59029" y="2949"/>
                    <a:pt x="60245" y="3466"/>
                    <a:pt x="61400" y="3466"/>
                  </a:cubicBezTo>
                </a:path>
              </a:pathLst>
            </a:custGeom>
            <a:noFill/>
            <a:ln w="79800" cap="flat" cmpd="sng">
              <a:solidFill>
                <a:schemeClr val="accent5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0">
    <p:bg>
      <p:bgPr>
        <a:solidFill>
          <a:schemeClr val="accent1"/>
        </a:solidFill>
        <a:effectLst/>
      </p:bgPr>
    </p:bg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22"/>
          <p:cNvGrpSpPr/>
          <p:nvPr/>
        </p:nvGrpSpPr>
        <p:grpSpPr>
          <a:xfrm>
            <a:off x="-13387" y="1524925"/>
            <a:ext cx="1034975" cy="380725"/>
            <a:chOff x="713225" y="4249875"/>
            <a:chExt cx="1034975" cy="380725"/>
          </a:xfrm>
        </p:grpSpPr>
        <p:grpSp>
          <p:nvGrpSpPr>
            <p:cNvPr id="686" name="Google Shape;686;p22"/>
            <p:cNvGrpSpPr/>
            <p:nvPr/>
          </p:nvGrpSpPr>
          <p:grpSpPr>
            <a:xfrm>
              <a:off x="713225" y="4577400"/>
              <a:ext cx="1034975" cy="53200"/>
              <a:chOff x="713225" y="4577400"/>
              <a:chExt cx="1034975" cy="53200"/>
            </a:xfrm>
          </p:grpSpPr>
          <p:sp>
            <p:nvSpPr>
              <p:cNvPr id="687" name="Google Shape;687;p22"/>
              <p:cNvSpPr/>
              <p:nvPr/>
            </p:nvSpPr>
            <p:spPr>
              <a:xfrm>
                <a:off x="1695000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87" y="0"/>
                      <a:pt x="0" y="487"/>
                      <a:pt x="0" y="1064"/>
                    </a:cubicBezTo>
                    <a:cubicBezTo>
                      <a:pt x="0" y="1672"/>
                      <a:pt x="487" y="2128"/>
                      <a:pt x="1064" y="2128"/>
                    </a:cubicBezTo>
                    <a:cubicBezTo>
                      <a:pt x="1672" y="2128"/>
                      <a:pt x="2128" y="1672"/>
                      <a:pt x="2128" y="1064"/>
                    </a:cubicBezTo>
                    <a:cubicBezTo>
                      <a:pt x="2128" y="487"/>
                      <a:pt x="167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2"/>
              <p:cNvSpPr/>
              <p:nvPr/>
            </p:nvSpPr>
            <p:spPr>
              <a:xfrm>
                <a:off x="1564300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22"/>
              <p:cNvSpPr/>
              <p:nvPr/>
            </p:nvSpPr>
            <p:spPr>
              <a:xfrm>
                <a:off x="140622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5" y="0"/>
                    </a:moveTo>
                    <a:cubicBezTo>
                      <a:pt x="487" y="0"/>
                      <a:pt x="1" y="487"/>
                      <a:pt x="1" y="1064"/>
                    </a:cubicBezTo>
                    <a:cubicBezTo>
                      <a:pt x="1" y="1672"/>
                      <a:pt x="487" y="2128"/>
                      <a:pt x="1065" y="2128"/>
                    </a:cubicBezTo>
                    <a:cubicBezTo>
                      <a:pt x="1673" y="2128"/>
                      <a:pt x="2129" y="1672"/>
                      <a:pt x="2129" y="1064"/>
                    </a:cubicBezTo>
                    <a:cubicBezTo>
                      <a:pt x="2129" y="487"/>
                      <a:pt x="1673" y="0"/>
                      <a:pt x="10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2"/>
              <p:cNvSpPr/>
              <p:nvPr/>
            </p:nvSpPr>
            <p:spPr>
              <a:xfrm>
                <a:off x="127477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2"/>
              <p:cNvSpPr/>
              <p:nvPr/>
            </p:nvSpPr>
            <p:spPr>
              <a:xfrm>
                <a:off x="1126600" y="4577400"/>
                <a:ext cx="5245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098" y="1672"/>
                      <a:pt x="2098" y="1064"/>
                    </a:cubicBezTo>
                    <a:cubicBezTo>
                      <a:pt x="209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2"/>
              <p:cNvSpPr/>
              <p:nvPr/>
            </p:nvSpPr>
            <p:spPr>
              <a:xfrm>
                <a:off x="99437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22"/>
              <p:cNvSpPr/>
              <p:nvPr/>
            </p:nvSpPr>
            <p:spPr>
              <a:xfrm>
                <a:off x="843925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86" y="0"/>
                      <a:pt x="0" y="487"/>
                      <a:pt x="0" y="1064"/>
                    </a:cubicBezTo>
                    <a:cubicBezTo>
                      <a:pt x="0" y="1672"/>
                      <a:pt x="486" y="2128"/>
                      <a:pt x="1064" y="2128"/>
                    </a:cubicBezTo>
                    <a:cubicBezTo>
                      <a:pt x="1672" y="2128"/>
                      <a:pt x="2128" y="1672"/>
                      <a:pt x="2128" y="1064"/>
                    </a:cubicBezTo>
                    <a:cubicBezTo>
                      <a:pt x="2128" y="487"/>
                      <a:pt x="167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2"/>
              <p:cNvSpPr/>
              <p:nvPr/>
            </p:nvSpPr>
            <p:spPr>
              <a:xfrm>
                <a:off x="713225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1" y="2128"/>
                      <a:pt x="2128" y="1672"/>
                      <a:pt x="2128" y="1064"/>
                    </a:cubicBezTo>
                    <a:cubicBezTo>
                      <a:pt x="2128" y="487"/>
                      <a:pt x="1641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5" name="Google Shape;695;p22"/>
            <p:cNvGrpSpPr/>
            <p:nvPr/>
          </p:nvGrpSpPr>
          <p:grpSpPr>
            <a:xfrm>
              <a:off x="713225" y="4468725"/>
              <a:ext cx="1034975" cy="53225"/>
              <a:chOff x="713225" y="4468725"/>
              <a:chExt cx="1034975" cy="53225"/>
            </a:xfrm>
          </p:grpSpPr>
          <p:sp>
            <p:nvSpPr>
              <p:cNvPr id="696" name="Google Shape;696;p22"/>
              <p:cNvSpPr/>
              <p:nvPr/>
            </p:nvSpPr>
            <p:spPr>
              <a:xfrm>
                <a:off x="1695000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5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2"/>
              <p:cNvSpPr/>
              <p:nvPr/>
            </p:nvSpPr>
            <p:spPr>
              <a:xfrm>
                <a:off x="1564300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22"/>
              <p:cNvSpPr/>
              <p:nvPr/>
            </p:nvSpPr>
            <p:spPr>
              <a:xfrm>
                <a:off x="140622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5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5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22"/>
              <p:cNvSpPr/>
              <p:nvPr/>
            </p:nvSpPr>
            <p:spPr>
              <a:xfrm>
                <a:off x="127477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2"/>
              <p:cNvSpPr/>
              <p:nvPr/>
            </p:nvSpPr>
            <p:spPr>
              <a:xfrm>
                <a:off x="1126600" y="4468725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2"/>
              <p:cNvSpPr/>
              <p:nvPr/>
            </p:nvSpPr>
            <p:spPr>
              <a:xfrm>
                <a:off x="99437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2"/>
              <p:cNvSpPr/>
              <p:nvPr/>
            </p:nvSpPr>
            <p:spPr>
              <a:xfrm>
                <a:off x="843925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5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22"/>
              <p:cNvSpPr/>
              <p:nvPr/>
            </p:nvSpPr>
            <p:spPr>
              <a:xfrm>
                <a:off x="713225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5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4" name="Google Shape;704;p22"/>
            <p:cNvGrpSpPr/>
            <p:nvPr/>
          </p:nvGrpSpPr>
          <p:grpSpPr>
            <a:xfrm>
              <a:off x="713225" y="4359300"/>
              <a:ext cx="1034975" cy="53225"/>
              <a:chOff x="713225" y="4359300"/>
              <a:chExt cx="1034975" cy="53225"/>
            </a:xfrm>
          </p:grpSpPr>
          <p:sp>
            <p:nvSpPr>
              <p:cNvPr id="705" name="Google Shape;705;p22"/>
              <p:cNvSpPr/>
              <p:nvPr/>
            </p:nvSpPr>
            <p:spPr>
              <a:xfrm>
                <a:off x="1695000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5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22"/>
              <p:cNvSpPr/>
              <p:nvPr/>
            </p:nvSpPr>
            <p:spPr>
              <a:xfrm>
                <a:off x="1564300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22"/>
              <p:cNvSpPr/>
              <p:nvPr/>
            </p:nvSpPr>
            <p:spPr>
              <a:xfrm>
                <a:off x="140622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5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5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22"/>
              <p:cNvSpPr/>
              <p:nvPr/>
            </p:nvSpPr>
            <p:spPr>
              <a:xfrm>
                <a:off x="127477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22"/>
              <p:cNvSpPr/>
              <p:nvPr/>
            </p:nvSpPr>
            <p:spPr>
              <a:xfrm>
                <a:off x="1126600" y="4359300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2"/>
              <p:cNvSpPr/>
              <p:nvPr/>
            </p:nvSpPr>
            <p:spPr>
              <a:xfrm>
                <a:off x="99437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2"/>
              <p:cNvSpPr/>
              <p:nvPr/>
            </p:nvSpPr>
            <p:spPr>
              <a:xfrm>
                <a:off x="843925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5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22"/>
              <p:cNvSpPr/>
              <p:nvPr/>
            </p:nvSpPr>
            <p:spPr>
              <a:xfrm>
                <a:off x="713225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5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3" name="Google Shape;713;p22"/>
            <p:cNvGrpSpPr/>
            <p:nvPr/>
          </p:nvGrpSpPr>
          <p:grpSpPr>
            <a:xfrm>
              <a:off x="713225" y="4249875"/>
              <a:ext cx="1034975" cy="53225"/>
              <a:chOff x="713225" y="4249875"/>
              <a:chExt cx="1034975" cy="53225"/>
            </a:xfrm>
          </p:grpSpPr>
          <p:sp>
            <p:nvSpPr>
              <p:cNvPr id="714" name="Google Shape;714;p22"/>
              <p:cNvSpPr/>
              <p:nvPr/>
            </p:nvSpPr>
            <p:spPr>
              <a:xfrm>
                <a:off x="1695000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8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8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2"/>
              <p:cNvSpPr/>
              <p:nvPr/>
            </p:nvSpPr>
            <p:spPr>
              <a:xfrm>
                <a:off x="1564300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2"/>
              <p:cNvSpPr/>
              <p:nvPr/>
            </p:nvSpPr>
            <p:spPr>
              <a:xfrm>
                <a:off x="140622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8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8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2"/>
              <p:cNvSpPr/>
              <p:nvPr/>
            </p:nvSpPr>
            <p:spPr>
              <a:xfrm>
                <a:off x="127477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2"/>
              <p:cNvSpPr/>
              <p:nvPr/>
            </p:nvSpPr>
            <p:spPr>
              <a:xfrm>
                <a:off x="1126600" y="4249875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2"/>
              <p:cNvSpPr/>
              <p:nvPr/>
            </p:nvSpPr>
            <p:spPr>
              <a:xfrm>
                <a:off x="99437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2"/>
              <p:cNvSpPr/>
              <p:nvPr/>
            </p:nvSpPr>
            <p:spPr>
              <a:xfrm>
                <a:off x="843925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8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8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2"/>
              <p:cNvSpPr/>
              <p:nvPr/>
            </p:nvSpPr>
            <p:spPr>
              <a:xfrm>
                <a:off x="713225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8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2" name="Google Shape;722;p22"/>
          <p:cNvSpPr/>
          <p:nvPr/>
        </p:nvSpPr>
        <p:spPr>
          <a:xfrm rot="10800000" flipH="1">
            <a:off x="8397102" y="-312848"/>
            <a:ext cx="746892" cy="1493542"/>
          </a:xfrm>
          <a:custGeom>
            <a:avLst/>
            <a:gdLst/>
            <a:ahLst/>
            <a:cxnLst/>
            <a:rect l="l" t="t" r="r" b="b"/>
            <a:pathLst>
              <a:path w="7296" h="14590" fill="none" extrusionOk="0">
                <a:moveTo>
                  <a:pt x="7295" y="14590"/>
                </a:moveTo>
                <a:cubicBezTo>
                  <a:pt x="3283" y="14590"/>
                  <a:pt x="0" y="11338"/>
                  <a:pt x="0" y="7295"/>
                </a:cubicBezTo>
                <a:cubicBezTo>
                  <a:pt x="0" y="3283"/>
                  <a:pt x="3283" y="0"/>
                  <a:pt x="7295" y="0"/>
                </a:cubicBezTo>
              </a:path>
            </a:pathLst>
          </a:custGeom>
          <a:noFill/>
          <a:ln w="19000" cap="flat" cmpd="sng">
            <a:solidFill>
              <a:schemeClr val="accent5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2"/>
          <p:cNvSpPr/>
          <p:nvPr/>
        </p:nvSpPr>
        <p:spPr>
          <a:xfrm rot="10800000" flipH="1">
            <a:off x="8577583" y="-98187"/>
            <a:ext cx="538364" cy="1073528"/>
          </a:xfrm>
          <a:custGeom>
            <a:avLst/>
            <a:gdLst/>
            <a:ahLst/>
            <a:cxnLst/>
            <a:rect l="l" t="t" r="r" b="b"/>
            <a:pathLst>
              <a:path w="5259" h="10487" fill="none" extrusionOk="0">
                <a:moveTo>
                  <a:pt x="5259" y="10487"/>
                </a:moveTo>
                <a:cubicBezTo>
                  <a:pt x="2371" y="10487"/>
                  <a:pt x="0" y="8146"/>
                  <a:pt x="0" y="5259"/>
                </a:cubicBezTo>
                <a:cubicBezTo>
                  <a:pt x="0" y="2371"/>
                  <a:pt x="2371" y="0"/>
                  <a:pt x="5259" y="0"/>
                </a:cubicBezTo>
              </a:path>
            </a:pathLst>
          </a:custGeom>
          <a:noFill/>
          <a:ln w="19000" cap="flat" cmpd="sng">
            <a:solidFill>
              <a:schemeClr val="accent5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2"/>
          <p:cNvSpPr txBox="1">
            <a:spLocks noGrp="1"/>
          </p:cNvSpPr>
          <p:nvPr>
            <p:ph type="title"/>
          </p:nvPr>
        </p:nvSpPr>
        <p:spPr>
          <a:xfrm>
            <a:off x="713225" y="457200"/>
            <a:ext cx="7717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22"/>
          <p:cNvSpPr txBox="1">
            <a:spLocks noGrp="1"/>
          </p:cNvSpPr>
          <p:nvPr>
            <p:ph type="subTitle" idx="1"/>
          </p:nvPr>
        </p:nvSpPr>
        <p:spPr>
          <a:xfrm>
            <a:off x="6609475" y="1845963"/>
            <a:ext cx="1828800" cy="89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726" name="Google Shape;726;p22"/>
          <p:cNvSpPr txBox="1">
            <a:spLocks noGrp="1"/>
          </p:cNvSpPr>
          <p:nvPr>
            <p:ph type="subTitle" idx="2"/>
          </p:nvPr>
        </p:nvSpPr>
        <p:spPr>
          <a:xfrm>
            <a:off x="6609475" y="1271016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22"/>
          <p:cNvSpPr txBox="1">
            <a:spLocks noGrp="1"/>
          </p:cNvSpPr>
          <p:nvPr>
            <p:ph type="subTitle" idx="3"/>
          </p:nvPr>
        </p:nvSpPr>
        <p:spPr>
          <a:xfrm>
            <a:off x="6609475" y="3875931"/>
            <a:ext cx="1828800" cy="89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728" name="Google Shape;728;p22"/>
          <p:cNvSpPr txBox="1">
            <a:spLocks noGrp="1"/>
          </p:cNvSpPr>
          <p:nvPr>
            <p:ph type="subTitle" idx="4"/>
          </p:nvPr>
        </p:nvSpPr>
        <p:spPr>
          <a:xfrm>
            <a:off x="6609475" y="3300984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4"/>
          <p:cNvSpPr/>
          <p:nvPr/>
        </p:nvSpPr>
        <p:spPr>
          <a:xfrm rot="10800000">
            <a:off x="-174855" y="1474998"/>
            <a:ext cx="698957" cy="1397818"/>
          </a:xfrm>
          <a:custGeom>
            <a:avLst/>
            <a:gdLst/>
            <a:ahLst/>
            <a:cxnLst/>
            <a:rect l="l" t="t" r="r" b="b"/>
            <a:pathLst>
              <a:path w="7296" h="14591" fill="none" extrusionOk="0">
                <a:moveTo>
                  <a:pt x="7295" y="14591"/>
                </a:moveTo>
                <a:cubicBezTo>
                  <a:pt x="3283" y="14591"/>
                  <a:pt x="0" y="11308"/>
                  <a:pt x="0" y="7296"/>
                </a:cubicBezTo>
                <a:cubicBezTo>
                  <a:pt x="0" y="3253"/>
                  <a:pt x="3283" y="1"/>
                  <a:pt x="7295" y="1"/>
                </a:cubicBezTo>
              </a:path>
            </a:pathLst>
          </a:custGeom>
          <a:noFill/>
          <a:ln w="19000" cap="flat" cmpd="sng">
            <a:solidFill>
              <a:schemeClr val="accent5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24"/>
          <p:cNvSpPr/>
          <p:nvPr/>
        </p:nvSpPr>
        <p:spPr>
          <a:xfrm rot="10800000">
            <a:off x="-148605" y="1673017"/>
            <a:ext cx="503812" cy="1004655"/>
          </a:xfrm>
          <a:custGeom>
            <a:avLst/>
            <a:gdLst/>
            <a:ahLst/>
            <a:cxnLst/>
            <a:rect l="l" t="t" r="r" b="b"/>
            <a:pathLst>
              <a:path w="5259" h="10487" fill="none" extrusionOk="0">
                <a:moveTo>
                  <a:pt x="5259" y="10487"/>
                </a:moveTo>
                <a:cubicBezTo>
                  <a:pt x="2371" y="10487"/>
                  <a:pt x="0" y="8146"/>
                  <a:pt x="0" y="5259"/>
                </a:cubicBezTo>
                <a:cubicBezTo>
                  <a:pt x="0" y="2371"/>
                  <a:pt x="2371" y="0"/>
                  <a:pt x="5259" y="0"/>
                </a:cubicBezTo>
              </a:path>
            </a:pathLst>
          </a:custGeom>
          <a:noFill/>
          <a:ln w="19000" cap="flat" cmpd="sng">
            <a:solidFill>
              <a:schemeClr val="accent5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1" name="Google Shape;761;p24"/>
          <p:cNvGrpSpPr/>
          <p:nvPr/>
        </p:nvGrpSpPr>
        <p:grpSpPr>
          <a:xfrm>
            <a:off x="713217" y="4386990"/>
            <a:ext cx="1366658" cy="212443"/>
            <a:chOff x="713225" y="4468250"/>
            <a:chExt cx="1036525" cy="161125"/>
          </a:xfrm>
        </p:grpSpPr>
        <p:sp>
          <p:nvSpPr>
            <p:cNvPr id="762" name="Google Shape;762;p24"/>
            <p:cNvSpPr/>
            <p:nvPr/>
          </p:nvSpPr>
          <p:spPr>
            <a:xfrm>
              <a:off x="16965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15658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87"/>
                    <a:pt x="1" y="1065"/>
                  </a:cubicBezTo>
                  <a:cubicBezTo>
                    <a:pt x="1" y="1673"/>
                    <a:pt x="456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14070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9" y="1673"/>
                    <a:pt x="2129" y="1065"/>
                  </a:cubicBezTo>
                  <a:cubicBezTo>
                    <a:pt x="2129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127555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11266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9959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84545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7132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16965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15658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57"/>
                    <a:pt x="1" y="1065"/>
                  </a:cubicBezTo>
                  <a:cubicBezTo>
                    <a:pt x="1" y="1642"/>
                    <a:pt x="456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14070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9" y="1642"/>
                    <a:pt x="2129" y="1065"/>
                  </a:cubicBezTo>
                  <a:cubicBezTo>
                    <a:pt x="2129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127555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11266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9959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84545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7132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8" name="Google Shape;778;p24"/>
          <p:cNvSpPr/>
          <p:nvPr/>
        </p:nvSpPr>
        <p:spPr>
          <a:xfrm>
            <a:off x="6895750" y="539500"/>
            <a:ext cx="1535025" cy="98825"/>
          </a:xfrm>
          <a:custGeom>
            <a:avLst/>
            <a:gdLst/>
            <a:ahLst/>
            <a:cxnLst/>
            <a:rect l="l" t="t" r="r" b="b"/>
            <a:pathLst>
              <a:path w="61401" h="3953" fill="none" extrusionOk="0">
                <a:moveTo>
                  <a:pt x="1" y="1976"/>
                </a:moveTo>
                <a:lnTo>
                  <a:pt x="1" y="1976"/>
                </a:lnTo>
                <a:cubicBezTo>
                  <a:pt x="1733" y="1"/>
                  <a:pt x="4803" y="1"/>
                  <a:pt x="6506" y="1976"/>
                </a:cubicBezTo>
                <a:lnTo>
                  <a:pt x="6506" y="1976"/>
                </a:lnTo>
                <a:cubicBezTo>
                  <a:pt x="8208" y="3952"/>
                  <a:pt x="11308" y="3952"/>
                  <a:pt x="12980" y="1976"/>
                </a:cubicBezTo>
                <a:lnTo>
                  <a:pt x="12980" y="1976"/>
                </a:lnTo>
                <a:cubicBezTo>
                  <a:pt x="14682" y="1"/>
                  <a:pt x="17752" y="1"/>
                  <a:pt x="19424" y="1976"/>
                </a:cubicBezTo>
                <a:lnTo>
                  <a:pt x="19424" y="1976"/>
                </a:lnTo>
                <a:cubicBezTo>
                  <a:pt x="21126" y="3952"/>
                  <a:pt x="24226" y="3952"/>
                  <a:pt x="25898" y="1976"/>
                </a:cubicBezTo>
                <a:lnTo>
                  <a:pt x="25898" y="1976"/>
                </a:lnTo>
                <a:cubicBezTo>
                  <a:pt x="27600" y="1"/>
                  <a:pt x="30670" y="1"/>
                  <a:pt x="32342" y="1976"/>
                </a:cubicBezTo>
                <a:lnTo>
                  <a:pt x="32342" y="1976"/>
                </a:lnTo>
                <a:cubicBezTo>
                  <a:pt x="34044" y="3952"/>
                  <a:pt x="37144" y="3952"/>
                  <a:pt x="38816" y="1976"/>
                </a:cubicBezTo>
                <a:lnTo>
                  <a:pt x="38816" y="1976"/>
                </a:lnTo>
                <a:cubicBezTo>
                  <a:pt x="40518" y="1"/>
                  <a:pt x="43588" y="1"/>
                  <a:pt x="45260" y="1976"/>
                </a:cubicBezTo>
                <a:lnTo>
                  <a:pt x="45260" y="1976"/>
                </a:lnTo>
                <a:cubicBezTo>
                  <a:pt x="46962" y="3952"/>
                  <a:pt x="50063" y="3952"/>
                  <a:pt x="51734" y="1976"/>
                </a:cubicBezTo>
                <a:lnTo>
                  <a:pt x="51734" y="1976"/>
                </a:lnTo>
                <a:cubicBezTo>
                  <a:pt x="53437" y="1"/>
                  <a:pt x="56506" y="1"/>
                  <a:pt x="58178" y="1976"/>
                </a:cubicBezTo>
                <a:lnTo>
                  <a:pt x="58178" y="1976"/>
                </a:lnTo>
                <a:cubicBezTo>
                  <a:pt x="59029" y="2979"/>
                  <a:pt x="60245" y="3466"/>
                  <a:pt x="61400" y="3466"/>
                </a:cubicBezTo>
              </a:path>
            </a:pathLst>
          </a:custGeom>
          <a:noFill/>
          <a:ln w="79800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24"/>
          <p:cNvSpPr/>
          <p:nvPr/>
        </p:nvSpPr>
        <p:spPr>
          <a:xfrm>
            <a:off x="6895750" y="724150"/>
            <a:ext cx="1535025" cy="98825"/>
          </a:xfrm>
          <a:custGeom>
            <a:avLst/>
            <a:gdLst/>
            <a:ahLst/>
            <a:cxnLst/>
            <a:rect l="l" t="t" r="r" b="b"/>
            <a:pathLst>
              <a:path w="61401" h="3953" fill="none" extrusionOk="0">
                <a:moveTo>
                  <a:pt x="1" y="1976"/>
                </a:moveTo>
                <a:lnTo>
                  <a:pt x="1" y="1976"/>
                </a:lnTo>
                <a:cubicBezTo>
                  <a:pt x="1733" y="1"/>
                  <a:pt x="4803" y="1"/>
                  <a:pt x="6506" y="1976"/>
                </a:cubicBezTo>
                <a:lnTo>
                  <a:pt x="6506" y="1976"/>
                </a:lnTo>
                <a:cubicBezTo>
                  <a:pt x="8208" y="3952"/>
                  <a:pt x="11308" y="3952"/>
                  <a:pt x="12980" y="1976"/>
                </a:cubicBezTo>
                <a:lnTo>
                  <a:pt x="12980" y="1976"/>
                </a:lnTo>
                <a:cubicBezTo>
                  <a:pt x="14682" y="1"/>
                  <a:pt x="17752" y="1"/>
                  <a:pt x="19424" y="1976"/>
                </a:cubicBezTo>
                <a:lnTo>
                  <a:pt x="19424" y="1976"/>
                </a:lnTo>
                <a:cubicBezTo>
                  <a:pt x="21126" y="3952"/>
                  <a:pt x="24226" y="3952"/>
                  <a:pt x="25898" y="1976"/>
                </a:cubicBezTo>
                <a:lnTo>
                  <a:pt x="25898" y="1976"/>
                </a:lnTo>
                <a:cubicBezTo>
                  <a:pt x="27600" y="1"/>
                  <a:pt x="30670" y="1"/>
                  <a:pt x="32342" y="1976"/>
                </a:cubicBezTo>
                <a:lnTo>
                  <a:pt x="32342" y="1976"/>
                </a:lnTo>
                <a:cubicBezTo>
                  <a:pt x="34044" y="3952"/>
                  <a:pt x="37144" y="3952"/>
                  <a:pt x="38816" y="1976"/>
                </a:cubicBezTo>
                <a:lnTo>
                  <a:pt x="38816" y="1976"/>
                </a:lnTo>
                <a:cubicBezTo>
                  <a:pt x="40518" y="1"/>
                  <a:pt x="43588" y="1"/>
                  <a:pt x="45260" y="1976"/>
                </a:cubicBezTo>
                <a:lnTo>
                  <a:pt x="45260" y="1976"/>
                </a:lnTo>
                <a:cubicBezTo>
                  <a:pt x="46962" y="3952"/>
                  <a:pt x="50063" y="3952"/>
                  <a:pt x="51734" y="1976"/>
                </a:cubicBezTo>
                <a:lnTo>
                  <a:pt x="51734" y="1976"/>
                </a:lnTo>
                <a:cubicBezTo>
                  <a:pt x="53437" y="1"/>
                  <a:pt x="56506" y="1"/>
                  <a:pt x="58178" y="1976"/>
                </a:cubicBezTo>
                <a:lnTo>
                  <a:pt x="58178" y="1976"/>
                </a:lnTo>
                <a:cubicBezTo>
                  <a:pt x="59029" y="2949"/>
                  <a:pt x="60245" y="3466"/>
                  <a:pt x="61400" y="3466"/>
                </a:cubicBezTo>
              </a:path>
            </a:pathLst>
          </a:custGeom>
          <a:noFill/>
          <a:ln w="79800" cap="flat" cmpd="sng">
            <a:solidFill>
              <a:schemeClr val="accent5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6_2"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3" name="Google Shape;943;p29"/>
          <p:cNvGrpSpPr/>
          <p:nvPr/>
        </p:nvGrpSpPr>
        <p:grpSpPr>
          <a:xfrm>
            <a:off x="7898919" y="548641"/>
            <a:ext cx="531845" cy="538387"/>
            <a:chOff x="418544" y="539491"/>
            <a:chExt cx="531845" cy="538387"/>
          </a:xfrm>
        </p:grpSpPr>
        <p:sp>
          <p:nvSpPr>
            <p:cNvPr id="944" name="Google Shape;944;p29"/>
            <p:cNvSpPr/>
            <p:nvPr/>
          </p:nvSpPr>
          <p:spPr>
            <a:xfrm>
              <a:off x="418544" y="904069"/>
              <a:ext cx="172516" cy="173808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701"/>
                  </a:moveTo>
                  <a:cubicBezTo>
                    <a:pt x="3036" y="701"/>
                    <a:pt x="3703" y="1368"/>
                    <a:pt x="3703" y="2202"/>
                  </a:cubicBezTo>
                  <a:cubicBezTo>
                    <a:pt x="3703" y="3036"/>
                    <a:pt x="3036" y="3669"/>
                    <a:pt x="2202" y="3669"/>
                  </a:cubicBezTo>
                  <a:cubicBezTo>
                    <a:pt x="1368" y="3669"/>
                    <a:pt x="701" y="3036"/>
                    <a:pt x="701" y="2202"/>
                  </a:cubicBezTo>
                  <a:cubicBezTo>
                    <a:pt x="701" y="1368"/>
                    <a:pt x="1368" y="701"/>
                    <a:pt x="2202" y="701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9"/>
            <p:cNvSpPr/>
            <p:nvPr/>
          </p:nvSpPr>
          <p:spPr>
            <a:xfrm>
              <a:off x="839296" y="539491"/>
              <a:ext cx="26167" cy="86258"/>
            </a:xfrm>
            <a:custGeom>
              <a:avLst/>
              <a:gdLst/>
              <a:ahLst/>
              <a:cxnLst/>
              <a:rect l="l" t="t" r="r" b="b"/>
              <a:pathLst>
                <a:path w="668" h="2202" extrusionOk="0">
                  <a:moveTo>
                    <a:pt x="334" y="0"/>
                  </a:moveTo>
                  <a:cubicBezTo>
                    <a:pt x="167" y="0"/>
                    <a:pt x="0" y="100"/>
                    <a:pt x="0" y="334"/>
                  </a:cubicBezTo>
                  <a:lnTo>
                    <a:pt x="0" y="1868"/>
                  </a:lnTo>
                  <a:cubicBezTo>
                    <a:pt x="0" y="2035"/>
                    <a:pt x="134" y="2202"/>
                    <a:pt x="334" y="2202"/>
                  </a:cubicBezTo>
                  <a:cubicBezTo>
                    <a:pt x="567" y="2202"/>
                    <a:pt x="667" y="2035"/>
                    <a:pt x="667" y="1868"/>
                  </a:cubicBezTo>
                  <a:lnTo>
                    <a:pt x="667" y="334"/>
                  </a:lnTo>
                  <a:cubicBezTo>
                    <a:pt x="667" y="167"/>
                    <a:pt x="567" y="0"/>
                    <a:pt x="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9"/>
            <p:cNvSpPr/>
            <p:nvPr/>
          </p:nvSpPr>
          <p:spPr>
            <a:xfrm>
              <a:off x="839296" y="644003"/>
              <a:ext cx="26167" cy="86297"/>
            </a:xfrm>
            <a:custGeom>
              <a:avLst/>
              <a:gdLst/>
              <a:ahLst/>
              <a:cxnLst/>
              <a:rect l="l" t="t" r="r" b="b"/>
              <a:pathLst>
                <a:path w="668" h="2203" extrusionOk="0">
                  <a:moveTo>
                    <a:pt x="334" y="1"/>
                  </a:moveTo>
                  <a:cubicBezTo>
                    <a:pt x="167" y="1"/>
                    <a:pt x="0" y="101"/>
                    <a:pt x="0" y="335"/>
                  </a:cubicBezTo>
                  <a:lnTo>
                    <a:pt x="0" y="1869"/>
                  </a:lnTo>
                  <a:cubicBezTo>
                    <a:pt x="0" y="2036"/>
                    <a:pt x="134" y="2203"/>
                    <a:pt x="334" y="2203"/>
                  </a:cubicBezTo>
                  <a:cubicBezTo>
                    <a:pt x="567" y="2203"/>
                    <a:pt x="667" y="2036"/>
                    <a:pt x="667" y="1869"/>
                  </a:cubicBezTo>
                  <a:lnTo>
                    <a:pt x="667" y="335"/>
                  </a:lnTo>
                  <a:cubicBezTo>
                    <a:pt x="667" y="168"/>
                    <a:pt x="567" y="1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9"/>
            <p:cNvSpPr/>
            <p:nvPr/>
          </p:nvSpPr>
          <p:spPr>
            <a:xfrm>
              <a:off x="870634" y="620500"/>
              <a:ext cx="79755" cy="26167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36" y="1"/>
                    <a:pt x="17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9"/>
            <p:cNvSpPr/>
            <p:nvPr/>
          </p:nvSpPr>
          <p:spPr>
            <a:xfrm>
              <a:off x="756955" y="622684"/>
              <a:ext cx="79755" cy="26167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01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02" y="1"/>
                    <a:pt x="17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9" name="Google Shape;949;p29"/>
          <p:cNvSpPr txBox="1">
            <a:spLocks noGrp="1"/>
          </p:cNvSpPr>
          <p:nvPr>
            <p:ph type="title"/>
          </p:nvPr>
        </p:nvSpPr>
        <p:spPr>
          <a:xfrm>
            <a:off x="689100" y="457200"/>
            <a:ext cx="77418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50" name="Google Shape;950;p29"/>
          <p:cNvGrpSpPr/>
          <p:nvPr/>
        </p:nvGrpSpPr>
        <p:grpSpPr>
          <a:xfrm>
            <a:off x="-508725" y="4677363"/>
            <a:ext cx="1535025" cy="283475"/>
            <a:chOff x="689100" y="4315950"/>
            <a:chExt cx="1535025" cy="283475"/>
          </a:xfrm>
        </p:grpSpPr>
        <p:sp>
          <p:nvSpPr>
            <p:cNvPr id="951" name="Google Shape;951;p29"/>
            <p:cNvSpPr/>
            <p:nvPr/>
          </p:nvSpPr>
          <p:spPr>
            <a:xfrm>
              <a:off x="689100" y="4315950"/>
              <a:ext cx="1535025" cy="98825"/>
            </a:xfrm>
            <a:custGeom>
              <a:avLst/>
              <a:gdLst/>
              <a:ahLst/>
              <a:cxnLst/>
              <a:rect l="l" t="t" r="r" b="b"/>
              <a:pathLst>
                <a:path w="61401" h="3953" fill="none" extrusionOk="0">
                  <a:moveTo>
                    <a:pt x="1" y="1976"/>
                  </a:moveTo>
                  <a:lnTo>
                    <a:pt x="1" y="1976"/>
                  </a:lnTo>
                  <a:cubicBezTo>
                    <a:pt x="1733" y="1"/>
                    <a:pt x="4803" y="1"/>
                    <a:pt x="6506" y="1976"/>
                  </a:cubicBezTo>
                  <a:lnTo>
                    <a:pt x="6506" y="1976"/>
                  </a:lnTo>
                  <a:cubicBezTo>
                    <a:pt x="8208" y="3952"/>
                    <a:pt x="11308" y="3952"/>
                    <a:pt x="12980" y="1976"/>
                  </a:cubicBezTo>
                  <a:lnTo>
                    <a:pt x="12980" y="1976"/>
                  </a:lnTo>
                  <a:cubicBezTo>
                    <a:pt x="14682" y="1"/>
                    <a:pt x="17752" y="1"/>
                    <a:pt x="19424" y="1976"/>
                  </a:cubicBezTo>
                  <a:lnTo>
                    <a:pt x="19424" y="1976"/>
                  </a:lnTo>
                  <a:cubicBezTo>
                    <a:pt x="21126" y="3952"/>
                    <a:pt x="24226" y="3952"/>
                    <a:pt x="25898" y="1976"/>
                  </a:cubicBezTo>
                  <a:lnTo>
                    <a:pt x="25898" y="1976"/>
                  </a:lnTo>
                  <a:cubicBezTo>
                    <a:pt x="27600" y="1"/>
                    <a:pt x="30670" y="1"/>
                    <a:pt x="32342" y="1976"/>
                  </a:cubicBezTo>
                  <a:lnTo>
                    <a:pt x="32342" y="1976"/>
                  </a:lnTo>
                  <a:cubicBezTo>
                    <a:pt x="34044" y="3952"/>
                    <a:pt x="37144" y="3952"/>
                    <a:pt x="38816" y="1976"/>
                  </a:cubicBezTo>
                  <a:lnTo>
                    <a:pt x="38816" y="1976"/>
                  </a:lnTo>
                  <a:cubicBezTo>
                    <a:pt x="40518" y="1"/>
                    <a:pt x="43588" y="1"/>
                    <a:pt x="45260" y="1976"/>
                  </a:cubicBezTo>
                  <a:lnTo>
                    <a:pt x="45260" y="1976"/>
                  </a:lnTo>
                  <a:cubicBezTo>
                    <a:pt x="46962" y="3952"/>
                    <a:pt x="50063" y="3952"/>
                    <a:pt x="51734" y="1976"/>
                  </a:cubicBezTo>
                  <a:lnTo>
                    <a:pt x="51734" y="1976"/>
                  </a:lnTo>
                  <a:cubicBezTo>
                    <a:pt x="53437" y="1"/>
                    <a:pt x="56506" y="1"/>
                    <a:pt x="58178" y="1976"/>
                  </a:cubicBezTo>
                  <a:lnTo>
                    <a:pt x="58178" y="1976"/>
                  </a:lnTo>
                  <a:cubicBezTo>
                    <a:pt x="59029" y="2979"/>
                    <a:pt x="60245" y="3466"/>
                    <a:pt x="61400" y="3466"/>
                  </a:cubicBezTo>
                </a:path>
              </a:pathLst>
            </a:custGeom>
            <a:noFill/>
            <a:ln w="79800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9"/>
            <p:cNvSpPr/>
            <p:nvPr/>
          </p:nvSpPr>
          <p:spPr>
            <a:xfrm>
              <a:off x="689100" y="4500600"/>
              <a:ext cx="1535025" cy="98825"/>
            </a:xfrm>
            <a:custGeom>
              <a:avLst/>
              <a:gdLst/>
              <a:ahLst/>
              <a:cxnLst/>
              <a:rect l="l" t="t" r="r" b="b"/>
              <a:pathLst>
                <a:path w="61401" h="3953" fill="none" extrusionOk="0">
                  <a:moveTo>
                    <a:pt x="1" y="1976"/>
                  </a:moveTo>
                  <a:lnTo>
                    <a:pt x="1" y="1976"/>
                  </a:lnTo>
                  <a:cubicBezTo>
                    <a:pt x="1733" y="1"/>
                    <a:pt x="4803" y="1"/>
                    <a:pt x="6506" y="1976"/>
                  </a:cubicBezTo>
                  <a:lnTo>
                    <a:pt x="6506" y="1976"/>
                  </a:lnTo>
                  <a:cubicBezTo>
                    <a:pt x="8208" y="3952"/>
                    <a:pt x="11308" y="3952"/>
                    <a:pt x="12980" y="1976"/>
                  </a:cubicBezTo>
                  <a:lnTo>
                    <a:pt x="12980" y="1976"/>
                  </a:lnTo>
                  <a:cubicBezTo>
                    <a:pt x="14682" y="1"/>
                    <a:pt x="17752" y="1"/>
                    <a:pt x="19424" y="1976"/>
                  </a:cubicBezTo>
                  <a:lnTo>
                    <a:pt x="19424" y="1976"/>
                  </a:lnTo>
                  <a:cubicBezTo>
                    <a:pt x="21126" y="3952"/>
                    <a:pt x="24226" y="3952"/>
                    <a:pt x="25898" y="1976"/>
                  </a:cubicBezTo>
                  <a:lnTo>
                    <a:pt x="25898" y="1976"/>
                  </a:lnTo>
                  <a:cubicBezTo>
                    <a:pt x="27600" y="1"/>
                    <a:pt x="30670" y="1"/>
                    <a:pt x="32342" y="1976"/>
                  </a:cubicBezTo>
                  <a:lnTo>
                    <a:pt x="32342" y="1976"/>
                  </a:lnTo>
                  <a:cubicBezTo>
                    <a:pt x="34044" y="3952"/>
                    <a:pt x="37144" y="3952"/>
                    <a:pt x="38816" y="1976"/>
                  </a:cubicBezTo>
                  <a:lnTo>
                    <a:pt x="38816" y="1976"/>
                  </a:lnTo>
                  <a:cubicBezTo>
                    <a:pt x="40518" y="1"/>
                    <a:pt x="43588" y="1"/>
                    <a:pt x="45260" y="1976"/>
                  </a:cubicBezTo>
                  <a:lnTo>
                    <a:pt x="45260" y="1976"/>
                  </a:lnTo>
                  <a:cubicBezTo>
                    <a:pt x="46962" y="3952"/>
                    <a:pt x="50063" y="3952"/>
                    <a:pt x="51734" y="1976"/>
                  </a:cubicBezTo>
                  <a:lnTo>
                    <a:pt x="51734" y="1976"/>
                  </a:lnTo>
                  <a:cubicBezTo>
                    <a:pt x="53437" y="1"/>
                    <a:pt x="56506" y="1"/>
                    <a:pt x="58178" y="1976"/>
                  </a:cubicBezTo>
                  <a:lnTo>
                    <a:pt x="58178" y="1976"/>
                  </a:lnTo>
                  <a:cubicBezTo>
                    <a:pt x="59029" y="2949"/>
                    <a:pt x="60245" y="3466"/>
                    <a:pt x="61400" y="3466"/>
                  </a:cubicBezTo>
                </a:path>
              </a:pathLst>
            </a:custGeom>
            <a:noFill/>
            <a:ln w="79800" cap="flat" cmpd="sng">
              <a:solidFill>
                <a:schemeClr val="accent5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4"/>
          <p:cNvSpPr/>
          <p:nvPr/>
        </p:nvSpPr>
        <p:spPr>
          <a:xfrm>
            <a:off x="0" y="2823824"/>
            <a:ext cx="1235502" cy="2472739"/>
          </a:xfrm>
          <a:custGeom>
            <a:avLst/>
            <a:gdLst/>
            <a:ahLst/>
            <a:cxnLst/>
            <a:rect l="l" t="t" r="r" b="b"/>
            <a:pathLst>
              <a:path w="21369" h="42768" extrusionOk="0">
                <a:moveTo>
                  <a:pt x="1" y="1"/>
                </a:moveTo>
                <a:lnTo>
                  <a:pt x="1" y="42767"/>
                </a:lnTo>
                <a:cubicBezTo>
                  <a:pt x="11794" y="42767"/>
                  <a:pt x="21369" y="33193"/>
                  <a:pt x="21369" y="21399"/>
                </a:cubicBezTo>
                <a:cubicBezTo>
                  <a:pt x="21369" y="9575"/>
                  <a:pt x="11794" y="1"/>
                  <a:pt x="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34"/>
          <p:cNvSpPr/>
          <p:nvPr/>
        </p:nvSpPr>
        <p:spPr>
          <a:xfrm>
            <a:off x="265382" y="2823824"/>
            <a:ext cx="1237295" cy="2472739"/>
          </a:xfrm>
          <a:custGeom>
            <a:avLst/>
            <a:gdLst/>
            <a:ahLst/>
            <a:cxnLst/>
            <a:rect l="l" t="t" r="r" b="b"/>
            <a:pathLst>
              <a:path w="21400" h="42768" fill="none" extrusionOk="0">
                <a:moveTo>
                  <a:pt x="0" y="1"/>
                </a:moveTo>
                <a:lnTo>
                  <a:pt x="0" y="42767"/>
                </a:lnTo>
                <a:cubicBezTo>
                  <a:pt x="11824" y="42767"/>
                  <a:pt x="21399" y="33193"/>
                  <a:pt x="21399" y="21399"/>
                </a:cubicBezTo>
                <a:cubicBezTo>
                  <a:pt x="21399" y="9575"/>
                  <a:pt x="11824" y="1"/>
                  <a:pt x="0" y="1"/>
                </a:cubicBezTo>
                <a:close/>
              </a:path>
            </a:pathLst>
          </a:custGeom>
          <a:noFill/>
          <a:ln w="1900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6" name="Google Shape;1096;p34"/>
          <p:cNvGrpSpPr/>
          <p:nvPr/>
        </p:nvGrpSpPr>
        <p:grpSpPr>
          <a:xfrm>
            <a:off x="940387" y="4041590"/>
            <a:ext cx="1366658" cy="212443"/>
            <a:chOff x="713225" y="4468250"/>
            <a:chExt cx="1036525" cy="161125"/>
          </a:xfrm>
        </p:grpSpPr>
        <p:sp>
          <p:nvSpPr>
            <p:cNvPr id="1097" name="Google Shape;1097;p34"/>
            <p:cNvSpPr/>
            <p:nvPr/>
          </p:nvSpPr>
          <p:spPr>
            <a:xfrm>
              <a:off x="16965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15658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87"/>
                    <a:pt x="1" y="1065"/>
                  </a:cubicBezTo>
                  <a:cubicBezTo>
                    <a:pt x="1" y="1673"/>
                    <a:pt x="456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14070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9" y="1673"/>
                    <a:pt x="2129" y="1065"/>
                  </a:cubicBezTo>
                  <a:cubicBezTo>
                    <a:pt x="2129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127555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11266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99590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87"/>
                    <a:pt x="1" y="1065"/>
                  </a:cubicBezTo>
                  <a:cubicBezTo>
                    <a:pt x="1" y="1673"/>
                    <a:pt x="457" y="2129"/>
                    <a:pt x="1065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845450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87"/>
                    <a:pt x="0" y="1065"/>
                  </a:cubicBezTo>
                  <a:cubicBezTo>
                    <a:pt x="0" y="1673"/>
                    <a:pt x="487" y="2129"/>
                    <a:pt x="1064" y="2129"/>
                  </a:cubicBezTo>
                  <a:cubicBezTo>
                    <a:pt x="1642" y="2129"/>
                    <a:pt x="2128" y="1673"/>
                    <a:pt x="2128" y="1065"/>
                  </a:cubicBezTo>
                  <a:cubicBezTo>
                    <a:pt x="2128" y="48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713225" y="45761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87"/>
                    <a:pt x="1" y="1065"/>
                  </a:cubicBezTo>
                  <a:cubicBezTo>
                    <a:pt x="1" y="1673"/>
                    <a:pt x="487" y="2129"/>
                    <a:pt x="1064" y="2129"/>
                  </a:cubicBezTo>
                  <a:cubicBezTo>
                    <a:pt x="1672" y="2129"/>
                    <a:pt x="2128" y="1673"/>
                    <a:pt x="2128" y="1065"/>
                  </a:cubicBezTo>
                  <a:cubicBezTo>
                    <a:pt x="2128" y="48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16965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15658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56" y="1"/>
                    <a:pt x="1" y="457"/>
                    <a:pt x="1" y="1065"/>
                  </a:cubicBezTo>
                  <a:cubicBezTo>
                    <a:pt x="1" y="1642"/>
                    <a:pt x="456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14070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9" y="1642"/>
                    <a:pt x="2129" y="1065"/>
                  </a:cubicBezTo>
                  <a:cubicBezTo>
                    <a:pt x="2129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127555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11266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99590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5" y="1"/>
                  </a:moveTo>
                  <a:cubicBezTo>
                    <a:pt x="457" y="1"/>
                    <a:pt x="1" y="457"/>
                    <a:pt x="1" y="1065"/>
                  </a:cubicBezTo>
                  <a:cubicBezTo>
                    <a:pt x="1" y="1642"/>
                    <a:pt x="457" y="2128"/>
                    <a:pt x="1065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845450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cubicBezTo>
                    <a:pt x="0" y="1642"/>
                    <a:pt x="487" y="2128"/>
                    <a:pt x="1064" y="2128"/>
                  </a:cubicBezTo>
                  <a:cubicBezTo>
                    <a:pt x="1642" y="2128"/>
                    <a:pt x="2128" y="1642"/>
                    <a:pt x="2128" y="1065"/>
                  </a:cubicBezTo>
                  <a:cubicBezTo>
                    <a:pt x="2128" y="457"/>
                    <a:pt x="164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713225" y="4468250"/>
              <a:ext cx="53225" cy="53225"/>
            </a:xfrm>
            <a:custGeom>
              <a:avLst/>
              <a:gdLst/>
              <a:ahLst/>
              <a:cxnLst/>
              <a:rect l="l" t="t" r="r" b="b"/>
              <a:pathLst>
                <a:path w="2129" h="2129" extrusionOk="0">
                  <a:moveTo>
                    <a:pt x="1064" y="1"/>
                  </a:moveTo>
                  <a:cubicBezTo>
                    <a:pt x="487" y="1"/>
                    <a:pt x="1" y="457"/>
                    <a:pt x="1" y="1065"/>
                  </a:cubicBezTo>
                  <a:cubicBezTo>
                    <a:pt x="1" y="1642"/>
                    <a:pt x="487" y="2128"/>
                    <a:pt x="1064" y="2128"/>
                  </a:cubicBezTo>
                  <a:cubicBezTo>
                    <a:pt x="1672" y="2128"/>
                    <a:pt x="2128" y="1642"/>
                    <a:pt x="2128" y="1065"/>
                  </a:cubicBezTo>
                  <a:cubicBezTo>
                    <a:pt x="2128" y="457"/>
                    <a:pt x="1672" y="1"/>
                    <a:pt x="1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34"/>
          <p:cNvSpPr/>
          <p:nvPr/>
        </p:nvSpPr>
        <p:spPr>
          <a:xfrm rot="8100000">
            <a:off x="6212533" y="1969752"/>
            <a:ext cx="2639347" cy="263934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34"/>
          <p:cNvGrpSpPr/>
          <p:nvPr/>
        </p:nvGrpSpPr>
        <p:grpSpPr>
          <a:xfrm>
            <a:off x="4277694" y="116553"/>
            <a:ext cx="589350" cy="1014019"/>
            <a:chOff x="832925" y="1132500"/>
            <a:chExt cx="376125" cy="647150"/>
          </a:xfrm>
        </p:grpSpPr>
        <p:sp>
          <p:nvSpPr>
            <p:cNvPr id="1115" name="Google Shape;1115;p34"/>
            <p:cNvSpPr/>
            <p:nvPr/>
          </p:nvSpPr>
          <p:spPr>
            <a:xfrm>
              <a:off x="870450" y="1668725"/>
              <a:ext cx="110100" cy="110925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667"/>
                  </a:moveTo>
                  <a:cubicBezTo>
                    <a:pt x="3036" y="667"/>
                    <a:pt x="3736" y="1401"/>
                    <a:pt x="3703" y="2168"/>
                  </a:cubicBezTo>
                  <a:cubicBezTo>
                    <a:pt x="3703" y="3002"/>
                    <a:pt x="3036" y="3669"/>
                    <a:pt x="2202" y="3669"/>
                  </a:cubicBezTo>
                  <a:cubicBezTo>
                    <a:pt x="1368" y="3669"/>
                    <a:pt x="701" y="3002"/>
                    <a:pt x="701" y="2168"/>
                  </a:cubicBezTo>
                  <a:cubicBezTo>
                    <a:pt x="701" y="1334"/>
                    <a:pt x="1368" y="667"/>
                    <a:pt x="2202" y="667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832925" y="1365175"/>
              <a:ext cx="110100" cy="110925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701"/>
                  </a:moveTo>
                  <a:cubicBezTo>
                    <a:pt x="3036" y="701"/>
                    <a:pt x="3703" y="1368"/>
                    <a:pt x="3703" y="2202"/>
                  </a:cubicBezTo>
                  <a:cubicBezTo>
                    <a:pt x="3703" y="3036"/>
                    <a:pt x="3036" y="3669"/>
                    <a:pt x="2202" y="3669"/>
                  </a:cubicBezTo>
                  <a:cubicBezTo>
                    <a:pt x="1368" y="3669"/>
                    <a:pt x="701" y="3036"/>
                    <a:pt x="701" y="2202"/>
                  </a:cubicBezTo>
                  <a:cubicBezTo>
                    <a:pt x="701" y="1368"/>
                    <a:pt x="1368" y="701"/>
                    <a:pt x="2202" y="701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1138125" y="1432700"/>
              <a:ext cx="16725" cy="55075"/>
            </a:xfrm>
            <a:custGeom>
              <a:avLst/>
              <a:gdLst/>
              <a:ahLst/>
              <a:cxnLst/>
              <a:rect l="l" t="t" r="r" b="b"/>
              <a:pathLst>
                <a:path w="669" h="2203" extrusionOk="0">
                  <a:moveTo>
                    <a:pt x="335" y="1"/>
                  </a:moveTo>
                  <a:cubicBezTo>
                    <a:pt x="168" y="1"/>
                    <a:pt x="1" y="101"/>
                    <a:pt x="1" y="335"/>
                  </a:cubicBezTo>
                  <a:lnTo>
                    <a:pt x="1" y="1869"/>
                  </a:lnTo>
                  <a:cubicBezTo>
                    <a:pt x="1" y="2036"/>
                    <a:pt x="134" y="2203"/>
                    <a:pt x="335" y="2203"/>
                  </a:cubicBezTo>
                  <a:cubicBezTo>
                    <a:pt x="535" y="2203"/>
                    <a:pt x="668" y="2036"/>
                    <a:pt x="668" y="1869"/>
                  </a:cubicBezTo>
                  <a:lnTo>
                    <a:pt x="668" y="335"/>
                  </a:lnTo>
                  <a:cubicBezTo>
                    <a:pt x="668" y="168"/>
                    <a:pt x="535" y="1"/>
                    <a:pt x="3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1138125" y="1498600"/>
              <a:ext cx="16725" cy="55900"/>
            </a:xfrm>
            <a:custGeom>
              <a:avLst/>
              <a:gdLst/>
              <a:ahLst/>
              <a:cxnLst/>
              <a:rect l="l" t="t" r="r" b="b"/>
              <a:pathLst>
                <a:path w="669" h="2236" extrusionOk="0">
                  <a:moveTo>
                    <a:pt x="335" y="0"/>
                  </a:moveTo>
                  <a:cubicBezTo>
                    <a:pt x="168" y="0"/>
                    <a:pt x="1" y="134"/>
                    <a:pt x="1" y="367"/>
                  </a:cubicBezTo>
                  <a:lnTo>
                    <a:pt x="1" y="1902"/>
                  </a:lnTo>
                  <a:cubicBezTo>
                    <a:pt x="1" y="2068"/>
                    <a:pt x="134" y="2235"/>
                    <a:pt x="335" y="2235"/>
                  </a:cubicBezTo>
                  <a:cubicBezTo>
                    <a:pt x="535" y="2235"/>
                    <a:pt x="668" y="2068"/>
                    <a:pt x="668" y="1902"/>
                  </a:cubicBezTo>
                  <a:lnTo>
                    <a:pt x="668" y="367"/>
                  </a:lnTo>
                  <a:cubicBezTo>
                    <a:pt x="668" y="200"/>
                    <a:pt x="535" y="0"/>
                    <a:pt x="3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1158150" y="1485250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0"/>
                  </a:moveTo>
                  <a:cubicBezTo>
                    <a:pt x="167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5" y="501"/>
                    <a:pt x="2035" y="334"/>
                  </a:cubicBezTo>
                  <a:cubicBezTo>
                    <a:pt x="2035" y="167"/>
                    <a:pt x="1902" y="0"/>
                    <a:pt x="17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1084775" y="1485250"/>
              <a:ext cx="51725" cy="16700"/>
            </a:xfrm>
            <a:custGeom>
              <a:avLst/>
              <a:gdLst/>
              <a:ahLst/>
              <a:cxnLst/>
              <a:rect l="l" t="t" r="r" b="b"/>
              <a:pathLst>
                <a:path w="2069" h="668" extrusionOk="0">
                  <a:moveTo>
                    <a:pt x="334" y="0"/>
                  </a:moveTo>
                  <a:cubicBezTo>
                    <a:pt x="167" y="0"/>
                    <a:pt x="0" y="134"/>
                    <a:pt x="0" y="334"/>
                  </a:cubicBezTo>
                  <a:cubicBezTo>
                    <a:pt x="0" y="501"/>
                    <a:pt x="134" y="668"/>
                    <a:pt x="334" y="668"/>
                  </a:cubicBezTo>
                  <a:lnTo>
                    <a:pt x="1735" y="668"/>
                  </a:lnTo>
                  <a:cubicBezTo>
                    <a:pt x="1868" y="668"/>
                    <a:pt x="2068" y="501"/>
                    <a:pt x="2068" y="334"/>
                  </a:cubicBezTo>
                  <a:cubicBezTo>
                    <a:pt x="2068" y="167"/>
                    <a:pt x="1935" y="0"/>
                    <a:pt x="17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1101450" y="1132500"/>
              <a:ext cx="16700" cy="55050"/>
            </a:xfrm>
            <a:custGeom>
              <a:avLst/>
              <a:gdLst/>
              <a:ahLst/>
              <a:cxnLst/>
              <a:rect l="l" t="t" r="r" b="b"/>
              <a:pathLst>
                <a:path w="668" h="2202" extrusionOk="0">
                  <a:moveTo>
                    <a:pt x="334" y="0"/>
                  </a:moveTo>
                  <a:cubicBezTo>
                    <a:pt x="167" y="0"/>
                    <a:pt x="0" y="100"/>
                    <a:pt x="0" y="334"/>
                  </a:cubicBezTo>
                  <a:lnTo>
                    <a:pt x="0" y="1868"/>
                  </a:lnTo>
                  <a:cubicBezTo>
                    <a:pt x="0" y="2035"/>
                    <a:pt x="134" y="2202"/>
                    <a:pt x="334" y="2202"/>
                  </a:cubicBezTo>
                  <a:cubicBezTo>
                    <a:pt x="567" y="2202"/>
                    <a:pt x="667" y="2035"/>
                    <a:pt x="667" y="1868"/>
                  </a:cubicBezTo>
                  <a:lnTo>
                    <a:pt x="667" y="334"/>
                  </a:lnTo>
                  <a:cubicBezTo>
                    <a:pt x="667" y="167"/>
                    <a:pt x="567" y="0"/>
                    <a:pt x="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1101450" y="1199200"/>
              <a:ext cx="16700" cy="55075"/>
            </a:xfrm>
            <a:custGeom>
              <a:avLst/>
              <a:gdLst/>
              <a:ahLst/>
              <a:cxnLst/>
              <a:rect l="l" t="t" r="r" b="b"/>
              <a:pathLst>
                <a:path w="668" h="2203" extrusionOk="0">
                  <a:moveTo>
                    <a:pt x="334" y="1"/>
                  </a:moveTo>
                  <a:cubicBezTo>
                    <a:pt x="167" y="1"/>
                    <a:pt x="0" y="101"/>
                    <a:pt x="0" y="335"/>
                  </a:cubicBezTo>
                  <a:lnTo>
                    <a:pt x="0" y="1869"/>
                  </a:lnTo>
                  <a:cubicBezTo>
                    <a:pt x="0" y="2036"/>
                    <a:pt x="134" y="2203"/>
                    <a:pt x="334" y="2203"/>
                  </a:cubicBezTo>
                  <a:cubicBezTo>
                    <a:pt x="567" y="2203"/>
                    <a:pt x="667" y="2036"/>
                    <a:pt x="667" y="1869"/>
                  </a:cubicBezTo>
                  <a:lnTo>
                    <a:pt x="667" y="335"/>
                  </a:lnTo>
                  <a:cubicBezTo>
                    <a:pt x="667" y="168"/>
                    <a:pt x="567" y="1"/>
                    <a:pt x="3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1121450" y="1184200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36" y="1"/>
                    <a:pt x="17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1048900" y="1185594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01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02" y="1"/>
                    <a:pt x="17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5" name="Google Shape;1125;p34"/>
          <p:cNvSpPr txBox="1">
            <a:spLocks noGrp="1"/>
          </p:cNvSpPr>
          <p:nvPr>
            <p:ph type="title"/>
          </p:nvPr>
        </p:nvSpPr>
        <p:spPr>
          <a:xfrm>
            <a:off x="2743200" y="1233450"/>
            <a:ext cx="3657600" cy="6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26" name="Google Shape;1126;p34"/>
          <p:cNvSpPr txBox="1"/>
          <p:nvPr/>
        </p:nvSpPr>
        <p:spPr>
          <a:xfrm>
            <a:off x="2926050" y="3922776"/>
            <a:ext cx="32919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1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</a:t>
            </a:r>
            <a:r>
              <a:rPr lang="en" sz="11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by </a:t>
            </a:r>
            <a:r>
              <a:rPr lang="en" sz="1100" b="1">
                <a:solidFill>
                  <a:schemeClr val="accent4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1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including icons </a:t>
            </a:r>
            <a:r>
              <a:rPr lang="en" sz="11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by </a:t>
            </a:r>
            <a:r>
              <a:rPr lang="en" sz="1100" b="1">
                <a:solidFill>
                  <a:schemeClr val="accent4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, and infographics &amp; images </a:t>
            </a:r>
            <a:r>
              <a:rPr lang="en" sz="11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by </a:t>
            </a:r>
            <a:r>
              <a:rPr lang="en" sz="1100" b="1">
                <a:solidFill>
                  <a:schemeClr val="accent4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7" name="Google Shape;1127;p34"/>
          <p:cNvSpPr txBox="1">
            <a:spLocks noGrp="1"/>
          </p:cNvSpPr>
          <p:nvPr>
            <p:ph type="subTitle" idx="1"/>
          </p:nvPr>
        </p:nvSpPr>
        <p:spPr>
          <a:xfrm>
            <a:off x="2743200" y="1847088"/>
            <a:ext cx="36576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128" name="Google Shape;1128;p34"/>
          <p:cNvSpPr txBox="1">
            <a:spLocks noGrp="1"/>
          </p:cNvSpPr>
          <p:nvPr>
            <p:ph type="subTitle" idx="2"/>
          </p:nvPr>
        </p:nvSpPr>
        <p:spPr>
          <a:xfrm>
            <a:off x="2743200" y="2194560"/>
            <a:ext cx="3657600" cy="8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129" name="Google Shape;1129;p34"/>
          <p:cNvSpPr txBox="1">
            <a:spLocks noGrp="1"/>
          </p:cNvSpPr>
          <p:nvPr>
            <p:ph type="subTitle" idx="3"/>
          </p:nvPr>
        </p:nvSpPr>
        <p:spPr>
          <a:xfrm>
            <a:off x="2743200" y="3599688"/>
            <a:ext cx="3657600" cy="36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"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35"/>
          <p:cNvSpPr/>
          <p:nvPr/>
        </p:nvSpPr>
        <p:spPr>
          <a:xfrm rot="2700000">
            <a:off x="-538602" y="4033591"/>
            <a:ext cx="1698329" cy="1698329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5"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36"/>
          <p:cNvSpPr/>
          <p:nvPr/>
        </p:nvSpPr>
        <p:spPr>
          <a:xfrm>
            <a:off x="-2412512" y="480900"/>
            <a:ext cx="4181700" cy="4181700"/>
          </a:xfrm>
          <a:prstGeom prst="donut">
            <a:avLst>
              <a:gd name="adj" fmla="val 25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Martel Heavy"/>
              <a:buNone/>
              <a:defRPr sz="3500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8" r:id="rId9"/>
    <p:sldLayoutId id="2147483670" r:id="rId10"/>
    <p:sldLayoutId id="2147483675" r:id="rId11"/>
    <p:sldLayoutId id="2147483680" r:id="rId12"/>
    <p:sldLayoutId id="2147483681" r:id="rId13"/>
    <p:sldLayoutId id="214748368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2" name="Google Shape;1142;p39"/>
          <p:cNvGrpSpPr/>
          <p:nvPr/>
        </p:nvGrpSpPr>
        <p:grpSpPr>
          <a:xfrm>
            <a:off x="6706928" y="1395863"/>
            <a:ext cx="1374440" cy="616258"/>
            <a:chOff x="5782662" y="1517912"/>
            <a:chExt cx="2648247" cy="1187395"/>
          </a:xfrm>
        </p:grpSpPr>
        <p:sp>
          <p:nvSpPr>
            <p:cNvPr id="1143" name="Google Shape;1143;p39"/>
            <p:cNvSpPr/>
            <p:nvPr/>
          </p:nvSpPr>
          <p:spPr>
            <a:xfrm>
              <a:off x="5782662" y="2539964"/>
              <a:ext cx="238683" cy="165343"/>
            </a:xfrm>
            <a:custGeom>
              <a:avLst/>
              <a:gdLst/>
              <a:ahLst/>
              <a:cxnLst/>
              <a:rect l="l" t="t" r="r" b="b"/>
              <a:pathLst>
                <a:path w="2369" h="1641" extrusionOk="0">
                  <a:moveTo>
                    <a:pt x="2030" y="1"/>
                  </a:moveTo>
                  <a:cubicBezTo>
                    <a:pt x="1967" y="1"/>
                    <a:pt x="1901" y="19"/>
                    <a:pt x="1835" y="59"/>
                  </a:cubicBezTo>
                  <a:cubicBezTo>
                    <a:pt x="1301" y="392"/>
                    <a:pt x="768" y="726"/>
                    <a:pt x="201" y="1093"/>
                  </a:cubicBezTo>
                  <a:cubicBezTo>
                    <a:pt x="34" y="1160"/>
                    <a:pt x="0" y="1393"/>
                    <a:pt x="134" y="1493"/>
                  </a:cubicBezTo>
                  <a:cubicBezTo>
                    <a:pt x="167" y="1593"/>
                    <a:pt x="201" y="1627"/>
                    <a:pt x="301" y="1627"/>
                  </a:cubicBezTo>
                  <a:cubicBezTo>
                    <a:pt x="340" y="1636"/>
                    <a:pt x="373" y="1641"/>
                    <a:pt x="402" y="1641"/>
                  </a:cubicBezTo>
                  <a:cubicBezTo>
                    <a:pt x="473" y="1641"/>
                    <a:pt x="520" y="1617"/>
                    <a:pt x="568" y="1593"/>
                  </a:cubicBezTo>
                  <a:cubicBezTo>
                    <a:pt x="1135" y="1260"/>
                    <a:pt x="1635" y="893"/>
                    <a:pt x="2202" y="559"/>
                  </a:cubicBezTo>
                  <a:cubicBezTo>
                    <a:pt x="2335" y="459"/>
                    <a:pt x="2369" y="259"/>
                    <a:pt x="2302" y="126"/>
                  </a:cubicBezTo>
                  <a:cubicBezTo>
                    <a:pt x="2221" y="45"/>
                    <a:pt x="2128" y="1"/>
                    <a:pt x="20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9"/>
            <p:cNvSpPr/>
            <p:nvPr/>
          </p:nvSpPr>
          <p:spPr>
            <a:xfrm>
              <a:off x="6834606" y="2148727"/>
              <a:ext cx="164730" cy="84636"/>
            </a:xfrm>
            <a:custGeom>
              <a:avLst/>
              <a:gdLst/>
              <a:ahLst/>
              <a:cxnLst/>
              <a:rect l="l" t="t" r="r" b="b"/>
              <a:pathLst>
                <a:path w="1635" h="840" extrusionOk="0">
                  <a:moveTo>
                    <a:pt x="1287" y="1"/>
                  </a:moveTo>
                  <a:cubicBezTo>
                    <a:pt x="1269" y="1"/>
                    <a:pt x="1252" y="2"/>
                    <a:pt x="1234" y="6"/>
                  </a:cubicBezTo>
                  <a:cubicBezTo>
                    <a:pt x="1234" y="6"/>
                    <a:pt x="868" y="72"/>
                    <a:pt x="267" y="239"/>
                  </a:cubicBezTo>
                  <a:cubicBezTo>
                    <a:pt x="100" y="273"/>
                    <a:pt x="0" y="439"/>
                    <a:pt x="34" y="606"/>
                  </a:cubicBezTo>
                  <a:cubicBezTo>
                    <a:pt x="67" y="706"/>
                    <a:pt x="167" y="806"/>
                    <a:pt x="267" y="840"/>
                  </a:cubicBezTo>
                  <a:lnTo>
                    <a:pt x="434" y="840"/>
                  </a:lnTo>
                  <a:cubicBezTo>
                    <a:pt x="1034" y="706"/>
                    <a:pt x="1368" y="640"/>
                    <a:pt x="1368" y="640"/>
                  </a:cubicBezTo>
                  <a:cubicBezTo>
                    <a:pt x="1535" y="606"/>
                    <a:pt x="1635" y="439"/>
                    <a:pt x="1601" y="273"/>
                  </a:cubicBezTo>
                  <a:cubicBezTo>
                    <a:pt x="1572" y="123"/>
                    <a:pt x="1435" y="1"/>
                    <a:pt x="1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9"/>
            <p:cNvSpPr/>
            <p:nvPr/>
          </p:nvSpPr>
          <p:spPr>
            <a:xfrm>
              <a:off x="6464849" y="2219156"/>
              <a:ext cx="255609" cy="130985"/>
            </a:xfrm>
            <a:custGeom>
              <a:avLst/>
              <a:gdLst/>
              <a:ahLst/>
              <a:cxnLst/>
              <a:rect l="l" t="t" r="r" b="b"/>
              <a:pathLst>
                <a:path w="2537" h="1300" extrusionOk="0">
                  <a:moveTo>
                    <a:pt x="2135" y="1"/>
                  </a:moveTo>
                  <a:cubicBezTo>
                    <a:pt x="2113" y="1"/>
                    <a:pt x="2091" y="3"/>
                    <a:pt x="2069" y="7"/>
                  </a:cubicBezTo>
                  <a:cubicBezTo>
                    <a:pt x="1435" y="241"/>
                    <a:pt x="868" y="441"/>
                    <a:pt x="234" y="674"/>
                  </a:cubicBezTo>
                  <a:cubicBezTo>
                    <a:pt x="68" y="774"/>
                    <a:pt x="1" y="941"/>
                    <a:pt x="68" y="1108"/>
                  </a:cubicBezTo>
                  <a:cubicBezTo>
                    <a:pt x="101" y="1208"/>
                    <a:pt x="201" y="1241"/>
                    <a:pt x="268" y="1275"/>
                  </a:cubicBezTo>
                  <a:cubicBezTo>
                    <a:pt x="318" y="1292"/>
                    <a:pt x="351" y="1300"/>
                    <a:pt x="385" y="1300"/>
                  </a:cubicBezTo>
                  <a:cubicBezTo>
                    <a:pt x="418" y="1300"/>
                    <a:pt x="451" y="1292"/>
                    <a:pt x="501" y="1275"/>
                  </a:cubicBezTo>
                  <a:cubicBezTo>
                    <a:pt x="1068" y="1075"/>
                    <a:pt x="1702" y="841"/>
                    <a:pt x="2269" y="641"/>
                  </a:cubicBezTo>
                  <a:cubicBezTo>
                    <a:pt x="2436" y="608"/>
                    <a:pt x="2536" y="441"/>
                    <a:pt x="2469" y="241"/>
                  </a:cubicBezTo>
                  <a:cubicBezTo>
                    <a:pt x="2440" y="96"/>
                    <a:pt x="2285" y="1"/>
                    <a:pt x="21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9"/>
            <p:cNvSpPr/>
            <p:nvPr/>
          </p:nvSpPr>
          <p:spPr>
            <a:xfrm>
              <a:off x="6115342" y="2365051"/>
              <a:ext cx="242108" cy="147307"/>
            </a:xfrm>
            <a:custGeom>
              <a:avLst/>
              <a:gdLst/>
              <a:ahLst/>
              <a:cxnLst/>
              <a:rect l="l" t="t" r="r" b="b"/>
              <a:pathLst>
                <a:path w="2403" h="1462" extrusionOk="0">
                  <a:moveTo>
                    <a:pt x="2046" y="1"/>
                  </a:moveTo>
                  <a:cubicBezTo>
                    <a:pt x="1996" y="1"/>
                    <a:pt x="1947" y="9"/>
                    <a:pt x="1902" y="27"/>
                  </a:cubicBezTo>
                  <a:cubicBezTo>
                    <a:pt x="1368" y="294"/>
                    <a:pt x="768" y="594"/>
                    <a:pt x="201" y="861"/>
                  </a:cubicBezTo>
                  <a:cubicBezTo>
                    <a:pt x="34" y="961"/>
                    <a:pt x="1" y="1128"/>
                    <a:pt x="68" y="1295"/>
                  </a:cubicBezTo>
                  <a:cubicBezTo>
                    <a:pt x="134" y="1361"/>
                    <a:pt x="201" y="1461"/>
                    <a:pt x="301" y="1461"/>
                  </a:cubicBezTo>
                  <a:cubicBezTo>
                    <a:pt x="368" y="1461"/>
                    <a:pt x="468" y="1461"/>
                    <a:pt x="535" y="1428"/>
                  </a:cubicBezTo>
                  <a:cubicBezTo>
                    <a:pt x="1068" y="1128"/>
                    <a:pt x="1669" y="828"/>
                    <a:pt x="2169" y="594"/>
                  </a:cubicBezTo>
                  <a:cubicBezTo>
                    <a:pt x="2336" y="494"/>
                    <a:pt x="2403" y="327"/>
                    <a:pt x="2336" y="160"/>
                  </a:cubicBezTo>
                  <a:cubicBezTo>
                    <a:pt x="2311" y="63"/>
                    <a:pt x="2180" y="1"/>
                    <a:pt x="20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9"/>
            <p:cNvSpPr/>
            <p:nvPr/>
          </p:nvSpPr>
          <p:spPr>
            <a:xfrm>
              <a:off x="6693231" y="1517912"/>
              <a:ext cx="1737678" cy="514367"/>
            </a:xfrm>
            <a:custGeom>
              <a:avLst/>
              <a:gdLst/>
              <a:ahLst/>
              <a:cxnLst/>
              <a:rect l="l" t="t" r="r" b="b"/>
              <a:pathLst>
                <a:path w="17247" h="5105" extrusionOk="0">
                  <a:moveTo>
                    <a:pt x="1" y="1"/>
                  </a:moveTo>
                  <a:lnTo>
                    <a:pt x="668" y="5105"/>
                  </a:lnTo>
                  <a:lnTo>
                    <a:pt x="17246" y="24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9"/>
            <p:cNvSpPr/>
            <p:nvPr/>
          </p:nvSpPr>
          <p:spPr>
            <a:xfrm>
              <a:off x="6743001" y="1766675"/>
              <a:ext cx="1687902" cy="867220"/>
            </a:xfrm>
            <a:custGeom>
              <a:avLst/>
              <a:gdLst/>
              <a:ahLst/>
              <a:cxnLst/>
              <a:rect l="l" t="t" r="r" b="b"/>
              <a:pathLst>
                <a:path w="15979" h="8607" extrusionOk="0">
                  <a:moveTo>
                    <a:pt x="15978" y="0"/>
                  </a:moveTo>
                  <a:lnTo>
                    <a:pt x="2035" y="3469"/>
                  </a:lnTo>
                  <a:lnTo>
                    <a:pt x="0" y="3936"/>
                  </a:lnTo>
                  <a:lnTo>
                    <a:pt x="3302" y="8606"/>
                  </a:lnTo>
                  <a:lnTo>
                    <a:pt x="15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9" name="Google Shape;1149;p39"/>
          <p:cNvSpPr txBox="1">
            <a:spLocks noGrp="1"/>
          </p:cNvSpPr>
          <p:nvPr>
            <p:ph type="ctrTitle"/>
          </p:nvPr>
        </p:nvSpPr>
        <p:spPr>
          <a:xfrm>
            <a:off x="703650" y="1891699"/>
            <a:ext cx="7736700" cy="1011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LAKSHMANDEV VK</a:t>
            </a:r>
            <a:endParaRPr dirty="0"/>
          </a:p>
        </p:txBody>
      </p:sp>
      <p:sp>
        <p:nvSpPr>
          <p:cNvPr id="1150" name="Google Shape;1150;p39"/>
          <p:cNvSpPr txBox="1">
            <a:spLocks noGrp="1"/>
          </p:cNvSpPr>
          <p:nvPr>
            <p:ph type="subTitle" idx="1"/>
          </p:nvPr>
        </p:nvSpPr>
        <p:spPr>
          <a:xfrm>
            <a:off x="727730" y="3091006"/>
            <a:ext cx="7735800" cy="3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Martel Heavy" panose="020B0604020202020204" charset="0"/>
                <a:ea typeface="+mj-ea"/>
                <a:cs typeface="Martel Heavy" panose="020B0604020202020204" charset="0"/>
              </a:rPr>
              <a:t>NOMINATION FOR BEST OUT GOING STUDENT AWARD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2">
                  <a:lumMod val="75000"/>
                </a:schemeClr>
              </a:solidFill>
              <a:latin typeface="Martel Heavy" panose="020B0604020202020204" charset="0"/>
              <a:cs typeface="Martel Heavy" panose="020B0604020202020204" charset="0"/>
            </a:endParaRPr>
          </a:p>
        </p:txBody>
      </p:sp>
      <p:sp>
        <p:nvSpPr>
          <p:cNvPr id="1151" name="Google Shape;1151;p39"/>
          <p:cNvSpPr/>
          <p:nvPr/>
        </p:nvSpPr>
        <p:spPr>
          <a:xfrm>
            <a:off x="9107900" y="3717088"/>
            <a:ext cx="51725" cy="28100"/>
          </a:xfrm>
          <a:custGeom>
            <a:avLst/>
            <a:gdLst/>
            <a:ahLst/>
            <a:cxnLst/>
            <a:rect l="l" t="t" r="r" b="b"/>
            <a:pathLst>
              <a:path w="2069" h="1124" extrusionOk="0">
                <a:moveTo>
                  <a:pt x="1253" y="1"/>
                </a:moveTo>
                <a:cubicBezTo>
                  <a:pt x="1102" y="1"/>
                  <a:pt x="936" y="24"/>
                  <a:pt x="768" y="90"/>
                </a:cubicBezTo>
                <a:cubicBezTo>
                  <a:pt x="434" y="190"/>
                  <a:pt x="201" y="457"/>
                  <a:pt x="34" y="824"/>
                </a:cubicBezTo>
                <a:cubicBezTo>
                  <a:pt x="1" y="957"/>
                  <a:pt x="34" y="1090"/>
                  <a:pt x="168" y="1124"/>
                </a:cubicBezTo>
                <a:lnTo>
                  <a:pt x="234" y="1124"/>
                </a:lnTo>
                <a:cubicBezTo>
                  <a:pt x="334" y="1124"/>
                  <a:pt x="401" y="1090"/>
                  <a:pt x="368" y="990"/>
                </a:cubicBezTo>
                <a:cubicBezTo>
                  <a:pt x="501" y="690"/>
                  <a:pt x="668" y="523"/>
                  <a:pt x="868" y="457"/>
                </a:cubicBezTo>
                <a:cubicBezTo>
                  <a:pt x="968" y="423"/>
                  <a:pt x="1072" y="411"/>
                  <a:pt x="1172" y="411"/>
                </a:cubicBezTo>
                <a:cubicBezTo>
                  <a:pt x="1473" y="411"/>
                  <a:pt x="1735" y="523"/>
                  <a:pt x="1735" y="523"/>
                </a:cubicBezTo>
                <a:cubicBezTo>
                  <a:pt x="1776" y="554"/>
                  <a:pt x="1816" y="566"/>
                  <a:pt x="1854" y="566"/>
                </a:cubicBezTo>
                <a:cubicBezTo>
                  <a:pt x="1941" y="566"/>
                  <a:pt x="2012" y="503"/>
                  <a:pt x="2036" y="457"/>
                </a:cubicBezTo>
                <a:cubicBezTo>
                  <a:pt x="2069" y="323"/>
                  <a:pt x="2036" y="190"/>
                  <a:pt x="1936" y="156"/>
                </a:cubicBezTo>
                <a:cubicBezTo>
                  <a:pt x="1936" y="156"/>
                  <a:pt x="1642" y="1"/>
                  <a:pt x="1253" y="1"/>
                </a:cubicBezTo>
                <a:close/>
              </a:path>
            </a:pathLst>
          </a:custGeom>
          <a:solidFill>
            <a:srgbClr val="FFF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39"/>
          <p:cNvSpPr/>
          <p:nvPr/>
        </p:nvSpPr>
        <p:spPr>
          <a:xfrm>
            <a:off x="9088725" y="3700413"/>
            <a:ext cx="52575" cy="28100"/>
          </a:xfrm>
          <a:custGeom>
            <a:avLst/>
            <a:gdLst/>
            <a:ahLst/>
            <a:cxnLst/>
            <a:rect l="l" t="t" r="r" b="b"/>
            <a:pathLst>
              <a:path w="2103" h="1124" extrusionOk="0">
                <a:moveTo>
                  <a:pt x="1271" y="1"/>
                </a:moveTo>
                <a:cubicBezTo>
                  <a:pt x="1121" y="1"/>
                  <a:pt x="960" y="24"/>
                  <a:pt x="801" y="90"/>
                </a:cubicBezTo>
                <a:cubicBezTo>
                  <a:pt x="468" y="190"/>
                  <a:pt x="201" y="456"/>
                  <a:pt x="34" y="823"/>
                </a:cubicBezTo>
                <a:cubicBezTo>
                  <a:pt x="1" y="957"/>
                  <a:pt x="34" y="1090"/>
                  <a:pt x="167" y="1124"/>
                </a:cubicBezTo>
                <a:lnTo>
                  <a:pt x="267" y="1124"/>
                </a:lnTo>
                <a:cubicBezTo>
                  <a:pt x="334" y="1124"/>
                  <a:pt x="434" y="1090"/>
                  <a:pt x="368" y="990"/>
                </a:cubicBezTo>
                <a:cubicBezTo>
                  <a:pt x="501" y="690"/>
                  <a:pt x="668" y="523"/>
                  <a:pt x="868" y="456"/>
                </a:cubicBezTo>
                <a:cubicBezTo>
                  <a:pt x="976" y="423"/>
                  <a:pt x="1087" y="411"/>
                  <a:pt x="1192" y="411"/>
                </a:cubicBezTo>
                <a:cubicBezTo>
                  <a:pt x="1506" y="411"/>
                  <a:pt x="1769" y="523"/>
                  <a:pt x="1769" y="523"/>
                </a:cubicBezTo>
                <a:cubicBezTo>
                  <a:pt x="1798" y="543"/>
                  <a:pt x="1830" y="551"/>
                  <a:pt x="1862" y="551"/>
                </a:cubicBezTo>
                <a:cubicBezTo>
                  <a:pt x="1938" y="551"/>
                  <a:pt x="2012" y="504"/>
                  <a:pt x="2035" y="456"/>
                </a:cubicBezTo>
                <a:cubicBezTo>
                  <a:pt x="2102" y="323"/>
                  <a:pt x="2035" y="190"/>
                  <a:pt x="1969" y="156"/>
                </a:cubicBezTo>
                <a:cubicBezTo>
                  <a:pt x="1969" y="156"/>
                  <a:pt x="1657" y="1"/>
                  <a:pt x="1271" y="1"/>
                </a:cubicBezTo>
                <a:close/>
              </a:path>
            </a:pathLst>
          </a:custGeom>
          <a:solidFill>
            <a:srgbClr val="FFF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2460;p67">
            <a:extLst>
              <a:ext uri="{FF2B5EF4-FFF2-40B4-BE49-F238E27FC236}">
                <a16:creationId xmlns:a16="http://schemas.microsoft.com/office/drawing/2014/main" id="{708001DA-DA74-FD63-D81F-8E146F4D7C00}"/>
              </a:ext>
            </a:extLst>
          </p:cNvPr>
          <p:cNvGrpSpPr/>
          <p:nvPr/>
        </p:nvGrpSpPr>
        <p:grpSpPr>
          <a:xfrm>
            <a:off x="7765029" y="703727"/>
            <a:ext cx="825497" cy="385131"/>
            <a:chOff x="1627925" y="2073591"/>
            <a:chExt cx="825497" cy="385131"/>
          </a:xfrm>
        </p:grpSpPr>
        <p:sp>
          <p:nvSpPr>
            <p:cNvPr id="3" name="Google Shape;2461;p67">
              <a:extLst>
                <a:ext uri="{FF2B5EF4-FFF2-40B4-BE49-F238E27FC236}">
                  <a16:creationId xmlns:a16="http://schemas.microsoft.com/office/drawing/2014/main" id="{9068EDAF-E637-0CA2-4372-350B6A3E0CD5}"/>
                </a:ext>
              </a:extLst>
            </p:cNvPr>
            <p:cNvSpPr/>
            <p:nvPr/>
          </p:nvSpPr>
          <p:spPr>
            <a:xfrm>
              <a:off x="1721783" y="2432961"/>
              <a:ext cx="328820" cy="25230"/>
            </a:xfrm>
            <a:custGeom>
              <a:avLst/>
              <a:gdLst/>
              <a:ahLst/>
              <a:cxnLst/>
              <a:rect l="l" t="t" r="r" b="b"/>
              <a:pathLst>
                <a:path w="20449" h="1569" extrusionOk="0">
                  <a:moveTo>
                    <a:pt x="1" y="0"/>
                  </a:moveTo>
                  <a:lnTo>
                    <a:pt x="1" y="1568"/>
                  </a:lnTo>
                  <a:lnTo>
                    <a:pt x="20449" y="1568"/>
                  </a:lnTo>
                  <a:lnTo>
                    <a:pt x="20449" y="0"/>
                  </a:lnTo>
                  <a:close/>
                </a:path>
              </a:pathLst>
            </a:custGeom>
            <a:solidFill>
              <a:srgbClr val="407D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462;p67">
              <a:extLst>
                <a:ext uri="{FF2B5EF4-FFF2-40B4-BE49-F238E27FC236}">
                  <a16:creationId xmlns:a16="http://schemas.microsoft.com/office/drawing/2014/main" id="{554FBEFE-5CC8-E4F8-302C-233B67E462FC}"/>
                </a:ext>
              </a:extLst>
            </p:cNvPr>
            <p:cNvSpPr/>
            <p:nvPr/>
          </p:nvSpPr>
          <p:spPr>
            <a:xfrm>
              <a:off x="1721783" y="2265071"/>
              <a:ext cx="328820" cy="25760"/>
            </a:xfrm>
            <a:custGeom>
              <a:avLst/>
              <a:gdLst/>
              <a:ahLst/>
              <a:cxnLst/>
              <a:rect l="l" t="t" r="r" b="b"/>
              <a:pathLst>
                <a:path w="20449" h="1602" extrusionOk="0">
                  <a:moveTo>
                    <a:pt x="1" y="1"/>
                  </a:moveTo>
                  <a:lnTo>
                    <a:pt x="1" y="1602"/>
                  </a:lnTo>
                  <a:lnTo>
                    <a:pt x="20449" y="1602"/>
                  </a:lnTo>
                  <a:lnTo>
                    <a:pt x="20449" y="1"/>
                  </a:lnTo>
                  <a:close/>
                </a:path>
              </a:pathLst>
            </a:custGeom>
            <a:solidFill>
              <a:srgbClr val="407D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63;p67">
              <a:extLst>
                <a:ext uri="{FF2B5EF4-FFF2-40B4-BE49-F238E27FC236}">
                  <a16:creationId xmlns:a16="http://schemas.microsoft.com/office/drawing/2014/main" id="{7CBB2FBF-4348-F824-BE3B-195CEBBA1F83}"/>
                </a:ext>
              </a:extLst>
            </p:cNvPr>
            <p:cNvSpPr/>
            <p:nvPr/>
          </p:nvSpPr>
          <p:spPr>
            <a:xfrm>
              <a:off x="2051132" y="2265071"/>
              <a:ext cx="402289" cy="193651"/>
            </a:xfrm>
            <a:custGeom>
              <a:avLst/>
              <a:gdLst/>
              <a:ahLst/>
              <a:cxnLst/>
              <a:rect l="l" t="t" r="r" b="b"/>
              <a:pathLst>
                <a:path w="25018" h="12043" extrusionOk="0">
                  <a:moveTo>
                    <a:pt x="0" y="1"/>
                  </a:moveTo>
                  <a:lnTo>
                    <a:pt x="0" y="1602"/>
                  </a:lnTo>
                  <a:lnTo>
                    <a:pt x="3136" y="1602"/>
                  </a:lnTo>
                  <a:lnTo>
                    <a:pt x="3136" y="10441"/>
                  </a:lnTo>
                  <a:lnTo>
                    <a:pt x="0" y="10441"/>
                  </a:lnTo>
                  <a:lnTo>
                    <a:pt x="0" y="12043"/>
                  </a:lnTo>
                  <a:lnTo>
                    <a:pt x="20215" y="12043"/>
                  </a:lnTo>
                  <a:cubicBezTo>
                    <a:pt x="22883" y="12043"/>
                    <a:pt x="25018" y="9140"/>
                    <a:pt x="24885" y="5738"/>
                  </a:cubicBezTo>
                  <a:cubicBezTo>
                    <a:pt x="24718" y="2469"/>
                    <a:pt x="22550" y="1"/>
                    <a:pt x="200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64;p67">
              <a:extLst>
                <a:ext uri="{FF2B5EF4-FFF2-40B4-BE49-F238E27FC236}">
                  <a16:creationId xmlns:a16="http://schemas.microsoft.com/office/drawing/2014/main" id="{2C87DA9B-D93A-64CB-E68B-370719D682D4}"/>
                </a:ext>
              </a:extLst>
            </p:cNvPr>
            <p:cNvSpPr/>
            <p:nvPr/>
          </p:nvSpPr>
          <p:spPr>
            <a:xfrm>
              <a:off x="1737349" y="2290815"/>
              <a:ext cx="374937" cy="142694"/>
            </a:xfrm>
            <a:custGeom>
              <a:avLst/>
              <a:gdLst/>
              <a:ahLst/>
              <a:cxnLst/>
              <a:rect l="l" t="t" r="r" b="b"/>
              <a:pathLst>
                <a:path w="23317" h="8874" extrusionOk="0">
                  <a:moveTo>
                    <a:pt x="1001" y="1"/>
                  </a:moveTo>
                  <a:lnTo>
                    <a:pt x="2068" y="1"/>
                  </a:lnTo>
                  <a:lnTo>
                    <a:pt x="20381" y="1"/>
                  </a:lnTo>
                  <a:cubicBezTo>
                    <a:pt x="22016" y="1"/>
                    <a:pt x="23317" y="1669"/>
                    <a:pt x="23317" y="3770"/>
                  </a:cubicBezTo>
                  <a:lnTo>
                    <a:pt x="23317" y="5138"/>
                  </a:lnTo>
                  <a:cubicBezTo>
                    <a:pt x="23317" y="7206"/>
                    <a:pt x="22016" y="8874"/>
                    <a:pt x="20381" y="8874"/>
                  </a:cubicBezTo>
                  <a:lnTo>
                    <a:pt x="2068" y="8874"/>
                  </a:lnTo>
                  <a:lnTo>
                    <a:pt x="1001" y="8874"/>
                  </a:lnTo>
                  <a:lnTo>
                    <a:pt x="0" y="8874"/>
                  </a:lnTo>
                  <a:lnTo>
                    <a:pt x="0" y="34"/>
                  </a:lnTo>
                  <a:lnTo>
                    <a:pt x="1001" y="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65;p67">
              <a:extLst>
                <a:ext uri="{FF2B5EF4-FFF2-40B4-BE49-F238E27FC236}">
                  <a16:creationId xmlns:a16="http://schemas.microsoft.com/office/drawing/2014/main" id="{D0EBF90B-49F5-DBD0-BC63-0D849C6B2B96}"/>
                </a:ext>
              </a:extLst>
            </p:cNvPr>
            <p:cNvSpPr/>
            <p:nvPr/>
          </p:nvSpPr>
          <p:spPr>
            <a:xfrm>
              <a:off x="1721783" y="2263994"/>
              <a:ext cx="407130" cy="193121"/>
            </a:xfrm>
            <a:custGeom>
              <a:avLst/>
              <a:gdLst/>
              <a:ahLst/>
              <a:cxnLst/>
              <a:rect l="l" t="t" r="r" b="b"/>
              <a:pathLst>
                <a:path w="25319" h="12010" extrusionOk="0">
                  <a:moveTo>
                    <a:pt x="1" y="1"/>
                  </a:moveTo>
                  <a:lnTo>
                    <a:pt x="1" y="1602"/>
                  </a:lnTo>
                  <a:lnTo>
                    <a:pt x="20649" y="1602"/>
                  </a:lnTo>
                  <a:cubicBezTo>
                    <a:pt x="20882" y="1602"/>
                    <a:pt x="21149" y="1635"/>
                    <a:pt x="21383" y="1702"/>
                  </a:cubicBezTo>
                  <a:cubicBezTo>
                    <a:pt x="23117" y="2169"/>
                    <a:pt x="24118" y="3904"/>
                    <a:pt x="24118" y="6039"/>
                  </a:cubicBezTo>
                  <a:cubicBezTo>
                    <a:pt x="24118" y="8173"/>
                    <a:pt x="23051" y="9908"/>
                    <a:pt x="21383" y="10375"/>
                  </a:cubicBezTo>
                  <a:cubicBezTo>
                    <a:pt x="21149" y="10475"/>
                    <a:pt x="20882" y="10508"/>
                    <a:pt x="20649" y="10508"/>
                  </a:cubicBezTo>
                  <a:lnTo>
                    <a:pt x="601" y="10508"/>
                  </a:lnTo>
                  <a:lnTo>
                    <a:pt x="601" y="10408"/>
                  </a:lnTo>
                  <a:lnTo>
                    <a:pt x="1" y="10408"/>
                  </a:lnTo>
                  <a:lnTo>
                    <a:pt x="1" y="12010"/>
                  </a:lnTo>
                  <a:lnTo>
                    <a:pt x="20649" y="12010"/>
                  </a:lnTo>
                  <a:cubicBezTo>
                    <a:pt x="23217" y="12010"/>
                    <a:pt x="25319" y="9308"/>
                    <a:pt x="25319" y="6005"/>
                  </a:cubicBezTo>
                  <a:cubicBezTo>
                    <a:pt x="25319" y="2703"/>
                    <a:pt x="23217" y="1"/>
                    <a:pt x="206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66;p67">
              <a:extLst>
                <a:ext uri="{FF2B5EF4-FFF2-40B4-BE49-F238E27FC236}">
                  <a16:creationId xmlns:a16="http://schemas.microsoft.com/office/drawing/2014/main" id="{4E24C17C-72B0-57AD-C189-347B9C44A4B4}"/>
                </a:ext>
              </a:extLst>
            </p:cNvPr>
            <p:cNvSpPr/>
            <p:nvPr/>
          </p:nvSpPr>
          <p:spPr>
            <a:xfrm>
              <a:off x="2030212" y="2242543"/>
              <a:ext cx="328820" cy="25230"/>
            </a:xfrm>
            <a:custGeom>
              <a:avLst/>
              <a:gdLst/>
              <a:ahLst/>
              <a:cxnLst/>
              <a:rect l="l" t="t" r="r" b="b"/>
              <a:pathLst>
                <a:path w="20449" h="1569" extrusionOk="0">
                  <a:moveTo>
                    <a:pt x="0" y="1"/>
                  </a:moveTo>
                  <a:lnTo>
                    <a:pt x="0" y="1568"/>
                  </a:lnTo>
                  <a:lnTo>
                    <a:pt x="20448" y="1568"/>
                  </a:lnTo>
                  <a:lnTo>
                    <a:pt x="20448" y="1"/>
                  </a:lnTo>
                  <a:close/>
                </a:path>
              </a:pathLst>
            </a:custGeom>
            <a:solidFill>
              <a:srgbClr val="407D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67;p67">
              <a:extLst>
                <a:ext uri="{FF2B5EF4-FFF2-40B4-BE49-F238E27FC236}">
                  <a16:creationId xmlns:a16="http://schemas.microsoft.com/office/drawing/2014/main" id="{278F613F-5B8C-E1D8-C804-4D593291BDB8}"/>
                </a:ext>
              </a:extLst>
            </p:cNvPr>
            <p:cNvSpPr/>
            <p:nvPr/>
          </p:nvSpPr>
          <p:spPr>
            <a:xfrm>
              <a:off x="2030212" y="2074122"/>
              <a:ext cx="328820" cy="25760"/>
            </a:xfrm>
            <a:custGeom>
              <a:avLst/>
              <a:gdLst/>
              <a:ahLst/>
              <a:cxnLst/>
              <a:rect l="l" t="t" r="r" b="b"/>
              <a:pathLst>
                <a:path w="20449" h="1602" extrusionOk="0">
                  <a:moveTo>
                    <a:pt x="0" y="0"/>
                  </a:moveTo>
                  <a:lnTo>
                    <a:pt x="0" y="1602"/>
                  </a:lnTo>
                  <a:lnTo>
                    <a:pt x="20448" y="1602"/>
                  </a:lnTo>
                  <a:lnTo>
                    <a:pt x="20448" y="0"/>
                  </a:lnTo>
                  <a:close/>
                </a:path>
              </a:pathLst>
            </a:custGeom>
            <a:solidFill>
              <a:srgbClr val="407D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68;p67">
              <a:extLst>
                <a:ext uri="{FF2B5EF4-FFF2-40B4-BE49-F238E27FC236}">
                  <a16:creationId xmlns:a16="http://schemas.microsoft.com/office/drawing/2014/main" id="{7371E5D8-61F5-EAAE-67B1-53704BA394EC}"/>
                </a:ext>
              </a:extLst>
            </p:cNvPr>
            <p:cNvSpPr/>
            <p:nvPr/>
          </p:nvSpPr>
          <p:spPr>
            <a:xfrm>
              <a:off x="1627925" y="2074122"/>
              <a:ext cx="402306" cy="194182"/>
            </a:xfrm>
            <a:custGeom>
              <a:avLst/>
              <a:gdLst/>
              <a:ahLst/>
              <a:cxnLst/>
              <a:rect l="l" t="t" r="r" b="b"/>
              <a:pathLst>
                <a:path w="25019" h="12076" extrusionOk="0">
                  <a:moveTo>
                    <a:pt x="4971" y="0"/>
                  </a:moveTo>
                  <a:cubicBezTo>
                    <a:pt x="2469" y="0"/>
                    <a:pt x="301" y="2502"/>
                    <a:pt x="134" y="5771"/>
                  </a:cubicBezTo>
                  <a:cubicBezTo>
                    <a:pt x="0" y="9174"/>
                    <a:pt x="2135" y="12076"/>
                    <a:pt x="4804" y="12076"/>
                  </a:cubicBezTo>
                  <a:lnTo>
                    <a:pt x="25018" y="12076"/>
                  </a:lnTo>
                  <a:lnTo>
                    <a:pt x="25018" y="10475"/>
                  </a:lnTo>
                  <a:lnTo>
                    <a:pt x="21883" y="10475"/>
                  </a:lnTo>
                  <a:lnTo>
                    <a:pt x="21883" y="1602"/>
                  </a:lnTo>
                  <a:lnTo>
                    <a:pt x="25018" y="1602"/>
                  </a:lnTo>
                  <a:lnTo>
                    <a:pt x="250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69;p67">
              <a:extLst>
                <a:ext uri="{FF2B5EF4-FFF2-40B4-BE49-F238E27FC236}">
                  <a16:creationId xmlns:a16="http://schemas.microsoft.com/office/drawing/2014/main" id="{573DC53F-3316-4B92-2500-E860EB51DB96}"/>
                </a:ext>
              </a:extLst>
            </p:cNvPr>
            <p:cNvSpPr/>
            <p:nvPr/>
          </p:nvSpPr>
          <p:spPr>
            <a:xfrm>
              <a:off x="1969060" y="2099866"/>
              <a:ext cx="374953" cy="142694"/>
            </a:xfrm>
            <a:custGeom>
              <a:avLst/>
              <a:gdLst/>
              <a:ahLst/>
              <a:cxnLst/>
              <a:rect l="l" t="t" r="r" b="b"/>
              <a:pathLst>
                <a:path w="23318" h="8874" extrusionOk="0">
                  <a:moveTo>
                    <a:pt x="22316" y="1"/>
                  </a:moveTo>
                  <a:lnTo>
                    <a:pt x="21249" y="1"/>
                  </a:lnTo>
                  <a:lnTo>
                    <a:pt x="2936" y="1"/>
                  </a:lnTo>
                  <a:cubicBezTo>
                    <a:pt x="1301" y="1"/>
                    <a:pt x="0" y="1668"/>
                    <a:pt x="0" y="3737"/>
                  </a:cubicBezTo>
                  <a:lnTo>
                    <a:pt x="0" y="5138"/>
                  </a:lnTo>
                  <a:cubicBezTo>
                    <a:pt x="0" y="7206"/>
                    <a:pt x="1301" y="8874"/>
                    <a:pt x="2936" y="8874"/>
                  </a:cubicBezTo>
                  <a:lnTo>
                    <a:pt x="21249" y="8874"/>
                  </a:lnTo>
                  <a:lnTo>
                    <a:pt x="22316" y="8874"/>
                  </a:lnTo>
                  <a:lnTo>
                    <a:pt x="23317" y="8874"/>
                  </a:lnTo>
                  <a:lnTo>
                    <a:pt x="23317" y="34"/>
                  </a:lnTo>
                  <a:lnTo>
                    <a:pt x="22316" y="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70;p67">
              <a:extLst>
                <a:ext uri="{FF2B5EF4-FFF2-40B4-BE49-F238E27FC236}">
                  <a16:creationId xmlns:a16="http://schemas.microsoft.com/office/drawing/2014/main" id="{0AE9FBFC-EAFA-944C-86CC-C0BC4F3E13F8}"/>
                </a:ext>
              </a:extLst>
            </p:cNvPr>
            <p:cNvSpPr/>
            <p:nvPr/>
          </p:nvSpPr>
          <p:spPr>
            <a:xfrm>
              <a:off x="1952434" y="2073591"/>
              <a:ext cx="407130" cy="193105"/>
            </a:xfrm>
            <a:custGeom>
              <a:avLst/>
              <a:gdLst/>
              <a:ahLst/>
              <a:cxnLst/>
              <a:rect l="l" t="t" r="r" b="b"/>
              <a:pathLst>
                <a:path w="25319" h="12009" extrusionOk="0">
                  <a:moveTo>
                    <a:pt x="4670" y="0"/>
                  </a:moveTo>
                  <a:cubicBezTo>
                    <a:pt x="2102" y="0"/>
                    <a:pt x="0" y="2702"/>
                    <a:pt x="0" y="6004"/>
                  </a:cubicBezTo>
                  <a:cubicBezTo>
                    <a:pt x="0" y="9307"/>
                    <a:pt x="2102" y="12009"/>
                    <a:pt x="4670" y="12009"/>
                  </a:cubicBezTo>
                  <a:lnTo>
                    <a:pt x="25318" y="12009"/>
                  </a:lnTo>
                  <a:lnTo>
                    <a:pt x="25318" y="10508"/>
                  </a:lnTo>
                  <a:lnTo>
                    <a:pt x="4670" y="10508"/>
                  </a:lnTo>
                  <a:cubicBezTo>
                    <a:pt x="4437" y="10508"/>
                    <a:pt x="4170" y="10474"/>
                    <a:pt x="3937" y="10374"/>
                  </a:cubicBezTo>
                  <a:cubicBezTo>
                    <a:pt x="2269" y="9907"/>
                    <a:pt x="1201" y="8173"/>
                    <a:pt x="1201" y="6038"/>
                  </a:cubicBezTo>
                  <a:cubicBezTo>
                    <a:pt x="1201" y="3936"/>
                    <a:pt x="2202" y="2168"/>
                    <a:pt x="3937" y="1701"/>
                  </a:cubicBezTo>
                  <a:cubicBezTo>
                    <a:pt x="4170" y="1635"/>
                    <a:pt x="4437" y="1601"/>
                    <a:pt x="4670" y="1601"/>
                  </a:cubicBezTo>
                  <a:lnTo>
                    <a:pt x="25318" y="1601"/>
                  </a:lnTo>
                  <a:lnTo>
                    <a:pt x="253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2356;p67">
            <a:extLst>
              <a:ext uri="{FF2B5EF4-FFF2-40B4-BE49-F238E27FC236}">
                <a16:creationId xmlns:a16="http://schemas.microsoft.com/office/drawing/2014/main" id="{8C2566F9-0A1C-A0D3-24D7-E1BDE4396A9F}"/>
              </a:ext>
            </a:extLst>
          </p:cNvPr>
          <p:cNvGrpSpPr/>
          <p:nvPr/>
        </p:nvGrpSpPr>
        <p:grpSpPr>
          <a:xfrm>
            <a:off x="727730" y="3927654"/>
            <a:ext cx="749447" cy="861009"/>
            <a:chOff x="5413425" y="1423163"/>
            <a:chExt cx="625425" cy="718525"/>
          </a:xfrm>
        </p:grpSpPr>
        <p:sp>
          <p:nvSpPr>
            <p:cNvPr id="14" name="Google Shape;2357;p67">
              <a:extLst>
                <a:ext uri="{FF2B5EF4-FFF2-40B4-BE49-F238E27FC236}">
                  <a16:creationId xmlns:a16="http://schemas.microsoft.com/office/drawing/2014/main" id="{BBAEB761-076D-A9D9-C1DA-9B959010EF4E}"/>
                </a:ext>
              </a:extLst>
            </p:cNvPr>
            <p:cNvSpPr/>
            <p:nvPr/>
          </p:nvSpPr>
          <p:spPr>
            <a:xfrm>
              <a:off x="5427100" y="1436838"/>
              <a:ext cx="611750" cy="704850"/>
            </a:xfrm>
            <a:custGeom>
              <a:avLst/>
              <a:gdLst/>
              <a:ahLst/>
              <a:cxnLst/>
              <a:rect l="l" t="t" r="r" b="b"/>
              <a:pathLst>
                <a:path w="24470" h="28194" extrusionOk="0">
                  <a:moveTo>
                    <a:pt x="19879" y="0"/>
                  </a:moveTo>
                  <a:cubicBezTo>
                    <a:pt x="19809" y="0"/>
                    <a:pt x="19738" y="6"/>
                    <a:pt x="19667" y="17"/>
                  </a:cubicBezTo>
                  <a:lnTo>
                    <a:pt x="1" y="2662"/>
                  </a:lnTo>
                  <a:lnTo>
                    <a:pt x="3466" y="28194"/>
                  </a:lnTo>
                  <a:lnTo>
                    <a:pt x="23132" y="25519"/>
                  </a:lnTo>
                  <a:cubicBezTo>
                    <a:pt x="23922" y="25398"/>
                    <a:pt x="24469" y="24668"/>
                    <a:pt x="24348" y="23908"/>
                  </a:cubicBezTo>
                  <a:lnTo>
                    <a:pt x="21278" y="1233"/>
                  </a:lnTo>
                  <a:cubicBezTo>
                    <a:pt x="21168" y="517"/>
                    <a:pt x="20558" y="0"/>
                    <a:pt x="198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58;p67">
              <a:extLst>
                <a:ext uri="{FF2B5EF4-FFF2-40B4-BE49-F238E27FC236}">
                  <a16:creationId xmlns:a16="http://schemas.microsoft.com/office/drawing/2014/main" id="{C377CFB0-42FD-F33D-75F8-10AC34DEB85A}"/>
                </a:ext>
              </a:extLst>
            </p:cNvPr>
            <p:cNvSpPr/>
            <p:nvPr/>
          </p:nvSpPr>
          <p:spPr>
            <a:xfrm>
              <a:off x="5424075" y="1423163"/>
              <a:ext cx="583625" cy="691950"/>
            </a:xfrm>
            <a:custGeom>
              <a:avLst/>
              <a:gdLst/>
              <a:ahLst/>
              <a:cxnLst/>
              <a:rect l="l" t="t" r="r" b="b"/>
              <a:pathLst>
                <a:path w="23345" h="27678" extrusionOk="0">
                  <a:moveTo>
                    <a:pt x="18784" y="0"/>
                  </a:moveTo>
                  <a:cubicBezTo>
                    <a:pt x="18714" y="0"/>
                    <a:pt x="18643" y="6"/>
                    <a:pt x="18572" y="17"/>
                  </a:cubicBezTo>
                  <a:lnTo>
                    <a:pt x="0" y="2540"/>
                  </a:lnTo>
                  <a:lnTo>
                    <a:pt x="3435" y="27677"/>
                  </a:lnTo>
                  <a:lnTo>
                    <a:pt x="22007" y="25154"/>
                  </a:lnTo>
                  <a:cubicBezTo>
                    <a:pt x="22797" y="25033"/>
                    <a:pt x="23344" y="24303"/>
                    <a:pt x="23223" y="23543"/>
                  </a:cubicBezTo>
                  <a:lnTo>
                    <a:pt x="20183" y="1233"/>
                  </a:lnTo>
                  <a:cubicBezTo>
                    <a:pt x="20073" y="517"/>
                    <a:pt x="19463" y="0"/>
                    <a:pt x="187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59;p67">
              <a:extLst>
                <a:ext uri="{FF2B5EF4-FFF2-40B4-BE49-F238E27FC236}">
                  <a16:creationId xmlns:a16="http://schemas.microsoft.com/office/drawing/2014/main" id="{064B9E56-62B3-1EB1-2297-D7404D41CD12}"/>
                </a:ext>
              </a:extLst>
            </p:cNvPr>
            <p:cNvSpPr/>
            <p:nvPr/>
          </p:nvSpPr>
          <p:spPr>
            <a:xfrm>
              <a:off x="5424075" y="1473738"/>
              <a:ext cx="177075" cy="641375"/>
            </a:xfrm>
            <a:custGeom>
              <a:avLst/>
              <a:gdLst/>
              <a:ahLst/>
              <a:cxnLst/>
              <a:rect l="l" t="t" r="r" b="b"/>
              <a:pathLst>
                <a:path w="7083" h="25655" extrusionOk="0">
                  <a:moveTo>
                    <a:pt x="3678" y="0"/>
                  </a:moveTo>
                  <a:lnTo>
                    <a:pt x="0" y="517"/>
                  </a:lnTo>
                  <a:lnTo>
                    <a:pt x="3405" y="25654"/>
                  </a:lnTo>
                  <a:lnTo>
                    <a:pt x="7082" y="25168"/>
                  </a:lnTo>
                  <a:lnTo>
                    <a:pt x="36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60;p67">
              <a:extLst>
                <a:ext uri="{FF2B5EF4-FFF2-40B4-BE49-F238E27FC236}">
                  <a16:creationId xmlns:a16="http://schemas.microsoft.com/office/drawing/2014/main" id="{A328DB28-196F-A740-C3E0-D00AD4BD1C37}"/>
                </a:ext>
              </a:extLst>
            </p:cNvPr>
            <p:cNvSpPr/>
            <p:nvPr/>
          </p:nvSpPr>
          <p:spPr>
            <a:xfrm>
              <a:off x="5413425" y="1512088"/>
              <a:ext cx="52475" cy="24875"/>
            </a:xfrm>
            <a:custGeom>
              <a:avLst/>
              <a:gdLst/>
              <a:ahLst/>
              <a:cxnLst/>
              <a:rect l="l" t="t" r="r" b="b"/>
              <a:pathLst>
                <a:path w="2099" h="995" extrusionOk="0">
                  <a:moveTo>
                    <a:pt x="1812" y="0"/>
                  </a:moveTo>
                  <a:cubicBezTo>
                    <a:pt x="1787" y="0"/>
                    <a:pt x="1761" y="6"/>
                    <a:pt x="1733" y="16"/>
                  </a:cubicBezTo>
                  <a:lnTo>
                    <a:pt x="274" y="199"/>
                  </a:lnTo>
                  <a:cubicBezTo>
                    <a:pt x="122" y="199"/>
                    <a:pt x="1" y="351"/>
                    <a:pt x="62" y="503"/>
                  </a:cubicBezTo>
                  <a:lnTo>
                    <a:pt x="92" y="776"/>
                  </a:lnTo>
                  <a:cubicBezTo>
                    <a:pt x="92" y="909"/>
                    <a:pt x="207" y="995"/>
                    <a:pt x="337" y="995"/>
                  </a:cubicBezTo>
                  <a:cubicBezTo>
                    <a:pt x="357" y="995"/>
                    <a:pt x="376" y="993"/>
                    <a:pt x="396" y="989"/>
                  </a:cubicBezTo>
                  <a:lnTo>
                    <a:pt x="1824" y="807"/>
                  </a:lnTo>
                  <a:cubicBezTo>
                    <a:pt x="1976" y="776"/>
                    <a:pt x="2098" y="655"/>
                    <a:pt x="2068" y="503"/>
                  </a:cubicBezTo>
                  <a:lnTo>
                    <a:pt x="2007" y="229"/>
                  </a:lnTo>
                  <a:cubicBezTo>
                    <a:pt x="2007" y="105"/>
                    <a:pt x="1925" y="0"/>
                    <a:pt x="1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61;p67">
              <a:extLst>
                <a:ext uri="{FF2B5EF4-FFF2-40B4-BE49-F238E27FC236}">
                  <a16:creationId xmlns:a16="http://schemas.microsoft.com/office/drawing/2014/main" id="{EADE5F11-CB45-0202-D0FD-A0A2FF744907}"/>
                </a:ext>
              </a:extLst>
            </p:cNvPr>
            <p:cNvSpPr/>
            <p:nvPr/>
          </p:nvSpPr>
          <p:spPr>
            <a:xfrm>
              <a:off x="5423300" y="1583038"/>
              <a:ext cx="52475" cy="25325"/>
            </a:xfrm>
            <a:custGeom>
              <a:avLst/>
              <a:gdLst/>
              <a:ahLst/>
              <a:cxnLst/>
              <a:rect l="l" t="t" r="r" b="b"/>
              <a:pathLst>
                <a:path w="2099" h="1013" extrusionOk="0">
                  <a:moveTo>
                    <a:pt x="1750" y="1"/>
                  </a:moveTo>
                  <a:cubicBezTo>
                    <a:pt x="1735" y="1"/>
                    <a:pt x="1719" y="2"/>
                    <a:pt x="1703" y="5"/>
                  </a:cubicBezTo>
                  <a:lnTo>
                    <a:pt x="274" y="218"/>
                  </a:lnTo>
                  <a:cubicBezTo>
                    <a:pt x="122" y="218"/>
                    <a:pt x="1" y="370"/>
                    <a:pt x="31" y="522"/>
                  </a:cubicBezTo>
                  <a:lnTo>
                    <a:pt x="62" y="765"/>
                  </a:lnTo>
                  <a:cubicBezTo>
                    <a:pt x="62" y="901"/>
                    <a:pt x="184" y="1013"/>
                    <a:pt x="318" y="1013"/>
                  </a:cubicBezTo>
                  <a:cubicBezTo>
                    <a:pt x="334" y="1013"/>
                    <a:pt x="350" y="1011"/>
                    <a:pt x="366" y="1008"/>
                  </a:cubicBezTo>
                  <a:lnTo>
                    <a:pt x="1825" y="826"/>
                  </a:lnTo>
                  <a:cubicBezTo>
                    <a:pt x="1977" y="765"/>
                    <a:pt x="2098" y="613"/>
                    <a:pt x="2037" y="522"/>
                  </a:cubicBezTo>
                  <a:lnTo>
                    <a:pt x="2007" y="248"/>
                  </a:lnTo>
                  <a:cubicBezTo>
                    <a:pt x="2007" y="112"/>
                    <a:pt x="1885" y="1"/>
                    <a:pt x="1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62;p67">
              <a:extLst>
                <a:ext uri="{FF2B5EF4-FFF2-40B4-BE49-F238E27FC236}">
                  <a16:creationId xmlns:a16="http://schemas.microsoft.com/office/drawing/2014/main" id="{8AF24437-B4F6-071D-71BE-04D29EF61591}"/>
                </a:ext>
              </a:extLst>
            </p:cNvPr>
            <p:cNvSpPr/>
            <p:nvPr/>
          </p:nvSpPr>
          <p:spPr>
            <a:xfrm>
              <a:off x="5432425" y="1654463"/>
              <a:ext cx="52450" cy="25350"/>
            </a:xfrm>
            <a:custGeom>
              <a:avLst/>
              <a:gdLst/>
              <a:ahLst/>
              <a:cxnLst/>
              <a:rect l="l" t="t" r="r" b="b"/>
              <a:pathLst>
                <a:path w="2098" h="1014" extrusionOk="0">
                  <a:moveTo>
                    <a:pt x="1780" y="1"/>
                  </a:moveTo>
                  <a:cubicBezTo>
                    <a:pt x="1765" y="1"/>
                    <a:pt x="1749" y="2"/>
                    <a:pt x="1733" y="5"/>
                  </a:cubicBezTo>
                  <a:lnTo>
                    <a:pt x="274" y="188"/>
                  </a:lnTo>
                  <a:cubicBezTo>
                    <a:pt x="122" y="188"/>
                    <a:pt x="1" y="340"/>
                    <a:pt x="61" y="492"/>
                  </a:cubicBezTo>
                  <a:lnTo>
                    <a:pt x="92" y="765"/>
                  </a:lnTo>
                  <a:cubicBezTo>
                    <a:pt x="92" y="901"/>
                    <a:pt x="214" y="1013"/>
                    <a:pt x="348" y="1013"/>
                  </a:cubicBezTo>
                  <a:cubicBezTo>
                    <a:pt x="364" y="1013"/>
                    <a:pt x="380" y="1012"/>
                    <a:pt x="396" y="1008"/>
                  </a:cubicBezTo>
                  <a:lnTo>
                    <a:pt x="1824" y="796"/>
                  </a:lnTo>
                  <a:cubicBezTo>
                    <a:pt x="1976" y="765"/>
                    <a:pt x="2098" y="613"/>
                    <a:pt x="2068" y="492"/>
                  </a:cubicBezTo>
                  <a:lnTo>
                    <a:pt x="2007" y="249"/>
                  </a:lnTo>
                  <a:cubicBezTo>
                    <a:pt x="2007" y="112"/>
                    <a:pt x="1909" y="1"/>
                    <a:pt x="1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63;p67">
              <a:extLst>
                <a:ext uri="{FF2B5EF4-FFF2-40B4-BE49-F238E27FC236}">
                  <a16:creationId xmlns:a16="http://schemas.microsoft.com/office/drawing/2014/main" id="{C8388F9E-2C9A-6078-B589-4CD7F3B39A0A}"/>
                </a:ext>
              </a:extLst>
            </p:cNvPr>
            <p:cNvSpPr/>
            <p:nvPr/>
          </p:nvSpPr>
          <p:spPr>
            <a:xfrm>
              <a:off x="5442300" y="1725863"/>
              <a:ext cx="52475" cy="24650"/>
            </a:xfrm>
            <a:custGeom>
              <a:avLst/>
              <a:gdLst/>
              <a:ahLst/>
              <a:cxnLst/>
              <a:rect l="l" t="t" r="r" b="b"/>
              <a:pathLst>
                <a:path w="2099" h="986" extrusionOk="0">
                  <a:moveTo>
                    <a:pt x="1762" y="1"/>
                  </a:moveTo>
                  <a:cubicBezTo>
                    <a:pt x="1742" y="1"/>
                    <a:pt x="1723" y="3"/>
                    <a:pt x="1703" y="7"/>
                  </a:cubicBezTo>
                  <a:lnTo>
                    <a:pt x="274" y="189"/>
                  </a:lnTo>
                  <a:cubicBezTo>
                    <a:pt x="122" y="189"/>
                    <a:pt x="1" y="341"/>
                    <a:pt x="31" y="493"/>
                  </a:cubicBezTo>
                  <a:lnTo>
                    <a:pt x="62" y="767"/>
                  </a:lnTo>
                  <a:cubicBezTo>
                    <a:pt x="62" y="899"/>
                    <a:pt x="177" y="985"/>
                    <a:pt x="307" y="985"/>
                  </a:cubicBezTo>
                  <a:cubicBezTo>
                    <a:pt x="326" y="985"/>
                    <a:pt x="346" y="983"/>
                    <a:pt x="366" y="979"/>
                  </a:cubicBezTo>
                  <a:lnTo>
                    <a:pt x="1825" y="797"/>
                  </a:lnTo>
                  <a:cubicBezTo>
                    <a:pt x="1977" y="767"/>
                    <a:pt x="2098" y="615"/>
                    <a:pt x="2037" y="493"/>
                  </a:cubicBezTo>
                  <a:lnTo>
                    <a:pt x="2007" y="219"/>
                  </a:lnTo>
                  <a:cubicBezTo>
                    <a:pt x="2007" y="87"/>
                    <a:pt x="1892" y="1"/>
                    <a:pt x="1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64;p67">
              <a:extLst>
                <a:ext uri="{FF2B5EF4-FFF2-40B4-BE49-F238E27FC236}">
                  <a16:creationId xmlns:a16="http://schemas.microsoft.com/office/drawing/2014/main" id="{46A77473-6A62-3FA8-EFD9-2BCCF434C4DD}"/>
                </a:ext>
              </a:extLst>
            </p:cNvPr>
            <p:cNvSpPr/>
            <p:nvPr/>
          </p:nvSpPr>
          <p:spPr>
            <a:xfrm>
              <a:off x="5452950" y="1795813"/>
              <a:ext cx="50925" cy="25325"/>
            </a:xfrm>
            <a:custGeom>
              <a:avLst/>
              <a:gdLst/>
              <a:ahLst/>
              <a:cxnLst/>
              <a:rect l="l" t="t" r="r" b="b"/>
              <a:pathLst>
                <a:path w="2037" h="1013" extrusionOk="0">
                  <a:moveTo>
                    <a:pt x="1750" y="0"/>
                  </a:moveTo>
                  <a:cubicBezTo>
                    <a:pt x="1734" y="0"/>
                    <a:pt x="1718" y="2"/>
                    <a:pt x="1702" y="5"/>
                  </a:cubicBezTo>
                  <a:lnTo>
                    <a:pt x="243" y="218"/>
                  </a:lnTo>
                  <a:cubicBezTo>
                    <a:pt x="92" y="218"/>
                    <a:pt x="0" y="370"/>
                    <a:pt x="31" y="522"/>
                  </a:cubicBezTo>
                  <a:lnTo>
                    <a:pt x="61" y="765"/>
                  </a:lnTo>
                  <a:cubicBezTo>
                    <a:pt x="61" y="901"/>
                    <a:pt x="183" y="1013"/>
                    <a:pt x="318" y="1013"/>
                  </a:cubicBezTo>
                  <a:cubicBezTo>
                    <a:pt x="333" y="1013"/>
                    <a:pt x="349" y="1011"/>
                    <a:pt x="365" y="1008"/>
                  </a:cubicBezTo>
                  <a:lnTo>
                    <a:pt x="1824" y="826"/>
                  </a:lnTo>
                  <a:cubicBezTo>
                    <a:pt x="1946" y="826"/>
                    <a:pt x="2037" y="674"/>
                    <a:pt x="2037" y="522"/>
                  </a:cubicBezTo>
                  <a:lnTo>
                    <a:pt x="2006" y="248"/>
                  </a:lnTo>
                  <a:cubicBezTo>
                    <a:pt x="2006" y="112"/>
                    <a:pt x="1885" y="0"/>
                    <a:pt x="17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365;p67">
              <a:extLst>
                <a:ext uri="{FF2B5EF4-FFF2-40B4-BE49-F238E27FC236}">
                  <a16:creationId xmlns:a16="http://schemas.microsoft.com/office/drawing/2014/main" id="{41739F88-B9F0-D1BB-38CA-C7D65B86F4B1}"/>
                </a:ext>
              </a:extLst>
            </p:cNvPr>
            <p:cNvSpPr/>
            <p:nvPr/>
          </p:nvSpPr>
          <p:spPr>
            <a:xfrm>
              <a:off x="5462075" y="1867238"/>
              <a:ext cx="52450" cy="25325"/>
            </a:xfrm>
            <a:custGeom>
              <a:avLst/>
              <a:gdLst/>
              <a:ahLst/>
              <a:cxnLst/>
              <a:rect l="l" t="t" r="r" b="b"/>
              <a:pathLst>
                <a:path w="2098" h="1013" extrusionOk="0">
                  <a:moveTo>
                    <a:pt x="1750" y="1"/>
                  </a:moveTo>
                  <a:cubicBezTo>
                    <a:pt x="1734" y="1"/>
                    <a:pt x="1718" y="2"/>
                    <a:pt x="1702" y="5"/>
                  </a:cubicBezTo>
                  <a:lnTo>
                    <a:pt x="274" y="188"/>
                  </a:lnTo>
                  <a:cubicBezTo>
                    <a:pt x="122" y="188"/>
                    <a:pt x="0" y="340"/>
                    <a:pt x="30" y="492"/>
                  </a:cubicBezTo>
                  <a:lnTo>
                    <a:pt x="91" y="765"/>
                  </a:lnTo>
                  <a:cubicBezTo>
                    <a:pt x="91" y="901"/>
                    <a:pt x="213" y="1013"/>
                    <a:pt x="348" y="1013"/>
                  </a:cubicBezTo>
                  <a:cubicBezTo>
                    <a:pt x="364" y="1013"/>
                    <a:pt x="379" y="1011"/>
                    <a:pt x="395" y="1008"/>
                  </a:cubicBezTo>
                  <a:lnTo>
                    <a:pt x="1824" y="795"/>
                  </a:lnTo>
                  <a:cubicBezTo>
                    <a:pt x="1976" y="795"/>
                    <a:pt x="2097" y="644"/>
                    <a:pt x="2067" y="492"/>
                  </a:cubicBezTo>
                  <a:lnTo>
                    <a:pt x="2006" y="248"/>
                  </a:lnTo>
                  <a:cubicBezTo>
                    <a:pt x="2006" y="112"/>
                    <a:pt x="1884" y="1"/>
                    <a:pt x="1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66;p67">
              <a:extLst>
                <a:ext uri="{FF2B5EF4-FFF2-40B4-BE49-F238E27FC236}">
                  <a16:creationId xmlns:a16="http://schemas.microsoft.com/office/drawing/2014/main" id="{4F8DF373-B9C5-D5AC-5E16-6CC5783C20A6}"/>
                </a:ext>
              </a:extLst>
            </p:cNvPr>
            <p:cNvSpPr/>
            <p:nvPr/>
          </p:nvSpPr>
          <p:spPr>
            <a:xfrm>
              <a:off x="5471950" y="1938638"/>
              <a:ext cx="51700" cy="24900"/>
            </a:xfrm>
            <a:custGeom>
              <a:avLst/>
              <a:gdLst/>
              <a:ahLst/>
              <a:cxnLst/>
              <a:rect l="l" t="t" r="r" b="b"/>
              <a:pathLst>
                <a:path w="2068" h="996" extrusionOk="0">
                  <a:moveTo>
                    <a:pt x="1761" y="1"/>
                  </a:moveTo>
                  <a:cubicBezTo>
                    <a:pt x="1742" y="1"/>
                    <a:pt x="1722" y="2"/>
                    <a:pt x="1702" y="6"/>
                  </a:cubicBezTo>
                  <a:lnTo>
                    <a:pt x="243" y="189"/>
                  </a:lnTo>
                  <a:cubicBezTo>
                    <a:pt x="91" y="189"/>
                    <a:pt x="0" y="341"/>
                    <a:pt x="31" y="493"/>
                  </a:cubicBezTo>
                  <a:lnTo>
                    <a:pt x="61" y="766"/>
                  </a:lnTo>
                  <a:cubicBezTo>
                    <a:pt x="61" y="891"/>
                    <a:pt x="163" y="995"/>
                    <a:pt x="284" y="995"/>
                  </a:cubicBezTo>
                  <a:cubicBezTo>
                    <a:pt x="310" y="995"/>
                    <a:pt x="338" y="990"/>
                    <a:pt x="365" y="979"/>
                  </a:cubicBezTo>
                  <a:lnTo>
                    <a:pt x="1824" y="797"/>
                  </a:lnTo>
                  <a:cubicBezTo>
                    <a:pt x="1946" y="797"/>
                    <a:pt x="2067" y="645"/>
                    <a:pt x="2037" y="493"/>
                  </a:cubicBezTo>
                  <a:lnTo>
                    <a:pt x="2006" y="219"/>
                  </a:lnTo>
                  <a:cubicBezTo>
                    <a:pt x="2006" y="87"/>
                    <a:pt x="1891" y="1"/>
                    <a:pt x="1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367;p67">
              <a:extLst>
                <a:ext uri="{FF2B5EF4-FFF2-40B4-BE49-F238E27FC236}">
                  <a16:creationId xmlns:a16="http://schemas.microsoft.com/office/drawing/2014/main" id="{5153CF4C-C9DD-F8B7-E5C4-6F761FB63778}"/>
                </a:ext>
              </a:extLst>
            </p:cNvPr>
            <p:cNvSpPr/>
            <p:nvPr/>
          </p:nvSpPr>
          <p:spPr>
            <a:xfrm>
              <a:off x="5481050" y="2009813"/>
              <a:ext cx="52475" cy="24900"/>
            </a:xfrm>
            <a:custGeom>
              <a:avLst/>
              <a:gdLst/>
              <a:ahLst/>
              <a:cxnLst/>
              <a:rect l="l" t="t" r="r" b="b"/>
              <a:pathLst>
                <a:path w="2099" h="996" extrusionOk="0">
                  <a:moveTo>
                    <a:pt x="1784" y="1"/>
                  </a:moveTo>
                  <a:cubicBezTo>
                    <a:pt x="1758" y="1"/>
                    <a:pt x="1731" y="6"/>
                    <a:pt x="1703" y="17"/>
                  </a:cubicBezTo>
                  <a:lnTo>
                    <a:pt x="275" y="199"/>
                  </a:lnTo>
                  <a:cubicBezTo>
                    <a:pt x="123" y="199"/>
                    <a:pt x="1" y="351"/>
                    <a:pt x="31" y="503"/>
                  </a:cubicBezTo>
                  <a:lnTo>
                    <a:pt x="92" y="776"/>
                  </a:lnTo>
                  <a:cubicBezTo>
                    <a:pt x="92" y="909"/>
                    <a:pt x="207" y="995"/>
                    <a:pt x="338" y="995"/>
                  </a:cubicBezTo>
                  <a:cubicBezTo>
                    <a:pt x="357" y="995"/>
                    <a:pt x="376" y="993"/>
                    <a:pt x="396" y="989"/>
                  </a:cubicBezTo>
                  <a:lnTo>
                    <a:pt x="1825" y="807"/>
                  </a:lnTo>
                  <a:cubicBezTo>
                    <a:pt x="1977" y="807"/>
                    <a:pt x="2098" y="655"/>
                    <a:pt x="2068" y="503"/>
                  </a:cubicBezTo>
                  <a:lnTo>
                    <a:pt x="2007" y="229"/>
                  </a:lnTo>
                  <a:cubicBezTo>
                    <a:pt x="2007" y="105"/>
                    <a:pt x="1905" y="1"/>
                    <a:pt x="1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368;p67">
              <a:extLst>
                <a:ext uri="{FF2B5EF4-FFF2-40B4-BE49-F238E27FC236}">
                  <a16:creationId xmlns:a16="http://schemas.microsoft.com/office/drawing/2014/main" id="{65736099-251A-03BF-5E52-C2C5D29AB535}"/>
                </a:ext>
              </a:extLst>
            </p:cNvPr>
            <p:cNvSpPr/>
            <p:nvPr/>
          </p:nvSpPr>
          <p:spPr>
            <a:xfrm>
              <a:off x="5487900" y="2067813"/>
              <a:ext cx="51700" cy="24900"/>
            </a:xfrm>
            <a:custGeom>
              <a:avLst/>
              <a:gdLst/>
              <a:ahLst/>
              <a:cxnLst/>
              <a:rect l="l" t="t" r="r" b="b"/>
              <a:pathLst>
                <a:path w="2068" h="996" extrusionOk="0">
                  <a:moveTo>
                    <a:pt x="1761" y="1"/>
                  </a:moveTo>
                  <a:cubicBezTo>
                    <a:pt x="1742" y="1"/>
                    <a:pt x="1722" y="3"/>
                    <a:pt x="1703" y="7"/>
                  </a:cubicBezTo>
                  <a:lnTo>
                    <a:pt x="274" y="189"/>
                  </a:lnTo>
                  <a:cubicBezTo>
                    <a:pt x="122" y="189"/>
                    <a:pt x="1" y="341"/>
                    <a:pt x="31" y="493"/>
                  </a:cubicBezTo>
                  <a:lnTo>
                    <a:pt x="61" y="767"/>
                  </a:lnTo>
                  <a:cubicBezTo>
                    <a:pt x="61" y="891"/>
                    <a:pt x="163" y="995"/>
                    <a:pt x="284" y="995"/>
                  </a:cubicBezTo>
                  <a:cubicBezTo>
                    <a:pt x="311" y="995"/>
                    <a:pt x="338" y="990"/>
                    <a:pt x="365" y="979"/>
                  </a:cubicBezTo>
                  <a:lnTo>
                    <a:pt x="1824" y="797"/>
                  </a:lnTo>
                  <a:cubicBezTo>
                    <a:pt x="1976" y="797"/>
                    <a:pt x="2067" y="645"/>
                    <a:pt x="2037" y="493"/>
                  </a:cubicBezTo>
                  <a:lnTo>
                    <a:pt x="2007" y="219"/>
                  </a:lnTo>
                  <a:cubicBezTo>
                    <a:pt x="2007" y="87"/>
                    <a:pt x="1891" y="1"/>
                    <a:pt x="1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369;p67">
              <a:extLst>
                <a:ext uri="{FF2B5EF4-FFF2-40B4-BE49-F238E27FC236}">
                  <a16:creationId xmlns:a16="http://schemas.microsoft.com/office/drawing/2014/main" id="{292B48B9-4976-5878-CCA8-F7F87629FFA6}"/>
                </a:ext>
              </a:extLst>
            </p:cNvPr>
            <p:cNvSpPr/>
            <p:nvPr/>
          </p:nvSpPr>
          <p:spPr>
            <a:xfrm>
              <a:off x="5621650" y="1595738"/>
              <a:ext cx="230275" cy="141050"/>
            </a:xfrm>
            <a:custGeom>
              <a:avLst/>
              <a:gdLst/>
              <a:ahLst/>
              <a:cxnLst/>
              <a:rect l="l" t="t" r="r" b="b"/>
              <a:pathLst>
                <a:path w="9211" h="5642" extrusionOk="0">
                  <a:moveTo>
                    <a:pt x="8261" y="1"/>
                  </a:moveTo>
                  <a:cubicBezTo>
                    <a:pt x="8232" y="1"/>
                    <a:pt x="8204" y="5"/>
                    <a:pt x="8177" y="14"/>
                  </a:cubicBezTo>
                  <a:lnTo>
                    <a:pt x="395" y="1139"/>
                  </a:lnTo>
                  <a:cubicBezTo>
                    <a:pt x="152" y="1169"/>
                    <a:pt x="0" y="1382"/>
                    <a:pt x="31" y="1595"/>
                  </a:cubicBezTo>
                  <a:lnTo>
                    <a:pt x="578" y="5272"/>
                  </a:lnTo>
                  <a:cubicBezTo>
                    <a:pt x="606" y="5495"/>
                    <a:pt x="761" y="5641"/>
                    <a:pt x="973" y="5641"/>
                  </a:cubicBezTo>
                  <a:cubicBezTo>
                    <a:pt x="993" y="5641"/>
                    <a:pt x="1013" y="5640"/>
                    <a:pt x="1034" y="5637"/>
                  </a:cubicBezTo>
                  <a:lnTo>
                    <a:pt x="8815" y="4482"/>
                  </a:lnTo>
                  <a:cubicBezTo>
                    <a:pt x="9058" y="4452"/>
                    <a:pt x="9210" y="4269"/>
                    <a:pt x="9149" y="4026"/>
                  </a:cubicBezTo>
                  <a:lnTo>
                    <a:pt x="8633" y="348"/>
                  </a:lnTo>
                  <a:cubicBezTo>
                    <a:pt x="8607" y="141"/>
                    <a:pt x="8427" y="1"/>
                    <a:pt x="82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388;p67">
            <a:extLst>
              <a:ext uri="{FF2B5EF4-FFF2-40B4-BE49-F238E27FC236}">
                <a16:creationId xmlns:a16="http://schemas.microsoft.com/office/drawing/2014/main" id="{A35A5C0B-BACE-CC27-D401-8EF871C2D0D0}"/>
              </a:ext>
            </a:extLst>
          </p:cNvPr>
          <p:cNvGrpSpPr/>
          <p:nvPr/>
        </p:nvGrpSpPr>
        <p:grpSpPr>
          <a:xfrm>
            <a:off x="7467138" y="4459507"/>
            <a:ext cx="622400" cy="625075"/>
            <a:chOff x="1819875" y="616700"/>
            <a:chExt cx="622400" cy="625075"/>
          </a:xfrm>
        </p:grpSpPr>
        <p:sp>
          <p:nvSpPr>
            <p:cNvPr id="28" name="Google Shape;2389;p67">
              <a:extLst>
                <a:ext uri="{FF2B5EF4-FFF2-40B4-BE49-F238E27FC236}">
                  <a16:creationId xmlns:a16="http://schemas.microsoft.com/office/drawing/2014/main" id="{AD264994-05C1-9EDF-3407-FAF5A68D0848}"/>
                </a:ext>
              </a:extLst>
            </p:cNvPr>
            <p:cNvSpPr/>
            <p:nvPr/>
          </p:nvSpPr>
          <p:spPr>
            <a:xfrm>
              <a:off x="1819875" y="616700"/>
              <a:ext cx="622400" cy="625075"/>
            </a:xfrm>
            <a:custGeom>
              <a:avLst/>
              <a:gdLst/>
              <a:ahLst/>
              <a:cxnLst/>
              <a:rect l="l" t="t" r="r" b="b"/>
              <a:pathLst>
                <a:path w="24896" h="25003" extrusionOk="0">
                  <a:moveTo>
                    <a:pt x="14743" y="504"/>
                  </a:moveTo>
                  <a:cubicBezTo>
                    <a:pt x="15503" y="656"/>
                    <a:pt x="15989" y="2054"/>
                    <a:pt x="16141" y="4333"/>
                  </a:cubicBezTo>
                  <a:cubicBezTo>
                    <a:pt x="16232" y="5397"/>
                    <a:pt x="16232" y="6583"/>
                    <a:pt x="16141" y="7829"/>
                  </a:cubicBezTo>
                  <a:cubicBezTo>
                    <a:pt x="15229" y="8011"/>
                    <a:pt x="14287" y="8285"/>
                    <a:pt x="13345" y="8589"/>
                  </a:cubicBezTo>
                  <a:cubicBezTo>
                    <a:pt x="12494" y="7859"/>
                    <a:pt x="11673" y="7221"/>
                    <a:pt x="10883" y="6613"/>
                  </a:cubicBezTo>
                  <a:cubicBezTo>
                    <a:pt x="11247" y="5519"/>
                    <a:pt x="11643" y="4485"/>
                    <a:pt x="12038" y="3574"/>
                  </a:cubicBezTo>
                  <a:cubicBezTo>
                    <a:pt x="12950" y="1598"/>
                    <a:pt x="13922" y="504"/>
                    <a:pt x="14621" y="504"/>
                  </a:cubicBezTo>
                  <a:close/>
                  <a:moveTo>
                    <a:pt x="10761" y="7069"/>
                  </a:moveTo>
                  <a:cubicBezTo>
                    <a:pt x="11430" y="7586"/>
                    <a:pt x="12159" y="8133"/>
                    <a:pt x="12858" y="8741"/>
                  </a:cubicBezTo>
                  <a:cubicBezTo>
                    <a:pt x="12342" y="8893"/>
                    <a:pt x="11855" y="9045"/>
                    <a:pt x="11369" y="9227"/>
                  </a:cubicBezTo>
                  <a:cubicBezTo>
                    <a:pt x="10913" y="9379"/>
                    <a:pt x="10457" y="9562"/>
                    <a:pt x="10032" y="9713"/>
                  </a:cubicBezTo>
                  <a:cubicBezTo>
                    <a:pt x="10275" y="8802"/>
                    <a:pt x="10487" y="7890"/>
                    <a:pt x="10761" y="7069"/>
                  </a:cubicBezTo>
                  <a:close/>
                  <a:moveTo>
                    <a:pt x="16111" y="8285"/>
                  </a:moveTo>
                  <a:cubicBezTo>
                    <a:pt x="16050" y="9106"/>
                    <a:pt x="15959" y="9987"/>
                    <a:pt x="15807" y="10869"/>
                  </a:cubicBezTo>
                  <a:cubicBezTo>
                    <a:pt x="15533" y="10595"/>
                    <a:pt x="15199" y="10291"/>
                    <a:pt x="14895" y="9987"/>
                  </a:cubicBezTo>
                  <a:cubicBezTo>
                    <a:pt x="14530" y="9622"/>
                    <a:pt x="14135" y="9258"/>
                    <a:pt x="13770" y="8923"/>
                  </a:cubicBezTo>
                  <a:cubicBezTo>
                    <a:pt x="14560" y="8710"/>
                    <a:pt x="15351" y="8467"/>
                    <a:pt x="16111" y="8285"/>
                  </a:cubicBezTo>
                  <a:close/>
                  <a:moveTo>
                    <a:pt x="4378" y="3847"/>
                  </a:moveTo>
                  <a:cubicBezTo>
                    <a:pt x="4530" y="3847"/>
                    <a:pt x="4712" y="3847"/>
                    <a:pt x="4895" y="3878"/>
                  </a:cubicBezTo>
                  <a:cubicBezTo>
                    <a:pt x="5624" y="4030"/>
                    <a:pt x="6536" y="4394"/>
                    <a:pt x="7569" y="4972"/>
                  </a:cubicBezTo>
                  <a:cubicBezTo>
                    <a:pt x="8451" y="5458"/>
                    <a:pt x="9363" y="6036"/>
                    <a:pt x="10335" y="6765"/>
                  </a:cubicBezTo>
                  <a:cubicBezTo>
                    <a:pt x="10032" y="7738"/>
                    <a:pt x="9728" y="8802"/>
                    <a:pt x="9515" y="9926"/>
                  </a:cubicBezTo>
                  <a:cubicBezTo>
                    <a:pt x="8603" y="10261"/>
                    <a:pt x="7752" y="10625"/>
                    <a:pt x="6962" y="11021"/>
                  </a:cubicBezTo>
                  <a:cubicBezTo>
                    <a:pt x="6080" y="9957"/>
                    <a:pt x="5320" y="8954"/>
                    <a:pt x="4712" y="8011"/>
                  </a:cubicBezTo>
                  <a:cubicBezTo>
                    <a:pt x="3527" y="6127"/>
                    <a:pt x="3132" y="4637"/>
                    <a:pt x="3618" y="4090"/>
                  </a:cubicBezTo>
                  <a:cubicBezTo>
                    <a:pt x="3770" y="3938"/>
                    <a:pt x="4044" y="3847"/>
                    <a:pt x="4378" y="3847"/>
                  </a:cubicBezTo>
                  <a:close/>
                  <a:moveTo>
                    <a:pt x="9393" y="10473"/>
                  </a:moveTo>
                  <a:lnTo>
                    <a:pt x="9393" y="10473"/>
                  </a:lnTo>
                  <a:cubicBezTo>
                    <a:pt x="9272" y="10899"/>
                    <a:pt x="9150" y="11385"/>
                    <a:pt x="9089" y="11841"/>
                  </a:cubicBezTo>
                  <a:cubicBezTo>
                    <a:pt x="8998" y="12267"/>
                    <a:pt x="8937" y="12723"/>
                    <a:pt x="8846" y="13148"/>
                  </a:cubicBezTo>
                  <a:cubicBezTo>
                    <a:pt x="8299" y="12540"/>
                    <a:pt x="7752" y="11963"/>
                    <a:pt x="7266" y="11385"/>
                  </a:cubicBezTo>
                  <a:cubicBezTo>
                    <a:pt x="7934" y="11081"/>
                    <a:pt x="8633" y="10777"/>
                    <a:pt x="9393" y="10473"/>
                  </a:cubicBezTo>
                  <a:close/>
                  <a:moveTo>
                    <a:pt x="21278" y="7555"/>
                  </a:moveTo>
                  <a:cubicBezTo>
                    <a:pt x="21795" y="7555"/>
                    <a:pt x="22311" y="7586"/>
                    <a:pt x="22676" y="7677"/>
                  </a:cubicBezTo>
                  <a:cubicBezTo>
                    <a:pt x="23406" y="7829"/>
                    <a:pt x="23862" y="8103"/>
                    <a:pt x="24014" y="8437"/>
                  </a:cubicBezTo>
                  <a:cubicBezTo>
                    <a:pt x="24378" y="9470"/>
                    <a:pt x="22159" y="11446"/>
                    <a:pt x="18147" y="13422"/>
                  </a:cubicBezTo>
                  <a:cubicBezTo>
                    <a:pt x="17600" y="12723"/>
                    <a:pt x="16901" y="11993"/>
                    <a:pt x="16232" y="11294"/>
                  </a:cubicBezTo>
                  <a:cubicBezTo>
                    <a:pt x="16384" y="10230"/>
                    <a:pt x="16506" y="9166"/>
                    <a:pt x="16567" y="8163"/>
                  </a:cubicBezTo>
                  <a:cubicBezTo>
                    <a:pt x="18390" y="7799"/>
                    <a:pt x="20032" y="7555"/>
                    <a:pt x="21278" y="7555"/>
                  </a:cubicBezTo>
                  <a:close/>
                  <a:moveTo>
                    <a:pt x="16141" y="11841"/>
                  </a:moveTo>
                  <a:cubicBezTo>
                    <a:pt x="16719" y="12449"/>
                    <a:pt x="17266" y="13027"/>
                    <a:pt x="17752" y="13604"/>
                  </a:cubicBezTo>
                  <a:cubicBezTo>
                    <a:pt x="17114" y="13908"/>
                    <a:pt x="16384" y="14212"/>
                    <a:pt x="15624" y="14516"/>
                  </a:cubicBezTo>
                  <a:cubicBezTo>
                    <a:pt x="15746" y="14090"/>
                    <a:pt x="15837" y="13635"/>
                    <a:pt x="15928" y="13148"/>
                  </a:cubicBezTo>
                  <a:cubicBezTo>
                    <a:pt x="15989" y="12723"/>
                    <a:pt x="16080" y="12267"/>
                    <a:pt x="16141" y="11841"/>
                  </a:cubicBezTo>
                  <a:close/>
                  <a:moveTo>
                    <a:pt x="13193" y="9136"/>
                  </a:moveTo>
                  <a:cubicBezTo>
                    <a:pt x="13649" y="9531"/>
                    <a:pt x="14105" y="9957"/>
                    <a:pt x="14560" y="10352"/>
                  </a:cubicBezTo>
                  <a:cubicBezTo>
                    <a:pt x="14986" y="10747"/>
                    <a:pt x="15351" y="11112"/>
                    <a:pt x="15746" y="11507"/>
                  </a:cubicBezTo>
                  <a:cubicBezTo>
                    <a:pt x="15655" y="11963"/>
                    <a:pt x="15594" y="12540"/>
                    <a:pt x="15472" y="13057"/>
                  </a:cubicBezTo>
                  <a:lnTo>
                    <a:pt x="15138" y="14790"/>
                  </a:lnTo>
                  <a:cubicBezTo>
                    <a:pt x="14591" y="14972"/>
                    <a:pt x="14074" y="15185"/>
                    <a:pt x="13497" y="15397"/>
                  </a:cubicBezTo>
                  <a:cubicBezTo>
                    <a:pt x="12889" y="15580"/>
                    <a:pt x="12311" y="15762"/>
                    <a:pt x="11734" y="15945"/>
                  </a:cubicBezTo>
                  <a:cubicBezTo>
                    <a:pt x="11278" y="15580"/>
                    <a:pt x="10822" y="15154"/>
                    <a:pt x="10366" y="14729"/>
                  </a:cubicBezTo>
                  <a:cubicBezTo>
                    <a:pt x="9940" y="14364"/>
                    <a:pt x="9576" y="13969"/>
                    <a:pt x="9180" y="13604"/>
                  </a:cubicBezTo>
                  <a:cubicBezTo>
                    <a:pt x="9272" y="13057"/>
                    <a:pt x="9332" y="12540"/>
                    <a:pt x="9454" y="11993"/>
                  </a:cubicBezTo>
                  <a:cubicBezTo>
                    <a:pt x="9576" y="11416"/>
                    <a:pt x="9697" y="10869"/>
                    <a:pt x="9788" y="10321"/>
                  </a:cubicBezTo>
                  <a:cubicBezTo>
                    <a:pt x="10335" y="10139"/>
                    <a:pt x="10852" y="9896"/>
                    <a:pt x="11430" y="9713"/>
                  </a:cubicBezTo>
                  <a:cubicBezTo>
                    <a:pt x="12007" y="9531"/>
                    <a:pt x="12585" y="9349"/>
                    <a:pt x="13193" y="9136"/>
                  </a:cubicBezTo>
                  <a:close/>
                  <a:moveTo>
                    <a:pt x="9150" y="14182"/>
                  </a:moveTo>
                  <a:cubicBezTo>
                    <a:pt x="9454" y="14425"/>
                    <a:pt x="9819" y="14729"/>
                    <a:pt x="10123" y="15033"/>
                  </a:cubicBezTo>
                  <a:cubicBezTo>
                    <a:pt x="10487" y="15428"/>
                    <a:pt x="10883" y="15762"/>
                    <a:pt x="11247" y="16097"/>
                  </a:cubicBezTo>
                  <a:cubicBezTo>
                    <a:pt x="10427" y="16340"/>
                    <a:pt x="9606" y="16552"/>
                    <a:pt x="8846" y="16765"/>
                  </a:cubicBezTo>
                  <a:cubicBezTo>
                    <a:pt x="8937" y="15914"/>
                    <a:pt x="8998" y="15094"/>
                    <a:pt x="9150" y="14182"/>
                  </a:cubicBezTo>
                  <a:close/>
                  <a:moveTo>
                    <a:pt x="6840" y="11598"/>
                  </a:moveTo>
                  <a:cubicBezTo>
                    <a:pt x="7418" y="12267"/>
                    <a:pt x="8086" y="12996"/>
                    <a:pt x="8785" y="13726"/>
                  </a:cubicBezTo>
                  <a:cubicBezTo>
                    <a:pt x="8633" y="14820"/>
                    <a:pt x="8512" y="15853"/>
                    <a:pt x="8451" y="16826"/>
                  </a:cubicBezTo>
                  <a:cubicBezTo>
                    <a:pt x="6568" y="17232"/>
                    <a:pt x="4951" y="17427"/>
                    <a:pt x="3707" y="17427"/>
                  </a:cubicBezTo>
                  <a:cubicBezTo>
                    <a:pt x="2160" y="17427"/>
                    <a:pt x="1189" y="17125"/>
                    <a:pt x="1004" y="16552"/>
                  </a:cubicBezTo>
                  <a:cubicBezTo>
                    <a:pt x="730" y="15853"/>
                    <a:pt x="1703" y="14698"/>
                    <a:pt x="3618" y="13422"/>
                  </a:cubicBezTo>
                  <a:cubicBezTo>
                    <a:pt x="4530" y="12814"/>
                    <a:pt x="5624" y="12206"/>
                    <a:pt x="6840" y="11598"/>
                  </a:cubicBezTo>
                  <a:close/>
                  <a:moveTo>
                    <a:pt x="14986" y="15306"/>
                  </a:moveTo>
                  <a:lnTo>
                    <a:pt x="14986" y="15306"/>
                  </a:lnTo>
                  <a:cubicBezTo>
                    <a:pt x="14743" y="16249"/>
                    <a:pt x="14530" y="17160"/>
                    <a:pt x="14257" y="18011"/>
                  </a:cubicBezTo>
                  <a:cubicBezTo>
                    <a:pt x="13557" y="17525"/>
                    <a:pt x="12889" y="16948"/>
                    <a:pt x="12159" y="16340"/>
                  </a:cubicBezTo>
                  <a:cubicBezTo>
                    <a:pt x="12646" y="16097"/>
                    <a:pt x="13162" y="15945"/>
                    <a:pt x="13649" y="15793"/>
                  </a:cubicBezTo>
                  <a:cubicBezTo>
                    <a:pt x="14105" y="15641"/>
                    <a:pt x="14560" y="15458"/>
                    <a:pt x="14986" y="15306"/>
                  </a:cubicBezTo>
                  <a:close/>
                  <a:moveTo>
                    <a:pt x="18056" y="13969"/>
                  </a:moveTo>
                  <a:cubicBezTo>
                    <a:pt x="20913" y="17404"/>
                    <a:pt x="22129" y="20139"/>
                    <a:pt x="21369" y="20899"/>
                  </a:cubicBezTo>
                  <a:cubicBezTo>
                    <a:pt x="21205" y="21070"/>
                    <a:pt x="20944" y="21155"/>
                    <a:pt x="20601" y="21155"/>
                  </a:cubicBezTo>
                  <a:cubicBezTo>
                    <a:pt x="19421" y="21155"/>
                    <a:pt x="17258" y="20155"/>
                    <a:pt x="14621" y="18224"/>
                  </a:cubicBezTo>
                  <a:cubicBezTo>
                    <a:pt x="14986" y="17282"/>
                    <a:pt x="15229" y="16218"/>
                    <a:pt x="15503" y="15094"/>
                  </a:cubicBezTo>
                  <a:cubicBezTo>
                    <a:pt x="16384" y="14729"/>
                    <a:pt x="17266" y="14364"/>
                    <a:pt x="18056" y="13969"/>
                  </a:cubicBezTo>
                  <a:close/>
                  <a:moveTo>
                    <a:pt x="11673" y="16461"/>
                  </a:moveTo>
                  <a:cubicBezTo>
                    <a:pt x="12494" y="17160"/>
                    <a:pt x="13345" y="17860"/>
                    <a:pt x="14135" y="18437"/>
                  </a:cubicBezTo>
                  <a:cubicBezTo>
                    <a:pt x="12889" y="22267"/>
                    <a:pt x="11399" y="24547"/>
                    <a:pt x="10366" y="24547"/>
                  </a:cubicBezTo>
                  <a:lnTo>
                    <a:pt x="10275" y="24547"/>
                  </a:lnTo>
                  <a:cubicBezTo>
                    <a:pt x="9211" y="24303"/>
                    <a:pt x="8542" y="21507"/>
                    <a:pt x="8846" y="17221"/>
                  </a:cubicBezTo>
                  <a:cubicBezTo>
                    <a:pt x="9758" y="17008"/>
                    <a:pt x="10731" y="16765"/>
                    <a:pt x="11673" y="16461"/>
                  </a:cubicBezTo>
                  <a:close/>
                  <a:moveTo>
                    <a:pt x="14648" y="1"/>
                  </a:moveTo>
                  <a:cubicBezTo>
                    <a:pt x="13317" y="1"/>
                    <a:pt x="11734" y="2448"/>
                    <a:pt x="10457" y="6309"/>
                  </a:cubicBezTo>
                  <a:cubicBezTo>
                    <a:pt x="9515" y="5610"/>
                    <a:pt x="8633" y="5063"/>
                    <a:pt x="7752" y="4607"/>
                  </a:cubicBezTo>
                  <a:cubicBezTo>
                    <a:pt x="6303" y="3796"/>
                    <a:pt x="5149" y="3402"/>
                    <a:pt x="4321" y="3402"/>
                  </a:cubicBezTo>
                  <a:cubicBezTo>
                    <a:pt x="3846" y="3402"/>
                    <a:pt x="3478" y="3532"/>
                    <a:pt x="3223" y="3786"/>
                  </a:cubicBezTo>
                  <a:cubicBezTo>
                    <a:pt x="2554" y="4516"/>
                    <a:pt x="2889" y="6066"/>
                    <a:pt x="4256" y="8255"/>
                  </a:cubicBezTo>
                  <a:cubicBezTo>
                    <a:pt x="4834" y="9197"/>
                    <a:pt x="5594" y="10169"/>
                    <a:pt x="6475" y="11233"/>
                  </a:cubicBezTo>
                  <a:cubicBezTo>
                    <a:pt x="2402" y="13209"/>
                    <a:pt x="1" y="15337"/>
                    <a:pt x="457" y="16704"/>
                  </a:cubicBezTo>
                  <a:cubicBezTo>
                    <a:pt x="639" y="17252"/>
                    <a:pt x="1217" y="17586"/>
                    <a:pt x="2129" y="17768"/>
                  </a:cubicBezTo>
                  <a:cubicBezTo>
                    <a:pt x="2585" y="17860"/>
                    <a:pt x="3071" y="17890"/>
                    <a:pt x="3648" y="17890"/>
                  </a:cubicBezTo>
                  <a:cubicBezTo>
                    <a:pt x="4955" y="17890"/>
                    <a:pt x="6536" y="17708"/>
                    <a:pt x="8299" y="17312"/>
                  </a:cubicBezTo>
                  <a:lnTo>
                    <a:pt x="8299" y="17312"/>
                  </a:lnTo>
                  <a:cubicBezTo>
                    <a:pt x="8025" y="21689"/>
                    <a:pt x="8633" y="24729"/>
                    <a:pt x="10062" y="25002"/>
                  </a:cubicBezTo>
                  <a:lnTo>
                    <a:pt x="10275" y="25002"/>
                  </a:lnTo>
                  <a:cubicBezTo>
                    <a:pt x="11582" y="25002"/>
                    <a:pt x="13162" y="22571"/>
                    <a:pt x="14409" y="18711"/>
                  </a:cubicBezTo>
                  <a:cubicBezTo>
                    <a:pt x="16567" y="20291"/>
                    <a:pt x="18512" y="21294"/>
                    <a:pt x="19880" y="21568"/>
                  </a:cubicBezTo>
                  <a:cubicBezTo>
                    <a:pt x="20093" y="21598"/>
                    <a:pt x="20336" y="21659"/>
                    <a:pt x="20518" y="21659"/>
                  </a:cubicBezTo>
                  <a:cubicBezTo>
                    <a:pt x="21004" y="21659"/>
                    <a:pt x="21339" y="21537"/>
                    <a:pt x="21612" y="21264"/>
                  </a:cubicBezTo>
                  <a:cubicBezTo>
                    <a:pt x="22494" y="20352"/>
                    <a:pt x="21552" y="18376"/>
                    <a:pt x="20640" y="16856"/>
                  </a:cubicBezTo>
                  <a:cubicBezTo>
                    <a:pt x="20062" y="15914"/>
                    <a:pt x="19272" y="14881"/>
                    <a:pt x="18390" y="13817"/>
                  </a:cubicBezTo>
                  <a:cubicBezTo>
                    <a:pt x="19637" y="13209"/>
                    <a:pt x="20731" y="12571"/>
                    <a:pt x="21703" y="11963"/>
                  </a:cubicBezTo>
                  <a:cubicBezTo>
                    <a:pt x="23223" y="10899"/>
                    <a:pt x="24895" y="9501"/>
                    <a:pt x="24469" y="8315"/>
                  </a:cubicBezTo>
                  <a:cubicBezTo>
                    <a:pt x="24135" y="7384"/>
                    <a:pt x="22732" y="7147"/>
                    <a:pt x="21276" y="7147"/>
                  </a:cubicBezTo>
                  <a:cubicBezTo>
                    <a:pt x="20879" y="7147"/>
                    <a:pt x="20477" y="7165"/>
                    <a:pt x="20093" y="7191"/>
                  </a:cubicBezTo>
                  <a:cubicBezTo>
                    <a:pt x="19029" y="7251"/>
                    <a:pt x="17874" y="7434"/>
                    <a:pt x="16597" y="7707"/>
                  </a:cubicBezTo>
                  <a:cubicBezTo>
                    <a:pt x="16688" y="6431"/>
                    <a:pt x="16688" y="5245"/>
                    <a:pt x="16597" y="4181"/>
                  </a:cubicBezTo>
                  <a:cubicBezTo>
                    <a:pt x="16506" y="2419"/>
                    <a:pt x="16080" y="260"/>
                    <a:pt x="14834" y="17"/>
                  </a:cubicBezTo>
                  <a:cubicBezTo>
                    <a:pt x="14773" y="6"/>
                    <a:pt x="14711" y="1"/>
                    <a:pt x="146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390;p67">
              <a:extLst>
                <a:ext uri="{FF2B5EF4-FFF2-40B4-BE49-F238E27FC236}">
                  <a16:creationId xmlns:a16="http://schemas.microsoft.com/office/drawing/2014/main" id="{4CDB560B-5A22-CFA3-230F-8881283C8F61}"/>
                </a:ext>
              </a:extLst>
            </p:cNvPr>
            <p:cNvSpPr/>
            <p:nvPr/>
          </p:nvSpPr>
          <p:spPr>
            <a:xfrm>
              <a:off x="2057725" y="859650"/>
              <a:ext cx="145925" cy="134800"/>
            </a:xfrm>
            <a:custGeom>
              <a:avLst/>
              <a:gdLst/>
              <a:ahLst/>
              <a:cxnLst/>
              <a:rect l="l" t="t" r="r" b="b"/>
              <a:pathLst>
                <a:path w="5837" h="5392" extrusionOk="0">
                  <a:moveTo>
                    <a:pt x="2868" y="1"/>
                  </a:moveTo>
                  <a:cubicBezTo>
                    <a:pt x="1617" y="1"/>
                    <a:pt x="514" y="906"/>
                    <a:pt x="274" y="2184"/>
                  </a:cubicBezTo>
                  <a:cubicBezTo>
                    <a:pt x="1" y="3643"/>
                    <a:pt x="943" y="5072"/>
                    <a:pt x="2402" y="5345"/>
                  </a:cubicBezTo>
                  <a:cubicBezTo>
                    <a:pt x="2571" y="5376"/>
                    <a:pt x="2740" y="5391"/>
                    <a:pt x="2905" y="5391"/>
                  </a:cubicBezTo>
                  <a:cubicBezTo>
                    <a:pt x="4195" y="5391"/>
                    <a:pt x="5321" y="4480"/>
                    <a:pt x="5563" y="3187"/>
                  </a:cubicBezTo>
                  <a:cubicBezTo>
                    <a:pt x="5837" y="1728"/>
                    <a:pt x="4864" y="330"/>
                    <a:pt x="3405" y="56"/>
                  </a:cubicBezTo>
                  <a:cubicBezTo>
                    <a:pt x="3225" y="19"/>
                    <a:pt x="3045" y="1"/>
                    <a:pt x="2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391;p67">
              <a:extLst>
                <a:ext uri="{FF2B5EF4-FFF2-40B4-BE49-F238E27FC236}">
                  <a16:creationId xmlns:a16="http://schemas.microsoft.com/office/drawing/2014/main" id="{90E7DDC7-DC43-8246-0DE4-988B74B3A0A8}"/>
                </a:ext>
              </a:extLst>
            </p:cNvPr>
            <p:cNvSpPr/>
            <p:nvPr/>
          </p:nvSpPr>
          <p:spPr>
            <a:xfrm>
              <a:off x="2239350" y="1092325"/>
              <a:ext cx="69925" cy="64300"/>
            </a:xfrm>
            <a:custGeom>
              <a:avLst/>
              <a:gdLst/>
              <a:ahLst/>
              <a:cxnLst/>
              <a:rect l="l" t="t" r="r" b="b"/>
              <a:pathLst>
                <a:path w="2797" h="2572" extrusionOk="0">
                  <a:moveTo>
                    <a:pt x="1415" y="0"/>
                  </a:moveTo>
                  <a:cubicBezTo>
                    <a:pt x="798" y="0"/>
                    <a:pt x="230" y="430"/>
                    <a:pt x="122" y="1053"/>
                  </a:cubicBezTo>
                  <a:cubicBezTo>
                    <a:pt x="0" y="1752"/>
                    <a:pt x="456" y="2421"/>
                    <a:pt x="1155" y="2543"/>
                  </a:cubicBezTo>
                  <a:cubicBezTo>
                    <a:pt x="1246" y="2562"/>
                    <a:pt x="1336" y="2572"/>
                    <a:pt x="1425" y="2572"/>
                  </a:cubicBezTo>
                  <a:cubicBezTo>
                    <a:pt x="2019" y="2572"/>
                    <a:pt x="2543" y="2144"/>
                    <a:pt x="2675" y="1509"/>
                  </a:cubicBezTo>
                  <a:cubicBezTo>
                    <a:pt x="2797" y="810"/>
                    <a:pt x="2341" y="142"/>
                    <a:pt x="1642" y="20"/>
                  </a:cubicBezTo>
                  <a:cubicBezTo>
                    <a:pt x="1566" y="7"/>
                    <a:pt x="1490" y="0"/>
                    <a:pt x="1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392;p67">
              <a:extLst>
                <a:ext uri="{FF2B5EF4-FFF2-40B4-BE49-F238E27FC236}">
                  <a16:creationId xmlns:a16="http://schemas.microsoft.com/office/drawing/2014/main" id="{42BBB13D-9A0F-63B5-A2C1-FD6363E56842}"/>
                </a:ext>
              </a:extLst>
            </p:cNvPr>
            <p:cNvSpPr/>
            <p:nvPr/>
          </p:nvSpPr>
          <p:spPr>
            <a:xfrm>
              <a:off x="1971875" y="704025"/>
              <a:ext cx="70675" cy="64300"/>
            </a:xfrm>
            <a:custGeom>
              <a:avLst/>
              <a:gdLst/>
              <a:ahLst/>
              <a:cxnLst/>
              <a:rect l="l" t="t" r="r" b="b"/>
              <a:pathLst>
                <a:path w="2827" h="2572" extrusionOk="0">
                  <a:moveTo>
                    <a:pt x="1415" y="0"/>
                  </a:moveTo>
                  <a:cubicBezTo>
                    <a:pt x="803" y="0"/>
                    <a:pt x="260" y="430"/>
                    <a:pt x="152" y="1053"/>
                  </a:cubicBezTo>
                  <a:cubicBezTo>
                    <a:pt x="0" y="1752"/>
                    <a:pt x="486" y="2421"/>
                    <a:pt x="1186" y="2543"/>
                  </a:cubicBezTo>
                  <a:cubicBezTo>
                    <a:pt x="1276" y="2562"/>
                    <a:pt x="1367" y="2572"/>
                    <a:pt x="1456" y="2572"/>
                  </a:cubicBezTo>
                  <a:cubicBezTo>
                    <a:pt x="2049" y="2572"/>
                    <a:pt x="2569" y="2148"/>
                    <a:pt x="2675" y="1540"/>
                  </a:cubicBezTo>
                  <a:cubicBezTo>
                    <a:pt x="2827" y="810"/>
                    <a:pt x="2341" y="141"/>
                    <a:pt x="1641" y="20"/>
                  </a:cubicBezTo>
                  <a:cubicBezTo>
                    <a:pt x="1565" y="7"/>
                    <a:pt x="1490" y="0"/>
                    <a:pt x="1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1" name="Google Shape;2471;p67"/>
          <p:cNvGrpSpPr/>
          <p:nvPr/>
        </p:nvGrpSpPr>
        <p:grpSpPr>
          <a:xfrm>
            <a:off x="2921863" y="3500729"/>
            <a:ext cx="575819" cy="648850"/>
            <a:chOff x="2343995" y="1816850"/>
            <a:chExt cx="575819" cy="648850"/>
          </a:xfrm>
        </p:grpSpPr>
        <p:sp>
          <p:nvSpPr>
            <p:cNvPr id="2472" name="Google Shape;2472;p67"/>
            <p:cNvSpPr/>
            <p:nvPr/>
          </p:nvSpPr>
          <p:spPr>
            <a:xfrm>
              <a:off x="2658840" y="2349281"/>
              <a:ext cx="36502" cy="84774"/>
            </a:xfrm>
            <a:custGeom>
              <a:avLst/>
              <a:gdLst/>
              <a:ahLst/>
              <a:cxnLst/>
              <a:rect l="l" t="t" r="r" b="b"/>
              <a:pathLst>
                <a:path w="2270" h="5272" extrusionOk="0">
                  <a:moveTo>
                    <a:pt x="1" y="1"/>
                  </a:moveTo>
                  <a:lnTo>
                    <a:pt x="2269" y="1"/>
                  </a:lnTo>
                  <a:lnTo>
                    <a:pt x="2269" y="5271"/>
                  </a:lnTo>
                  <a:lnTo>
                    <a:pt x="1" y="527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3" name="Google Shape;2473;p67"/>
            <p:cNvGrpSpPr/>
            <p:nvPr/>
          </p:nvGrpSpPr>
          <p:grpSpPr>
            <a:xfrm>
              <a:off x="2343995" y="1863861"/>
              <a:ext cx="539613" cy="601839"/>
              <a:chOff x="2343995" y="1863861"/>
              <a:chExt cx="539613" cy="601839"/>
            </a:xfrm>
          </p:grpSpPr>
          <p:sp>
            <p:nvSpPr>
              <p:cNvPr id="2474" name="Google Shape;2474;p67"/>
              <p:cNvSpPr/>
              <p:nvPr/>
            </p:nvSpPr>
            <p:spPr>
              <a:xfrm>
                <a:off x="2453403" y="1881019"/>
                <a:ext cx="415716" cy="416263"/>
              </a:xfrm>
              <a:custGeom>
                <a:avLst/>
                <a:gdLst/>
                <a:ahLst/>
                <a:cxnLst/>
                <a:rect l="l" t="t" r="r" b="b"/>
                <a:pathLst>
                  <a:path w="25853" h="25887" extrusionOk="0">
                    <a:moveTo>
                      <a:pt x="635" y="1"/>
                    </a:moveTo>
                    <a:lnTo>
                      <a:pt x="1" y="635"/>
                    </a:lnTo>
                    <a:lnTo>
                      <a:pt x="25252" y="25886"/>
                    </a:lnTo>
                    <a:lnTo>
                      <a:pt x="25853" y="25252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Google Shape;2475;p67"/>
              <p:cNvSpPr/>
              <p:nvPr/>
            </p:nvSpPr>
            <p:spPr>
              <a:xfrm>
                <a:off x="2343995" y="1863861"/>
                <a:ext cx="539613" cy="539613"/>
              </a:xfrm>
              <a:custGeom>
                <a:avLst/>
                <a:gdLst/>
                <a:ahLst/>
                <a:cxnLst/>
                <a:rect l="l" t="t" r="r" b="b"/>
                <a:pathLst>
                  <a:path w="33558" h="33558" extrusionOk="0">
                    <a:moveTo>
                      <a:pt x="8806" y="24818"/>
                    </a:moveTo>
                    <a:cubicBezTo>
                      <a:pt x="2502" y="18514"/>
                      <a:pt x="2268" y="8473"/>
                      <a:pt x="8006" y="1835"/>
                    </a:cubicBezTo>
                    <a:cubicBezTo>
                      <a:pt x="8373" y="1401"/>
                      <a:pt x="8339" y="834"/>
                      <a:pt x="7972" y="401"/>
                    </a:cubicBezTo>
                    <a:lnTo>
                      <a:pt x="7972" y="401"/>
                    </a:lnTo>
                    <a:cubicBezTo>
                      <a:pt x="7539" y="0"/>
                      <a:pt x="6872" y="0"/>
                      <a:pt x="6471" y="467"/>
                    </a:cubicBezTo>
                    <a:cubicBezTo>
                      <a:pt x="0" y="7873"/>
                      <a:pt x="234" y="19181"/>
                      <a:pt x="7339" y="26219"/>
                    </a:cubicBezTo>
                    <a:cubicBezTo>
                      <a:pt x="14377" y="33258"/>
                      <a:pt x="25685" y="33558"/>
                      <a:pt x="33124" y="27086"/>
                    </a:cubicBezTo>
                    <a:cubicBezTo>
                      <a:pt x="33557" y="26720"/>
                      <a:pt x="33557" y="26019"/>
                      <a:pt x="33157" y="25585"/>
                    </a:cubicBezTo>
                    <a:lnTo>
                      <a:pt x="33157" y="25585"/>
                    </a:lnTo>
                    <a:cubicBezTo>
                      <a:pt x="32790" y="25218"/>
                      <a:pt x="32156" y="25185"/>
                      <a:pt x="31723" y="25552"/>
                    </a:cubicBezTo>
                    <a:cubicBezTo>
                      <a:pt x="25185" y="31356"/>
                      <a:pt x="15111" y="31089"/>
                      <a:pt x="8806" y="2481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Google Shape;2476;p67"/>
              <p:cNvSpPr/>
              <p:nvPr/>
            </p:nvSpPr>
            <p:spPr>
              <a:xfrm>
                <a:off x="2517240" y="2434569"/>
                <a:ext cx="319703" cy="31131"/>
              </a:xfrm>
              <a:custGeom>
                <a:avLst/>
                <a:gdLst/>
                <a:ahLst/>
                <a:cxnLst/>
                <a:rect l="l" t="t" r="r" b="b"/>
                <a:pathLst>
                  <a:path w="19882" h="1936" extrusionOk="0">
                    <a:moveTo>
                      <a:pt x="0" y="1935"/>
                    </a:moveTo>
                    <a:lnTo>
                      <a:pt x="0" y="1935"/>
                    </a:lnTo>
                    <a:lnTo>
                      <a:pt x="19881" y="1935"/>
                    </a:lnTo>
                    <a:lnTo>
                      <a:pt x="19881" y="1935"/>
                    </a:lnTo>
                    <a:cubicBezTo>
                      <a:pt x="19881" y="868"/>
                      <a:pt x="18981" y="1"/>
                      <a:pt x="17913" y="1"/>
                    </a:cubicBezTo>
                    <a:lnTo>
                      <a:pt x="1902" y="1"/>
                    </a:lnTo>
                    <a:cubicBezTo>
                      <a:pt x="868" y="1"/>
                      <a:pt x="0" y="868"/>
                      <a:pt x="0" y="193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7" name="Google Shape;2477;p67"/>
            <p:cNvGrpSpPr/>
            <p:nvPr/>
          </p:nvGrpSpPr>
          <p:grpSpPr>
            <a:xfrm>
              <a:off x="2434375" y="1816850"/>
              <a:ext cx="485439" cy="485439"/>
              <a:chOff x="2836938" y="1446650"/>
              <a:chExt cx="485439" cy="485439"/>
            </a:xfrm>
          </p:grpSpPr>
          <p:sp>
            <p:nvSpPr>
              <p:cNvPr id="2478" name="Google Shape;2478;p67"/>
              <p:cNvSpPr/>
              <p:nvPr/>
            </p:nvSpPr>
            <p:spPr>
              <a:xfrm>
                <a:off x="2836938" y="1446650"/>
                <a:ext cx="485439" cy="485439"/>
              </a:xfrm>
              <a:custGeom>
                <a:avLst/>
                <a:gdLst/>
                <a:ahLst/>
                <a:cxnLst/>
                <a:rect l="l" t="t" r="r" b="b"/>
                <a:pathLst>
                  <a:path w="30189" h="30189" extrusionOk="0">
                    <a:moveTo>
                      <a:pt x="30189" y="15078"/>
                    </a:moveTo>
                    <a:cubicBezTo>
                      <a:pt x="30189" y="23417"/>
                      <a:pt x="23417" y="30188"/>
                      <a:pt x="15078" y="30188"/>
                    </a:cubicBezTo>
                    <a:cubicBezTo>
                      <a:pt x="6739" y="30188"/>
                      <a:pt x="0" y="23417"/>
                      <a:pt x="0" y="15078"/>
                    </a:cubicBezTo>
                    <a:cubicBezTo>
                      <a:pt x="0" y="6738"/>
                      <a:pt x="6739" y="0"/>
                      <a:pt x="15078" y="0"/>
                    </a:cubicBezTo>
                    <a:cubicBezTo>
                      <a:pt x="23417" y="0"/>
                      <a:pt x="30189" y="6738"/>
                      <a:pt x="30189" y="1507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Google Shape;2479;p67"/>
              <p:cNvSpPr/>
              <p:nvPr/>
            </p:nvSpPr>
            <p:spPr>
              <a:xfrm>
                <a:off x="2858388" y="1446650"/>
                <a:ext cx="375484" cy="230185"/>
              </a:xfrm>
              <a:custGeom>
                <a:avLst/>
                <a:gdLst/>
                <a:ahLst/>
                <a:cxnLst/>
                <a:rect l="l" t="t" r="r" b="b"/>
                <a:pathLst>
                  <a:path w="23351" h="14315" extrusionOk="0">
                    <a:moveTo>
                      <a:pt x="13744" y="0"/>
                    </a:moveTo>
                    <a:cubicBezTo>
                      <a:pt x="7640" y="0"/>
                      <a:pt x="2369" y="3669"/>
                      <a:pt x="1" y="8907"/>
                    </a:cubicBezTo>
                    <a:cubicBezTo>
                      <a:pt x="668" y="9007"/>
                      <a:pt x="1302" y="9207"/>
                      <a:pt x="1735" y="9374"/>
                    </a:cubicBezTo>
                    <a:cubicBezTo>
                      <a:pt x="4887" y="10732"/>
                      <a:pt x="7862" y="14314"/>
                      <a:pt x="11340" y="14314"/>
                    </a:cubicBezTo>
                    <a:cubicBezTo>
                      <a:pt x="12389" y="14314"/>
                      <a:pt x="13485" y="13988"/>
                      <a:pt x="14645" y="13176"/>
                    </a:cubicBezTo>
                    <a:cubicBezTo>
                      <a:pt x="17246" y="11408"/>
                      <a:pt x="14044" y="7639"/>
                      <a:pt x="15512" y="5571"/>
                    </a:cubicBezTo>
                    <a:cubicBezTo>
                      <a:pt x="17246" y="3336"/>
                      <a:pt x="21149" y="4904"/>
                      <a:pt x="23351" y="3403"/>
                    </a:cubicBezTo>
                    <a:cubicBezTo>
                      <a:pt x="20749" y="1301"/>
                      <a:pt x="17413" y="0"/>
                      <a:pt x="137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Google Shape;2480;p67"/>
              <p:cNvSpPr/>
              <p:nvPr/>
            </p:nvSpPr>
            <p:spPr>
              <a:xfrm>
                <a:off x="3126585" y="1598975"/>
                <a:ext cx="195259" cy="303606"/>
              </a:xfrm>
              <a:custGeom>
                <a:avLst/>
                <a:gdLst/>
                <a:ahLst/>
                <a:cxnLst/>
                <a:rect l="l" t="t" r="r" b="b"/>
                <a:pathLst>
                  <a:path w="12143" h="18881" extrusionOk="0">
                    <a:moveTo>
                      <a:pt x="11042" y="1"/>
                    </a:moveTo>
                    <a:cubicBezTo>
                      <a:pt x="8840" y="501"/>
                      <a:pt x="6772" y="1335"/>
                      <a:pt x="7572" y="3103"/>
                    </a:cubicBezTo>
                    <a:cubicBezTo>
                      <a:pt x="8740" y="5738"/>
                      <a:pt x="10808" y="9541"/>
                      <a:pt x="7873" y="10975"/>
                    </a:cubicBezTo>
                    <a:cubicBezTo>
                      <a:pt x="5538" y="12176"/>
                      <a:pt x="0" y="11576"/>
                      <a:pt x="567" y="15378"/>
                    </a:cubicBezTo>
                    <a:cubicBezTo>
                      <a:pt x="934" y="16979"/>
                      <a:pt x="2669" y="17813"/>
                      <a:pt x="4170" y="18881"/>
                    </a:cubicBezTo>
                    <a:cubicBezTo>
                      <a:pt x="8907" y="16312"/>
                      <a:pt x="12142" y="11309"/>
                      <a:pt x="12142" y="5571"/>
                    </a:cubicBezTo>
                    <a:cubicBezTo>
                      <a:pt x="12142" y="3603"/>
                      <a:pt x="11742" y="1735"/>
                      <a:pt x="110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Google Shape;2481;p67"/>
              <p:cNvSpPr/>
              <p:nvPr/>
            </p:nvSpPr>
            <p:spPr>
              <a:xfrm>
                <a:off x="2861074" y="1788621"/>
                <a:ext cx="129283" cy="125762"/>
              </a:xfrm>
              <a:custGeom>
                <a:avLst/>
                <a:gdLst/>
                <a:ahLst/>
                <a:cxnLst/>
                <a:rect l="l" t="t" r="r" b="b"/>
                <a:pathLst>
                  <a:path w="8040" h="7821" extrusionOk="0">
                    <a:moveTo>
                      <a:pt x="1385" y="1"/>
                    </a:moveTo>
                    <a:cubicBezTo>
                      <a:pt x="961" y="1"/>
                      <a:pt x="470" y="147"/>
                      <a:pt x="1" y="382"/>
                    </a:cubicBezTo>
                    <a:cubicBezTo>
                      <a:pt x="1602" y="3751"/>
                      <a:pt x="4504" y="6420"/>
                      <a:pt x="8040" y="7821"/>
                    </a:cubicBezTo>
                    <a:cubicBezTo>
                      <a:pt x="7473" y="6620"/>
                      <a:pt x="7139" y="5252"/>
                      <a:pt x="6839" y="4185"/>
                    </a:cubicBezTo>
                    <a:cubicBezTo>
                      <a:pt x="6238" y="2450"/>
                      <a:pt x="3336" y="3618"/>
                      <a:pt x="2436" y="649"/>
                    </a:cubicBezTo>
                    <a:cubicBezTo>
                      <a:pt x="2259" y="188"/>
                      <a:pt x="1865" y="1"/>
                      <a:pt x="138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" name="Google Shape;2400;p67">
            <a:extLst>
              <a:ext uri="{FF2B5EF4-FFF2-40B4-BE49-F238E27FC236}">
                <a16:creationId xmlns:a16="http://schemas.microsoft.com/office/drawing/2014/main" id="{492EBD2C-3E01-1A27-8CB7-29B042A22923}"/>
              </a:ext>
            </a:extLst>
          </p:cNvPr>
          <p:cNvGrpSpPr/>
          <p:nvPr/>
        </p:nvGrpSpPr>
        <p:grpSpPr>
          <a:xfrm rot="6901186">
            <a:off x="42406" y="211031"/>
            <a:ext cx="749472" cy="921725"/>
            <a:chOff x="2899225" y="1572150"/>
            <a:chExt cx="547900" cy="673825"/>
          </a:xfrm>
        </p:grpSpPr>
        <p:sp>
          <p:nvSpPr>
            <p:cNvPr id="33" name="Google Shape;2401;p67">
              <a:extLst>
                <a:ext uri="{FF2B5EF4-FFF2-40B4-BE49-F238E27FC236}">
                  <a16:creationId xmlns:a16="http://schemas.microsoft.com/office/drawing/2014/main" id="{5EA7D480-2D30-43A8-F388-5CDAF7388534}"/>
                </a:ext>
              </a:extLst>
            </p:cNvPr>
            <p:cNvSpPr/>
            <p:nvPr/>
          </p:nvSpPr>
          <p:spPr>
            <a:xfrm>
              <a:off x="2924300" y="1716200"/>
              <a:ext cx="409600" cy="447925"/>
            </a:xfrm>
            <a:custGeom>
              <a:avLst/>
              <a:gdLst/>
              <a:ahLst/>
              <a:cxnLst/>
              <a:rect l="l" t="t" r="r" b="b"/>
              <a:pathLst>
                <a:path w="16384" h="17917" extrusionOk="0">
                  <a:moveTo>
                    <a:pt x="8380" y="0"/>
                  </a:moveTo>
                  <a:cubicBezTo>
                    <a:pt x="6073" y="0"/>
                    <a:pt x="3830" y="1158"/>
                    <a:pt x="2523" y="3205"/>
                  </a:cubicBezTo>
                  <a:cubicBezTo>
                    <a:pt x="1915" y="4147"/>
                    <a:pt x="1551" y="5211"/>
                    <a:pt x="1460" y="6245"/>
                  </a:cubicBezTo>
                  <a:cubicBezTo>
                    <a:pt x="1216" y="8919"/>
                    <a:pt x="730" y="11533"/>
                    <a:pt x="1" y="14117"/>
                  </a:cubicBezTo>
                  <a:lnTo>
                    <a:pt x="7417" y="17916"/>
                  </a:lnTo>
                  <a:cubicBezTo>
                    <a:pt x="9119" y="15850"/>
                    <a:pt x="10943" y="13874"/>
                    <a:pt x="12949" y="12141"/>
                  </a:cubicBezTo>
                  <a:cubicBezTo>
                    <a:pt x="13618" y="11564"/>
                    <a:pt x="14135" y="10895"/>
                    <a:pt x="14560" y="10074"/>
                  </a:cubicBezTo>
                  <a:cubicBezTo>
                    <a:pt x="16384" y="6549"/>
                    <a:pt x="14864" y="2141"/>
                    <a:pt x="11095" y="561"/>
                  </a:cubicBezTo>
                  <a:cubicBezTo>
                    <a:pt x="10216" y="181"/>
                    <a:pt x="9293" y="0"/>
                    <a:pt x="8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02;p67">
              <a:extLst>
                <a:ext uri="{FF2B5EF4-FFF2-40B4-BE49-F238E27FC236}">
                  <a16:creationId xmlns:a16="http://schemas.microsoft.com/office/drawing/2014/main" id="{6EDAFB9F-499B-E9E4-6993-E3E364E82560}"/>
                </a:ext>
              </a:extLst>
            </p:cNvPr>
            <p:cNvSpPr/>
            <p:nvPr/>
          </p:nvSpPr>
          <p:spPr>
            <a:xfrm>
              <a:off x="2899225" y="2057725"/>
              <a:ext cx="225700" cy="188250"/>
            </a:xfrm>
            <a:custGeom>
              <a:avLst/>
              <a:gdLst/>
              <a:ahLst/>
              <a:cxnLst/>
              <a:rect l="l" t="t" r="r" b="b"/>
              <a:pathLst>
                <a:path w="9028" h="7530" extrusionOk="0">
                  <a:moveTo>
                    <a:pt x="821" y="0"/>
                  </a:moveTo>
                  <a:lnTo>
                    <a:pt x="487" y="669"/>
                  </a:lnTo>
                  <a:cubicBezTo>
                    <a:pt x="244" y="1094"/>
                    <a:pt x="335" y="1581"/>
                    <a:pt x="578" y="1915"/>
                  </a:cubicBezTo>
                  <a:lnTo>
                    <a:pt x="274" y="2493"/>
                  </a:lnTo>
                  <a:cubicBezTo>
                    <a:pt x="0" y="3040"/>
                    <a:pt x="183" y="3648"/>
                    <a:pt x="578" y="3982"/>
                  </a:cubicBezTo>
                  <a:cubicBezTo>
                    <a:pt x="213" y="4742"/>
                    <a:pt x="517" y="5684"/>
                    <a:pt x="1277" y="6079"/>
                  </a:cubicBezTo>
                  <a:lnTo>
                    <a:pt x="3800" y="7356"/>
                  </a:lnTo>
                  <a:cubicBezTo>
                    <a:pt x="4026" y="7474"/>
                    <a:pt x="4272" y="7529"/>
                    <a:pt x="4514" y="7529"/>
                  </a:cubicBezTo>
                  <a:cubicBezTo>
                    <a:pt x="5086" y="7529"/>
                    <a:pt x="5641" y="7221"/>
                    <a:pt x="5897" y="6687"/>
                  </a:cubicBezTo>
                  <a:cubicBezTo>
                    <a:pt x="5990" y="6708"/>
                    <a:pt x="6084" y="6718"/>
                    <a:pt x="6175" y="6718"/>
                  </a:cubicBezTo>
                  <a:cubicBezTo>
                    <a:pt x="6623" y="6718"/>
                    <a:pt x="7038" y="6478"/>
                    <a:pt x="7265" y="6049"/>
                  </a:cubicBezTo>
                  <a:lnTo>
                    <a:pt x="7569" y="5471"/>
                  </a:lnTo>
                  <a:cubicBezTo>
                    <a:pt x="7597" y="5473"/>
                    <a:pt x="7626" y="5474"/>
                    <a:pt x="7654" y="5474"/>
                  </a:cubicBezTo>
                  <a:cubicBezTo>
                    <a:pt x="8077" y="5474"/>
                    <a:pt x="8464" y="5260"/>
                    <a:pt x="8663" y="4833"/>
                  </a:cubicBezTo>
                  <a:lnTo>
                    <a:pt x="9028" y="4134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03;p67">
              <a:extLst>
                <a:ext uri="{FF2B5EF4-FFF2-40B4-BE49-F238E27FC236}">
                  <a16:creationId xmlns:a16="http://schemas.microsoft.com/office/drawing/2014/main" id="{86637450-F872-0934-FA86-1BA9C3BE80CC}"/>
                </a:ext>
              </a:extLst>
            </p:cNvPr>
            <p:cNvSpPr/>
            <p:nvPr/>
          </p:nvSpPr>
          <p:spPr>
            <a:xfrm>
              <a:off x="2992700" y="1886825"/>
              <a:ext cx="174800" cy="247675"/>
            </a:xfrm>
            <a:custGeom>
              <a:avLst/>
              <a:gdLst/>
              <a:ahLst/>
              <a:cxnLst/>
              <a:rect l="l" t="t" r="r" b="b"/>
              <a:pathLst>
                <a:path w="6992" h="9907" extrusionOk="0">
                  <a:moveTo>
                    <a:pt x="4792" y="360"/>
                  </a:moveTo>
                  <a:cubicBezTo>
                    <a:pt x="5022" y="360"/>
                    <a:pt x="5254" y="410"/>
                    <a:pt x="5471" y="514"/>
                  </a:cubicBezTo>
                  <a:cubicBezTo>
                    <a:pt x="6231" y="909"/>
                    <a:pt x="6535" y="1851"/>
                    <a:pt x="6140" y="2611"/>
                  </a:cubicBezTo>
                  <a:cubicBezTo>
                    <a:pt x="5834" y="3196"/>
                    <a:pt x="5298" y="3500"/>
                    <a:pt x="4719" y="3500"/>
                  </a:cubicBezTo>
                  <a:cubicBezTo>
                    <a:pt x="4666" y="3500"/>
                    <a:pt x="4613" y="3498"/>
                    <a:pt x="4559" y="3493"/>
                  </a:cubicBezTo>
                  <a:lnTo>
                    <a:pt x="4529" y="3462"/>
                  </a:lnTo>
                  <a:cubicBezTo>
                    <a:pt x="4377" y="3401"/>
                    <a:pt x="4225" y="3371"/>
                    <a:pt x="4073" y="3310"/>
                  </a:cubicBezTo>
                  <a:cubicBezTo>
                    <a:pt x="3313" y="2915"/>
                    <a:pt x="3009" y="1973"/>
                    <a:pt x="3374" y="1213"/>
                  </a:cubicBezTo>
                  <a:cubicBezTo>
                    <a:pt x="3656" y="670"/>
                    <a:pt x="4218" y="360"/>
                    <a:pt x="4792" y="360"/>
                  </a:cubicBezTo>
                  <a:close/>
                  <a:moveTo>
                    <a:pt x="4789" y="1"/>
                  </a:moveTo>
                  <a:cubicBezTo>
                    <a:pt x="4079" y="1"/>
                    <a:pt x="3384" y="394"/>
                    <a:pt x="3040" y="1061"/>
                  </a:cubicBezTo>
                  <a:cubicBezTo>
                    <a:pt x="2705" y="1699"/>
                    <a:pt x="2766" y="2429"/>
                    <a:pt x="3131" y="2945"/>
                  </a:cubicBezTo>
                  <a:lnTo>
                    <a:pt x="0" y="9025"/>
                  </a:lnTo>
                  <a:lnTo>
                    <a:pt x="334" y="9237"/>
                  </a:lnTo>
                  <a:lnTo>
                    <a:pt x="3374" y="3310"/>
                  </a:lnTo>
                  <a:cubicBezTo>
                    <a:pt x="3526" y="3462"/>
                    <a:pt x="3678" y="3553"/>
                    <a:pt x="3860" y="3675"/>
                  </a:cubicBezTo>
                  <a:cubicBezTo>
                    <a:pt x="4012" y="3766"/>
                    <a:pt x="4164" y="3797"/>
                    <a:pt x="4347" y="3827"/>
                  </a:cubicBezTo>
                  <a:lnTo>
                    <a:pt x="1307" y="9724"/>
                  </a:lnTo>
                  <a:lnTo>
                    <a:pt x="1641" y="9906"/>
                  </a:lnTo>
                  <a:lnTo>
                    <a:pt x="4742" y="3918"/>
                  </a:lnTo>
                  <a:cubicBezTo>
                    <a:pt x="5471" y="3918"/>
                    <a:pt x="6140" y="3523"/>
                    <a:pt x="6505" y="2854"/>
                  </a:cubicBezTo>
                  <a:cubicBezTo>
                    <a:pt x="6991" y="1882"/>
                    <a:pt x="6626" y="727"/>
                    <a:pt x="5654" y="210"/>
                  </a:cubicBezTo>
                  <a:cubicBezTo>
                    <a:pt x="5379" y="68"/>
                    <a:pt x="5083" y="1"/>
                    <a:pt x="47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04;p67">
              <a:extLst>
                <a:ext uri="{FF2B5EF4-FFF2-40B4-BE49-F238E27FC236}">
                  <a16:creationId xmlns:a16="http://schemas.microsoft.com/office/drawing/2014/main" id="{5AF381ED-8A31-CA2F-660A-360004528387}"/>
                </a:ext>
              </a:extLst>
            </p:cNvPr>
            <p:cNvSpPr/>
            <p:nvPr/>
          </p:nvSpPr>
          <p:spPr>
            <a:xfrm>
              <a:off x="3231300" y="1607300"/>
              <a:ext cx="52450" cy="87575"/>
            </a:xfrm>
            <a:custGeom>
              <a:avLst/>
              <a:gdLst/>
              <a:ahLst/>
              <a:cxnLst/>
              <a:rect l="l" t="t" r="r" b="b"/>
              <a:pathLst>
                <a:path w="2098" h="3503" extrusionOk="0">
                  <a:moveTo>
                    <a:pt x="1821" y="0"/>
                  </a:moveTo>
                  <a:cubicBezTo>
                    <a:pt x="1754" y="0"/>
                    <a:pt x="1691" y="40"/>
                    <a:pt x="1672" y="114"/>
                  </a:cubicBezTo>
                  <a:lnTo>
                    <a:pt x="61" y="3184"/>
                  </a:lnTo>
                  <a:cubicBezTo>
                    <a:pt x="0" y="3275"/>
                    <a:pt x="31" y="3427"/>
                    <a:pt x="152" y="3458"/>
                  </a:cubicBezTo>
                  <a:cubicBezTo>
                    <a:pt x="195" y="3489"/>
                    <a:pt x="233" y="3503"/>
                    <a:pt x="268" y="3503"/>
                  </a:cubicBezTo>
                  <a:cubicBezTo>
                    <a:pt x="334" y="3503"/>
                    <a:pt x="386" y="3456"/>
                    <a:pt x="426" y="3397"/>
                  </a:cubicBezTo>
                  <a:lnTo>
                    <a:pt x="2006" y="296"/>
                  </a:lnTo>
                  <a:cubicBezTo>
                    <a:pt x="2098" y="236"/>
                    <a:pt x="2037" y="84"/>
                    <a:pt x="1946" y="53"/>
                  </a:cubicBezTo>
                  <a:cubicBezTo>
                    <a:pt x="1910" y="17"/>
                    <a:pt x="1864" y="0"/>
                    <a:pt x="18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05;p67">
              <a:extLst>
                <a:ext uri="{FF2B5EF4-FFF2-40B4-BE49-F238E27FC236}">
                  <a16:creationId xmlns:a16="http://schemas.microsoft.com/office/drawing/2014/main" id="{741C516E-CC4F-0CCE-E380-A8041B667041}"/>
                </a:ext>
              </a:extLst>
            </p:cNvPr>
            <p:cNvSpPr/>
            <p:nvPr/>
          </p:nvSpPr>
          <p:spPr>
            <a:xfrm>
              <a:off x="3170500" y="1577325"/>
              <a:ext cx="28150" cy="95525"/>
            </a:xfrm>
            <a:custGeom>
              <a:avLst/>
              <a:gdLst/>
              <a:ahLst/>
              <a:cxnLst/>
              <a:rect l="l" t="t" r="r" b="b"/>
              <a:pathLst>
                <a:path w="1126" h="3821" extrusionOk="0">
                  <a:moveTo>
                    <a:pt x="897" y="0"/>
                  </a:moveTo>
                  <a:cubicBezTo>
                    <a:pt x="806" y="0"/>
                    <a:pt x="757" y="79"/>
                    <a:pt x="730" y="158"/>
                  </a:cubicBezTo>
                  <a:lnTo>
                    <a:pt x="1" y="3562"/>
                  </a:lnTo>
                  <a:cubicBezTo>
                    <a:pt x="1" y="3684"/>
                    <a:pt x="31" y="3745"/>
                    <a:pt x="122" y="3775"/>
                  </a:cubicBezTo>
                  <a:cubicBezTo>
                    <a:pt x="122" y="3806"/>
                    <a:pt x="122" y="3821"/>
                    <a:pt x="126" y="3821"/>
                  </a:cubicBezTo>
                  <a:cubicBezTo>
                    <a:pt x="130" y="3821"/>
                    <a:pt x="138" y="3806"/>
                    <a:pt x="153" y="3775"/>
                  </a:cubicBezTo>
                  <a:cubicBezTo>
                    <a:pt x="174" y="3780"/>
                    <a:pt x="193" y="3783"/>
                    <a:pt x="210" y="3783"/>
                  </a:cubicBezTo>
                  <a:cubicBezTo>
                    <a:pt x="294" y="3783"/>
                    <a:pt x="340" y="3724"/>
                    <a:pt x="365" y="3623"/>
                  </a:cubicBezTo>
                  <a:lnTo>
                    <a:pt x="1095" y="249"/>
                  </a:lnTo>
                  <a:cubicBezTo>
                    <a:pt x="1125" y="128"/>
                    <a:pt x="1065" y="67"/>
                    <a:pt x="943" y="6"/>
                  </a:cubicBezTo>
                  <a:cubicBezTo>
                    <a:pt x="927" y="2"/>
                    <a:pt x="912" y="0"/>
                    <a:pt x="8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06;p67">
              <a:extLst>
                <a:ext uri="{FF2B5EF4-FFF2-40B4-BE49-F238E27FC236}">
                  <a16:creationId xmlns:a16="http://schemas.microsoft.com/office/drawing/2014/main" id="{22393BC9-28E7-1B2F-6EAD-37F4E73DA243}"/>
                </a:ext>
              </a:extLst>
            </p:cNvPr>
            <p:cNvSpPr/>
            <p:nvPr/>
          </p:nvSpPr>
          <p:spPr>
            <a:xfrm>
              <a:off x="3099075" y="1572150"/>
              <a:ext cx="15225" cy="97275"/>
            </a:xfrm>
            <a:custGeom>
              <a:avLst/>
              <a:gdLst/>
              <a:ahLst/>
              <a:cxnLst/>
              <a:rect l="l" t="t" r="r" b="b"/>
              <a:pathLst>
                <a:path w="609" h="3891" extrusionOk="0">
                  <a:moveTo>
                    <a:pt x="183" y="0"/>
                  </a:moveTo>
                  <a:cubicBezTo>
                    <a:pt x="92" y="31"/>
                    <a:pt x="1" y="122"/>
                    <a:pt x="1" y="243"/>
                  </a:cubicBezTo>
                  <a:lnTo>
                    <a:pt x="183" y="3678"/>
                  </a:lnTo>
                  <a:cubicBezTo>
                    <a:pt x="183" y="3769"/>
                    <a:pt x="244" y="3800"/>
                    <a:pt x="304" y="3830"/>
                  </a:cubicBezTo>
                  <a:cubicBezTo>
                    <a:pt x="335" y="3830"/>
                    <a:pt x="365" y="3830"/>
                    <a:pt x="426" y="3891"/>
                  </a:cubicBezTo>
                  <a:cubicBezTo>
                    <a:pt x="548" y="3830"/>
                    <a:pt x="608" y="3769"/>
                    <a:pt x="608" y="3648"/>
                  </a:cubicBezTo>
                  <a:lnTo>
                    <a:pt x="426" y="183"/>
                  </a:lnTo>
                  <a:cubicBezTo>
                    <a:pt x="396" y="92"/>
                    <a:pt x="304" y="0"/>
                    <a:pt x="1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07;p67">
              <a:extLst>
                <a:ext uri="{FF2B5EF4-FFF2-40B4-BE49-F238E27FC236}">
                  <a16:creationId xmlns:a16="http://schemas.microsoft.com/office/drawing/2014/main" id="{F2C73EC1-C7BD-87F4-472A-F3EEA3A76732}"/>
                </a:ext>
              </a:extLst>
            </p:cNvPr>
            <p:cNvSpPr/>
            <p:nvPr/>
          </p:nvSpPr>
          <p:spPr>
            <a:xfrm>
              <a:off x="3010925" y="1589125"/>
              <a:ext cx="38775" cy="92275"/>
            </a:xfrm>
            <a:custGeom>
              <a:avLst/>
              <a:gdLst/>
              <a:ahLst/>
              <a:cxnLst/>
              <a:rect l="l" t="t" r="r" b="b"/>
              <a:pathLst>
                <a:path w="1551" h="3691" extrusionOk="0">
                  <a:moveTo>
                    <a:pt x="220" y="0"/>
                  </a:moveTo>
                  <a:cubicBezTo>
                    <a:pt x="197" y="0"/>
                    <a:pt x="174" y="6"/>
                    <a:pt x="153" y="20"/>
                  </a:cubicBezTo>
                  <a:cubicBezTo>
                    <a:pt x="61" y="51"/>
                    <a:pt x="1" y="172"/>
                    <a:pt x="31" y="264"/>
                  </a:cubicBezTo>
                  <a:lnTo>
                    <a:pt x="1125" y="3546"/>
                  </a:lnTo>
                  <a:lnTo>
                    <a:pt x="1247" y="3668"/>
                  </a:lnTo>
                  <a:cubicBezTo>
                    <a:pt x="1292" y="3683"/>
                    <a:pt x="1323" y="3691"/>
                    <a:pt x="1346" y="3691"/>
                  </a:cubicBezTo>
                  <a:cubicBezTo>
                    <a:pt x="1368" y="3691"/>
                    <a:pt x="1384" y="3683"/>
                    <a:pt x="1399" y="3668"/>
                  </a:cubicBezTo>
                  <a:cubicBezTo>
                    <a:pt x="1490" y="3607"/>
                    <a:pt x="1551" y="3516"/>
                    <a:pt x="1520" y="3394"/>
                  </a:cubicBezTo>
                  <a:lnTo>
                    <a:pt x="426" y="112"/>
                  </a:lnTo>
                  <a:cubicBezTo>
                    <a:pt x="380" y="65"/>
                    <a:pt x="297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08;p67">
              <a:extLst>
                <a:ext uri="{FF2B5EF4-FFF2-40B4-BE49-F238E27FC236}">
                  <a16:creationId xmlns:a16="http://schemas.microsoft.com/office/drawing/2014/main" id="{1597755E-84CC-DA50-08B5-09E99311AFE9}"/>
                </a:ext>
              </a:extLst>
            </p:cNvPr>
            <p:cNvSpPr/>
            <p:nvPr/>
          </p:nvSpPr>
          <p:spPr>
            <a:xfrm>
              <a:off x="3284500" y="1658400"/>
              <a:ext cx="68400" cy="73075"/>
            </a:xfrm>
            <a:custGeom>
              <a:avLst/>
              <a:gdLst/>
              <a:ahLst/>
              <a:cxnLst/>
              <a:rect l="l" t="t" r="r" b="b"/>
              <a:pathLst>
                <a:path w="2736" h="2923" extrusionOk="0">
                  <a:moveTo>
                    <a:pt x="2523" y="0"/>
                  </a:moveTo>
                  <a:cubicBezTo>
                    <a:pt x="2477" y="0"/>
                    <a:pt x="2432" y="15"/>
                    <a:pt x="2401" y="46"/>
                  </a:cubicBezTo>
                  <a:lnTo>
                    <a:pt x="61" y="2599"/>
                  </a:lnTo>
                  <a:cubicBezTo>
                    <a:pt x="0" y="2660"/>
                    <a:pt x="0" y="2781"/>
                    <a:pt x="61" y="2873"/>
                  </a:cubicBezTo>
                  <a:cubicBezTo>
                    <a:pt x="61" y="2903"/>
                    <a:pt x="122" y="2903"/>
                    <a:pt x="122" y="2903"/>
                  </a:cubicBezTo>
                  <a:cubicBezTo>
                    <a:pt x="147" y="2916"/>
                    <a:pt x="177" y="2923"/>
                    <a:pt x="209" y="2923"/>
                  </a:cubicBezTo>
                  <a:cubicBezTo>
                    <a:pt x="253" y="2923"/>
                    <a:pt x="299" y="2908"/>
                    <a:pt x="334" y="2873"/>
                  </a:cubicBezTo>
                  <a:lnTo>
                    <a:pt x="2645" y="319"/>
                  </a:lnTo>
                  <a:cubicBezTo>
                    <a:pt x="2736" y="228"/>
                    <a:pt x="2736" y="137"/>
                    <a:pt x="2645" y="46"/>
                  </a:cubicBezTo>
                  <a:cubicBezTo>
                    <a:pt x="2614" y="15"/>
                    <a:pt x="2569" y="0"/>
                    <a:pt x="25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09;p67">
              <a:extLst>
                <a:ext uri="{FF2B5EF4-FFF2-40B4-BE49-F238E27FC236}">
                  <a16:creationId xmlns:a16="http://schemas.microsoft.com/office/drawing/2014/main" id="{AD153B0E-5E62-9A7A-ECFF-568F313790C6}"/>
                </a:ext>
              </a:extLst>
            </p:cNvPr>
            <p:cNvSpPr/>
            <p:nvPr/>
          </p:nvSpPr>
          <p:spPr>
            <a:xfrm>
              <a:off x="3324775" y="1726800"/>
              <a:ext cx="85875" cy="55100"/>
            </a:xfrm>
            <a:custGeom>
              <a:avLst/>
              <a:gdLst/>
              <a:ahLst/>
              <a:cxnLst/>
              <a:rect l="l" t="t" r="r" b="b"/>
              <a:pathLst>
                <a:path w="3435" h="2204" extrusionOk="0">
                  <a:moveTo>
                    <a:pt x="3190" y="0"/>
                  </a:moveTo>
                  <a:cubicBezTo>
                    <a:pt x="3154" y="0"/>
                    <a:pt x="3122" y="14"/>
                    <a:pt x="3100" y="45"/>
                  </a:cubicBezTo>
                  <a:lnTo>
                    <a:pt x="182" y="1869"/>
                  </a:lnTo>
                  <a:cubicBezTo>
                    <a:pt x="61" y="1900"/>
                    <a:pt x="0" y="2052"/>
                    <a:pt x="91" y="2143"/>
                  </a:cubicBezTo>
                  <a:cubicBezTo>
                    <a:pt x="91" y="2173"/>
                    <a:pt x="122" y="2203"/>
                    <a:pt x="182" y="2203"/>
                  </a:cubicBezTo>
                  <a:lnTo>
                    <a:pt x="365" y="2203"/>
                  </a:lnTo>
                  <a:lnTo>
                    <a:pt x="3283" y="380"/>
                  </a:lnTo>
                  <a:cubicBezTo>
                    <a:pt x="3404" y="349"/>
                    <a:pt x="3435" y="197"/>
                    <a:pt x="3374" y="106"/>
                  </a:cubicBezTo>
                  <a:cubicBezTo>
                    <a:pt x="3334" y="47"/>
                    <a:pt x="3256" y="0"/>
                    <a:pt x="31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10;p67">
              <a:extLst>
                <a:ext uri="{FF2B5EF4-FFF2-40B4-BE49-F238E27FC236}">
                  <a16:creationId xmlns:a16="http://schemas.microsoft.com/office/drawing/2014/main" id="{879F6E7F-5AF1-913B-16B9-0C124A1CD7C6}"/>
                </a:ext>
              </a:extLst>
            </p:cNvPr>
            <p:cNvSpPr/>
            <p:nvPr/>
          </p:nvSpPr>
          <p:spPr>
            <a:xfrm>
              <a:off x="3352125" y="1807525"/>
              <a:ext cx="95000" cy="35175"/>
            </a:xfrm>
            <a:custGeom>
              <a:avLst/>
              <a:gdLst/>
              <a:ahLst/>
              <a:cxnLst/>
              <a:rect l="l" t="t" r="r" b="b"/>
              <a:pathLst>
                <a:path w="3800" h="1407" extrusionOk="0">
                  <a:moveTo>
                    <a:pt x="3545" y="0"/>
                  </a:moveTo>
                  <a:cubicBezTo>
                    <a:pt x="3528" y="0"/>
                    <a:pt x="3511" y="3"/>
                    <a:pt x="3496" y="8"/>
                  </a:cubicBezTo>
                  <a:lnTo>
                    <a:pt x="183" y="981"/>
                  </a:lnTo>
                  <a:cubicBezTo>
                    <a:pt x="61" y="1041"/>
                    <a:pt x="0" y="1163"/>
                    <a:pt x="31" y="1254"/>
                  </a:cubicBezTo>
                  <a:lnTo>
                    <a:pt x="122" y="1376"/>
                  </a:lnTo>
                  <a:cubicBezTo>
                    <a:pt x="213" y="1376"/>
                    <a:pt x="243" y="1406"/>
                    <a:pt x="304" y="1406"/>
                  </a:cubicBezTo>
                  <a:lnTo>
                    <a:pt x="3587" y="433"/>
                  </a:lnTo>
                  <a:cubicBezTo>
                    <a:pt x="3709" y="373"/>
                    <a:pt x="3800" y="282"/>
                    <a:pt x="3739" y="160"/>
                  </a:cubicBezTo>
                  <a:cubicBezTo>
                    <a:pt x="3714" y="59"/>
                    <a:pt x="3626" y="0"/>
                    <a:pt x="35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11;p67">
              <a:extLst>
                <a:ext uri="{FF2B5EF4-FFF2-40B4-BE49-F238E27FC236}">
                  <a16:creationId xmlns:a16="http://schemas.microsoft.com/office/drawing/2014/main" id="{C6B9C3CB-36F9-953B-6A5A-680BF859EA9D}"/>
                </a:ext>
              </a:extLst>
            </p:cNvPr>
            <p:cNvSpPr/>
            <p:nvPr/>
          </p:nvSpPr>
          <p:spPr>
            <a:xfrm>
              <a:off x="3318675" y="2208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close/>
                </a:path>
              </a:pathLst>
            </a:custGeom>
            <a:noFill/>
            <a:ln w="4550" cap="flat" cmpd="sng">
              <a:solidFill>
                <a:srgbClr val="FFFF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48"/>
          <p:cNvSpPr txBox="1">
            <a:spLocks noGrp="1"/>
          </p:cNvSpPr>
          <p:nvPr>
            <p:ph type="title" idx="5"/>
          </p:nvPr>
        </p:nvSpPr>
        <p:spPr>
          <a:xfrm>
            <a:off x="630930" y="155824"/>
            <a:ext cx="77250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ACADEMICS</a:t>
            </a:r>
            <a:endParaRPr dirty="0"/>
          </a:p>
        </p:txBody>
      </p:sp>
      <p:sp>
        <p:nvSpPr>
          <p:cNvPr id="1377" name="Google Shape;1377;p48"/>
          <p:cNvSpPr txBox="1">
            <a:spLocks noGrp="1"/>
          </p:cNvSpPr>
          <p:nvPr>
            <p:ph type="subTitle" idx="6"/>
          </p:nvPr>
        </p:nvSpPr>
        <p:spPr>
          <a:xfrm>
            <a:off x="891229" y="2526722"/>
            <a:ext cx="2077500" cy="5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Second Rank</a:t>
            </a:r>
          </a:p>
        </p:txBody>
      </p:sp>
      <p:sp>
        <p:nvSpPr>
          <p:cNvPr id="1380" name="Google Shape;1380;p48"/>
          <p:cNvSpPr txBox="1">
            <a:spLocks noGrp="1"/>
          </p:cNvSpPr>
          <p:nvPr>
            <p:ph type="title"/>
          </p:nvPr>
        </p:nvSpPr>
        <p:spPr>
          <a:xfrm>
            <a:off x="884837" y="1490070"/>
            <a:ext cx="2075700" cy="543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92.6%</a:t>
            </a:r>
            <a:endParaRPr sz="3500" dirty="0"/>
          </a:p>
        </p:txBody>
      </p:sp>
      <p:sp>
        <p:nvSpPr>
          <p:cNvPr id="1382" name="Google Shape;1382;p48"/>
          <p:cNvSpPr txBox="1">
            <a:spLocks noGrp="1"/>
          </p:cNvSpPr>
          <p:nvPr>
            <p:ph type="subTitle" idx="7"/>
          </p:nvPr>
        </p:nvSpPr>
        <p:spPr>
          <a:xfrm>
            <a:off x="717409" y="1985893"/>
            <a:ext cx="20757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 Semester</a:t>
            </a:r>
            <a:endParaRPr dirty="0"/>
          </a:p>
        </p:txBody>
      </p:sp>
      <p:sp>
        <p:nvSpPr>
          <p:cNvPr id="1386" name="Google Shape;1386;p48"/>
          <p:cNvSpPr txBox="1">
            <a:spLocks noGrp="1"/>
          </p:cNvSpPr>
          <p:nvPr>
            <p:ph type="subTitle" idx="6"/>
          </p:nvPr>
        </p:nvSpPr>
        <p:spPr>
          <a:xfrm>
            <a:off x="2238223" y="4257694"/>
            <a:ext cx="2077500" cy="5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Second Rank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387" name="Google Shape;1387;p48"/>
          <p:cNvSpPr txBox="1">
            <a:spLocks noGrp="1"/>
          </p:cNvSpPr>
          <p:nvPr>
            <p:ph type="title"/>
          </p:nvPr>
        </p:nvSpPr>
        <p:spPr>
          <a:xfrm>
            <a:off x="2530178" y="3353776"/>
            <a:ext cx="2075700" cy="543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chemeClr val="accent5"/>
                </a:solidFill>
              </a:rPr>
              <a:t>96.66%</a:t>
            </a:r>
            <a:endParaRPr sz="3500" dirty="0">
              <a:solidFill>
                <a:schemeClr val="accent5"/>
              </a:solidFill>
            </a:endParaRPr>
          </a:p>
        </p:txBody>
      </p:sp>
      <p:sp>
        <p:nvSpPr>
          <p:cNvPr id="1388" name="Google Shape;1388;p48"/>
          <p:cNvSpPr txBox="1">
            <a:spLocks noGrp="1"/>
          </p:cNvSpPr>
          <p:nvPr>
            <p:ph type="subTitle" idx="7"/>
          </p:nvPr>
        </p:nvSpPr>
        <p:spPr>
          <a:xfrm>
            <a:off x="2446230" y="3783961"/>
            <a:ext cx="20757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5"/>
                </a:solidFill>
              </a:rPr>
              <a:t>Fourth Semester</a:t>
            </a:r>
            <a:endParaRPr dirty="0">
              <a:solidFill>
                <a:schemeClr val="accent5"/>
              </a:solidFill>
            </a:endParaRPr>
          </a:p>
        </p:txBody>
      </p:sp>
      <p:grpSp>
        <p:nvGrpSpPr>
          <p:cNvPr id="2" name="Google Shape;1383;p48">
            <a:extLst>
              <a:ext uri="{FF2B5EF4-FFF2-40B4-BE49-F238E27FC236}">
                <a16:creationId xmlns:a16="http://schemas.microsoft.com/office/drawing/2014/main" id="{F4F25C97-C946-FFB4-EE5E-165AD80B9723}"/>
              </a:ext>
            </a:extLst>
          </p:cNvPr>
          <p:cNvGrpSpPr/>
          <p:nvPr/>
        </p:nvGrpSpPr>
        <p:grpSpPr>
          <a:xfrm>
            <a:off x="6888164" y="377809"/>
            <a:ext cx="1009773" cy="982062"/>
            <a:chOff x="3663547" y="1337261"/>
            <a:chExt cx="1809832" cy="1810276"/>
          </a:xfrm>
        </p:grpSpPr>
        <p:sp>
          <p:nvSpPr>
            <p:cNvPr id="3" name="Google Shape;1384;p48">
              <a:extLst>
                <a:ext uri="{FF2B5EF4-FFF2-40B4-BE49-F238E27FC236}">
                  <a16:creationId xmlns:a16="http://schemas.microsoft.com/office/drawing/2014/main" id="{A168C1B3-5035-86F0-9FBF-74B8E15E0FDB}"/>
                </a:ext>
              </a:extLst>
            </p:cNvPr>
            <p:cNvSpPr/>
            <p:nvPr/>
          </p:nvSpPr>
          <p:spPr>
            <a:xfrm>
              <a:off x="3663779" y="1337937"/>
              <a:ext cx="1809600" cy="1809600"/>
            </a:xfrm>
            <a:prstGeom prst="donu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85;p48">
              <a:extLst>
                <a:ext uri="{FF2B5EF4-FFF2-40B4-BE49-F238E27FC236}">
                  <a16:creationId xmlns:a16="http://schemas.microsoft.com/office/drawing/2014/main" id="{29EFDC2F-F2EF-025B-4CE8-9125FD00D0EB}"/>
                </a:ext>
              </a:extLst>
            </p:cNvPr>
            <p:cNvSpPr/>
            <p:nvPr/>
          </p:nvSpPr>
          <p:spPr>
            <a:xfrm rot="18000170">
              <a:off x="3663138" y="1337670"/>
              <a:ext cx="1810045" cy="1809225"/>
            </a:xfrm>
            <a:prstGeom prst="blockArc">
              <a:avLst>
                <a:gd name="adj1" fmla="val 694621"/>
                <a:gd name="adj2" fmla="val 19923349"/>
                <a:gd name="adj3" fmla="val 2501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383;p48">
            <a:extLst>
              <a:ext uri="{FF2B5EF4-FFF2-40B4-BE49-F238E27FC236}">
                <a16:creationId xmlns:a16="http://schemas.microsoft.com/office/drawing/2014/main" id="{A21FA64C-32AD-8CEE-6B50-EC2491C771D0}"/>
              </a:ext>
            </a:extLst>
          </p:cNvPr>
          <p:cNvGrpSpPr/>
          <p:nvPr/>
        </p:nvGrpSpPr>
        <p:grpSpPr>
          <a:xfrm>
            <a:off x="1239797" y="404373"/>
            <a:ext cx="1009772" cy="982063"/>
            <a:chOff x="3663548" y="1337260"/>
            <a:chExt cx="1809831" cy="1810277"/>
          </a:xfrm>
        </p:grpSpPr>
        <p:sp>
          <p:nvSpPr>
            <p:cNvPr id="15" name="Google Shape;1384;p48">
              <a:extLst>
                <a:ext uri="{FF2B5EF4-FFF2-40B4-BE49-F238E27FC236}">
                  <a16:creationId xmlns:a16="http://schemas.microsoft.com/office/drawing/2014/main" id="{A1EE9CF2-B858-3AA2-F5AC-9955FC742D11}"/>
                </a:ext>
              </a:extLst>
            </p:cNvPr>
            <p:cNvSpPr/>
            <p:nvPr/>
          </p:nvSpPr>
          <p:spPr>
            <a:xfrm>
              <a:off x="3663779" y="1337937"/>
              <a:ext cx="1809600" cy="1809600"/>
            </a:xfrm>
            <a:prstGeom prst="donu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85;p48">
              <a:extLst>
                <a:ext uri="{FF2B5EF4-FFF2-40B4-BE49-F238E27FC236}">
                  <a16:creationId xmlns:a16="http://schemas.microsoft.com/office/drawing/2014/main" id="{91019EC3-7A58-471B-4659-CDBE64C38AA4}"/>
                </a:ext>
              </a:extLst>
            </p:cNvPr>
            <p:cNvSpPr/>
            <p:nvPr/>
          </p:nvSpPr>
          <p:spPr>
            <a:xfrm rot="18000170">
              <a:off x="3663138" y="1337670"/>
              <a:ext cx="1810045" cy="1809225"/>
            </a:xfrm>
            <a:prstGeom prst="blockArc">
              <a:avLst>
                <a:gd name="adj1" fmla="val 1115541"/>
                <a:gd name="adj2" fmla="val 19923349"/>
                <a:gd name="adj3" fmla="val 2501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383;p48">
            <a:extLst>
              <a:ext uri="{FF2B5EF4-FFF2-40B4-BE49-F238E27FC236}">
                <a16:creationId xmlns:a16="http://schemas.microsoft.com/office/drawing/2014/main" id="{16E8E8BF-5A2C-2BB8-C428-CD27341F962E}"/>
              </a:ext>
            </a:extLst>
          </p:cNvPr>
          <p:cNvGrpSpPr/>
          <p:nvPr/>
        </p:nvGrpSpPr>
        <p:grpSpPr>
          <a:xfrm>
            <a:off x="2474308" y="2303211"/>
            <a:ext cx="1009772" cy="982063"/>
            <a:chOff x="3663548" y="1337260"/>
            <a:chExt cx="1809831" cy="1810277"/>
          </a:xfrm>
        </p:grpSpPr>
        <p:sp>
          <p:nvSpPr>
            <p:cNvPr id="18" name="Google Shape;1384;p48">
              <a:extLst>
                <a:ext uri="{FF2B5EF4-FFF2-40B4-BE49-F238E27FC236}">
                  <a16:creationId xmlns:a16="http://schemas.microsoft.com/office/drawing/2014/main" id="{3B63C099-E96F-58D7-2EC5-ED71E3E1E695}"/>
                </a:ext>
              </a:extLst>
            </p:cNvPr>
            <p:cNvSpPr/>
            <p:nvPr/>
          </p:nvSpPr>
          <p:spPr>
            <a:xfrm>
              <a:off x="3663779" y="1337937"/>
              <a:ext cx="1809600" cy="1809600"/>
            </a:xfrm>
            <a:prstGeom prst="donu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85;p48">
              <a:extLst>
                <a:ext uri="{FF2B5EF4-FFF2-40B4-BE49-F238E27FC236}">
                  <a16:creationId xmlns:a16="http://schemas.microsoft.com/office/drawing/2014/main" id="{9BDCDD8C-58C9-074B-6D08-2C5B778457A1}"/>
                </a:ext>
              </a:extLst>
            </p:cNvPr>
            <p:cNvSpPr/>
            <p:nvPr/>
          </p:nvSpPr>
          <p:spPr>
            <a:xfrm rot="18000170">
              <a:off x="3663138" y="1337670"/>
              <a:ext cx="1810045" cy="1809225"/>
            </a:xfrm>
            <a:prstGeom prst="blockArc">
              <a:avLst>
                <a:gd name="adj1" fmla="val 20915120"/>
                <a:gd name="adj2" fmla="val 19712144"/>
                <a:gd name="adj3" fmla="val 2502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1377;p48">
            <a:extLst>
              <a:ext uri="{FF2B5EF4-FFF2-40B4-BE49-F238E27FC236}">
                <a16:creationId xmlns:a16="http://schemas.microsoft.com/office/drawing/2014/main" id="{F7F19B9A-F6B6-C28E-8088-97DC0484DCAF}"/>
              </a:ext>
            </a:extLst>
          </p:cNvPr>
          <p:cNvSpPr txBox="1">
            <a:spLocks/>
          </p:cNvSpPr>
          <p:nvPr/>
        </p:nvSpPr>
        <p:spPr>
          <a:xfrm>
            <a:off x="7097291" y="2449094"/>
            <a:ext cx="2077500" cy="5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/>
              <a:t>Second Rank</a:t>
            </a:r>
          </a:p>
        </p:txBody>
      </p:sp>
      <p:sp>
        <p:nvSpPr>
          <p:cNvPr id="21" name="Google Shape;1380;p48">
            <a:extLst>
              <a:ext uri="{FF2B5EF4-FFF2-40B4-BE49-F238E27FC236}">
                <a16:creationId xmlns:a16="http://schemas.microsoft.com/office/drawing/2014/main" id="{610D5960-B602-D1AE-85A4-74EBB4F45ACF}"/>
              </a:ext>
            </a:extLst>
          </p:cNvPr>
          <p:cNvSpPr txBox="1">
            <a:spLocks/>
          </p:cNvSpPr>
          <p:nvPr/>
        </p:nvSpPr>
        <p:spPr>
          <a:xfrm>
            <a:off x="6919287" y="1481539"/>
            <a:ext cx="20757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0"/>
              <a:buFont typeface="Martel Heavy"/>
              <a:buNone/>
              <a:defRPr sz="7000" b="0" i="0" u="none" strike="noStrike" cap="none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500" dirty="0"/>
              <a:t>94.4%</a:t>
            </a:r>
          </a:p>
        </p:txBody>
      </p:sp>
      <p:sp>
        <p:nvSpPr>
          <p:cNvPr id="22" name="Google Shape;1382;p48">
            <a:extLst>
              <a:ext uri="{FF2B5EF4-FFF2-40B4-BE49-F238E27FC236}">
                <a16:creationId xmlns:a16="http://schemas.microsoft.com/office/drawing/2014/main" id="{9D2AB2AB-AEF0-0BAC-B6A8-63344326733B}"/>
              </a:ext>
            </a:extLst>
          </p:cNvPr>
          <p:cNvSpPr txBox="1">
            <a:spLocks/>
          </p:cNvSpPr>
          <p:nvPr/>
        </p:nvSpPr>
        <p:spPr>
          <a:xfrm>
            <a:off x="6751859" y="1977362"/>
            <a:ext cx="20757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 b="0" i="0" u="none" strike="noStrike" cap="none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Third Semester</a:t>
            </a:r>
          </a:p>
        </p:txBody>
      </p:sp>
      <p:sp>
        <p:nvSpPr>
          <p:cNvPr id="23" name="Google Shape;1377;p48">
            <a:extLst>
              <a:ext uri="{FF2B5EF4-FFF2-40B4-BE49-F238E27FC236}">
                <a16:creationId xmlns:a16="http://schemas.microsoft.com/office/drawing/2014/main" id="{79C28AC6-9541-5D84-532D-87C673897492}"/>
              </a:ext>
            </a:extLst>
          </p:cNvPr>
          <p:cNvSpPr txBox="1">
            <a:spLocks/>
          </p:cNvSpPr>
          <p:nvPr/>
        </p:nvSpPr>
        <p:spPr>
          <a:xfrm>
            <a:off x="3862466" y="2570502"/>
            <a:ext cx="2077500" cy="5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/>
              <a:t>Second Rank</a:t>
            </a:r>
          </a:p>
        </p:txBody>
      </p:sp>
      <p:sp>
        <p:nvSpPr>
          <p:cNvPr id="24" name="Google Shape;1380;p48">
            <a:extLst>
              <a:ext uri="{FF2B5EF4-FFF2-40B4-BE49-F238E27FC236}">
                <a16:creationId xmlns:a16="http://schemas.microsoft.com/office/drawing/2014/main" id="{7B82B9F0-17B3-12AC-C04A-2E363D290B63}"/>
              </a:ext>
            </a:extLst>
          </p:cNvPr>
          <p:cNvSpPr txBox="1">
            <a:spLocks/>
          </p:cNvSpPr>
          <p:nvPr/>
        </p:nvSpPr>
        <p:spPr>
          <a:xfrm>
            <a:off x="3703800" y="1636636"/>
            <a:ext cx="20757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0"/>
              <a:buFont typeface="Martel Heavy"/>
              <a:buNone/>
              <a:defRPr sz="7000" b="0" i="0" u="none" strike="noStrike" cap="none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500" dirty="0"/>
              <a:t>94.5%</a:t>
            </a:r>
          </a:p>
        </p:txBody>
      </p:sp>
      <p:sp>
        <p:nvSpPr>
          <p:cNvPr id="25" name="Google Shape;1382;p48">
            <a:extLst>
              <a:ext uri="{FF2B5EF4-FFF2-40B4-BE49-F238E27FC236}">
                <a16:creationId xmlns:a16="http://schemas.microsoft.com/office/drawing/2014/main" id="{BE6B709E-E176-0519-7036-D1CEC0A8A4B9}"/>
              </a:ext>
            </a:extLst>
          </p:cNvPr>
          <p:cNvSpPr txBox="1">
            <a:spLocks/>
          </p:cNvSpPr>
          <p:nvPr/>
        </p:nvSpPr>
        <p:spPr>
          <a:xfrm>
            <a:off x="3472595" y="2036678"/>
            <a:ext cx="20757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 b="0" i="0" u="none" strike="noStrike" cap="none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Second Semester</a:t>
            </a:r>
          </a:p>
        </p:txBody>
      </p:sp>
      <p:grpSp>
        <p:nvGrpSpPr>
          <p:cNvPr id="37" name="Google Shape;1383;p48">
            <a:extLst>
              <a:ext uri="{FF2B5EF4-FFF2-40B4-BE49-F238E27FC236}">
                <a16:creationId xmlns:a16="http://schemas.microsoft.com/office/drawing/2014/main" id="{2D6C7CE0-774C-437D-7811-3DC69C02A7CA}"/>
              </a:ext>
            </a:extLst>
          </p:cNvPr>
          <p:cNvGrpSpPr/>
          <p:nvPr/>
        </p:nvGrpSpPr>
        <p:grpSpPr>
          <a:xfrm>
            <a:off x="5551247" y="2303578"/>
            <a:ext cx="1009773" cy="982062"/>
            <a:chOff x="3663547" y="1337261"/>
            <a:chExt cx="1809832" cy="1810276"/>
          </a:xfrm>
        </p:grpSpPr>
        <p:sp>
          <p:nvSpPr>
            <p:cNvPr id="38" name="Google Shape;1384;p48">
              <a:extLst>
                <a:ext uri="{FF2B5EF4-FFF2-40B4-BE49-F238E27FC236}">
                  <a16:creationId xmlns:a16="http://schemas.microsoft.com/office/drawing/2014/main" id="{F8C3D125-EEF6-C3AE-79DA-3341DC33EE60}"/>
                </a:ext>
              </a:extLst>
            </p:cNvPr>
            <p:cNvSpPr/>
            <p:nvPr/>
          </p:nvSpPr>
          <p:spPr>
            <a:xfrm>
              <a:off x="3663779" y="1337937"/>
              <a:ext cx="1809600" cy="1809600"/>
            </a:xfrm>
            <a:prstGeom prst="donu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85;p48">
              <a:extLst>
                <a:ext uri="{FF2B5EF4-FFF2-40B4-BE49-F238E27FC236}">
                  <a16:creationId xmlns:a16="http://schemas.microsoft.com/office/drawing/2014/main" id="{6633ACC0-1FA7-3665-9C23-3A3644D50A69}"/>
                </a:ext>
              </a:extLst>
            </p:cNvPr>
            <p:cNvSpPr/>
            <p:nvPr/>
          </p:nvSpPr>
          <p:spPr>
            <a:xfrm rot="18000170">
              <a:off x="3663138" y="1337670"/>
              <a:ext cx="1810045" cy="1809225"/>
            </a:xfrm>
            <a:prstGeom prst="blockArc">
              <a:avLst>
                <a:gd name="adj1" fmla="val 20818622"/>
                <a:gd name="adj2" fmla="val 19923349"/>
                <a:gd name="adj3" fmla="val 2501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1383;p48">
            <a:extLst>
              <a:ext uri="{FF2B5EF4-FFF2-40B4-BE49-F238E27FC236}">
                <a16:creationId xmlns:a16="http://schemas.microsoft.com/office/drawing/2014/main" id="{64C16D67-084E-913C-112D-6A4900F043EC}"/>
              </a:ext>
            </a:extLst>
          </p:cNvPr>
          <p:cNvGrpSpPr/>
          <p:nvPr/>
        </p:nvGrpSpPr>
        <p:grpSpPr>
          <a:xfrm>
            <a:off x="4063811" y="648072"/>
            <a:ext cx="1009773" cy="982062"/>
            <a:chOff x="3663547" y="1337261"/>
            <a:chExt cx="1809832" cy="1810276"/>
          </a:xfrm>
        </p:grpSpPr>
        <p:sp>
          <p:nvSpPr>
            <p:cNvPr id="41" name="Google Shape;1384;p48">
              <a:extLst>
                <a:ext uri="{FF2B5EF4-FFF2-40B4-BE49-F238E27FC236}">
                  <a16:creationId xmlns:a16="http://schemas.microsoft.com/office/drawing/2014/main" id="{CD6AF358-A06F-F9FA-CC5F-6D11B3167A92}"/>
                </a:ext>
              </a:extLst>
            </p:cNvPr>
            <p:cNvSpPr/>
            <p:nvPr/>
          </p:nvSpPr>
          <p:spPr>
            <a:xfrm>
              <a:off x="3663779" y="1337937"/>
              <a:ext cx="1809600" cy="1809600"/>
            </a:xfrm>
            <a:prstGeom prst="donu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85;p48">
              <a:extLst>
                <a:ext uri="{FF2B5EF4-FFF2-40B4-BE49-F238E27FC236}">
                  <a16:creationId xmlns:a16="http://schemas.microsoft.com/office/drawing/2014/main" id="{0A6412E4-5FED-4EEE-3A00-FB0CB0CFD979}"/>
                </a:ext>
              </a:extLst>
            </p:cNvPr>
            <p:cNvSpPr/>
            <p:nvPr/>
          </p:nvSpPr>
          <p:spPr>
            <a:xfrm rot="18000170">
              <a:off x="3663138" y="1337670"/>
              <a:ext cx="1810045" cy="1809225"/>
            </a:xfrm>
            <a:prstGeom prst="blockArc">
              <a:avLst>
                <a:gd name="adj1" fmla="val 220056"/>
                <a:gd name="adj2" fmla="val 19923349"/>
                <a:gd name="adj3" fmla="val 2501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1386;p48">
            <a:extLst>
              <a:ext uri="{FF2B5EF4-FFF2-40B4-BE49-F238E27FC236}">
                <a16:creationId xmlns:a16="http://schemas.microsoft.com/office/drawing/2014/main" id="{24DBB7D1-407D-8F61-F331-F727C375C769}"/>
              </a:ext>
            </a:extLst>
          </p:cNvPr>
          <p:cNvSpPr txBox="1">
            <a:spLocks/>
          </p:cNvSpPr>
          <p:nvPr/>
        </p:nvSpPr>
        <p:spPr>
          <a:xfrm>
            <a:off x="5411821" y="4281544"/>
            <a:ext cx="2077500" cy="5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dirty="0"/>
              <a:t>First Rank</a:t>
            </a:r>
          </a:p>
        </p:txBody>
      </p:sp>
      <p:sp>
        <p:nvSpPr>
          <p:cNvPr id="44" name="Google Shape;1387;p48">
            <a:extLst>
              <a:ext uri="{FF2B5EF4-FFF2-40B4-BE49-F238E27FC236}">
                <a16:creationId xmlns:a16="http://schemas.microsoft.com/office/drawing/2014/main" id="{4D0A968D-8230-A39A-E465-7888049025DF}"/>
              </a:ext>
            </a:extLst>
          </p:cNvPr>
          <p:cNvSpPr txBox="1">
            <a:spLocks/>
          </p:cNvSpPr>
          <p:nvPr/>
        </p:nvSpPr>
        <p:spPr>
          <a:xfrm>
            <a:off x="5703776" y="3377626"/>
            <a:ext cx="20757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0"/>
              <a:buFont typeface="Martel Heavy"/>
              <a:buNone/>
              <a:defRPr sz="7000" b="0" i="0" u="none" strike="noStrike" cap="none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500" dirty="0">
                <a:solidFill>
                  <a:schemeClr val="accent5"/>
                </a:solidFill>
              </a:rPr>
              <a:t>97.55%</a:t>
            </a:r>
          </a:p>
        </p:txBody>
      </p:sp>
      <p:sp>
        <p:nvSpPr>
          <p:cNvPr id="45" name="Google Shape;1388;p48">
            <a:extLst>
              <a:ext uri="{FF2B5EF4-FFF2-40B4-BE49-F238E27FC236}">
                <a16:creationId xmlns:a16="http://schemas.microsoft.com/office/drawing/2014/main" id="{9BD64D7C-3C4B-3A3E-A1A8-3F80017B6DC6}"/>
              </a:ext>
            </a:extLst>
          </p:cNvPr>
          <p:cNvSpPr txBox="1">
            <a:spLocks/>
          </p:cNvSpPr>
          <p:nvPr/>
        </p:nvSpPr>
        <p:spPr>
          <a:xfrm>
            <a:off x="5619828" y="3807811"/>
            <a:ext cx="20757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 b="0" i="0" u="none" strike="noStrike" cap="none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accent5"/>
                </a:solidFill>
              </a:rPr>
              <a:t>Fifth Semester</a:t>
            </a:r>
            <a:endParaRPr lang="en-IN" dirty="0">
              <a:solidFill>
                <a:schemeClr val="accent5"/>
              </a:solidFill>
            </a:endParaRPr>
          </a:p>
        </p:txBody>
      </p:sp>
      <p:grpSp>
        <p:nvGrpSpPr>
          <p:cNvPr id="46" name="Google Shape;2393;p67">
            <a:extLst>
              <a:ext uri="{FF2B5EF4-FFF2-40B4-BE49-F238E27FC236}">
                <a16:creationId xmlns:a16="http://schemas.microsoft.com/office/drawing/2014/main" id="{07291762-1EF1-89EE-40E8-0768748C9A74}"/>
              </a:ext>
            </a:extLst>
          </p:cNvPr>
          <p:cNvGrpSpPr/>
          <p:nvPr/>
        </p:nvGrpSpPr>
        <p:grpSpPr>
          <a:xfrm>
            <a:off x="791897" y="3625726"/>
            <a:ext cx="656575" cy="770625"/>
            <a:chOff x="3038750" y="1514425"/>
            <a:chExt cx="656575" cy="770625"/>
          </a:xfrm>
        </p:grpSpPr>
        <p:sp>
          <p:nvSpPr>
            <p:cNvPr id="47" name="Google Shape;2394;p67">
              <a:extLst>
                <a:ext uri="{FF2B5EF4-FFF2-40B4-BE49-F238E27FC236}">
                  <a16:creationId xmlns:a16="http://schemas.microsoft.com/office/drawing/2014/main" id="{02C99ED9-5A8F-3E65-727C-6C1B2A7752D0}"/>
                </a:ext>
              </a:extLst>
            </p:cNvPr>
            <p:cNvSpPr/>
            <p:nvPr/>
          </p:nvSpPr>
          <p:spPr>
            <a:xfrm>
              <a:off x="3038750" y="1514425"/>
              <a:ext cx="656575" cy="770625"/>
            </a:xfrm>
            <a:custGeom>
              <a:avLst/>
              <a:gdLst/>
              <a:ahLst/>
              <a:cxnLst/>
              <a:rect l="l" t="t" r="r" b="b"/>
              <a:pathLst>
                <a:path w="26263" h="30825" extrusionOk="0">
                  <a:moveTo>
                    <a:pt x="6562" y="0"/>
                  </a:moveTo>
                  <a:cubicBezTo>
                    <a:pt x="6417" y="0"/>
                    <a:pt x="6271" y="31"/>
                    <a:pt x="6141" y="97"/>
                  </a:cubicBezTo>
                  <a:lnTo>
                    <a:pt x="548" y="3319"/>
                  </a:lnTo>
                  <a:cubicBezTo>
                    <a:pt x="153" y="3592"/>
                    <a:pt x="1" y="4170"/>
                    <a:pt x="213" y="4595"/>
                  </a:cubicBezTo>
                  <a:lnTo>
                    <a:pt x="457" y="4960"/>
                  </a:lnTo>
                  <a:cubicBezTo>
                    <a:pt x="624" y="5266"/>
                    <a:pt x="944" y="5420"/>
                    <a:pt x="1301" y="5420"/>
                  </a:cubicBezTo>
                  <a:cubicBezTo>
                    <a:pt x="1333" y="5420"/>
                    <a:pt x="1366" y="5418"/>
                    <a:pt x="1399" y="5416"/>
                  </a:cubicBezTo>
                  <a:lnTo>
                    <a:pt x="6323" y="18152"/>
                  </a:lnTo>
                  <a:lnTo>
                    <a:pt x="6597" y="27848"/>
                  </a:lnTo>
                  <a:cubicBezTo>
                    <a:pt x="6653" y="29530"/>
                    <a:pt x="8028" y="30824"/>
                    <a:pt x="9648" y="30824"/>
                  </a:cubicBezTo>
                  <a:cubicBezTo>
                    <a:pt x="9784" y="30824"/>
                    <a:pt x="9922" y="30815"/>
                    <a:pt x="10062" y="30796"/>
                  </a:cubicBezTo>
                  <a:cubicBezTo>
                    <a:pt x="16110" y="30036"/>
                    <a:pt x="21582" y="26906"/>
                    <a:pt x="25229" y="22042"/>
                  </a:cubicBezTo>
                  <a:cubicBezTo>
                    <a:pt x="26263" y="20583"/>
                    <a:pt x="25837" y="18486"/>
                    <a:pt x="24317" y="17544"/>
                  </a:cubicBezTo>
                  <a:lnTo>
                    <a:pt x="16050" y="12498"/>
                  </a:lnTo>
                  <a:lnTo>
                    <a:pt x="7478" y="1920"/>
                  </a:lnTo>
                  <a:cubicBezTo>
                    <a:pt x="7752" y="1616"/>
                    <a:pt x="7812" y="1191"/>
                    <a:pt x="7630" y="826"/>
                  </a:cubicBezTo>
                  <a:lnTo>
                    <a:pt x="7387" y="431"/>
                  </a:lnTo>
                  <a:cubicBezTo>
                    <a:pt x="7218" y="157"/>
                    <a:pt x="6890" y="0"/>
                    <a:pt x="6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95;p67">
              <a:extLst>
                <a:ext uri="{FF2B5EF4-FFF2-40B4-BE49-F238E27FC236}">
                  <a16:creationId xmlns:a16="http://schemas.microsoft.com/office/drawing/2014/main" id="{0ABA8F13-D25A-13B5-3ED8-97ACF758FFA7}"/>
                </a:ext>
              </a:extLst>
            </p:cNvPr>
            <p:cNvSpPr/>
            <p:nvPr/>
          </p:nvSpPr>
          <p:spPr>
            <a:xfrm>
              <a:off x="3168700" y="1740225"/>
              <a:ext cx="496225" cy="524875"/>
            </a:xfrm>
            <a:custGeom>
              <a:avLst/>
              <a:gdLst/>
              <a:ahLst/>
              <a:cxnLst/>
              <a:rect l="l" t="t" r="r" b="b"/>
              <a:pathLst>
                <a:path w="19849" h="20995" extrusionOk="0">
                  <a:moveTo>
                    <a:pt x="6991" y="1"/>
                  </a:moveTo>
                  <a:lnTo>
                    <a:pt x="0" y="4074"/>
                  </a:lnTo>
                  <a:lnTo>
                    <a:pt x="1885" y="8968"/>
                  </a:lnTo>
                  <a:lnTo>
                    <a:pt x="2158" y="18785"/>
                  </a:lnTo>
                  <a:cubicBezTo>
                    <a:pt x="2158" y="19424"/>
                    <a:pt x="2462" y="20032"/>
                    <a:pt x="2979" y="20457"/>
                  </a:cubicBezTo>
                  <a:cubicBezTo>
                    <a:pt x="3390" y="20791"/>
                    <a:pt x="3888" y="20995"/>
                    <a:pt x="4418" y="20995"/>
                  </a:cubicBezTo>
                  <a:cubicBezTo>
                    <a:pt x="4515" y="20995"/>
                    <a:pt x="4613" y="20988"/>
                    <a:pt x="4712" y="20974"/>
                  </a:cubicBezTo>
                  <a:cubicBezTo>
                    <a:pt x="7599" y="20640"/>
                    <a:pt x="10365" y="19697"/>
                    <a:pt x="12888" y="18238"/>
                  </a:cubicBezTo>
                  <a:cubicBezTo>
                    <a:pt x="15381" y="16749"/>
                    <a:pt x="17569" y="14864"/>
                    <a:pt x="19302" y="12494"/>
                  </a:cubicBezTo>
                  <a:cubicBezTo>
                    <a:pt x="19697" y="11977"/>
                    <a:pt x="19849" y="11369"/>
                    <a:pt x="19727" y="10731"/>
                  </a:cubicBezTo>
                  <a:cubicBezTo>
                    <a:pt x="19606" y="10062"/>
                    <a:pt x="19241" y="9545"/>
                    <a:pt x="18663" y="9211"/>
                  </a:cubicBezTo>
                  <a:lnTo>
                    <a:pt x="10304" y="410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396;p67">
              <a:extLst>
                <a:ext uri="{FF2B5EF4-FFF2-40B4-BE49-F238E27FC236}">
                  <a16:creationId xmlns:a16="http://schemas.microsoft.com/office/drawing/2014/main" id="{70954674-6239-B069-CA97-136ED50376C4}"/>
                </a:ext>
              </a:extLst>
            </p:cNvPr>
            <p:cNvSpPr/>
            <p:nvPr/>
          </p:nvSpPr>
          <p:spPr>
            <a:xfrm>
              <a:off x="3228725" y="1876650"/>
              <a:ext cx="56250" cy="49200"/>
            </a:xfrm>
            <a:custGeom>
              <a:avLst/>
              <a:gdLst/>
              <a:ahLst/>
              <a:cxnLst/>
              <a:rect l="l" t="t" r="r" b="b"/>
              <a:pathLst>
                <a:path w="2250" h="1968" extrusionOk="0">
                  <a:moveTo>
                    <a:pt x="1125" y="1"/>
                  </a:moveTo>
                  <a:cubicBezTo>
                    <a:pt x="951" y="1"/>
                    <a:pt x="773" y="44"/>
                    <a:pt x="608" y="137"/>
                  </a:cubicBezTo>
                  <a:cubicBezTo>
                    <a:pt x="153" y="410"/>
                    <a:pt x="1" y="988"/>
                    <a:pt x="274" y="1474"/>
                  </a:cubicBezTo>
                  <a:cubicBezTo>
                    <a:pt x="460" y="1784"/>
                    <a:pt x="786" y="1967"/>
                    <a:pt x="1129" y="1967"/>
                  </a:cubicBezTo>
                  <a:cubicBezTo>
                    <a:pt x="1290" y="1967"/>
                    <a:pt x="1456" y="1927"/>
                    <a:pt x="1612" y="1839"/>
                  </a:cubicBezTo>
                  <a:cubicBezTo>
                    <a:pt x="2067" y="1565"/>
                    <a:pt x="2250" y="957"/>
                    <a:pt x="1976" y="471"/>
                  </a:cubicBezTo>
                  <a:cubicBezTo>
                    <a:pt x="1795" y="169"/>
                    <a:pt x="1467" y="1"/>
                    <a:pt x="11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397;p67">
              <a:extLst>
                <a:ext uri="{FF2B5EF4-FFF2-40B4-BE49-F238E27FC236}">
                  <a16:creationId xmlns:a16="http://schemas.microsoft.com/office/drawing/2014/main" id="{51F143D5-2785-AAC3-1A3D-5346097C823F}"/>
                </a:ext>
              </a:extLst>
            </p:cNvPr>
            <p:cNvSpPr/>
            <p:nvPr/>
          </p:nvSpPr>
          <p:spPr>
            <a:xfrm>
              <a:off x="3439975" y="1934125"/>
              <a:ext cx="91225" cy="79925"/>
            </a:xfrm>
            <a:custGeom>
              <a:avLst/>
              <a:gdLst/>
              <a:ahLst/>
              <a:cxnLst/>
              <a:rect l="l" t="t" r="r" b="b"/>
              <a:pathLst>
                <a:path w="3649" h="3197" extrusionOk="0">
                  <a:moveTo>
                    <a:pt x="1807" y="0"/>
                  </a:moveTo>
                  <a:cubicBezTo>
                    <a:pt x="1533" y="0"/>
                    <a:pt x="1255" y="68"/>
                    <a:pt x="1004" y="209"/>
                  </a:cubicBezTo>
                  <a:cubicBezTo>
                    <a:pt x="244" y="665"/>
                    <a:pt x="1" y="1637"/>
                    <a:pt x="426" y="2397"/>
                  </a:cubicBezTo>
                  <a:cubicBezTo>
                    <a:pt x="731" y="2906"/>
                    <a:pt x="1268" y="3196"/>
                    <a:pt x="1817" y="3196"/>
                  </a:cubicBezTo>
                  <a:cubicBezTo>
                    <a:pt x="2089" y="3196"/>
                    <a:pt x="2363" y="3125"/>
                    <a:pt x="2615" y="2975"/>
                  </a:cubicBezTo>
                  <a:cubicBezTo>
                    <a:pt x="3375" y="2549"/>
                    <a:pt x="3648" y="1576"/>
                    <a:pt x="3192" y="786"/>
                  </a:cubicBezTo>
                  <a:cubicBezTo>
                    <a:pt x="2907" y="277"/>
                    <a:pt x="2364" y="0"/>
                    <a:pt x="18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398;p67">
              <a:extLst>
                <a:ext uri="{FF2B5EF4-FFF2-40B4-BE49-F238E27FC236}">
                  <a16:creationId xmlns:a16="http://schemas.microsoft.com/office/drawing/2014/main" id="{1F5F0880-E1AD-304F-E299-21ED1E254B5D}"/>
                </a:ext>
              </a:extLst>
            </p:cNvPr>
            <p:cNvSpPr/>
            <p:nvPr/>
          </p:nvSpPr>
          <p:spPr>
            <a:xfrm>
              <a:off x="3385275" y="2073925"/>
              <a:ext cx="32700" cy="28350"/>
            </a:xfrm>
            <a:custGeom>
              <a:avLst/>
              <a:gdLst/>
              <a:ahLst/>
              <a:cxnLst/>
              <a:rect l="l" t="t" r="r" b="b"/>
              <a:pathLst>
                <a:path w="1308" h="1134" extrusionOk="0">
                  <a:moveTo>
                    <a:pt x="651" y="0"/>
                  </a:moveTo>
                  <a:cubicBezTo>
                    <a:pt x="554" y="0"/>
                    <a:pt x="456" y="27"/>
                    <a:pt x="365" y="88"/>
                  </a:cubicBezTo>
                  <a:cubicBezTo>
                    <a:pt x="91" y="240"/>
                    <a:pt x="0" y="574"/>
                    <a:pt x="152" y="848"/>
                  </a:cubicBezTo>
                  <a:cubicBezTo>
                    <a:pt x="255" y="1032"/>
                    <a:pt x="454" y="1134"/>
                    <a:pt x="656" y="1134"/>
                  </a:cubicBezTo>
                  <a:cubicBezTo>
                    <a:pt x="754" y="1134"/>
                    <a:pt x="853" y="1110"/>
                    <a:pt x="942" y="1060"/>
                  </a:cubicBezTo>
                  <a:cubicBezTo>
                    <a:pt x="1216" y="908"/>
                    <a:pt x="1307" y="544"/>
                    <a:pt x="1155" y="270"/>
                  </a:cubicBezTo>
                  <a:cubicBezTo>
                    <a:pt x="1034" y="108"/>
                    <a:pt x="844" y="0"/>
                    <a:pt x="6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399;p67">
              <a:extLst>
                <a:ext uri="{FF2B5EF4-FFF2-40B4-BE49-F238E27FC236}">
                  <a16:creationId xmlns:a16="http://schemas.microsoft.com/office/drawing/2014/main" id="{938CA71C-B979-3959-7FD1-EAA332749369}"/>
                </a:ext>
              </a:extLst>
            </p:cNvPr>
            <p:cNvSpPr/>
            <p:nvPr/>
          </p:nvSpPr>
          <p:spPr>
            <a:xfrm>
              <a:off x="3275075" y="2115700"/>
              <a:ext cx="99575" cy="87250"/>
            </a:xfrm>
            <a:custGeom>
              <a:avLst/>
              <a:gdLst/>
              <a:ahLst/>
              <a:cxnLst/>
              <a:rect l="l" t="t" r="r" b="b"/>
              <a:pathLst>
                <a:path w="3983" h="3490" extrusionOk="0">
                  <a:moveTo>
                    <a:pt x="1997" y="1"/>
                  </a:moveTo>
                  <a:cubicBezTo>
                    <a:pt x="1700" y="1"/>
                    <a:pt x="1399" y="78"/>
                    <a:pt x="1125" y="241"/>
                  </a:cubicBezTo>
                  <a:cubicBezTo>
                    <a:pt x="274" y="727"/>
                    <a:pt x="1" y="1791"/>
                    <a:pt x="487" y="2611"/>
                  </a:cubicBezTo>
                  <a:cubicBezTo>
                    <a:pt x="811" y="3179"/>
                    <a:pt x="1392" y="3489"/>
                    <a:pt x="1987" y="3489"/>
                  </a:cubicBezTo>
                  <a:cubicBezTo>
                    <a:pt x="2284" y="3489"/>
                    <a:pt x="2584" y="3412"/>
                    <a:pt x="2858" y="3250"/>
                  </a:cubicBezTo>
                  <a:cubicBezTo>
                    <a:pt x="3709" y="2763"/>
                    <a:pt x="3983" y="1700"/>
                    <a:pt x="3496" y="879"/>
                  </a:cubicBezTo>
                  <a:cubicBezTo>
                    <a:pt x="3172" y="311"/>
                    <a:pt x="2591" y="1"/>
                    <a:pt x="19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2400;p67">
            <a:extLst>
              <a:ext uri="{FF2B5EF4-FFF2-40B4-BE49-F238E27FC236}">
                <a16:creationId xmlns:a16="http://schemas.microsoft.com/office/drawing/2014/main" id="{15A50DCC-609B-681D-3FC4-DD9187579D79}"/>
              </a:ext>
            </a:extLst>
          </p:cNvPr>
          <p:cNvGrpSpPr/>
          <p:nvPr/>
        </p:nvGrpSpPr>
        <p:grpSpPr>
          <a:xfrm rot="17049471">
            <a:off x="8103110" y="4003166"/>
            <a:ext cx="749472" cy="921725"/>
            <a:chOff x="2899225" y="1572150"/>
            <a:chExt cx="547900" cy="673825"/>
          </a:xfrm>
        </p:grpSpPr>
        <p:sp>
          <p:nvSpPr>
            <p:cNvPr id="54" name="Google Shape;2401;p67">
              <a:extLst>
                <a:ext uri="{FF2B5EF4-FFF2-40B4-BE49-F238E27FC236}">
                  <a16:creationId xmlns:a16="http://schemas.microsoft.com/office/drawing/2014/main" id="{9E749E89-47C6-B37B-EB87-620B47A1F08F}"/>
                </a:ext>
              </a:extLst>
            </p:cNvPr>
            <p:cNvSpPr/>
            <p:nvPr/>
          </p:nvSpPr>
          <p:spPr>
            <a:xfrm>
              <a:off x="2924300" y="1716200"/>
              <a:ext cx="409600" cy="447925"/>
            </a:xfrm>
            <a:custGeom>
              <a:avLst/>
              <a:gdLst/>
              <a:ahLst/>
              <a:cxnLst/>
              <a:rect l="l" t="t" r="r" b="b"/>
              <a:pathLst>
                <a:path w="16384" h="17917" extrusionOk="0">
                  <a:moveTo>
                    <a:pt x="8380" y="0"/>
                  </a:moveTo>
                  <a:cubicBezTo>
                    <a:pt x="6073" y="0"/>
                    <a:pt x="3830" y="1158"/>
                    <a:pt x="2523" y="3205"/>
                  </a:cubicBezTo>
                  <a:cubicBezTo>
                    <a:pt x="1915" y="4147"/>
                    <a:pt x="1551" y="5211"/>
                    <a:pt x="1460" y="6245"/>
                  </a:cubicBezTo>
                  <a:cubicBezTo>
                    <a:pt x="1216" y="8919"/>
                    <a:pt x="730" y="11533"/>
                    <a:pt x="1" y="14117"/>
                  </a:cubicBezTo>
                  <a:lnTo>
                    <a:pt x="7417" y="17916"/>
                  </a:lnTo>
                  <a:cubicBezTo>
                    <a:pt x="9119" y="15850"/>
                    <a:pt x="10943" y="13874"/>
                    <a:pt x="12949" y="12141"/>
                  </a:cubicBezTo>
                  <a:cubicBezTo>
                    <a:pt x="13618" y="11564"/>
                    <a:pt x="14135" y="10895"/>
                    <a:pt x="14560" y="10074"/>
                  </a:cubicBezTo>
                  <a:cubicBezTo>
                    <a:pt x="16384" y="6549"/>
                    <a:pt x="14864" y="2141"/>
                    <a:pt x="11095" y="561"/>
                  </a:cubicBezTo>
                  <a:cubicBezTo>
                    <a:pt x="10216" y="181"/>
                    <a:pt x="9293" y="0"/>
                    <a:pt x="8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402;p67">
              <a:extLst>
                <a:ext uri="{FF2B5EF4-FFF2-40B4-BE49-F238E27FC236}">
                  <a16:creationId xmlns:a16="http://schemas.microsoft.com/office/drawing/2014/main" id="{C4EAF922-4D85-E870-8F5A-1EDB655EF728}"/>
                </a:ext>
              </a:extLst>
            </p:cNvPr>
            <p:cNvSpPr/>
            <p:nvPr/>
          </p:nvSpPr>
          <p:spPr>
            <a:xfrm>
              <a:off x="2899225" y="2057725"/>
              <a:ext cx="225700" cy="188250"/>
            </a:xfrm>
            <a:custGeom>
              <a:avLst/>
              <a:gdLst/>
              <a:ahLst/>
              <a:cxnLst/>
              <a:rect l="l" t="t" r="r" b="b"/>
              <a:pathLst>
                <a:path w="9028" h="7530" extrusionOk="0">
                  <a:moveTo>
                    <a:pt x="821" y="0"/>
                  </a:moveTo>
                  <a:lnTo>
                    <a:pt x="487" y="669"/>
                  </a:lnTo>
                  <a:cubicBezTo>
                    <a:pt x="244" y="1094"/>
                    <a:pt x="335" y="1581"/>
                    <a:pt x="578" y="1915"/>
                  </a:cubicBezTo>
                  <a:lnTo>
                    <a:pt x="274" y="2493"/>
                  </a:lnTo>
                  <a:cubicBezTo>
                    <a:pt x="0" y="3040"/>
                    <a:pt x="183" y="3648"/>
                    <a:pt x="578" y="3982"/>
                  </a:cubicBezTo>
                  <a:cubicBezTo>
                    <a:pt x="213" y="4742"/>
                    <a:pt x="517" y="5684"/>
                    <a:pt x="1277" y="6079"/>
                  </a:cubicBezTo>
                  <a:lnTo>
                    <a:pt x="3800" y="7356"/>
                  </a:lnTo>
                  <a:cubicBezTo>
                    <a:pt x="4026" y="7474"/>
                    <a:pt x="4272" y="7529"/>
                    <a:pt x="4514" y="7529"/>
                  </a:cubicBezTo>
                  <a:cubicBezTo>
                    <a:pt x="5086" y="7529"/>
                    <a:pt x="5641" y="7221"/>
                    <a:pt x="5897" y="6687"/>
                  </a:cubicBezTo>
                  <a:cubicBezTo>
                    <a:pt x="5990" y="6708"/>
                    <a:pt x="6084" y="6718"/>
                    <a:pt x="6175" y="6718"/>
                  </a:cubicBezTo>
                  <a:cubicBezTo>
                    <a:pt x="6623" y="6718"/>
                    <a:pt x="7038" y="6478"/>
                    <a:pt x="7265" y="6049"/>
                  </a:cubicBezTo>
                  <a:lnTo>
                    <a:pt x="7569" y="5471"/>
                  </a:lnTo>
                  <a:cubicBezTo>
                    <a:pt x="7597" y="5473"/>
                    <a:pt x="7626" y="5474"/>
                    <a:pt x="7654" y="5474"/>
                  </a:cubicBezTo>
                  <a:cubicBezTo>
                    <a:pt x="8077" y="5474"/>
                    <a:pt x="8464" y="5260"/>
                    <a:pt x="8663" y="4833"/>
                  </a:cubicBezTo>
                  <a:lnTo>
                    <a:pt x="9028" y="4134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403;p67">
              <a:extLst>
                <a:ext uri="{FF2B5EF4-FFF2-40B4-BE49-F238E27FC236}">
                  <a16:creationId xmlns:a16="http://schemas.microsoft.com/office/drawing/2014/main" id="{23DC7C66-2247-46B1-6D7B-66FDCB8A846F}"/>
                </a:ext>
              </a:extLst>
            </p:cNvPr>
            <p:cNvSpPr/>
            <p:nvPr/>
          </p:nvSpPr>
          <p:spPr>
            <a:xfrm>
              <a:off x="2992700" y="1886825"/>
              <a:ext cx="174800" cy="247675"/>
            </a:xfrm>
            <a:custGeom>
              <a:avLst/>
              <a:gdLst/>
              <a:ahLst/>
              <a:cxnLst/>
              <a:rect l="l" t="t" r="r" b="b"/>
              <a:pathLst>
                <a:path w="6992" h="9907" extrusionOk="0">
                  <a:moveTo>
                    <a:pt x="4792" y="360"/>
                  </a:moveTo>
                  <a:cubicBezTo>
                    <a:pt x="5022" y="360"/>
                    <a:pt x="5254" y="410"/>
                    <a:pt x="5471" y="514"/>
                  </a:cubicBezTo>
                  <a:cubicBezTo>
                    <a:pt x="6231" y="909"/>
                    <a:pt x="6535" y="1851"/>
                    <a:pt x="6140" y="2611"/>
                  </a:cubicBezTo>
                  <a:cubicBezTo>
                    <a:pt x="5834" y="3196"/>
                    <a:pt x="5298" y="3500"/>
                    <a:pt x="4719" y="3500"/>
                  </a:cubicBezTo>
                  <a:cubicBezTo>
                    <a:pt x="4666" y="3500"/>
                    <a:pt x="4613" y="3498"/>
                    <a:pt x="4559" y="3493"/>
                  </a:cubicBezTo>
                  <a:lnTo>
                    <a:pt x="4529" y="3462"/>
                  </a:lnTo>
                  <a:cubicBezTo>
                    <a:pt x="4377" y="3401"/>
                    <a:pt x="4225" y="3371"/>
                    <a:pt x="4073" y="3310"/>
                  </a:cubicBezTo>
                  <a:cubicBezTo>
                    <a:pt x="3313" y="2915"/>
                    <a:pt x="3009" y="1973"/>
                    <a:pt x="3374" y="1213"/>
                  </a:cubicBezTo>
                  <a:cubicBezTo>
                    <a:pt x="3656" y="670"/>
                    <a:pt x="4218" y="360"/>
                    <a:pt x="4792" y="360"/>
                  </a:cubicBezTo>
                  <a:close/>
                  <a:moveTo>
                    <a:pt x="4789" y="1"/>
                  </a:moveTo>
                  <a:cubicBezTo>
                    <a:pt x="4079" y="1"/>
                    <a:pt x="3384" y="394"/>
                    <a:pt x="3040" y="1061"/>
                  </a:cubicBezTo>
                  <a:cubicBezTo>
                    <a:pt x="2705" y="1699"/>
                    <a:pt x="2766" y="2429"/>
                    <a:pt x="3131" y="2945"/>
                  </a:cubicBezTo>
                  <a:lnTo>
                    <a:pt x="0" y="9025"/>
                  </a:lnTo>
                  <a:lnTo>
                    <a:pt x="334" y="9237"/>
                  </a:lnTo>
                  <a:lnTo>
                    <a:pt x="3374" y="3310"/>
                  </a:lnTo>
                  <a:cubicBezTo>
                    <a:pt x="3526" y="3462"/>
                    <a:pt x="3678" y="3553"/>
                    <a:pt x="3860" y="3675"/>
                  </a:cubicBezTo>
                  <a:cubicBezTo>
                    <a:pt x="4012" y="3766"/>
                    <a:pt x="4164" y="3797"/>
                    <a:pt x="4347" y="3827"/>
                  </a:cubicBezTo>
                  <a:lnTo>
                    <a:pt x="1307" y="9724"/>
                  </a:lnTo>
                  <a:lnTo>
                    <a:pt x="1641" y="9906"/>
                  </a:lnTo>
                  <a:lnTo>
                    <a:pt x="4742" y="3918"/>
                  </a:lnTo>
                  <a:cubicBezTo>
                    <a:pt x="5471" y="3918"/>
                    <a:pt x="6140" y="3523"/>
                    <a:pt x="6505" y="2854"/>
                  </a:cubicBezTo>
                  <a:cubicBezTo>
                    <a:pt x="6991" y="1882"/>
                    <a:pt x="6626" y="727"/>
                    <a:pt x="5654" y="210"/>
                  </a:cubicBezTo>
                  <a:cubicBezTo>
                    <a:pt x="5379" y="68"/>
                    <a:pt x="5083" y="1"/>
                    <a:pt x="47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404;p67">
              <a:extLst>
                <a:ext uri="{FF2B5EF4-FFF2-40B4-BE49-F238E27FC236}">
                  <a16:creationId xmlns:a16="http://schemas.microsoft.com/office/drawing/2014/main" id="{08600955-F2E0-D4B6-9646-DD1DC51632C6}"/>
                </a:ext>
              </a:extLst>
            </p:cNvPr>
            <p:cNvSpPr/>
            <p:nvPr/>
          </p:nvSpPr>
          <p:spPr>
            <a:xfrm>
              <a:off x="3231300" y="1607300"/>
              <a:ext cx="52450" cy="87575"/>
            </a:xfrm>
            <a:custGeom>
              <a:avLst/>
              <a:gdLst/>
              <a:ahLst/>
              <a:cxnLst/>
              <a:rect l="l" t="t" r="r" b="b"/>
              <a:pathLst>
                <a:path w="2098" h="3503" extrusionOk="0">
                  <a:moveTo>
                    <a:pt x="1821" y="0"/>
                  </a:moveTo>
                  <a:cubicBezTo>
                    <a:pt x="1754" y="0"/>
                    <a:pt x="1691" y="40"/>
                    <a:pt x="1672" y="114"/>
                  </a:cubicBezTo>
                  <a:lnTo>
                    <a:pt x="61" y="3184"/>
                  </a:lnTo>
                  <a:cubicBezTo>
                    <a:pt x="0" y="3275"/>
                    <a:pt x="31" y="3427"/>
                    <a:pt x="152" y="3458"/>
                  </a:cubicBezTo>
                  <a:cubicBezTo>
                    <a:pt x="195" y="3489"/>
                    <a:pt x="233" y="3503"/>
                    <a:pt x="268" y="3503"/>
                  </a:cubicBezTo>
                  <a:cubicBezTo>
                    <a:pt x="334" y="3503"/>
                    <a:pt x="386" y="3456"/>
                    <a:pt x="426" y="3397"/>
                  </a:cubicBezTo>
                  <a:lnTo>
                    <a:pt x="2006" y="296"/>
                  </a:lnTo>
                  <a:cubicBezTo>
                    <a:pt x="2098" y="236"/>
                    <a:pt x="2037" y="84"/>
                    <a:pt x="1946" y="53"/>
                  </a:cubicBezTo>
                  <a:cubicBezTo>
                    <a:pt x="1910" y="17"/>
                    <a:pt x="1864" y="0"/>
                    <a:pt x="18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405;p67">
              <a:extLst>
                <a:ext uri="{FF2B5EF4-FFF2-40B4-BE49-F238E27FC236}">
                  <a16:creationId xmlns:a16="http://schemas.microsoft.com/office/drawing/2014/main" id="{54B9D199-5D78-FC23-AEEC-7BCA9774BBFE}"/>
                </a:ext>
              </a:extLst>
            </p:cNvPr>
            <p:cNvSpPr/>
            <p:nvPr/>
          </p:nvSpPr>
          <p:spPr>
            <a:xfrm>
              <a:off x="3170500" y="1577325"/>
              <a:ext cx="28150" cy="95525"/>
            </a:xfrm>
            <a:custGeom>
              <a:avLst/>
              <a:gdLst/>
              <a:ahLst/>
              <a:cxnLst/>
              <a:rect l="l" t="t" r="r" b="b"/>
              <a:pathLst>
                <a:path w="1126" h="3821" extrusionOk="0">
                  <a:moveTo>
                    <a:pt x="897" y="0"/>
                  </a:moveTo>
                  <a:cubicBezTo>
                    <a:pt x="806" y="0"/>
                    <a:pt x="757" y="79"/>
                    <a:pt x="730" y="158"/>
                  </a:cubicBezTo>
                  <a:lnTo>
                    <a:pt x="1" y="3562"/>
                  </a:lnTo>
                  <a:cubicBezTo>
                    <a:pt x="1" y="3684"/>
                    <a:pt x="31" y="3745"/>
                    <a:pt x="122" y="3775"/>
                  </a:cubicBezTo>
                  <a:cubicBezTo>
                    <a:pt x="122" y="3806"/>
                    <a:pt x="122" y="3821"/>
                    <a:pt x="126" y="3821"/>
                  </a:cubicBezTo>
                  <a:cubicBezTo>
                    <a:pt x="130" y="3821"/>
                    <a:pt x="138" y="3806"/>
                    <a:pt x="153" y="3775"/>
                  </a:cubicBezTo>
                  <a:cubicBezTo>
                    <a:pt x="174" y="3780"/>
                    <a:pt x="193" y="3783"/>
                    <a:pt x="210" y="3783"/>
                  </a:cubicBezTo>
                  <a:cubicBezTo>
                    <a:pt x="294" y="3783"/>
                    <a:pt x="340" y="3724"/>
                    <a:pt x="365" y="3623"/>
                  </a:cubicBezTo>
                  <a:lnTo>
                    <a:pt x="1095" y="249"/>
                  </a:lnTo>
                  <a:cubicBezTo>
                    <a:pt x="1125" y="128"/>
                    <a:pt x="1065" y="67"/>
                    <a:pt x="943" y="6"/>
                  </a:cubicBezTo>
                  <a:cubicBezTo>
                    <a:pt x="927" y="2"/>
                    <a:pt x="912" y="0"/>
                    <a:pt x="8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406;p67">
              <a:extLst>
                <a:ext uri="{FF2B5EF4-FFF2-40B4-BE49-F238E27FC236}">
                  <a16:creationId xmlns:a16="http://schemas.microsoft.com/office/drawing/2014/main" id="{76ACD365-309D-2F36-D074-7CDB23C049FA}"/>
                </a:ext>
              </a:extLst>
            </p:cNvPr>
            <p:cNvSpPr/>
            <p:nvPr/>
          </p:nvSpPr>
          <p:spPr>
            <a:xfrm>
              <a:off x="3099075" y="1572150"/>
              <a:ext cx="15225" cy="97275"/>
            </a:xfrm>
            <a:custGeom>
              <a:avLst/>
              <a:gdLst/>
              <a:ahLst/>
              <a:cxnLst/>
              <a:rect l="l" t="t" r="r" b="b"/>
              <a:pathLst>
                <a:path w="609" h="3891" extrusionOk="0">
                  <a:moveTo>
                    <a:pt x="183" y="0"/>
                  </a:moveTo>
                  <a:cubicBezTo>
                    <a:pt x="92" y="31"/>
                    <a:pt x="1" y="122"/>
                    <a:pt x="1" y="243"/>
                  </a:cubicBezTo>
                  <a:lnTo>
                    <a:pt x="183" y="3678"/>
                  </a:lnTo>
                  <a:cubicBezTo>
                    <a:pt x="183" y="3769"/>
                    <a:pt x="244" y="3800"/>
                    <a:pt x="304" y="3830"/>
                  </a:cubicBezTo>
                  <a:cubicBezTo>
                    <a:pt x="335" y="3830"/>
                    <a:pt x="365" y="3830"/>
                    <a:pt x="426" y="3891"/>
                  </a:cubicBezTo>
                  <a:cubicBezTo>
                    <a:pt x="548" y="3830"/>
                    <a:pt x="608" y="3769"/>
                    <a:pt x="608" y="3648"/>
                  </a:cubicBezTo>
                  <a:lnTo>
                    <a:pt x="426" y="183"/>
                  </a:lnTo>
                  <a:cubicBezTo>
                    <a:pt x="396" y="92"/>
                    <a:pt x="304" y="0"/>
                    <a:pt x="1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407;p67">
              <a:extLst>
                <a:ext uri="{FF2B5EF4-FFF2-40B4-BE49-F238E27FC236}">
                  <a16:creationId xmlns:a16="http://schemas.microsoft.com/office/drawing/2014/main" id="{F2B637ED-15D6-9772-2542-E34898BD273C}"/>
                </a:ext>
              </a:extLst>
            </p:cNvPr>
            <p:cNvSpPr/>
            <p:nvPr/>
          </p:nvSpPr>
          <p:spPr>
            <a:xfrm>
              <a:off x="3010925" y="1589125"/>
              <a:ext cx="38775" cy="92275"/>
            </a:xfrm>
            <a:custGeom>
              <a:avLst/>
              <a:gdLst/>
              <a:ahLst/>
              <a:cxnLst/>
              <a:rect l="l" t="t" r="r" b="b"/>
              <a:pathLst>
                <a:path w="1551" h="3691" extrusionOk="0">
                  <a:moveTo>
                    <a:pt x="220" y="0"/>
                  </a:moveTo>
                  <a:cubicBezTo>
                    <a:pt x="197" y="0"/>
                    <a:pt x="174" y="6"/>
                    <a:pt x="153" y="20"/>
                  </a:cubicBezTo>
                  <a:cubicBezTo>
                    <a:pt x="61" y="51"/>
                    <a:pt x="1" y="172"/>
                    <a:pt x="31" y="264"/>
                  </a:cubicBezTo>
                  <a:lnTo>
                    <a:pt x="1125" y="3546"/>
                  </a:lnTo>
                  <a:lnTo>
                    <a:pt x="1247" y="3668"/>
                  </a:lnTo>
                  <a:cubicBezTo>
                    <a:pt x="1292" y="3683"/>
                    <a:pt x="1323" y="3691"/>
                    <a:pt x="1346" y="3691"/>
                  </a:cubicBezTo>
                  <a:cubicBezTo>
                    <a:pt x="1368" y="3691"/>
                    <a:pt x="1384" y="3683"/>
                    <a:pt x="1399" y="3668"/>
                  </a:cubicBezTo>
                  <a:cubicBezTo>
                    <a:pt x="1490" y="3607"/>
                    <a:pt x="1551" y="3516"/>
                    <a:pt x="1520" y="3394"/>
                  </a:cubicBezTo>
                  <a:lnTo>
                    <a:pt x="426" y="112"/>
                  </a:lnTo>
                  <a:cubicBezTo>
                    <a:pt x="380" y="65"/>
                    <a:pt x="297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408;p67">
              <a:extLst>
                <a:ext uri="{FF2B5EF4-FFF2-40B4-BE49-F238E27FC236}">
                  <a16:creationId xmlns:a16="http://schemas.microsoft.com/office/drawing/2014/main" id="{C8C0C0B6-7F06-2BC8-CCD3-36D8F734914C}"/>
                </a:ext>
              </a:extLst>
            </p:cNvPr>
            <p:cNvSpPr/>
            <p:nvPr/>
          </p:nvSpPr>
          <p:spPr>
            <a:xfrm>
              <a:off x="3284500" y="1658400"/>
              <a:ext cx="68400" cy="73075"/>
            </a:xfrm>
            <a:custGeom>
              <a:avLst/>
              <a:gdLst/>
              <a:ahLst/>
              <a:cxnLst/>
              <a:rect l="l" t="t" r="r" b="b"/>
              <a:pathLst>
                <a:path w="2736" h="2923" extrusionOk="0">
                  <a:moveTo>
                    <a:pt x="2523" y="0"/>
                  </a:moveTo>
                  <a:cubicBezTo>
                    <a:pt x="2477" y="0"/>
                    <a:pt x="2432" y="15"/>
                    <a:pt x="2401" y="46"/>
                  </a:cubicBezTo>
                  <a:lnTo>
                    <a:pt x="61" y="2599"/>
                  </a:lnTo>
                  <a:cubicBezTo>
                    <a:pt x="0" y="2660"/>
                    <a:pt x="0" y="2781"/>
                    <a:pt x="61" y="2873"/>
                  </a:cubicBezTo>
                  <a:cubicBezTo>
                    <a:pt x="61" y="2903"/>
                    <a:pt x="122" y="2903"/>
                    <a:pt x="122" y="2903"/>
                  </a:cubicBezTo>
                  <a:cubicBezTo>
                    <a:pt x="147" y="2916"/>
                    <a:pt x="177" y="2923"/>
                    <a:pt x="209" y="2923"/>
                  </a:cubicBezTo>
                  <a:cubicBezTo>
                    <a:pt x="253" y="2923"/>
                    <a:pt x="299" y="2908"/>
                    <a:pt x="334" y="2873"/>
                  </a:cubicBezTo>
                  <a:lnTo>
                    <a:pt x="2645" y="319"/>
                  </a:lnTo>
                  <a:cubicBezTo>
                    <a:pt x="2736" y="228"/>
                    <a:pt x="2736" y="137"/>
                    <a:pt x="2645" y="46"/>
                  </a:cubicBezTo>
                  <a:cubicBezTo>
                    <a:pt x="2614" y="15"/>
                    <a:pt x="2569" y="0"/>
                    <a:pt x="25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409;p67">
              <a:extLst>
                <a:ext uri="{FF2B5EF4-FFF2-40B4-BE49-F238E27FC236}">
                  <a16:creationId xmlns:a16="http://schemas.microsoft.com/office/drawing/2014/main" id="{C51A845E-B088-20E6-F701-5719500F9D43}"/>
                </a:ext>
              </a:extLst>
            </p:cNvPr>
            <p:cNvSpPr/>
            <p:nvPr/>
          </p:nvSpPr>
          <p:spPr>
            <a:xfrm>
              <a:off x="3324775" y="1726800"/>
              <a:ext cx="85875" cy="55100"/>
            </a:xfrm>
            <a:custGeom>
              <a:avLst/>
              <a:gdLst/>
              <a:ahLst/>
              <a:cxnLst/>
              <a:rect l="l" t="t" r="r" b="b"/>
              <a:pathLst>
                <a:path w="3435" h="2204" extrusionOk="0">
                  <a:moveTo>
                    <a:pt x="3190" y="0"/>
                  </a:moveTo>
                  <a:cubicBezTo>
                    <a:pt x="3154" y="0"/>
                    <a:pt x="3122" y="14"/>
                    <a:pt x="3100" y="45"/>
                  </a:cubicBezTo>
                  <a:lnTo>
                    <a:pt x="182" y="1869"/>
                  </a:lnTo>
                  <a:cubicBezTo>
                    <a:pt x="61" y="1900"/>
                    <a:pt x="0" y="2052"/>
                    <a:pt x="91" y="2143"/>
                  </a:cubicBezTo>
                  <a:cubicBezTo>
                    <a:pt x="91" y="2173"/>
                    <a:pt x="122" y="2203"/>
                    <a:pt x="182" y="2203"/>
                  </a:cubicBezTo>
                  <a:lnTo>
                    <a:pt x="365" y="2203"/>
                  </a:lnTo>
                  <a:lnTo>
                    <a:pt x="3283" y="380"/>
                  </a:lnTo>
                  <a:cubicBezTo>
                    <a:pt x="3404" y="349"/>
                    <a:pt x="3435" y="197"/>
                    <a:pt x="3374" y="106"/>
                  </a:cubicBezTo>
                  <a:cubicBezTo>
                    <a:pt x="3334" y="47"/>
                    <a:pt x="3256" y="0"/>
                    <a:pt x="31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410;p67">
              <a:extLst>
                <a:ext uri="{FF2B5EF4-FFF2-40B4-BE49-F238E27FC236}">
                  <a16:creationId xmlns:a16="http://schemas.microsoft.com/office/drawing/2014/main" id="{629BE491-731A-5B2E-2868-6567DBE1E147}"/>
                </a:ext>
              </a:extLst>
            </p:cNvPr>
            <p:cNvSpPr/>
            <p:nvPr/>
          </p:nvSpPr>
          <p:spPr>
            <a:xfrm>
              <a:off x="3352125" y="1807525"/>
              <a:ext cx="95000" cy="35175"/>
            </a:xfrm>
            <a:custGeom>
              <a:avLst/>
              <a:gdLst/>
              <a:ahLst/>
              <a:cxnLst/>
              <a:rect l="l" t="t" r="r" b="b"/>
              <a:pathLst>
                <a:path w="3800" h="1407" extrusionOk="0">
                  <a:moveTo>
                    <a:pt x="3545" y="0"/>
                  </a:moveTo>
                  <a:cubicBezTo>
                    <a:pt x="3528" y="0"/>
                    <a:pt x="3511" y="3"/>
                    <a:pt x="3496" y="8"/>
                  </a:cubicBezTo>
                  <a:lnTo>
                    <a:pt x="183" y="981"/>
                  </a:lnTo>
                  <a:cubicBezTo>
                    <a:pt x="61" y="1041"/>
                    <a:pt x="0" y="1163"/>
                    <a:pt x="31" y="1254"/>
                  </a:cubicBezTo>
                  <a:lnTo>
                    <a:pt x="122" y="1376"/>
                  </a:lnTo>
                  <a:cubicBezTo>
                    <a:pt x="213" y="1376"/>
                    <a:pt x="243" y="1406"/>
                    <a:pt x="304" y="1406"/>
                  </a:cubicBezTo>
                  <a:lnTo>
                    <a:pt x="3587" y="433"/>
                  </a:lnTo>
                  <a:cubicBezTo>
                    <a:pt x="3709" y="373"/>
                    <a:pt x="3800" y="282"/>
                    <a:pt x="3739" y="160"/>
                  </a:cubicBezTo>
                  <a:cubicBezTo>
                    <a:pt x="3714" y="59"/>
                    <a:pt x="3626" y="0"/>
                    <a:pt x="35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411;p67">
              <a:extLst>
                <a:ext uri="{FF2B5EF4-FFF2-40B4-BE49-F238E27FC236}">
                  <a16:creationId xmlns:a16="http://schemas.microsoft.com/office/drawing/2014/main" id="{465CF3D6-BCFD-24C1-408B-BBBD7383E83E}"/>
                </a:ext>
              </a:extLst>
            </p:cNvPr>
            <p:cNvSpPr/>
            <p:nvPr/>
          </p:nvSpPr>
          <p:spPr>
            <a:xfrm>
              <a:off x="3318675" y="2208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close/>
                </a:path>
              </a:pathLst>
            </a:custGeom>
            <a:noFill/>
            <a:ln w="4550" cap="flat" cmpd="sng">
              <a:solidFill>
                <a:srgbClr val="FFFF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0" name="Google Shape;2460;p67"/>
          <p:cNvGrpSpPr/>
          <p:nvPr/>
        </p:nvGrpSpPr>
        <p:grpSpPr>
          <a:xfrm>
            <a:off x="2689973" y="918474"/>
            <a:ext cx="825497" cy="385131"/>
            <a:chOff x="1627925" y="2073591"/>
            <a:chExt cx="825497" cy="385131"/>
          </a:xfrm>
        </p:grpSpPr>
        <p:sp>
          <p:nvSpPr>
            <p:cNvPr id="2461" name="Google Shape;2461;p67"/>
            <p:cNvSpPr/>
            <p:nvPr/>
          </p:nvSpPr>
          <p:spPr>
            <a:xfrm>
              <a:off x="1721783" y="2432961"/>
              <a:ext cx="328820" cy="25230"/>
            </a:xfrm>
            <a:custGeom>
              <a:avLst/>
              <a:gdLst/>
              <a:ahLst/>
              <a:cxnLst/>
              <a:rect l="l" t="t" r="r" b="b"/>
              <a:pathLst>
                <a:path w="20449" h="1569" extrusionOk="0">
                  <a:moveTo>
                    <a:pt x="1" y="0"/>
                  </a:moveTo>
                  <a:lnTo>
                    <a:pt x="1" y="1568"/>
                  </a:lnTo>
                  <a:lnTo>
                    <a:pt x="20449" y="1568"/>
                  </a:lnTo>
                  <a:lnTo>
                    <a:pt x="20449" y="0"/>
                  </a:lnTo>
                  <a:close/>
                </a:path>
              </a:pathLst>
            </a:custGeom>
            <a:solidFill>
              <a:srgbClr val="407D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67"/>
            <p:cNvSpPr/>
            <p:nvPr/>
          </p:nvSpPr>
          <p:spPr>
            <a:xfrm>
              <a:off x="1721783" y="2265071"/>
              <a:ext cx="328820" cy="25760"/>
            </a:xfrm>
            <a:custGeom>
              <a:avLst/>
              <a:gdLst/>
              <a:ahLst/>
              <a:cxnLst/>
              <a:rect l="l" t="t" r="r" b="b"/>
              <a:pathLst>
                <a:path w="20449" h="1602" extrusionOk="0">
                  <a:moveTo>
                    <a:pt x="1" y="1"/>
                  </a:moveTo>
                  <a:lnTo>
                    <a:pt x="1" y="1602"/>
                  </a:lnTo>
                  <a:lnTo>
                    <a:pt x="20449" y="1602"/>
                  </a:lnTo>
                  <a:lnTo>
                    <a:pt x="20449" y="1"/>
                  </a:lnTo>
                  <a:close/>
                </a:path>
              </a:pathLst>
            </a:custGeom>
            <a:solidFill>
              <a:srgbClr val="407D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67"/>
            <p:cNvSpPr/>
            <p:nvPr/>
          </p:nvSpPr>
          <p:spPr>
            <a:xfrm>
              <a:off x="2051132" y="2265071"/>
              <a:ext cx="402289" cy="193651"/>
            </a:xfrm>
            <a:custGeom>
              <a:avLst/>
              <a:gdLst/>
              <a:ahLst/>
              <a:cxnLst/>
              <a:rect l="l" t="t" r="r" b="b"/>
              <a:pathLst>
                <a:path w="25018" h="12043" extrusionOk="0">
                  <a:moveTo>
                    <a:pt x="0" y="1"/>
                  </a:moveTo>
                  <a:lnTo>
                    <a:pt x="0" y="1602"/>
                  </a:lnTo>
                  <a:lnTo>
                    <a:pt x="3136" y="1602"/>
                  </a:lnTo>
                  <a:lnTo>
                    <a:pt x="3136" y="10441"/>
                  </a:lnTo>
                  <a:lnTo>
                    <a:pt x="0" y="10441"/>
                  </a:lnTo>
                  <a:lnTo>
                    <a:pt x="0" y="12043"/>
                  </a:lnTo>
                  <a:lnTo>
                    <a:pt x="20215" y="12043"/>
                  </a:lnTo>
                  <a:cubicBezTo>
                    <a:pt x="22883" y="12043"/>
                    <a:pt x="25018" y="9140"/>
                    <a:pt x="24885" y="5738"/>
                  </a:cubicBezTo>
                  <a:cubicBezTo>
                    <a:pt x="24718" y="2469"/>
                    <a:pt x="22550" y="1"/>
                    <a:pt x="200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67"/>
            <p:cNvSpPr/>
            <p:nvPr/>
          </p:nvSpPr>
          <p:spPr>
            <a:xfrm>
              <a:off x="1737349" y="2290815"/>
              <a:ext cx="374937" cy="142694"/>
            </a:xfrm>
            <a:custGeom>
              <a:avLst/>
              <a:gdLst/>
              <a:ahLst/>
              <a:cxnLst/>
              <a:rect l="l" t="t" r="r" b="b"/>
              <a:pathLst>
                <a:path w="23317" h="8874" extrusionOk="0">
                  <a:moveTo>
                    <a:pt x="1001" y="1"/>
                  </a:moveTo>
                  <a:lnTo>
                    <a:pt x="2068" y="1"/>
                  </a:lnTo>
                  <a:lnTo>
                    <a:pt x="20381" y="1"/>
                  </a:lnTo>
                  <a:cubicBezTo>
                    <a:pt x="22016" y="1"/>
                    <a:pt x="23317" y="1669"/>
                    <a:pt x="23317" y="3770"/>
                  </a:cubicBezTo>
                  <a:lnTo>
                    <a:pt x="23317" y="5138"/>
                  </a:lnTo>
                  <a:cubicBezTo>
                    <a:pt x="23317" y="7206"/>
                    <a:pt x="22016" y="8874"/>
                    <a:pt x="20381" y="8874"/>
                  </a:cubicBezTo>
                  <a:lnTo>
                    <a:pt x="2068" y="8874"/>
                  </a:lnTo>
                  <a:lnTo>
                    <a:pt x="1001" y="8874"/>
                  </a:lnTo>
                  <a:lnTo>
                    <a:pt x="0" y="8874"/>
                  </a:lnTo>
                  <a:lnTo>
                    <a:pt x="0" y="34"/>
                  </a:lnTo>
                  <a:lnTo>
                    <a:pt x="1001" y="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67"/>
            <p:cNvSpPr/>
            <p:nvPr/>
          </p:nvSpPr>
          <p:spPr>
            <a:xfrm>
              <a:off x="1721783" y="2263994"/>
              <a:ext cx="407130" cy="193121"/>
            </a:xfrm>
            <a:custGeom>
              <a:avLst/>
              <a:gdLst/>
              <a:ahLst/>
              <a:cxnLst/>
              <a:rect l="l" t="t" r="r" b="b"/>
              <a:pathLst>
                <a:path w="25319" h="12010" extrusionOk="0">
                  <a:moveTo>
                    <a:pt x="1" y="1"/>
                  </a:moveTo>
                  <a:lnTo>
                    <a:pt x="1" y="1602"/>
                  </a:lnTo>
                  <a:lnTo>
                    <a:pt x="20649" y="1602"/>
                  </a:lnTo>
                  <a:cubicBezTo>
                    <a:pt x="20882" y="1602"/>
                    <a:pt x="21149" y="1635"/>
                    <a:pt x="21383" y="1702"/>
                  </a:cubicBezTo>
                  <a:cubicBezTo>
                    <a:pt x="23117" y="2169"/>
                    <a:pt x="24118" y="3904"/>
                    <a:pt x="24118" y="6039"/>
                  </a:cubicBezTo>
                  <a:cubicBezTo>
                    <a:pt x="24118" y="8173"/>
                    <a:pt x="23051" y="9908"/>
                    <a:pt x="21383" y="10375"/>
                  </a:cubicBezTo>
                  <a:cubicBezTo>
                    <a:pt x="21149" y="10475"/>
                    <a:pt x="20882" y="10508"/>
                    <a:pt x="20649" y="10508"/>
                  </a:cubicBezTo>
                  <a:lnTo>
                    <a:pt x="601" y="10508"/>
                  </a:lnTo>
                  <a:lnTo>
                    <a:pt x="601" y="10408"/>
                  </a:lnTo>
                  <a:lnTo>
                    <a:pt x="1" y="10408"/>
                  </a:lnTo>
                  <a:lnTo>
                    <a:pt x="1" y="12010"/>
                  </a:lnTo>
                  <a:lnTo>
                    <a:pt x="20649" y="12010"/>
                  </a:lnTo>
                  <a:cubicBezTo>
                    <a:pt x="23217" y="12010"/>
                    <a:pt x="25319" y="9308"/>
                    <a:pt x="25319" y="6005"/>
                  </a:cubicBezTo>
                  <a:cubicBezTo>
                    <a:pt x="25319" y="2703"/>
                    <a:pt x="23217" y="1"/>
                    <a:pt x="206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67"/>
            <p:cNvSpPr/>
            <p:nvPr/>
          </p:nvSpPr>
          <p:spPr>
            <a:xfrm>
              <a:off x="2030212" y="2242543"/>
              <a:ext cx="328820" cy="25230"/>
            </a:xfrm>
            <a:custGeom>
              <a:avLst/>
              <a:gdLst/>
              <a:ahLst/>
              <a:cxnLst/>
              <a:rect l="l" t="t" r="r" b="b"/>
              <a:pathLst>
                <a:path w="20449" h="1569" extrusionOk="0">
                  <a:moveTo>
                    <a:pt x="0" y="1"/>
                  </a:moveTo>
                  <a:lnTo>
                    <a:pt x="0" y="1568"/>
                  </a:lnTo>
                  <a:lnTo>
                    <a:pt x="20448" y="1568"/>
                  </a:lnTo>
                  <a:lnTo>
                    <a:pt x="20448" y="1"/>
                  </a:lnTo>
                  <a:close/>
                </a:path>
              </a:pathLst>
            </a:custGeom>
            <a:solidFill>
              <a:srgbClr val="407D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67"/>
            <p:cNvSpPr/>
            <p:nvPr/>
          </p:nvSpPr>
          <p:spPr>
            <a:xfrm>
              <a:off x="2030212" y="2074122"/>
              <a:ext cx="328820" cy="25760"/>
            </a:xfrm>
            <a:custGeom>
              <a:avLst/>
              <a:gdLst/>
              <a:ahLst/>
              <a:cxnLst/>
              <a:rect l="l" t="t" r="r" b="b"/>
              <a:pathLst>
                <a:path w="20449" h="1602" extrusionOk="0">
                  <a:moveTo>
                    <a:pt x="0" y="0"/>
                  </a:moveTo>
                  <a:lnTo>
                    <a:pt x="0" y="1602"/>
                  </a:lnTo>
                  <a:lnTo>
                    <a:pt x="20448" y="1602"/>
                  </a:lnTo>
                  <a:lnTo>
                    <a:pt x="20448" y="0"/>
                  </a:lnTo>
                  <a:close/>
                </a:path>
              </a:pathLst>
            </a:custGeom>
            <a:solidFill>
              <a:srgbClr val="407D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67"/>
            <p:cNvSpPr/>
            <p:nvPr/>
          </p:nvSpPr>
          <p:spPr>
            <a:xfrm>
              <a:off x="1627925" y="2074122"/>
              <a:ext cx="402306" cy="194182"/>
            </a:xfrm>
            <a:custGeom>
              <a:avLst/>
              <a:gdLst/>
              <a:ahLst/>
              <a:cxnLst/>
              <a:rect l="l" t="t" r="r" b="b"/>
              <a:pathLst>
                <a:path w="25019" h="12076" extrusionOk="0">
                  <a:moveTo>
                    <a:pt x="4971" y="0"/>
                  </a:moveTo>
                  <a:cubicBezTo>
                    <a:pt x="2469" y="0"/>
                    <a:pt x="301" y="2502"/>
                    <a:pt x="134" y="5771"/>
                  </a:cubicBezTo>
                  <a:cubicBezTo>
                    <a:pt x="0" y="9174"/>
                    <a:pt x="2135" y="12076"/>
                    <a:pt x="4804" y="12076"/>
                  </a:cubicBezTo>
                  <a:lnTo>
                    <a:pt x="25018" y="12076"/>
                  </a:lnTo>
                  <a:lnTo>
                    <a:pt x="25018" y="10475"/>
                  </a:lnTo>
                  <a:lnTo>
                    <a:pt x="21883" y="10475"/>
                  </a:lnTo>
                  <a:lnTo>
                    <a:pt x="21883" y="1602"/>
                  </a:lnTo>
                  <a:lnTo>
                    <a:pt x="25018" y="1602"/>
                  </a:lnTo>
                  <a:lnTo>
                    <a:pt x="250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67"/>
            <p:cNvSpPr/>
            <p:nvPr/>
          </p:nvSpPr>
          <p:spPr>
            <a:xfrm>
              <a:off x="1969060" y="2099866"/>
              <a:ext cx="374953" cy="142694"/>
            </a:xfrm>
            <a:custGeom>
              <a:avLst/>
              <a:gdLst/>
              <a:ahLst/>
              <a:cxnLst/>
              <a:rect l="l" t="t" r="r" b="b"/>
              <a:pathLst>
                <a:path w="23318" h="8874" extrusionOk="0">
                  <a:moveTo>
                    <a:pt x="22316" y="1"/>
                  </a:moveTo>
                  <a:lnTo>
                    <a:pt x="21249" y="1"/>
                  </a:lnTo>
                  <a:lnTo>
                    <a:pt x="2936" y="1"/>
                  </a:lnTo>
                  <a:cubicBezTo>
                    <a:pt x="1301" y="1"/>
                    <a:pt x="0" y="1668"/>
                    <a:pt x="0" y="3737"/>
                  </a:cubicBezTo>
                  <a:lnTo>
                    <a:pt x="0" y="5138"/>
                  </a:lnTo>
                  <a:cubicBezTo>
                    <a:pt x="0" y="7206"/>
                    <a:pt x="1301" y="8874"/>
                    <a:pt x="2936" y="8874"/>
                  </a:cubicBezTo>
                  <a:lnTo>
                    <a:pt x="21249" y="8874"/>
                  </a:lnTo>
                  <a:lnTo>
                    <a:pt x="22316" y="8874"/>
                  </a:lnTo>
                  <a:lnTo>
                    <a:pt x="23317" y="8874"/>
                  </a:lnTo>
                  <a:lnTo>
                    <a:pt x="23317" y="34"/>
                  </a:lnTo>
                  <a:lnTo>
                    <a:pt x="22316" y="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67"/>
            <p:cNvSpPr/>
            <p:nvPr/>
          </p:nvSpPr>
          <p:spPr>
            <a:xfrm>
              <a:off x="1952434" y="2073591"/>
              <a:ext cx="407130" cy="193105"/>
            </a:xfrm>
            <a:custGeom>
              <a:avLst/>
              <a:gdLst/>
              <a:ahLst/>
              <a:cxnLst/>
              <a:rect l="l" t="t" r="r" b="b"/>
              <a:pathLst>
                <a:path w="25319" h="12009" extrusionOk="0">
                  <a:moveTo>
                    <a:pt x="4670" y="0"/>
                  </a:moveTo>
                  <a:cubicBezTo>
                    <a:pt x="2102" y="0"/>
                    <a:pt x="0" y="2702"/>
                    <a:pt x="0" y="6004"/>
                  </a:cubicBezTo>
                  <a:cubicBezTo>
                    <a:pt x="0" y="9307"/>
                    <a:pt x="2102" y="12009"/>
                    <a:pt x="4670" y="12009"/>
                  </a:cubicBezTo>
                  <a:lnTo>
                    <a:pt x="25318" y="12009"/>
                  </a:lnTo>
                  <a:lnTo>
                    <a:pt x="25318" y="10508"/>
                  </a:lnTo>
                  <a:lnTo>
                    <a:pt x="4670" y="10508"/>
                  </a:lnTo>
                  <a:cubicBezTo>
                    <a:pt x="4437" y="10508"/>
                    <a:pt x="4170" y="10474"/>
                    <a:pt x="3937" y="10374"/>
                  </a:cubicBezTo>
                  <a:cubicBezTo>
                    <a:pt x="2269" y="9907"/>
                    <a:pt x="1201" y="8173"/>
                    <a:pt x="1201" y="6038"/>
                  </a:cubicBezTo>
                  <a:cubicBezTo>
                    <a:pt x="1201" y="3936"/>
                    <a:pt x="2202" y="2168"/>
                    <a:pt x="3937" y="1701"/>
                  </a:cubicBezTo>
                  <a:cubicBezTo>
                    <a:pt x="4170" y="1635"/>
                    <a:pt x="4437" y="1601"/>
                    <a:pt x="4670" y="1601"/>
                  </a:cubicBezTo>
                  <a:lnTo>
                    <a:pt x="25318" y="1601"/>
                  </a:lnTo>
                  <a:lnTo>
                    <a:pt x="253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46"/>
          <p:cNvSpPr txBox="1">
            <a:spLocks noGrp="1"/>
          </p:cNvSpPr>
          <p:nvPr>
            <p:ph type="title"/>
          </p:nvPr>
        </p:nvSpPr>
        <p:spPr>
          <a:xfrm>
            <a:off x="689100" y="457200"/>
            <a:ext cx="77418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SKILLS….</a:t>
            </a:r>
            <a:endParaRPr dirty="0"/>
          </a:p>
        </p:txBody>
      </p:sp>
      <p:sp>
        <p:nvSpPr>
          <p:cNvPr id="1272" name="Google Shape;1272;p46"/>
          <p:cNvSpPr/>
          <p:nvPr/>
        </p:nvSpPr>
        <p:spPr>
          <a:xfrm>
            <a:off x="6820965" y="1766701"/>
            <a:ext cx="1609927" cy="487435"/>
          </a:xfrm>
          <a:custGeom>
            <a:avLst/>
            <a:gdLst/>
            <a:ahLst/>
            <a:cxnLst/>
            <a:rect l="l" t="t" r="r" b="b"/>
            <a:pathLst>
              <a:path w="16780" h="4838" extrusionOk="0">
                <a:moveTo>
                  <a:pt x="16779" y="0"/>
                </a:moveTo>
                <a:lnTo>
                  <a:pt x="201" y="2636"/>
                </a:lnTo>
                <a:lnTo>
                  <a:pt x="1" y="4837"/>
                </a:lnTo>
                <a:lnTo>
                  <a:pt x="801" y="3936"/>
                </a:lnTo>
                <a:lnTo>
                  <a:pt x="834" y="3936"/>
                </a:lnTo>
                <a:lnTo>
                  <a:pt x="167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46"/>
          <p:cNvSpPr txBox="1">
            <a:spLocks noGrp="1"/>
          </p:cNvSpPr>
          <p:nvPr>
            <p:ph type="subTitle" idx="1"/>
          </p:nvPr>
        </p:nvSpPr>
        <p:spPr>
          <a:xfrm>
            <a:off x="689100" y="1370436"/>
            <a:ext cx="1975200" cy="30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PYTHON </a:t>
            </a:r>
            <a:endParaRPr dirty="0"/>
          </a:p>
        </p:txBody>
      </p:sp>
      <p:sp>
        <p:nvSpPr>
          <p:cNvPr id="1275" name="Google Shape;1275;p46"/>
          <p:cNvSpPr txBox="1">
            <a:spLocks noGrp="1"/>
          </p:cNvSpPr>
          <p:nvPr>
            <p:ph type="subTitle" idx="3"/>
          </p:nvPr>
        </p:nvSpPr>
        <p:spPr>
          <a:xfrm>
            <a:off x="3126969" y="1370436"/>
            <a:ext cx="1975200" cy="30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, CSS &amp; JS </a:t>
            </a:r>
            <a:endParaRPr dirty="0"/>
          </a:p>
        </p:txBody>
      </p:sp>
      <p:sp>
        <p:nvSpPr>
          <p:cNvPr id="1277" name="Google Shape;1277;p46"/>
          <p:cNvSpPr txBox="1">
            <a:spLocks noGrp="1"/>
          </p:cNvSpPr>
          <p:nvPr>
            <p:ph type="subTitle" idx="5"/>
          </p:nvPr>
        </p:nvSpPr>
        <p:spPr>
          <a:xfrm>
            <a:off x="278867" y="2620893"/>
            <a:ext cx="1920300" cy="320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PHP , MY SQL</a:t>
            </a:r>
            <a:endParaRPr dirty="0"/>
          </a:p>
        </p:txBody>
      </p:sp>
      <p:grpSp>
        <p:nvGrpSpPr>
          <p:cNvPr id="1279" name="Google Shape;1279;p46"/>
          <p:cNvGrpSpPr/>
          <p:nvPr/>
        </p:nvGrpSpPr>
        <p:grpSpPr>
          <a:xfrm>
            <a:off x="7111795" y="2687153"/>
            <a:ext cx="1471631" cy="659836"/>
            <a:chOff x="5782662" y="1517912"/>
            <a:chExt cx="2648247" cy="1187395"/>
          </a:xfrm>
        </p:grpSpPr>
        <p:sp>
          <p:nvSpPr>
            <p:cNvPr id="1280" name="Google Shape;1280;p46"/>
            <p:cNvSpPr/>
            <p:nvPr/>
          </p:nvSpPr>
          <p:spPr>
            <a:xfrm>
              <a:off x="5782662" y="2539964"/>
              <a:ext cx="238683" cy="165343"/>
            </a:xfrm>
            <a:custGeom>
              <a:avLst/>
              <a:gdLst/>
              <a:ahLst/>
              <a:cxnLst/>
              <a:rect l="l" t="t" r="r" b="b"/>
              <a:pathLst>
                <a:path w="2369" h="1641" extrusionOk="0">
                  <a:moveTo>
                    <a:pt x="2030" y="1"/>
                  </a:moveTo>
                  <a:cubicBezTo>
                    <a:pt x="1967" y="1"/>
                    <a:pt x="1901" y="19"/>
                    <a:pt x="1835" y="59"/>
                  </a:cubicBezTo>
                  <a:cubicBezTo>
                    <a:pt x="1301" y="392"/>
                    <a:pt x="768" y="726"/>
                    <a:pt x="201" y="1093"/>
                  </a:cubicBezTo>
                  <a:cubicBezTo>
                    <a:pt x="34" y="1160"/>
                    <a:pt x="0" y="1393"/>
                    <a:pt x="134" y="1493"/>
                  </a:cubicBezTo>
                  <a:cubicBezTo>
                    <a:pt x="167" y="1593"/>
                    <a:pt x="201" y="1627"/>
                    <a:pt x="301" y="1627"/>
                  </a:cubicBezTo>
                  <a:cubicBezTo>
                    <a:pt x="340" y="1636"/>
                    <a:pt x="373" y="1641"/>
                    <a:pt x="402" y="1641"/>
                  </a:cubicBezTo>
                  <a:cubicBezTo>
                    <a:pt x="473" y="1641"/>
                    <a:pt x="520" y="1617"/>
                    <a:pt x="568" y="1593"/>
                  </a:cubicBezTo>
                  <a:cubicBezTo>
                    <a:pt x="1135" y="1260"/>
                    <a:pt x="1635" y="893"/>
                    <a:pt x="2202" y="559"/>
                  </a:cubicBezTo>
                  <a:cubicBezTo>
                    <a:pt x="2335" y="459"/>
                    <a:pt x="2369" y="259"/>
                    <a:pt x="2302" y="126"/>
                  </a:cubicBezTo>
                  <a:cubicBezTo>
                    <a:pt x="2221" y="45"/>
                    <a:pt x="2128" y="1"/>
                    <a:pt x="20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6"/>
            <p:cNvSpPr/>
            <p:nvPr/>
          </p:nvSpPr>
          <p:spPr>
            <a:xfrm>
              <a:off x="6834606" y="2148727"/>
              <a:ext cx="164730" cy="84636"/>
            </a:xfrm>
            <a:custGeom>
              <a:avLst/>
              <a:gdLst/>
              <a:ahLst/>
              <a:cxnLst/>
              <a:rect l="l" t="t" r="r" b="b"/>
              <a:pathLst>
                <a:path w="1635" h="840" extrusionOk="0">
                  <a:moveTo>
                    <a:pt x="1287" y="1"/>
                  </a:moveTo>
                  <a:cubicBezTo>
                    <a:pt x="1269" y="1"/>
                    <a:pt x="1252" y="2"/>
                    <a:pt x="1234" y="6"/>
                  </a:cubicBezTo>
                  <a:cubicBezTo>
                    <a:pt x="1234" y="6"/>
                    <a:pt x="868" y="72"/>
                    <a:pt x="267" y="239"/>
                  </a:cubicBezTo>
                  <a:cubicBezTo>
                    <a:pt x="100" y="273"/>
                    <a:pt x="0" y="439"/>
                    <a:pt x="34" y="606"/>
                  </a:cubicBezTo>
                  <a:cubicBezTo>
                    <a:pt x="67" y="706"/>
                    <a:pt x="167" y="806"/>
                    <a:pt x="267" y="840"/>
                  </a:cubicBezTo>
                  <a:lnTo>
                    <a:pt x="434" y="840"/>
                  </a:lnTo>
                  <a:cubicBezTo>
                    <a:pt x="1034" y="706"/>
                    <a:pt x="1368" y="640"/>
                    <a:pt x="1368" y="640"/>
                  </a:cubicBezTo>
                  <a:cubicBezTo>
                    <a:pt x="1535" y="606"/>
                    <a:pt x="1635" y="439"/>
                    <a:pt x="1601" y="273"/>
                  </a:cubicBezTo>
                  <a:cubicBezTo>
                    <a:pt x="1572" y="123"/>
                    <a:pt x="1435" y="1"/>
                    <a:pt x="1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6"/>
            <p:cNvSpPr/>
            <p:nvPr/>
          </p:nvSpPr>
          <p:spPr>
            <a:xfrm>
              <a:off x="6464849" y="2219156"/>
              <a:ext cx="255609" cy="130985"/>
            </a:xfrm>
            <a:custGeom>
              <a:avLst/>
              <a:gdLst/>
              <a:ahLst/>
              <a:cxnLst/>
              <a:rect l="l" t="t" r="r" b="b"/>
              <a:pathLst>
                <a:path w="2537" h="1300" extrusionOk="0">
                  <a:moveTo>
                    <a:pt x="2135" y="1"/>
                  </a:moveTo>
                  <a:cubicBezTo>
                    <a:pt x="2113" y="1"/>
                    <a:pt x="2091" y="3"/>
                    <a:pt x="2069" y="7"/>
                  </a:cubicBezTo>
                  <a:cubicBezTo>
                    <a:pt x="1435" y="241"/>
                    <a:pt x="868" y="441"/>
                    <a:pt x="234" y="674"/>
                  </a:cubicBezTo>
                  <a:cubicBezTo>
                    <a:pt x="68" y="774"/>
                    <a:pt x="1" y="941"/>
                    <a:pt x="68" y="1108"/>
                  </a:cubicBezTo>
                  <a:cubicBezTo>
                    <a:pt x="101" y="1208"/>
                    <a:pt x="201" y="1241"/>
                    <a:pt x="268" y="1275"/>
                  </a:cubicBezTo>
                  <a:cubicBezTo>
                    <a:pt x="318" y="1292"/>
                    <a:pt x="351" y="1300"/>
                    <a:pt x="385" y="1300"/>
                  </a:cubicBezTo>
                  <a:cubicBezTo>
                    <a:pt x="418" y="1300"/>
                    <a:pt x="451" y="1292"/>
                    <a:pt x="501" y="1275"/>
                  </a:cubicBezTo>
                  <a:cubicBezTo>
                    <a:pt x="1068" y="1075"/>
                    <a:pt x="1702" y="841"/>
                    <a:pt x="2269" y="641"/>
                  </a:cubicBezTo>
                  <a:cubicBezTo>
                    <a:pt x="2436" y="608"/>
                    <a:pt x="2536" y="441"/>
                    <a:pt x="2469" y="241"/>
                  </a:cubicBezTo>
                  <a:cubicBezTo>
                    <a:pt x="2440" y="96"/>
                    <a:pt x="2285" y="1"/>
                    <a:pt x="21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6"/>
            <p:cNvSpPr/>
            <p:nvPr/>
          </p:nvSpPr>
          <p:spPr>
            <a:xfrm>
              <a:off x="6115342" y="2365051"/>
              <a:ext cx="242108" cy="147307"/>
            </a:xfrm>
            <a:custGeom>
              <a:avLst/>
              <a:gdLst/>
              <a:ahLst/>
              <a:cxnLst/>
              <a:rect l="l" t="t" r="r" b="b"/>
              <a:pathLst>
                <a:path w="2403" h="1462" extrusionOk="0">
                  <a:moveTo>
                    <a:pt x="2046" y="1"/>
                  </a:moveTo>
                  <a:cubicBezTo>
                    <a:pt x="1996" y="1"/>
                    <a:pt x="1947" y="9"/>
                    <a:pt x="1902" y="27"/>
                  </a:cubicBezTo>
                  <a:cubicBezTo>
                    <a:pt x="1368" y="294"/>
                    <a:pt x="768" y="594"/>
                    <a:pt x="201" y="861"/>
                  </a:cubicBezTo>
                  <a:cubicBezTo>
                    <a:pt x="34" y="961"/>
                    <a:pt x="1" y="1128"/>
                    <a:pt x="68" y="1295"/>
                  </a:cubicBezTo>
                  <a:cubicBezTo>
                    <a:pt x="134" y="1361"/>
                    <a:pt x="201" y="1461"/>
                    <a:pt x="301" y="1461"/>
                  </a:cubicBezTo>
                  <a:cubicBezTo>
                    <a:pt x="368" y="1461"/>
                    <a:pt x="468" y="1461"/>
                    <a:pt x="535" y="1428"/>
                  </a:cubicBezTo>
                  <a:cubicBezTo>
                    <a:pt x="1068" y="1128"/>
                    <a:pt x="1669" y="828"/>
                    <a:pt x="2169" y="594"/>
                  </a:cubicBezTo>
                  <a:cubicBezTo>
                    <a:pt x="2336" y="494"/>
                    <a:pt x="2403" y="327"/>
                    <a:pt x="2336" y="160"/>
                  </a:cubicBezTo>
                  <a:cubicBezTo>
                    <a:pt x="2311" y="63"/>
                    <a:pt x="2180" y="1"/>
                    <a:pt x="20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6"/>
            <p:cNvSpPr/>
            <p:nvPr/>
          </p:nvSpPr>
          <p:spPr>
            <a:xfrm>
              <a:off x="6693231" y="1517912"/>
              <a:ext cx="1737678" cy="514367"/>
            </a:xfrm>
            <a:custGeom>
              <a:avLst/>
              <a:gdLst/>
              <a:ahLst/>
              <a:cxnLst/>
              <a:rect l="l" t="t" r="r" b="b"/>
              <a:pathLst>
                <a:path w="17247" h="5105" extrusionOk="0">
                  <a:moveTo>
                    <a:pt x="1" y="1"/>
                  </a:moveTo>
                  <a:lnTo>
                    <a:pt x="668" y="5105"/>
                  </a:lnTo>
                  <a:lnTo>
                    <a:pt x="17246" y="24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6"/>
            <p:cNvSpPr/>
            <p:nvPr/>
          </p:nvSpPr>
          <p:spPr>
            <a:xfrm>
              <a:off x="6743001" y="1766675"/>
              <a:ext cx="1687902" cy="867220"/>
            </a:xfrm>
            <a:custGeom>
              <a:avLst/>
              <a:gdLst/>
              <a:ahLst/>
              <a:cxnLst/>
              <a:rect l="l" t="t" r="r" b="b"/>
              <a:pathLst>
                <a:path w="15979" h="8607" extrusionOk="0">
                  <a:moveTo>
                    <a:pt x="15978" y="0"/>
                  </a:moveTo>
                  <a:lnTo>
                    <a:pt x="2035" y="3469"/>
                  </a:lnTo>
                  <a:lnTo>
                    <a:pt x="0" y="3936"/>
                  </a:lnTo>
                  <a:lnTo>
                    <a:pt x="3302" y="8606"/>
                  </a:lnTo>
                  <a:lnTo>
                    <a:pt x="15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7" name="Google Shape;1287;p46"/>
          <p:cNvGrpSpPr/>
          <p:nvPr/>
        </p:nvGrpSpPr>
        <p:grpSpPr>
          <a:xfrm>
            <a:off x="6463776" y="1402608"/>
            <a:ext cx="2648247" cy="1187395"/>
            <a:chOff x="5357287" y="1517912"/>
            <a:chExt cx="2648247" cy="1187395"/>
          </a:xfrm>
        </p:grpSpPr>
        <p:sp>
          <p:nvSpPr>
            <p:cNvPr id="1288" name="Google Shape;1288;p46"/>
            <p:cNvSpPr/>
            <p:nvPr/>
          </p:nvSpPr>
          <p:spPr>
            <a:xfrm>
              <a:off x="5357287" y="2539964"/>
              <a:ext cx="238683" cy="165343"/>
            </a:xfrm>
            <a:custGeom>
              <a:avLst/>
              <a:gdLst/>
              <a:ahLst/>
              <a:cxnLst/>
              <a:rect l="l" t="t" r="r" b="b"/>
              <a:pathLst>
                <a:path w="2369" h="1641" extrusionOk="0">
                  <a:moveTo>
                    <a:pt x="2030" y="1"/>
                  </a:moveTo>
                  <a:cubicBezTo>
                    <a:pt x="1967" y="1"/>
                    <a:pt x="1901" y="19"/>
                    <a:pt x="1835" y="59"/>
                  </a:cubicBezTo>
                  <a:cubicBezTo>
                    <a:pt x="1301" y="392"/>
                    <a:pt x="768" y="726"/>
                    <a:pt x="201" y="1093"/>
                  </a:cubicBezTo>
                  <a:cubicBezTo>
                    <a:pt x="34" y="1160"/>
                    <a:pt x="0" y="1393"/>
                    <a:pt x="134" y="1493"/>
                  </a:cubicBezTo>
                  <a:cubicBezTo>
                    <a:pt x="167" y="1593"/>
                    <a:pt x="201" y="1627"/>
                    <a:pt x="301" y="1627"/>
                  </a:cubicBezTo>
                  <a:cubicBezTo>
                    <a:pt x="340" y="1636"/>
                    <a:pt x="373" y="1641"/>
                    <a:pt x="402" y="1641"/>
                  </a:cubicBezTo>
                  <a:cubicBezTo>
                    <a:pt x="473" y="1641"/>
                    <a:pt x="520" y="1617"/>
                    <a:pt x="568" y="1593"/>
                  </a:cubicBezTo>
                  <a:cubicBezTo>
                    <a:pt x="1135" y="1260"/>
                    <a:pt x="1635" y="893"/>
                    <a:pt x="2202" y="559"/>
                  </a:cubicBezTo>
                  <a:cubicBezTo>
                    <a:pt x="2335" y="459"/>
                    <a:pt x="2369" y="259"/>
                    <a:pt x="2302" y="126"/>
                  </a:cubicBezTo>
                  <a:cubicBezTo>
                    <a:pt x="2221" y="45"/>
                    <a:pt x="2128" y="1"/>
                    <a:pt x="20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6"/>
            <p:cNvSpPr/>
            <p:nvPr/>
          </p:nvSpPr>
          <p:spPr>
            <a:xfrm>
              <a:off x="6039474" y="2219156"/>
              <a:ext cx="255609" cy="130985"/>
            </a:xfrm>
            <a:custGeom>
              <a:avLst/>
              <a:gdLst/>
              <a:ahLst/>
              <a:cxnLst/>
              <a:rect l="l" t="t" r="r" b="b"/>
              <a:pathLst>
                <a:path w="2537" h="1300" extrusionOk="0">
                  <a:moveTo>
                    <a:pt x="2135" y="1"/>
                  </a:moveTo>
                  <a:cubicBezTo>
                    <a:pt x="2113" y="1"/>
                    <a:pt x="2091" y="3"/>
                    <a:pt x="2069" y="7"/>
                  </a:cubicBezTo>
                  <a:cubicBezTo>
                    <a:pt x="1435" y="241"/>
                    <a:pt x="868" y="441"/>
                    <a:pt x="234" y="674"/>
                  </a:cubicBezTo>
                  <a:cubicBezTo>
                    <a:pt x="68" y="774"/>
                    <a:pt x="1" y="941"/>
                    <a:pt x="68" y="1108"/>
                  </a:cubicBezTo>
                  <a:cubicBezTo>
                    <a:pt x="101" y="1208"/>
                    <a:pt x="201" y="1241"/>
                    <a:pt x="268" y="1275"/>
                  </a:cubicBezTo>
                  <a:cubicBezTo>
                    <a:pt x="318" y="1292"/>
                    <a:pt x="351" y="1300"/>
                    <a:pt x="385" y="1300"/>
                  </a:cubicBezTo>
                  <a:cubicBezTo>
                    <a:pt x="418" y="1300"/>
                    <a:pt x="451" y="1292"/>
                    <a:pt x="501" y="1275"/>
                  </a:cubicBezTo>
                  <a:cubicBezTo>
                    <a:pt x="1068" y="1075"/>
                    <a:pt x="1702" y="841"/>
                    <a:pt x="2269" y="641"/>
                  </a:cubicBezTo>
                  <a:cubicBezTo>
                    <a:pt x="2436" y="608"/>
                    <a:pt x="2536" y="441"/>
                    <a:pt x="2469" y="241"/>
                  </a:cubicBezTo>
                  <a:cubicBezTo>
                    <a:pt x="2440" y="96"/>
                    <a:pt x="2285" y="1"/>
                    <a:pt x="21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6"/>
            <p:cNvSpPr/>
            <p:nvPr/>
          </p:nvSpPr>
          <p:spPr>
            <a:xfrm>
              <a:off x="5689967" y="2365051"/>
              <a:ext cx="242108" cy="147307"/>
            </a:xfrm>
            <a:custGeom>
              <a:avLst/>
              <a:gdLst/>
              <a:ahLst/>
              <a:cxnLst/>
              <a:rect l="l" t="t" r="r" b="b"/>
              <a:pathLst>
                <a:path w="2403" h="1462" extrusionOk="0">
                  <a:moveTo>
                    <a:pt x="2046" y="1"/>
                  </a:moveTo>
                  <a:cubicBezTo>
                    <a:pt x="1996" y="1"/>
                    <a:pt x="1947" y="9"/>
                    <a:pt x="1902" y="27"/>
                  </a:cubicBezTo>
                  <a:cubicBezTo>
                    <a:pt x="1368" y="294"/>
                    <a:pt x="768" y="594"/>
                    <a:pt x="201" y="861"/>
                  </a:cubicBezTo>
                  <a:cubicBezTo>
                    <a:pt x="34" y="961"/>
                    <a:pt x="1" y="1128"/>
                    <a:pt x="68" y="1295"/>
                  </a:cubicBezTo>
                  <a:cubicBezTo>
                    <a:pt x="134" y="1361"/>
                    <a:pt x="201" y="1461"/>
                    <a:pt x="301" y="1461"/>
                  </a:cubicBezTo>
                  <a:cubicBezTo>
                    <a:pt x="368" y="1461"/>
                    <a:pt x="468" y="1461"/>
                    <a:pt x="535" y="1428"/>
                  </a:cubicBezTo>
                  <a:cubicBezTo>
                    <a:pt x="1068" y="1128"/>
                    <a:pt x="1669" y="828"/>
                    <a:pt x="2169" y="594"/>
                  </a:cubicBezTo>
                  <a:cubicBezTo>
                    <a:pt x="2336" y="494"/>
                    <a:pt x="2403" y="327"/>
                    <a:pt x="2336" y="160"/>
                  </a:cubicBezTo>
                  <a:cubicBezTo>
                    <a:pt x="2311" y="63"/>
                    <a:pt x="2180" y="1"/>
                    <a:pt x="20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6"/>
            <p:cNvSpPr/>
            <p:nvPr/>
          </p:nvSpPr>
          <p:spPr>
            <a:xfrm>
              <a:off x="6267856" y="1517912"/>
              <a:ext cx="1737678" cy="514367"/>
            </a:xfrm>
            <a:custGeom>
              <a:avLst/>
              <a:gdLst/>
              <a:ahLst/>
              <a:cxnLst/>
              <a:rect l="l" t="t" r="r" b="b"/>
              <a:pathLst>
                <a:path w="17247" h="5105" extrusionOk="0">
                  <a:moveTo>
                    <a:pt x="1" y="1"/>
                  </a:moveTo>
                  <a:lnTo>
                    <a:pt x="668" y="5105"/>
                  </a:lnTo>
                  <a:lnTo>
                    <a:pt x="17246" y="24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6"/>
            <p:cNvSpPr/>
            <p:nvPr/>
          </p:nvSpPr>
          <p:spPr>
            <a:xfrm>
              <a:off x="6317626" y="1766675"/>
              <a:ext cx="1687902" cy="867220"/>
            </a:xfrm>
            <a:custGeom>
              <a:avLst/>
              <a:gdLst/>
              <a:ahLst/>
              <a:cxnLst/>
              <a:rect l="l" t="t" r="r" b="b"/>
              <a:pathLst>
                <a:path w="15979" h="8607" extrusionOk="0">
                  <a:moveTo>
                    <a:pt x="15978" y="0"/>
                  </a:moveTo>
                  <a:lnTo>
                    <a:pt x="2035" y="3469"/>
                  </a:lnTo>
                  <a:lnTo>
                    <a:pt x="0" y="3936"/>
                  </a:lnTo>
                  <a:lnTo>
                    <a:pt x="3302" y="8606"/>
                  </a:lnTo>
                  <a:lnTo>
                    <a:pt x="1597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3" name="Google Shape;1293;p46"/>
          <p:cNvGrpSpPr/>
          <p:nvPr/>
        </p:nvGrpSpPr>
        <p:grpSpPr>
          <a:xfrm>
            <a:off x="6319923" y="3720849"/>
            <a:ext cx="589350" cy="1014019"/>
            <a:chOff x="832925" y="1132500"/>
            <a:chExt cx="376125" cy="647150"/>
          </a:xfrm>
        </p:grpSpPr>
        <p:sp>
          <p:nvSpPr>
            <p:cNvPr id="1294" name="Google Shape;1294;p46"/>
            <p:cNvSpPr/>
            <p:nvPr/>
          </p:nvSpPr>
          <p:spPr>
            <a:xfrm>
              <a:off x="870450" y="1668725"/>
              <a:ext cx="110100" cy="110925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667"/>
                  </a:moveTo>
                  <a:cubicBezTo>
                    <a:pt x="3036" y="667"/>
                    <a:pt x="3736" y="1401"/>
                    <a:pt x="3703" y="2168"/>
                  </a:cubicBezTo>
                  <a:cubicBezTo>
                    <a:pt x="3703" y="3002"/>
                    <a:pt x="3036" y="3669"/>
                    <a:pt x="2202" y="3669"/>
                  </a:cubicBezTo>
                  <a:cubicBezTo>
                    <a:pt x="1368" y="3669"/>
                    <a:pt x="701" y="3002"/>
                    <a:pt x="701" y="2168"/>
                  </a:cubicBezTo>
                  <a:cubicBezTo>
                    <a:pt x="701" y="1334"/>
                    <a:pt x="1368" y="667"/>
                    <a:pt x="2202" y="667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6"/>
            <p:cNvSpPr/>
            <p:nvPr/>
          </p:nvSpPr>
          <p:spPr>
            <a:xfrm>
              <a:off x="832925" y="1365175"/>
              <a:ext cx="110100" cy="110925"/>
            </a:xfrm>
            <a:custGeom>
              <a:avLst/>
              <a:gdLst/>
              <a:ahLst/>
              <a:cxnLst/>
              <a:rect l="l" t="t" r="r" b="b"/>
              <a:pathLst>
                <a:path w="4404" h="4437" extrusionOk="0">
                  <a:moveTo>
                    <a:pt x="2202" y="701"/>
                  </a:moveTo>
                  <a:cubicBezTo>
                    <a:pt x="3036" y="701"/>
                    <a:pt x="3703" y="1368"/>
                    <a:pt x="3703" y="2202"/>
                  </a:cubicBezTo>
                  <a:cubicBezTo>
                    <a:pt x="3703" y="3036"/>
                    <a:pt x="3036" y="3669"/>
                    <a:pt x="2202" y="3669"/>
                  </a:cubicBezTo>
                  <a:cubicBezTo>
                    <a:pt x="1368" y="3669"/>
                    <a:pt x="701" y="3036"/>
                    <a:pt x="701" y="2202"/>
                  </a:cubicBezTo>
                  <a:cubicBezTo>
                    <a:pt x="701" y="1368"/>
                    <a:pt x="1368" y="701"/>
                    <a:pt x="2202" y="701"/>
                  </a:cubicBezTo>
                  <a:close/>
                  <a:moveTo>
                    <a:pt x="2202" y="0"/>
                  </a:moveTo>
                  <a:cubicBezTo>
                    <a:pt x="1001" y="0"/>
                    <a:pt x="0" y="1001"/>
                    <a:pt x="0" y="2235"/>
                  </a:cubicBezTo>
                  <a:cubicBezTo>
                    <a:pt x="0" y="3436"/>
                    <a:pt x="1001" y="4437"/>
                    <a:pt x="2202" y="4437"/>
                  </a:cubicBezTo>
                  <a:cubicBezTo>
                    <a:pt x="3403" y="4437"/>
                    <a:pt x="4403" y="3436"/>
                    <a:pt x="4403" y="2235"/>
                  </a:cubicBezTo>
                  <a:cubicBezTo>
                    <a:pt x="4403" y="1001"/>
                    <a:pt x="3403" y="0"/>
                    <a:pt x="2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6"/>
            <p:cNvSpPr/>
            <p:nvPr/>
          </p:nvSpPr>
          <p:spPr>
            <a:xfrm>
              <a:off x="1138125" y="1432700"/>
              <a:ext cx="16725" cy="55075"/>
            </a:xfrm>
            <a:custGeom>
              <a:avLst/>
              <a:gdLst/>
              <a:ahLst/>
              <a:cxnLst/>
              <a:rect l="l" t="t" r="r" b="b"/>
              <a:pathLst>
                <a:path w="669" h="2203" extrusionOk="0">
                  <a:moveTo>
                    <a:pt x="335" y="1"/>
                  </a:moveTo>
                  <a:cubicBezTo>
                    <a:pt x="168" y="1"/>
                    <a:pt x="1" y="101"/>
                    <a:pt x="1" y="335"/>
                  </a:cubicBezTo>
                  <a:lnTo>
                    <a:pt x="1" y="1869"/>
                  </a:lnTo>
                  <a:cubicBezTo>
                    <a:pt x="1" y="2036"/>
                    <a:pt x="134" y="2203"/>
                    <a:pt x="335" y="2203"/>
                  </a:cubicBezTo>
                  <a:cubicBezTo>
                    <a:pt x="535" y="2203"/>
                    <a:pt x="668" y="2036"/>
                    <a:pt x="668" y="1869"/>
                  </a:cubicBezTo>
                  <a:lnTo>
                    <a:pt x="668" y="335"/>
                  </a:lnTo>
                  <a:cubicBezTo>
                    <a:pt x="668" y="168"/>
                    <a:pt x="535" y="1"/>
                    <a:pt x="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6"/>
            <p:cNvSpPr/>
            <p:nvPr/>
          </p:nvSpPr>
          <p:spPr>
            <a:xfrm>
              <a:off x="1138125" y="1498600"/>
              <a:ext cx="16725" cy="55900"/>
            </a:xfrm>
            <a:custGeom>
              <a:avLst/>
              <a:gdLst/>
              <a:ahLst/>
              <a:cxnLst/>
              <a:rect l="l" t="t" r="r" b="b"/>
              <a:pathLst>
                <a:path w="669" h="2236" extrusionOk="0">
                  <a:moveTo>
                    <a:pt x="335" y="0"/>
                  </a:moveTo>
                  <a:cubicBezTo>
                    <a:pt x="168" y="0"/>
                    <a:pt x="1" y="134"/>
                    <a:pt x="1" y="367"/>
                  </a:cubicBezTo>
                  <a:lnTo>
                    <a:pt x="1" y="1902"/>
                  </a:lnTo>
                  <a:cubicBezTo>
                    <a:pt x="1" y="2068"/>
                    <a:pt x="134" y="2235"/>
                    <a:pt x="335" y="2235"/>
                  </a:cubicBezTo>
                  <a:cubicBezTo>
                    <a:pt x="535" y="2235"/>
                    <a:pt x="668" y="2068"/>
                    <a:pt x="668" y="1902"/>
                  </a:cubicBezTo>
                  <a:lnTo>
                    <a:pt x="668" y="367"/>
                  </a:lnTo>
                  <a:cubicBezTo>
                    <a:pt x="668" y="200"/>
                    <a:pt x="535" y="0"/>
                    <a:pt x="3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6"/>
            <p:cNvSpPr/>
            <p:nvPr/>
          </p:nvSpPr>
          <p:spPr>
            <a:xfrm>
              <a:off x="1158150" y="1485250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0"/>
                  </a:moveTo>
                  <a:cubicBezTo>
                    <a:pt x="167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5" y="501"/>
                    <a:pt x="2035" y="334"/>
                  </a:cubicBezTo>
                  <a:cubicBezTo>
                    <a:pt x="2035" y="167"/>
                    <a:pt x="1902" y="0"/>
                    <a:pt x="1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6"/>
            <p:cNvSpPr/>
            <p:nvPr/>
          </p:nvSpPr>
          <p:spPr>
            <a:xfrm>
              <a:off x="1084775" y="1485250"/>
              <a:ext cx="51725" cy="16700"/>
            </a:xfrm>
            <a:custGeom>
              <a:avLst/>
              <a:gdLst/>
              <a:ahLst/>
              <a:cxnLst/>
              <a:rect l="l" t="t" r="r" b="b"/>
              <a:pathLst>
                <a:path w="2069" h="668" extrusionOk="0">
                  <a:moveTo>
                    <a:pt x="334" y="0"/>
                  </a:moveTo>
                  <a:cubicBezTo>
                    <a:pt x="167" y="0"/>
                    <a:pt x="0" y="134"/>
                    <a:pt x="0" y="334"/>
                  </a:cubicBezTo>
                  <a:cubicBezTo>
                    <a:pt x="0" y="501"/>
                    <a:pt x="134" y="668"/>
                    <a:pt x="334" y="668"/>
                  </a:cubicBezTo>
                  <a:lnTo>
                    <a:pt x="1735" y="668"/>
                  </a:lnTo>
                  <a:cubicBezTo>
                    <a:pt x="1868" y="668"/>
                    <a:pt x="2068" y="501"/>
                    <a:pt x="2068" y="334"/>
                  </a:cubicBezTo>
                  <a:cubicBezTo>
                    <a:pt x="2068" y="167"/>
                    <a:pt x="1935" y="0"/>
                    <a:pt x="17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6"/>
            <p:cNvSpPr/>
            <p:nvPr/>
          </p:nvSpPr>
          <p:spPr>
            <a:xfrm>
              <a:off x="1101450" y="1132500"/>
              <a:ext cx="16700" cy="55050"/>
            </a:xfrm>
            <a:custGeom>
              <a:avLst/>
              <a:gdLst/>
              <a:ahLst/>
              <a:cxnLst/>
              <a:rect l="l" t="t" r="r" b="b"/>
              <a:pathLst>
                <a:path w="668" h="2202" extrusionOk="0">
                  <a:moveTo>
                    <a:pt x="334" y="0"/>
                  </a:moveTo>
                  <a:cubicBezTo>
                    <a:pt x="167" y="0"/>
                    <a:pt x="0" y="100"/>
                    <a:pt x="0" y="334"/>
                  </a:cubicBezTo>
                  <a:lnTo>
                    <a:pt x="0" y="1868"/>
                  </a:lnTo>
                  <a:cubicBezTo>
                    <a:pt x="0" y="2035"/>
                    <a:pt x="134" y="2202"/>
                    <a:pt x="334" y="2202"/>
                  </a:cubicBezTo>
                  <a:cubicBezTo>
                    <a:pt x="567" y="2202"/>
                    <a:pt x="667" y="2035"/>
                    <a:pt x="667" y="1868"/>
                  </a:cubicBezTo>
                  <a:lnTo>
                    <a:pt x="667" y="334"/>
                  </a:lnTo>
                  <a:cubicBezTo>
                    <a:pt x="667" y="167"/>
                    <a:pt x="567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6"/>
            <p:cNvSpPr/>
            <p:nvPr/>
          </p:nvSpPr>
          <p:spPr>
            <a:xfrm>
              <a:off x="1101450" y="1199200"/>
              <a:ext cx="16700" cy="55075"/>
            </a:xfrm>
            <a:custGeom>
              <a:avLst/>
              <a:gdLst/>
              <a:ahLst/>
              <a:cxnLst/>
              <a:rect l="l" t="t" r="r" b="b"/>
              <a:pathLst>
                <a:path w="668" h="2203" extrusionOk="0">
                  <a:moveTo>
                    <a:pt x="334" y="1"/>
                  </a:moveTo>
                  <a:cubicBezTo>
                    <a:pt x="167" y="1"/>
                    <a:pt x="0" y="101"/>
                    <a:pt x="0" y="335"/>
                  </a:cubicBezTo>
                  <a:lnTo>
                    <a:pt x="0" y="1869"/>
                  </a:lnTo>
                  <a:cubicBezTo>
                    <a:pt x="0" y="2036"/>
                    <a:pt x="134" y="2203"/>
                    <a:pt x="334" y="2203"/>
                  </a:cubicBezTo>
                  <a:cubicBezTo>
                    <a:pt x="567" y="2203"/>
                    <a:pt x="667" y="2036"/>
                    <a:pt x="667" y="1869"/>
                  </a:cubicBezTo>
                  <a:lnTo>
                    <a:pt x="667" y="335"/>
                  </a:lnTo>
                  <a:cubicBezTo>
                    <a:pt x="667" y="168"/>
                    <a:pt x="567" y="1"/>
                    <a:pt x="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6"/>
            <p:cNvSpPr/>
            <p:nvPr/>
          </p:nvSpPr>
          <p:spPr>
            <a:xfrm>
              <a:off x="1121450" y="1184200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36" y="1"/>
                    <a:pt x="1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6"/>
            <p:cNvSpPr/>
            <p:nvPr/>
          </p:nvSpPr>
          <p:spPr>
            <a:xfrm>
              <a:off x="1048900" y="1185594"/>
              <a:ext cx="50900" cy="16700"/>
            </a:xfrm>
            <a:custGeom>
              <a:avLst/>
              <a:gdLst/>
              <a:ahLst/>
              <a:cxnLst/>
              <a:rect l="l" t="t" r="r" b="b"/>
              <a:pathLst>
                <a:path w="2036" h="668" extrusionOk="0">
                  <a:moveTo>
                    <a:pt x="334" y="1"/>
                  </a:moveTo>
                  <a:cubicBezTo>
                    <a:pt x="168" y="1"/>
                    <a:pt x="1" y="134"/>
                    <a:pt x="1" y="334"/>
                  </a:cubicBezTo>
                  <a:cubicBezTo>
                    <a:pt x="1" y="501"/>
                    <a:pt x="101" y="668"/>
                    <a:pt x="334" y="668"/>
                  </a:cubicBezTo>
                  <a:lnTo>
                    <a:pt x="1702" y="668"/>
                  </a:lnTo>
                  <a:cubicBezTo>
                    <a:pt x="1869" y="668"/>
                    <a:pt x="2036" y="534"/>
                    <a:pt x="2036" y="334"/>
                  </a:cubicBezTo>
                  <a:cubicBezTo>
                    <a:pt x="2036" y="167"/>
                    <a:pt x="1902" y="1"/>
                    <a:pt x="17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383;p48">
            <a:extLst>
              <a:ext uri="{FF2B5EF4-FFF2-40B4-BE49-F238E27FC236}">
                <a16:creationId xmlns:a16="http://schemas.microsoft.com/office/drawing/2014/main" id="{DA83287D-7102-CF8C-36C2-0CC7B9CD9060}"/>
              </a:ext>
            </a:extLst>
          </p:cNvPr>
          <p:cNvGrpSpPr/>
          <p:nvPr/>
        </p:nvGrpSpPr>
        <p:grpSpPr>
          <a:xfrm>
            <a:off x="2032160" y="2268732"/>
            <a:ext cx="1009772" cy="982063"/>
            <a:chOff x="3663548" y="1337260"/>
            <a:chExt cx="1809831" cy="1810277"/>
          </a:xfrm>
        </p:grpSpPr>
        <p:sp>
          <p:nvSpPr>
            <p:cNvPr id="3" name="Google Shape;1384;p48">
              <a:extLst>
                <a:ext uri="{FF2B5EF4-FFF2-40B4-BE49-F238E27FC236}">
                  <a16:creationId xmlns:a16="http://schemas.microsoft.com/office/drawing/2014/main" id="{60816CD2-1CF5-AA45-DBC8-B1865DDB6D9A}"/>
                </a:ext>
              </a:extLst>
            </p:cNvPr>
            <p:cNvSpPr/>
            <p:nvPr/>
          </p:nvSpPr>
          <p:spPr>
            <a:xfrm>
              <a:off x="3663779" y="1337937"/>
              <a:ext cx="1809600" cy="1809600"/>
            </a:xfrm>
            <a:prstGeom prst="donu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85;p48">
              <a:extLst>
                <a:ext uri="{FF2B5EF4-FFF2-40B4-BE49-F238E27FC236}">
                  <a16:creationId xmlns:a16="http://schemas.microsoft.com/office/drawing/2014/main" id="{AC8FEC21-024E-CF57-41C3-0540D74700EC}"/>
                </a:ext>
              </a:extLst>
            </p:cNvPr>
            <p:cNvSpPr/>
            <p:nvPr/>
          </p:nvSpPr>
          <p:spPr>
            <a:xfrm rot="18000170">
              <a:off x="3663138" y="1337670"/>
              <a:ext cx="1810045" cy="1809225"/>
            </a:xfrm>
            <a:prstGeom prst="blockArc">
              <a:avLst>
                <a:gd name="adj1" fmla="val 3757132"/>
                <a:gd name="adj2" fmla="val 19923349"/>
                <a:gd name="adj3" fmla="val 2501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7" name="Google Shape;1277;p46">
            <a:extLst>
              <a:ext uri="{FF2B5EF4-FFF2-40B4-BE49-F238E27FC236}">
                <a16:creationId xmlns:a16="http://schemas.microsoft.com/office/drawing/2014/main" id="{ED0DD985-3343-3A72-8393-B9E73B0D9793}"/>
              </a:ext>
            </a:extLst>
          </p:cNvPr>
          <p:cNvSpPr txBox="1">
            <a:spLocks/>
          </p:cNvSpPr>
          <p:nvPr/>
        </p:nvSpPr>
        <p:spPr>
          <a:xfrm>
            <a:off x="3773245" y="2571750"/>
            <a:ext cx="1920300" cy="320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 b="0" i="0" u="none" strike="noStrike" cap="none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JAVA</a:t>
            </a:r>
          </a:p>
        </p:txBody>
      </p:sp>
      <p:sp>
        <p:nvSpPr>
          <p:cNvPr id="18" name="Google Shape;1277;p46">
            <a:extLst>
              <a:ext uri="{FF2B5EF4-FFF2-40B4-BE49-F238E27FC236}">
                <a16:creationId xmlns:a16="http://schemas.microsoft.com/office/drawing/2014/main" id="{B0C4470B-4058-CD94-570C-B95B12CD7562}"/>
              </a:ext>
            </a:extLst>
          </p:cNvPr>
          <p:cNvSpPr txBox="1">
            <a:spLocks/>
          </p:cNvSpPr>
          <p:nvPr/>
        </p:nvSpPr>
        <p:spPr>
          <a:xfrm>
            <a:off x="3041932" y="3654891"/>
            <a:ext cx="1920300" cy="320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legreya Sans"/>
              <a:buNone/>
              <a:defRPr sz="1800" b="0" i="0" u="none" strike="noStrike" cap="none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</a:t>
            </a:r>
          </a:p>
        </p:txBody>
      </p:sp>
      <p:grpSp>
        <p:nvGrpSpPr>
          <p:cNvPr id="19" name="Google Shape;1383;p48">
            <a:extLst>
              <a:ext uri="{FF2B5EF4-FFF2-40B4-BE49-F238E27FC236}">
                <a16:creationId xmlns:a16="http://schemas.microsoft.com/office/drawing/2014/main" id="{098A0968-1313-D411-980D-BF6F1C7D4856}"/>
              </a:ext>
            </a:extLst>
          </p:cNvPr>
          <p:cNvGrpSpPr/>
          <p:nvPr/>
        </p:nvGrpSpPr>
        <p:grpSpPr>
          <a:xfrm>
            <a:off x="5250091" y="1050633"/>
            <a:ext cx="1009773" cy="982062"/>
            <a:chOff x="3663547" y="1337261"/>
            <a:chExt cx="1809832" cy="1810276"/>
          </a:xfrm>
        </p:grpSpPr>
        <p:sp>
          <p:nvSpPr>
            <p:cNvPr id="20" name="Google Shape;1384;p48">
              <a:extLst>
                <a:ext uri="{FF2B5EF4-FFF2-40B4-BE49-F238E27FC236}">
                  <a16:creationId xmlns:a16="http://schemas.microsoft.com/office/drawing/2014/main" id="{EFAA2F70-3FB7-109F-8087-713D03E88B8A}"/>
                </a:ext>
              </a:extLst>
            </p:cNvPr>
            <p:cNvSpPr/>
            <p:nvPr/>
          </p:nvSpPr>
          <p:spPr>
            <a:xfrm>
              <a:off x="3663779" y="1337937"/>
              <a:ext cx="1809600" cy="1809600"/>
            </a:xfrm>
            <a:prstGeom prst="donu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85;p48">
              <a:extLst>
                <a:ext uri="{FF2B5EF4-FFF2-40B4-BE49-F238E27FC236}">
                  <a16:creationId xmlns:a16="http://schemas.microsoft.com/office/drawing/2014/main" id="{2096E8DF-B043-85CD-4A3C-4949222F1E3D}"/>
                </a:ext>
              </a:extLst>
            </p:cNvPr>
            <p:cNvSpPr/>
            <p:nvPr/>
          </p:nvSpPr>
          <p:spPr>
            <a:xfrm rot="18000170">
              <a:off x="3663138" y="1337670"/>
              <a:ext cx="1810045" cy="1809225"/>
            </a:xfrm>
            <a:prstGeom prst="blockArc">
              <a:avLst>
                <a:gd name="adj1" fmla="val 2295534"/>
                <a:gd name="adj2" fmla="val 19923349"/>
                <a:gd name="adj3" fmla="val 2501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1383;p48">
            <a:extLst>
              <a:ext uri="{FF2B5EF4-FFF2-40B4-BE49-F238E27FC236}">
                <a16:creationId xmlns:a16="http://schemas.microsoft.com/office/drawing/2014/main" id="{CFEF5A6F-8D83-B57E-5787-078527161B0D}"/>
              </a:ext>
            </a:extLst>
          </p:cNvPr>
          <p:cNvGrpSpPr/>
          <p:nvPr/>
        </p:nvGrpSpPr>
        <p:grpSpPr>
          <a:xfrm>
            <a:off x="1969146" y="1004827"/>
            <a:ext cx="1009773" cy="982062"/>
            <a:chOff x="3663547" y="1337261"/>
            <a:chExt cx="1809832" cy="1810276"/>
          </a:xfrm>
        </p:grpSpPr>
        <p:sp>
          <p:nvSpPr>
            <p:cNvPr id="23" name="Google Shape;1384;p48">
              <a:extLst>
                <a:ext uri="{FF2B5EF4-FFF2-40B4-BE49-F238E27FC236}">
                  <a16:creationId xmlns:a16="http://schemas.microsoft.com/office/drawing/2014/main" id="{CC82C03F-70FF-37C6-299F-A864D6B66561}"/>
                </a:ext>
              </a:extLst>
            </p:cNvPr>
            <p:cNvSpPr/>
            <p:nvPr/>
          </p:nvSpPr>
          <p:spPr>
            <a:xfrm>
              <a:off x="3663779" y="1337937"/>
              <a:ext cx="1809600" cy="1809600"/>
            </a:xfrm>
            <a:prstGeom prst="donu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85;p48">
              <a:extLst>
                <a:ext uri="{FF2B5EF4-FFF2-40B4-BE49-F238E27FC236}">
                  <a16:creationId xmlns:a16="http://schemas.microsoft.com/office/drawing/2014/main" id="{E7DD1F5A-3870-2F70-856D-4BEC37D444D0}"/>
                </a:ext>
              </a:extLst>
            </p:cNvPr>
            <p:cNvSpPr/>
            <p:nvPr/>
          </p:nvSpPr>
          <p:spPr>
            <a:xfrm rot="18000170">
              <a:off x="3663138" y="1337670"/>
              <a:ext cx="1810045" cy="1809225"/>
            </a:xfrm>
            <a:prstGeom prst="blockArc">
              <a:avLst>
                <a:gd name="adj1" fmla="val 10770973"/>
                <a:gd name="adj2" fmla="val 19923349"/>
                <a:gd name="adj3" fmla="val 2501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1383;p48">
            <a:extLst>
              <a:ext uri="{FF2B5EF4-FFF2-40B4-BE49-F238E27FC236}">
                <a16:creationId xmlns:a16="http://schemas.microsoft.com/office/drawing/2014/main" id="{F83B8E10-B57D-5FFB-390D-1B6C057C4AB5}"/>
              </a:ext>
            </a:extLst>
          </p:cNvPr>
          <p:cNvGrpSpPr/>
          <p:nvPr/>
        </p:nvGrpSpPr>
        <p:grpSpPr>
          <a:xfrm>
            <a:off x="5256913" y="2268669"/>
            <a:ext cx="1009773" cy="982062"/>
            <a:chOff x="3663547" y="1337261"/>
            <a:chExt cx="1809832" cy="1810276"/>
          </a:xfrm>
        </p:grpSpPr>
        <p:sp>
          <p:nvSpPr>
            <p:cNvPr id="26" name="Google Shape;1384;p48">
              <a:extLst>
                <a:ext uri="{FF2B5EF4-FFF2-40B4-BE49-F238E27FC236}">
                  <a16:creationId xmlns:a16="http://schemas.microsoft.com/office/drawing/2014/main" id="{9317A6A4-3592-9178-8149-86678EF4189A}"/>
                </a:ext>
              </a:extLst>
            </p:cNvPr>
            <p:cNvSpPr/>
            <p:nvPr/>
          </p:nvSpPr>
          <p:spPr>
            <a:xfrm>
              <a:off x="3663779" y="1337937"/>
              <a:ext cx="1809600" cy="1809600"/>
            </a:xfrm>
            <a:prstGeom prst="donu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85;p48">
              <a:extLst>
                <a:ext uri="{FF2B5EF4-FFF2-40B4-BE49-F238E27FC236}">
                  <a16:creationId xmlns:a16="http://schemas.microsoft.com/office/drawing/2014/main" id="{12218ED7-9827-0D21-7515-C28924C5902D}"/>
                </a:ext>
              </a:extLst>
            </p:cNvPr>
            <p:cNvSpPr/>
            <p:nvPr/>
          </p:nvSpPr>
          <p:spPr>
            <a:xfrm rot="18000170">
              <a:off x="3663138" y="1337670"/>
              <a:ext cx="1810045" cy="1809225"/>
            </a:xfrm>
            <a:prstGeom prst="blockArc">
              <a:avLst>
                <a:gd name="adj1" fmla="val 5608373"/>
                <a:gd name="adj2" fmla="val 19923349"/>
                <a:gd name="adj3" fmla="val 2501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8" name="Google Shape;1383;p48">
            <a:extLst>
              <a:ext uri="{FF2B5EF4-FFF2-40B4-BE49-F238E27FC236}">
                <a16:creationId xmlns:a16="http://schemas.microsoft.com/office/drawing/2014/main" id="{12D41003-5B81-D764-A7EA-B181E2DE654B}"/>
              </a:ext>
            </a:extLst>
          </p:cNvPr>
          <p:cNvGrpSpPr/>
          <p:nvPr/>
        </p:nvGrpSpPr>
        <p:grpSpPr>
          <a:xfrm>
            <a:off x="3653432" y="3320431"/>
            <a:ext cx="1009773" cy="982062"/>
            <a:chOff x="3663547" y="1337261"/>
            <a:chExt cx="1809832" cy="1810276"/>
          </a:xfrm>
        </p:grpSpPr>
        <p:sp>
          <p:nvSpPr>
            <p:cNvPr id="29" name="Google Shape;1384;p48">
              <a:extLst>
                <a:ext uri="{FF2B5EF4-FFF2-40B4-BE49-F238E27FC236}">
                  <a16:creationId xmlns:a16="http://schemas.microsoft.com/office/drawing/2014/main" id="{C18A7E3E-1EC4-9AD6-D5C9-8976EB64A809}"/>
                </a:ext>
              </a:extLst>
            </p:cNvPr>
            <p:cNvSpPr/>
            <p:nvPr/>
          </p:nvSpPr>
          <p:spPr>
            <a:xfrm>
              <a:off x="3663779" y="1337937"/>
              <a:ext cx="1809600" cy="1809600"/>
            </a:xfrm>
            <a:prstGeom prst="donu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85;p48">
              <a:extLst>
                <a:ext uri="{FF2B5EF4-FFF2-40B4-BE49-F238E27FC236}">
                  <a16:creationId xmlns:a16="http://schemas.microsoft.com/office/drawing/2014/main" id="{3583E468-6991-148B-6B0D-28AE049BD351}"/>
                </a:ext>
              </a:extLst>
            </p:cNvPr>
            <p:cNvSpPr/>
            <p:nvPr/>
          </p:nvSpPr>
          <p:spPr>
            <a:xfrm rot="18000170">
              <a:off x="3663138" y="1337670"/>
              <a:ext cx="1810045" cy="1809225"/>
            </a:xfrm>
            <a:prstGeom prst="blockArc">
              <a:avLst>
                <a:gd name="adj1" fmla="val 7898442"/>
                <a:gd name="adj2" fmla="val 19923349"/>
                <a:gd name="adj3" fmla="val 2501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429" name="Google Shape;2429;p67"/>
          <p:cNvGrpSpPr/>
          <p:nvPr/>
        </p:nvGrpSpPr>
        <p:grpSpPr>
          <a:xfrm>
            <a:off x="772292" y="3463779"/>
            <a:ext cx="897083" cy="1097281"/>
            <a:chOff x="713213" y="3451787"/>
            <a:chExt cx="664064" cy="812259"/>
          </a:xfrm>
        </p:grpSpPr>
        <p:sp>
          <p:nvSpPr>
            <p:cNvPr id="2430" name="Google Shape;2430;p67"/>
            <p:cNvSpPr/>
            <p:nvPr/>
          </p:nvSpPr>
          <p:spPr>
            <a:xfrm>
              <a:off x="923758" y="3943010"/>
              <a:ext cx="373086" cy="251008"/>
            </a:xfrm>
            <a:custGeom>
              <a:avLst/>
              <a:gdLst/>
              <a:ahLst/>
              <a:cxnLst/>
              <a:rect l="l" t="t" r="r" b="b"/>
              <a:pathLst>
                <a:path w="42312" h="28467" extrusionOk="0">
                  <a:moveTo>
                    <a:pt x="14469" y="0"/>
                  </a:moveTo>
                  <a:cubicBezTo>
                    <a:pt x="13080" y="0"/>
                    <a:pt x="11212" y="1292"/>
                    <a:pt x="9409" y="2167"/>
                  </a:cubicBezTo>
                  <a:cubicBezTo>
                    <a:pt x="7233" y="3255"/>
                    <a:pt x="2176" y="4599"/>
                    <a:pt x="576" y="8120"/>
                  </a:cubicBezTo>
                  <a:cubicBezTo>
                    <a:pt x="0" y="9372"/>
                    <a:pt x="49" y="9762"/>
                    <a:pt x="472" y="9762"/>
                  </a:cubicBezTo>
                  <a:cubicBezTo>
                    <a:pt x="1166" y="9762"/>
                    <a:pt x="2867" y="8712"/>
                    <a:pt x="4464" y="8712"/>
                  </a:cubicBezTo>
                  <a:cubicBezTo>
                    <a:pt x="4653" y="8712"/>
                    <a:pt x="4840" y="8727"/>
                    <a:pt x="5024" y="8760"/>
                  </a:cubicBezTo>
                  <a:cubicBezTo>
                    <a:pt x="7713" y="9240"/>
                    <a:pt x="12642" y="10168"/>
                    <a:pt x="12642" y="10168"/>
                  </a:cubicBezTo>
                  <a:cubicBezTo>
                    <a:pt x="16931" y="12441"/>
                    <a:pt x="20803" y="15417"/>
                    <a:pt x="24036" y="19034"/>
                  </a:cubicBezTo>
                  <a:cubicBezTo>
                    <a:pt x="28411" y="23987"/>
                    <a:pt x="33401" y="28467"/>
                    <a:pt x="37014" y="28467"/>
                  </a:cubicBezTo>
                  <a:cubicBezTo>
                    <a:pt x="37603" y="28467"/>
                    <a:pt x="38156" y="28347"/>
                    <a:pt x="38663" y="28091"/>
                  </a:cubicBezTo>
                  <a:cubicBezTo>
                    <a:pt x="42311" y="26267"/>
                    <a:pt x="30693" y="13881"/>
                    <a:pt x="30693" y="13881"/>
                  </a:cubicBezTo>
                  <a:cubicBezTo>
                    <a:pt x="30693" y="13881"/>
                    <a:pt x="25444" y="10648"/>
                    <a:pt x="22372" y="8696"/>
                  </a:cubicBezTo>
                  <a:cubicBezTo>
                    <a:pt x="20451" y="7416"/>
                    <a:pt x="18595" y="6039"/>
                    <a:pt x="16835" y="4567"/>
                  </a:cubicBezTo>
                  <a:cubicBezTo>
                    <a:pt x="16835" y="4567"/>
                    <a:pt x="16675" y="886"/>
                    <a:pt x="15266" y="182"/>
                  </a:cubicBezTo>
                  <a:cubicBezTo>
                    <a:pt x="15024" y="56"/>
                    <a:pt x="14757" y="0"/>
                    <a:pt x="144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67"/>
            <p:cNvSpPr/>
            <p:nvPr/>
          </p:nvSpPr>
          <p:spPr>
            <a:xfrm>
              <a:off x="915901" y="3942728"/>
              <a:ext cx="162507" cy="91649"/>
            </a:xfrm>
            <a:custGeom>
              <a:avLst/>
              <a:gdLst/>
              <a:ahLst/>
              <a:cxnLst/>
              <a:rect l="l" t="t" r="r" b="b"/>
              <a:pathLst>
                <a:path w="18430" h="10394" extrusionOk="0">
                  <a:moveTo>
                    <a:pt x="15390" y="0"/>
                  </a:moveTo>
                  <a:cubicBezTo>
                    <a:pt x="13994" y="0"/>
                    <a:pt x="12103" y="1297"/>
                    <a:pt x="10300" y="2199"/>
                  </a:cubicBezTo>
                  <a:cubicBezTo>
                    <a:pt x="8124" y="3255"/>
                    <a:pt x="2203" y="5143"/>
                    <a:pt x="602" y="8664"/>
                  </a:cubicBezTo>
                  <a:cubicBezTo>
                    <a:pt x="1" y="9961"/>
                    <a:pt x="169" y="10394"/>
                    <a:pt x="768" y="10394"/>
                  </a:cubicBezTo>
                  <a:cubicBezTo>
                    <a:pt x="1795" y="10394"/>
                    <a:pt x="4088" y="9124"/>
                    <a:pt x="5947" y="8760"/>
                  </a:cubicBezTo>
                  <a:cubicBezTo>
                    <a:pt x="5947" y="8760"/>
                    <a:pt x="8860" y="5047"/>
                    <a:pt x="11933" y="4983"/>
                  </a:cubicBezTo>
                  <a:cubicBezTo>
                    <a:pt x="11961" y="4983"/>
                    <a:pt x="11989" y="4983"/>
                    <a:pt x="12018" y="4983"/>
                  </a:cubicBezTo>
                  <a:cubicBezTo>
                    <a:pt x="13522" y="4983"/>
                    <a:pt x="14759" y="5566"/>
                    <a:pt x="16299" y="5566"/>
                  </a:cubicBezTo>
                  <a:cubicBezTo>
                    <a:pt x="16942" y="5566"/>
                    <a:pt x="17639" y="5464"/>
                    <a:pt x="18430" y="5175"/>
                  </a:cubicBezTo>
                  <a:cubicBezTo>
                    <a:pt x="18014" y="4823"/>
                    <a:pt x="17726" y="4343"/>
                    <a:pt x="17662" y="3799"/>
                  </a:cubicBezTo>
                  <a:cubicBezTo>
                    <a:pt x="17534" y="2647"/>
                    <a:pt x="17150" y="694"/>
                    <a:pt x="16189" y="182"/>
                  </a:cubicBezTo>
                  <a:cubicBezTo>
                    <a:pt x="15948" y="56"/>
                    <a:pt x="15680" y="0"/>
                    <a:pt x="153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67"/>
            <p:cNvSpPr/>
            <p:nvPr/>
          </p:nvSpPr>
          <p:spPr>
            <a:xfrm>
              <a:off x="1074167" y="4006134"/>
              <a:ext cx="297467" cy="233875"/>
            </a:xfrm>
            <a:custGeom>
              <a:avLst/>
              <a:gdLst/>
              <a:ahLst/>
              <a:cxnLst/>
              <a:rect l="l" t="t" r="r" b="b"/>
              <a:pathLst>
                <a:path w="33736" h="26524" extrusionOk="0">
                  <a:moveTo>
                    <a:pt x="3649" y="1"/>
                  </a:moveTo>
                  <a:cubicBezTo>
                    <a:pt x="2945" y="2529"/>
                    <a:pt x="1697" y="4865"/>
                    <a:pt x="1" y="6914"/>
                  </a:cubicBezTo>
                  <a:cubicBezTo>
                    <a:pt x="2241" y="8578"/>
                    <a:pt x="5794" y="10915"/>
                    <a:pt x="8130" y="13443"/>
                  </a:cubicBezTo>
                  <a:cubicBezTo>
                    <a:pt x="14614" y="20374"/>
                    <a:pt x="22659" y="26523"/>
                    <a:pt x="27493" y="26523"/>
                  </a:cubicBezTo>
                  <a:cubicBezTo>
                    <a:pt x="28195" y="26523"/>
                    <a:pt x="28830" y="26393"/>
                    <a:pt x="29382" y="26117"/>
                  </a:cubicBezTo>
                  <a:cubicBezTo>
                    <a:pt x="33735" y="23973"/>
                    <a:pt x="14980" y="7170"/>
                    <a:pt x="14980" y="7170"/>
                  </a:cubicBezTo>
                  <a:cubicBezTo>
                    <a:pt x="14980" y="7170"/>
                    <a:pt x="8706" y="3297"/>
                    <a:pt x="5058" y="929"/>
                  </a:cubicBezTo>
                  <a:cubicBezTo>
                    <a:pt x="4578" y="609"/>
                    <a:pt x="4097" y="289"/>
                    <a:pt x="36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67"/>
            <p:cNvSpPr/>
            <p:nvPr/>
          </p:nvSpPr>
          <p:spPr>
            <a:xfrm>
              <a:off x="1079810" y="3897388"/>
              <a:ext cx="281878" cy="366658"/>
            </a:xfrm>
            <a:custGeom>
              <a:avLst/>
              <a:gdLst/>
              <a:ahLst/>
              <a:cxnLst/>
              <a:rect l="l" t="t" r="r" b="b"/>
              <a:pathLst>
                <a:path w="31968" h="41583" extrusionOk="0">
                  <a:moveTo>
                    <a:pt x="19470" y="1"/>
                  </a:moveTo>
                  <a:cubicBezTo>
                    <a:pt x="18236" y="1"/>
                    <a:pt x="16870" y="134"/>
                    <a:pt x="15620" y="555"/>
                  </a:cubicBezTo>
                  <a:cubicBezTo>
                    <a:pt x="13859" y="1099"/>
                    <a:pt x="12035" y="1484"/>
                    <a:pt x="10211" y="1676"/>
                  </a:cubicBezTo>
                  <a:cubicBezTo>
                    <a:pt x="9092" y="1849"/>
                    <a:pt x="7913" y="1939"/>
                    <a:pt x="6767" y="1939"/>
                  </a:cubicBezTo>
                  <a:cubicBezTo>
                    <a:pt x="5159" y="1939"/>
                    <a:pt x="3616" y="1761"/>
                    <a:pt x="2401" y="1388"/>
                  </a:cubicBezTo>
                  <a:lnTo>
                    <a:pt x="2241" y="1324"/>
                  </a:lnTo>
                  <a:cubicBezTo>
                    <a:pt x="2049" y="1260"/>
                    <a:pt x="1825" y="1195"/>
                    <a:pt x="1633" y="1099"/>
                  </a:cubicBezTo>
                  <a:cubicBezTo>
                    <a:pt x="1633" y="1099"/>
                    <a:pt x="1665" y="939"/>
                    <a:pt x="1729" y="651"/>
                  </a:cubicBezTo>
                  <a:lnTo>
                    <a:pt x="1729" y="651"/>
                  </a:lnTo>
                  <a:cubicBezTo>
                    <a:pt x="1" y="5452"/>
                    <a:pt x="2177" y="12270"/>
                    <a:pt x="2177" y="12270"/>
                  </a:cubicBezTo>
                  <a:cubicBezTo>
                    <a:pt x="2177" y="12270"/>
                    <a:pt x="2881" y="37010"/>
                    <a:pt x="5666" y="39635"/>
                  </a:cubicBezTo>
                  <a:cubicBezTo>
                    <a:pt x="6928" y="40839"/>
                    <a:pt x="8362" y="41583"/>
                    <a:pt x="9796" y="41583"/>
                  </a:cubicBezTo>
                  <a:cubicBezTo>
                    <a:pt x="11526" y="41583"/>
                    <a:pt x="13257" y="40502"/>
                    <a:pt x="14692" y="37842"/>
                  </a:cubicBezTo>
                  <a:cubicBezTo>
                    <a:pt x="15652" y="36050"/>
                    <a:pt x="16292" y="31217"/>
                    <a:pt x="16740" y="25840"/>
                  </a:cubicBezTo>
                  <a:cubicBezTo>
                    <a:pt x="17572" y="26960"/>
                    <a:pt x="18276" y="28144"/>
                    <a:pt x="18884" y="29393"/>
                  </a:cubicBezTo>
                  <a:cubicBezTo>
                    <a:pt x="20005" y="32017"/>
                    <a:pt x="21445" y="38770"/>
                    <a:pt x="26566" y="38898"/>
                  </a:cubicBezTo>
                  <a:cubicBezTo>
                    <a:pt x="26607" y="38899"/>
                    <a:pt x="26647" y="38900"/>
                    <a:pt x="26687" y="38900"/>
                  </a:cubicBezTo>
                  <a:cubicBezTo>
                    <a:pt x="30813" y="38900"/>
                    <a:pt x="31968" y="34039"/>
                    <a:pt x="31239" y="27984"/>
                  </a:cubicBezTo>
                  <a:cubicBezTo>
                    <a:pt x="30503" y="21871"/>
                    <a:pt x="27462" y="12046"/>
                    <a:pt x="26470" y="9581"/>
                  </a:cubicBezTo>
                  <a:cubicBezTo>
                    <a:pt x="25798" y="7853"/>
                    <a:pt x="24197" y="3116"/>
                    <a:pt x="23365" y="395"/>
                  </a:cubicBezTo>
                  <a:cubicBezTo>
                    <a:pt x="23051" y="336"/>
                    <a:pt x="21426" y="1"/>
                    <a:pt x="194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67"/>
            <p:cNvSpPr/>
            <p:nvPr/>
          </p:nvSpPr>
          <p:spPr>
            <a:xfrm>
              <a:off x="1095337" y="4083464"/>
              <a:ext cx="42906" cy="30482"/>
            </a:xfrm>
            <a:custGeom>
              <a:avLst/>
              <a:gdLst/>
              <a:ahLst/>
              <a:cxnLst/>
              <a:rect l="l" t="t" r="r" b="b"/>
              <a:pathLst>
                <a:path w="4866" h="3457" extrusionOk="0">
                  <a:moveTo>
                    <a:pt x="4865" y="0"/>
                  </a:moveTo>
                  <a:cubicBezTo>
                    <a:pt x="4865" y="0"/>
                    <a:pt x="2085" y="2780"/>
                    <a:pt x="339" y="3369"/>
                  </a:cubicBezTo>
                  <a:lnTo>
                    <a:pt x="339" y="3369"/>
                  </a:lnTo>
                  <a:cubicBezTo>
                    <a:pt x="1201" y="3117"/>
                    <a:pt x="3506" y="2257"/>
                    <a:pt x="4865" y="0"/>
                  </a:cubicBezTo>
                  <a:close/>
                  <a:moveTo>
                    <a:pt x="339" y="3369"/>
                  </a:moveTo>
                  <a:cubicBezTo>
                    <a:pt x="125" y="3432"/>
                    <a:pt x="0" y="3457"/>
                    <a:pt x="0" y="3457"/>
                  </a:cubicBezTo>
                  <a:cubicBezTo>
                    <a:pt x="108" y="3439"/>
                    <a:pt x="221" y="3409"/>
                    <a:pt x="339" y="3369"/>
                  </a:cubicBezTo>
                  <a:close/>
                </a:path>
              </a:pathLst>
            </a:custGeom>
            <a:solidFill>
              <a:srgbClr val="003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67"/>
            <p:cNvSpPr/>
            <p:nvPr/>
          </p:nvSpPr>
          <p:spPr>
            <a:xfrm>
              <a:off x="786399" y="3997105"/>
              <a:ext cx="386833" cy="228267"/>
            </a:xfrm>
            <a:custGeom>
              <a:avLst/>
              <a:gdLst/>
              <a:ahLst/>
              <a:cxnLst/>
              <a:rect l="l" t="t" r="r" b="b"/>
              <a:pathLst>
                <a:path w="43871" h="25888" extrusionOk="0">
                  <a:moveTo>
                    <a:pt x="13578" y="0"/>
                  </a:moveTo>
                  <a:cubicBezTo>
                    <a:pt x="12162" y="0"/>
                    <a:pt x="10337" y="1599"/>
                    <a:pt x="8536" y="2753"/>
                  </a:cubicBezTo>
                  <a:cubicBezTo>
                    <a:pt x="6520" y="4065"/>
                    <a:pt x="1623" y="5953"/>
                    <a:pt x="407" y="9634"/>
                  </a:cubicBezTo>
                  <a:cubicBezTo>
                    <a:pt x="0" y="10875"/>
                    <a:pt x="66" y="11283"/>
                    <a:pt x="435" y="11283"/>
                  </a:cubicBezTo>
                  <a:cubicBezTo>
                    <a:pt x="1142" y="11283"/>
                    <a:pt x="2963" y="9787"/>
                    <a:pt x="4712" y="9787"/>
                  </a:cubicBezTo>
                  <a:cubicBezTo>
                    <a:pt x="4782" y="9787"/>
                    <a:pt x="4851" y="9789"/>
                    <a:pt x="4919" y="9794"/>
                  </a:cubicBezTo>
                  <a:cubicBezTo>
                    <a:pt x="7640" y="9954"/>
                    <a:pt x="12601" y="10370"/>
                    <a:pt x="12601" y="10370"/>
                  </a:cubicBezTo>
                  <a:cubicBezTo>
                    <a:pt x="17114" y="12131"/>
                    <a:pt x="21275" y="14659"/>
                    <a:pt x="24923" y="17892"/>
                  </a:cubicBezTo>
                  <a:cubicBezTo>
                    <a:pt x="29569" y="22170"/>
                    <a:pt x="34730" y="25888"/>
                    <a:pt x="38327" y="25888"/>
                  </a:cubicBezTo>
                  <a:cubicBezTo>
                    <a:pt x="39116" y="25888"/>
                    <a:pt x="39830" y="25709"/>
                    <a:pt x="40446" y="25317"/>
                  </a:cubicBezTo>
                  <a:cubicBezTo>
                    <a:pt x="43871" y="23109"/>
                    <a:pt x="30972" y="12067"/>
                    <a:pt x="30972" y="12067"/>
                  </a:cubicBezTo>
                  <a:cubicBezTo>
                    <a:pt x="30972" y="12067"/>
                    <a:pt x="25403" y="9442"/>
                    <a:pt x="22139" y="7810"/>
                  </a:cubicBezTo>
                  <a:cubicBezTo>
                    <a:pt x="20090" y="6754"/>
                    <a:pt x="18106" y="5601"/>
                    <a:pt x="16186" y="4321"/>
                  </a:cubicBezTo>
                  <a:cubicBezTo>
                    <a:pt x="16186" y="4321"/>
                    <a:pt x="15610" y="672"/>
                    <a:pt x="14137" y="96"/>
                  </a:cubicBezTo>
                  <a:cubicBezTo>
                    <a:pt x="13959" y="31"/>
                    <a:pt x="13772" y="0"/>
                    <a:pt x="135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67"/>
            <p:cNvSpPr/>
            <p:nvPr/>
          </p:nvSpPr>
          <p:spPr>
            <a:xfrm>
              <a:off x="779221" y="3997026"/>
              <a:ext cx="156669" cy="105625"/>
            </a:xfrm>
            <a:custGeom>
              <a:avLst/>
              <a:gdLst/>
              <a:ahLst/>
              <a:cxnLst/>
              <a:rect l="l" t="t" r="r" b="b"/>
              <a:pathLst>
                <a:path w="17768" h="11979" extrusionOk="0">
                  <a:moveTo>
                    <a:pt x="14402" y="0"/>
                  </a:moveTo>
                  <a:cubicBezTo>
                    <a:pt x="12984" y="0"/>
                    <a:pt x="11146" y="1614"/>
                    <a:pt x="9382" y="2762"/>
                  </a:cubicBezTo>
                  <a:cubicBezTo>
                    <a:pt x="7334" y="4074"/>
                    <a:pt x="1637" y="6571"/>
                    <a:pt x="420" y="10251"/>
                  </a:cubicBezTo>
                  <a:cubicBezTo>
                    <a:pt x="1" y="11532"/>
                    <a:pt x="160" y="11979"/>
                    <a:pt x="668" y="11979"/>
                  </a:cubicBezTo>
                  <a:cubicBezTo>
                    <a:pt x="1630" y="11979"/>
                    <a:pt x="3847" y="10369"/>
                    <a:pt x="5733" y="9803"/>
                  </a:cubicBezTo>
                  <a:cubicBezTo>
                    <a:pt x="5733" y="9803"/>
                    <a:pt x="7846" y="6283"/>
                    <a:pt x="11271" y="5386"/>
                  </a:cubicBezTo>
                  <a:cubicBezTo>
                    <a:pt x="11672" y="5278"/>
                    <a:pt x="12063" y="5240"/>
                    <a:pt x="12449" y="5240"/>
                  </a:cubicBezTo>
                  <a:cubicBezTo>
                    <a:pt x="13391" y="5240"/>
                    <a:pt x="14307" y="5469"/>
                    <a:pt x="15295" y="5469"/>
                  </a:cubicBezTo>
                  <a:cubicBezTo>
                    <a:pt x="16061" y="5469"/>
                    <a:pt x="16870" y="5331"/>
                    <a:pt x="17768" y="4842"/>
                  </a:cubicBezTo>
                  <a:lnTo>
                    <a:pt x="17736" y="4810"/>
                  </a:lnTo>
                  <a:cubicBezTo>
                    <a:pt x="17288" y="4522"/>
                    <a:pt x="16936" y="4074"/>
                    <a:pt x="16840" y="3530"/>
                  </a:cubicBezTo>
                  <a:cubicBezTo>
                    <a:pt x="16584" y="2410"/>
                    <a:pt x="16007" y="521"/>
                    <a:pt x="14983" y="105"/>
                  </a:cubicBezTo>
                  <a:cubicBezTo>
                    <a:pt x="14799" y="33"/>
                    <a:pt x="14605" y="0"/>
                    <a:pt x="14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67"/>
            <p:cNvSpPr/>
            <p:nvPr/>
          </p:nvSpPr>
          <p:spPr>
            <a:xfrm>
              <a:off x="937010" y="4053828"/>
              <a:ext cx="286736" cy="209760"/>
            </a:xfrm>
            <a:custGeom>
              <a:avLst/>
              <a:gdLst/>
              <a:ahLst/>
              <a:cxnLst/>
              <a:rect l="l" t="t" r="r" b="b"/>
              <a:pathLst>
                <a:path w="32519" h="23789" extrusionOk="0">
                  <a:moveTo>
                    <a:pt x="3233" y="1"/>
                  </a:moveTo>
                  <a:cubicBezTo>
                    <a:pt x="2753" y="3169"/>
                    <a:pt x="993" y="5218"/>
                    <a:pt x="1" y="6722"/>
                  </a:cubicBezTo>
                  <a:cubicBezTo>
                    <a:pt x="2881" y="8514"/>
                    <a:pt x="5570" y="10595"/>
                    <a:pt x="8034" y="12899"/>
                  </a:cubicBezTo>
                  <a:cubicBezTo>
                    <a:pt x="13811" y="18160"/>
                    <a:pt x="21540" y="23788"/>
                    <a:pt x="26238" y="23788"/>
                  </a:cubicBezTo>
                  <a:cubicBezTo>
                    <a:pt x="27085" y="23788"/>
                    <a:pt x="27833" y="23606"/>
                    <a:pt x="28454" y="23205"/>
                  </a:cubicBezTo>
                  <a:cubicBezTo>
                    <a:pt x="32519" y="20580"/>
                    <a:pt x="25510" y="6882"/>
                    <a:pt x="15716" y="4257"/>
                  </a:cubicBezTo>
                  <a:cubicBezTo>
                    <a:pt x="12771" y="3457"/>
                    <a:pt x="8642" y="2753"/>
                    <a:pt x="4738" y="801"/>
                  </a:cubicBezTo>
                  <a:cubicBezTo>
                    <a:pt x="4226" y="545"/>
                    <a:pt x="3713" y="289"/>
                    <a:pt x="32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67"/>
            <p:cNvSpPr/>
            <p:nvPr/>
          </p:nvSpPr>
          <p:spPr>
            <a:xfrm>
              <a:off x="713213" y="3816373"/>
              <a:ext cx="147614" cy="110783"/>
            </a:xfrm>
            <a:custGeom>
              <a:avLst/>
              <a:gdLst/>
              <a:ahLst/>
              <a:cxnLst/>
              <a:rect l="l" t="t" r="r" b="b"/>
              <a:pathLst>
                <a:path w="16741" h="12564" extrusionOk="0">
                  <a:moveTo>
                    <a:pt x="15309" y="1"/>
                  </a:moveTo>
                  <a:cubicBezTo>
                    <a:pt x="14969" y="1"/>
                    <a:pt x="14624" y="124"/>
                    <a:pt x="14340" y="398"/>
                  </a:cubicBezTo>
                  <a:cubicBezTo>
                    <a:pt x="12739" y="1908"/>
                    <a:pt x="10825" y="3617"/>
                    <a:pt x="10050" y="3617"/>
                  </a:cubicBezTo>
                  <a:cubicBezTo>
                    <a:pt x="10003" y="3617"/>
                    <a:pt x="9961" y="3611"/>
                    <a:pt x="9923" y="3598"/>
                  </a:cubicBezTo>
                  <a:cubicBezTo>
                    <a:pt x="9761" y="3546"/>
                    <a:pt x="9568" y="3523"/>
                    <a:pt x="9353" y="3523"/>
                  </a:cubicBezTo>
                  <a:cubicBezTo>
                    <a:pt x="8116" y="3523"/>
                    <a:pt x="6145" y="4292"/>
                    <a:pt x="5218" y="4782"/>
                  </a:cubicBezTo>
                  <a:cubicBezTo>
                    <a:pt x="4683" y="5109"/>
                    <a:pt x="4094" y="5298"/>
                    <a:pt x="3500" y="5298"/>
                  </a:cubicBezTo>
                  <a:cubicBezTo>
                    <a:pt x="3454" y="5298"/>
                    <a:pt x="3408" y="5297"/>
                    <a:pt x="3362" y="5295"/>
                  </a:cubicBezTo>
                  <a:cubicBezTo>
                    <a:pt x="3286" y="5284"/>
                    <a:pt x="3214" y="5279"/>
                    <a:pt x="3145" y="5279"/>
                  </a:cubicBezTo>
                  <a:cubicBezTo>
                    <a:pt x="2603" y="5279"/>
                    <a:pt x="2313" y="5601"/>
                    <a:pt x="2882" y="5999"/>
                  </a:cubicBezTo>
                  <a:cubicBezTo>
                    <a:pt x="3227" y="6235"/>
                    <a:pt x="3531" y="6327"/>
                    <a:pt x="3929" y="6327"/>
                  </a:cubicBezTo>
                  <a:cubicBezTo>
                    <a:pt x="4231" y="6327"/>
                    <a:pt x="4588" y="6274"/>
                    <a:pt x="5058" y="6191"/>
                  </a:cubicBezTo>
                  <a:cubicBezTo>
                    <a:pt x="5300" y="6130"/>
                    <a:pt x="5513" y="6098"/>
                    <a:pt x="5677" y="6098"/>
                  </a:cubicBezTo>
                  <a:cubicBezTo>
                    <a:pt x="5861" y="6098"/>
                    <a:pt x="5984" y="6138"/>
                    <a:pt x="6018" y="6223"/>
                  </a:cubicBezTo>
                  <a:cubicBezTo>
                    <a:pt x="6114" y="6479"/>
                    <a:pt x="4770" y="7215"/>
                    <a:pt x="3426" y="7727"/>
                  </a:cubicBezTo>
                  <a:cubicBezTo>
                    <a:pt x="2081" y="8207"/>
                    <a:pt x="513" y="8847"/>
                    <a:pt x="225" y="9391"/>
                  </a:cubicBezTo>
                  <a:cubicBezTo>
                    <a:pt x="107" y="9646"/>
                    <a:pt x="278" y="9781"/>
                    <a:pt x="648" y="9781"/>
                  </a:cubicBezTo>
                  <a:cubicBezTo>
                    <a:pt x="883" y="9781"/>
                    <a:pt x="1197" y="9727"/>
                    <a:pt x="1569" y="9615"/>
                  </a:cubicBezTo>
                  <a:cubicBezTo>
                    <a:pt x="2361" y="9397"/>
                    <a:pt x="3688" y="8503"/>
                    <a:pt x="4260" y="8503"/>
                  </a:cubicBezTo>
                  <a:cubicBezTo>
                    <a:pt x="4359" y="8503"/>
                    <a:pt x="4435" y="8530"/>
                    <a:pt x="4482" y="8591"/>
                  </a:cubicBezTo>
                  <a:cubicBezTo>
                    <a:pt x="4834" y="8975"/>
                    <a:pt x="2754" y="9807"/>
                    <a:pt x="1921" y="10095"/>
                  </a:cubicBezTo>
                  <a:cubicBezTo>
                    <a:pt x="1089" y="10383"/>
                    <a:pt x="1" y="10319"/>
                    <a:pt x="33" y="10960"/>
                  </a:cubicBezTo>
                  <a:cubicBezTo>
                    <a:pt x="77" y="11271"/>
                    <a:pt x="292" y="11458"/>
                    <a:pt x="793" y="11458"/>
                  </a:cubicBezTo>
                  <a:cubicBezTo>
                    <a:pt x="1014" y="11458"/>
                    <a:pt x="1291" y="11422"/>
                    <a:pt x="1633" y="11344"/>
                  </a:cubicBezTo>
                  <a:cubicBezTo>
                    <a:pt x="2670" y="11113"/>
                    <a:pt x="4640" y="9820"/>
                    <a:pt x="5164" y="9820"/>
                  </a:cubicBezTo>
                  <a:cubicBezTo>
                    <a:pt x="5222" y="9820"/>
                    <a:pt x="5263" y="9836"/>
                    <a:pt x="5282" y="9871"/>
                  </a:cubicBezTo>
                  <a:cubicBezTo>
                    <a:pt x="5474" y="10255"/>
                    <a:pt x="2978" y="11440"/>
                    <a:pt x="2465" y="11568"/>
                  </a:cubicBezTo>
                  <a:cubicBezTo>
                    <a:pt x="1921" y="11728"/>
                    <a:pt x="1793" y="12272"/>
                    <a:pt x="2786" y="12304"/>
                  </a:cubicBezTo>
                  <a:cubicBezTo>
                    <a:pt x="3746" y="12304"/>
                    <a:pt x="4834" y="11568"/>
                    <a:pt x="5730" y="11024"/>
                  </a:cubicBezTo>
                  <a:cubicBezTo>
                    <a:pt x="6481" y="10583"/>
                    <a:pt x="6834" y="10185"/>
                    <a:pt x="7060" y="10185"/>
                  </a:cubicBezTo>
                  <a:cubicBezTo>
                    <a:pt x="7114" y="10185"/>
                    <a:pt x="7160" y="10207"/>
                    <a:pt x="7202" y="10255"/>
                  </a:cubicBezTo>
                  <a:cubicBezTo>
                    <a:pt x="7394" y="10512"/>
                    <a:pt x="7010" y="11024"/>
                    <a:pt x="6114" y="11376"/>
                  </a:cubicBezTo>
                  <a:cubicBezTo>
                    <a:pt x="5250" y="11728"/>
                    <a:pt x="4290" y="12080"/>
                    <a:pt x="4706" y="12400"/>
                  </a:cubicBezTo>
                  <a:cubicBezTo>
                    <a:pt x="4833" y="12507"/>
                    <a:pt x="5045" y="12564"/>
                    <a:pt x="5321" y="12564"/>
                  </a:cubicBezTo>
                  <a:cubicBezTo>
                    <a:pt x="5949" y="12564"/>
                    <a:pt x="6905" y="12268"/>
                    <a:pt x="7906" y="11600"/>
                  </a:cubicBezTo>
                  <a:cubicBezTo>
                    <a:pt x="9347" y="10672"/>
                    <a:pt x="10915" y="8815"/>
                    <a:pt x="11427" y="7087"/>
                  </a:cubicBezTo>
                  <a:cubicBezTo>
                    <a:pt x="11427" y="7087"/>
                    <a:pt x="15492" y="4174"/>
                    <a:pt x="16740" y="4142"/>
                  </a:cubicBezTo>
                  <a:lnTo>
                    <a:pt x="16740" y="1422"/>
                  </a:lnTo>
                  <a:cubicBezTo>
                    <a:pt x="16740" y="570"/>
                    <a:pt x="16039" y="1"/>
                    <a:pt x="15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67"/>
            <p:cNvSpPr/>
            <p:nvPr/>
          </p:nvSpPr>
          <p:spPr>
            <a:xfrm>
              <a:off x="1106906" y="3466001"/>
              <a:ext cx="111197" cy="180318"/>
            </a:xfrm>
            <a:custGeom>
              <a:avLst/>
              <a:gdLst/>
              <a:ahLst/>
              <a:cxnLst/>
              <a:rect l="l" t="t" r="r" b="b"/>
              <a:pathLst>
                <a:path w="12611" h="20450" extrusionOk="0">
                  <a:moveTo>
                    <a:pt x="6904" y="1"/>
                  </a:moveTo>
                  <a:cubicBezTo>
                    <a:pt x="6134" y="1"/>
                    <a:pt x="5373" y="172"/>
                    <a:pt x="4705" y="414"/>
                  </a:cubicBezTo>
                  <a:cubicBezTo>
                    <a:pt x="1377" y="1599"/>
                    <a:pt x="0" y="5279"/>
                    <a:pt x="1025" y="9408"/>
                  </a:cubicBezTo>
                  <a:cubicBezTo>
                    <a:pt x="1345" y="10432"/>
                    <a:pt x="1889" y="11360"/>
                    <a:pt x="2657" y="12128"/>
                  </a:cubicBezTo>
                  <a:cubicBezTo>
                    <a:pt x="3073" y="14817"/>
                    <a:pt x="1985" y="18210"/>
                    <a:pt x="1985" y="18210"/>
                  </a:cubicBezTo>
                  <a:lnTo>
                    <a:pt x="3297" y="18658"/>
                  </a:lnTo>
                  <a:lnTo>
                    <a:pt x="6018" y="20450"/>
                  </a:lnTo>
                  <a:cubicBezTo>
                    <a:pt x="6018" y="20450"/>
                    <a:pt x="11939" y="19618"/>
                    <a:pt x="10402" y="18562"/>
                  </a:cubicBezTo>
                  <a:cubicBezTo>
                    <a:pt x="9634" y="18018"/>
                    <a:pt x="9154" y="16417"/>
                    <a:pt x="8898" y="14913"/>
                  </a:cubicBezTo>
                  <a:cubicBezTo>
                    <a:pt x="9954" y="14785"/>
                    <a:pt x="10850" y="14049"/>
                    <a:pt x="11235" y="13057"/>
                  </a:cubicBezTo>
                  <a:cubicBezTo>
                    <a:pt x="11875" y="11584"/>
                    <a:pt x="12611" y="10048"/>
                    <a:pt x="12483" y="8448"/>
                  </a:cubicBezTo>
                  <a:cubicBezTo>
                    <a:pt x="12419" y="8000"/>
                    <a:pt x="12323" y="7552"/>
                    <a:pt x="12195" y="7136"/>
                  </a:cubicBezTo>
                  <a:cubicBezTo>
                    <a:pt x="12035" y="6751"/>
                    <a:pt x="11843" y="6335"/>
                    <a:pt x="11651" y="5951"/>
                  </a:cubicBezTo>
                  <a:cubicBezTo>
                    <a:pt x="11651" y="5919"/>
                    <a:pt x="11651" y="5887"/>
                    <a:pt x="11619" y="5855"/>
                  </a:cubicBezTo>
                  <a:cubicBezTo>
                    <a:pt x="11139" y="4799"/>
                    <a:pt x="11331" y="3839"/>
                    <a:pt x="10946" y="2911"/>
                  </a:cubicBezTo>
                  <a:cubicBezTo>
                    <a:pt x="10626" y="2079"/>
                    <a:pt x="10082" y="1342"/>
                    <a:pt x="9378" y="766"/>
                  </a:cubicBezTo>
                  <a:cubicBezTo>
                    <a:pt x="8621" y="211"/>
                    <a:pt x="7757" y="1"/>
                    <a:pt x="69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67"/>
            <p:cNvSpPr/>
            <p:nvPr/>
          </p:nvSpPr>
          <p:spPr>
            <a:xfrm>
              <a:off x="1110574" y="3614144"/>
              <a:ext cx="100758" cy="51089"/>
            </a:xfrm>
            <a:custGeom>
              <a:avLst/>
              <a:gdLst/>
              <a:ahLst/>
              <a:cxnLst/>
              <a:rect l="l" t="t" r="r" b="b"/>
              <a:pathLst>
                <a:path w="11427" h="5794" extrusionOk="0">
                  <a:moveTo>
                    <a:pt x="8930" y="0"/>
                  </a:moveTo>
                  <a:cubicBezTo>
                    <a:pt x="9378" y="1313"/>
                    <a:pt x="7202" y="2113"/>
                    <a:pt x="7202" y="2113"/>
                  </a:cubicBezTo>
                  <a:cubicBezTo>
                    <a:pt x="6972" y="2145"/>
                    <a:pt x="6744" y="2159"/>
                    <a:pt x="6517" y="2159"/>
                  </a:cubicBezTo>
                  <a:cubicBezTo>
                    <a:pt x="4025" y="2159"/>
                    <a:pt x="1793" y="384"/>
                    <a:pt x="1793" y="384"/>
                  </a:cubicBezTo>
                  <a:lnTo>
                    <a:pt x="1" y="2593"/>
                  </a:lnTo>
                  <a:cubicBezTo>
                    <a:pt x="1" y="2593"/>
                    <a:pt x="1793" y="4289"/>
                    <a:pt x="1793" y="4513"/>
                  </a:cubicBezTo>
                  <a:cubicBezTo>
                    <a:pt x="1793" y="4769"/>
                    <a:pt x="4705" y="5793"/>
                    <a:pt x="4897" y="5793"/>
                  </a:cubicBezTo>
                  <a:cubicBezTo>
                    <a:pt x="5089" y="5793"/>
                    <a:pt x="8290" y="5249"/>
                    <a:pt x="8290" y="5249"/>
                  </a:cubicBezTo>
                  <a:lnTo>
                    <a:pt x="11427" y="3169"/>
                  </a:lnTo>
                  <a:lnTo>
                    <a:pt x="8930" y="0"/>
                  </a:lnTo>
                  <a:close/>
                </a:path>
              </a:pathLst>
            </a:custGeom>
            <a:solidFill>
              <a:srgbClr val="F6B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67"/>
            <p:cNvSpPr/>
            <p:nvPr/>
          </p:nvSpPr>
          <p:spPr>
            <a:xfrm>
              <a:off x="832867" y="3473037"/>
              <a:ext cx="544410" cy="441448"/>
            </a:xfrm>
            <a:custGeom>
              <a:avLst/>
              <a:gdLst/>
              <a:ahLst/>
              <a:cxnLst/>
              <a:rect l="l" t="t" r="r" b="b"/>
              <a:pathLst>
                <a:path w="61742" h="50065" extrusionOk="0">
                  <a:moveTo>
                    <a:pt x="40457" y="0"/>
                  </a:moveTo>
                  <a:cubicBezTo>
                    <a:pt x="41161" y="544"/>
                    <a:pt x="41705" y="1281"/>
                    <a:pt x="42025" y="2113"/>
                  </a:cubicBezTo>
                  <a:cubicBezTo>
                    <a:pt x="42442" y="3073"/>
                    <a:pt x="42218" y="4001"/>
                    <a:pt x="42698" y="5089"/>
                  </a:cubicBezTo>
                  <a:cubicBezTo>
                    <a:pt x="43178" y="5345"/>
                    <a:pt x="43658" y="5633"/>
                    <a:pt x="44202" y="5985"/>
                  </a:cubicBezTo>
                  <a:cubicBezTo>
                    <a:pt x="50219" y="9762"/>
                    <a:pt x="52940" y="9986"/>
                    <a:pt x="52940" y="9986"/>
                  </a:cubicBezTo>
                  <a:lnTo>
                    <a:pt x="47659" y="12835"/>
                  </a:lnTo>
                  <a:cubicBezTo>
                    <a:pt x="47659" y="12835"/>
                    <a:pt x="43498" y="13571"/>
                    <a:pt x="41193" y="15427"/>
                  </a:cubicBezTo>
                  <a:cubicBezTo>
                    <a:pt x="40303" y="16155"/>
                    <a:pt x="39009" y="16376"/>
                    <a:pt x="37542" y="16376"/>
                  </a:cubicBezTo>
                  <a:cubicBezTo>
                    <a:pt x="35265" y="16376"/>
                    <a:pt x="32569" y="15843"/>
                    <a:pt x="30311" y="15843"/>
                  </a:cubicBezTo>
                  <a:cubicBezTo>
                    <a:pt x="26599" y="15843"/>
                    <a:pt x="22854" y="21316"/>
                    <a:pt x="21158" y="23877"/>
                  </a:cubicBezTo>
                  <a:cubicBezTo>
                    <a:pt x="19429" y="26469"/>
                    <a:pt x="14692" y="30918"/>
                    <a:pt x="11268" y="32358"/>
                  </a:cubicBezTo>
                  <a:cubicBezTo>
                    <a:pt x="7811" y="33767"/>
                    <a:pt x="3842" y="36263"/>
                    <a:pt x="898" y="38471"/>
                  </a:cubicBezTo>
                  <a:cubicBezTo>
                    <a:pt x="10" y="39137"/>
                    <a:pt x="1" y="39335"/>
                    <a:pt x="302" y="39335"/>
                  </a:cubicBezTo>
                  <a:cubicBezTo>
                    <a:pt x="738" y="39335"/>
                    <a:pt x="1826" y="38920"/>
                    <a:pt x="1826" y="38920"/>
                  </a:cubicBezTo>
                  <a:lnTo>
                    <a:pt x="3170" y="43080"/>
                  </a:lnTo>
                  <a:lnTo>
                    <a:pt x="4418" y="43336"/>
                  </a:lnTo>
                  <a:cubicBezTo>
                    <a:pt x="4418" y="43336"/>
                    <a:pt x="8163" y="42792"/>
                    <a:pt x="9379" y="42024"/>
                  </a:cubicBezTo>
                  <a:cubicBezTo>
                    <a:pt x="11428" y="40776"/>
                    <a:pt x="13508" y="39880"/>
                    <a:pt x="14628" y="39176"/>
                  </a:cubicBezTo>
                  <a:lnTo>
                    <a:pt x="15172" y="38824"/>
                  </a:lnTo>
                  <a:lnTo>
                    <a:pt x="16293" y="38119"/>
                  </a:lnTo>
                  <a:lnTo>
                    <a:pt x="16869" y="37767"/>
                  </a:lnTo>
                  <a:cubicBezTo>
                    <a:pt x="18309" y="36807"/>
                    <a:pt x="19781" y="35783"/>
                    <a:pt x="21190" y="34791"/>
                  </a:cubicBezTo>
                  <a:lnTo>
                    <a:pt x="21638" y="34471"/>
                  </a:lnTo>
                  <a:cubicBezTo>
                    <a:pt x="22534" y="33831"/>
                    <a:pt x="23366" y="33223"/>
                    <a:pt x="24134" y="32646"/>
                  </a:cubicBezTo>
                  <a:lnTo>
                    <a:pt x="24838" y="32102"/>
                  </a:lnTo>
                  <a:lnTo>
                    <a:pt x="25382" y="31718"/>
                  </a:lnTo>
                  <a:lnTo>
                    <a:pt x="25798" y="31398"/>
                  </a:lnTo>
                  <a:lnTo>
                    <a:pt x="26247" y="31014"/>
                  </a:lnTo>
                  <a:lnTo>
                    <a:pt x="26887" y="30534"/>
                  </a:lnTo>
                  <a:lnTo>
                    <a:pt x="27207" y="30278"/>
                  </a:lnTo>
                  <a:cubicBezTo>
                    <a:pt x="27399" y="30118"/>
                    <a:pt x="27559" y="29958"/>
                    <a:pt x="27719" y="29830"/>
                  </a:cubicBezTo>
                  <a:lnTo>
                    <a:pt x="27911" y="29638"/>
                  </a:lnTo>
                  <a:cubicBezTo>
                    <a:pt x="28103" y="29478"/>
                    <a:pt x="28263" y="29318"/>
                    <a:pt x="28391" y="29094"/>
                  </a:cubicBezTo>
                  <a:cubicBezTo>
                    <a:pt x="28871" y="29702"/>
                    <a:pt x="29287" y="30374"/>
                    <a:pt x="29575" y="31110"/>
                  </a:cubicBezTo>
                  <a:cubicBezTo>
                    <a:pt x="29703" y="31366"/>
                    <a:pt x="29831" y="31654"/>
                    <a:pt x="29991" y="32006"/>
                  </a:cubicBezTo>
                  <a:lnTo>
                    <a:pt x="30151" y="32390"/>
                  </a:lnTo>
                  <a:cubicBezTo>
                    <a:pt x="31528" y="35975"/>
                    <a:pt x="31976" y="38984"/>
                    <a:pt x="31528" y="42056"/>
                  </a:cubicBezTo>
                  <a:cubicBezTo>
                    <a:pt x="31431" y="42472"/>
                    <a:pt x="31335" y="42920"/>
                    <a:pt x="31207" y="43368"/>
                  </a:cubicBezTo>
                  <a:cubicBezTo>
                    <a:pt x="30375" y="46249"/>
                    <a:pt x="29927" y="48009"/>
                    <a:pt x="29767" y="48777"/>
                  </a:cubicBezTo>
                  <a:cubicBezTo>
                    <a:pt x="29703" y="49065"/>
                    <a:pt x="29671" y="49225"/>
                    <a:pt x="29671" y="49225"/>
                  </a:cubicBezTo>
                  <a:cubicBezTo>
                    <a:pt x="29863" y="49289"/>
                    <a:pt x="30055" y="49386"/>
                    <a:pt x="30279" y="49450"/>
                  </a:cubicBezTo>
                  <a:lnTo>
                    <a:pt x="30439" y="49514"/>
                  </a:lnTo>
                  <a:cubicBezTo>
                    <a:pt x="31654" y="49887"/>
                    <a:pt x="33197" y="50065"/>
                    <a:pt x="34805" y="50065"/>
                  </a:cubicBezTo>
                  <a:cubicBezTo>
                    <a:pt x="35951" y="50065"/>
                    <a:pt x="37130" y="49975"/>
                    <a:pt x="38249" y="49802"/>
                  </a:cubicBezTo>
                  <a:cubicBezTo>
                    <a:pt x="40073" y="49610"/>
                    <a:pt x="41897" y="49225"/>
                    <a:pt x="43658" y="48681"/>
                  </a:cubicBezTo>
                  <a:cubicBezTo>
                    <a:pt x="44915" y="48254"/>
                    <a:pt x="46300" y="48118"/>
                    <a:pt x="47548" y="48118"/>
                  </a:cubicBezTo>
                  <a:cubicBezTo>
                    <a:pt x="49478" y="48118"/>
                    <a:pt x="51080" y="48444"/>
                    <a:pt x="51371" y="48521"/>
                  </a:cubicBezTo>
                  <a:lnTo>
                    <a:pt x="51435" y="48521"/>
                  </a:lnTo>
                  <a:cubicBezTo>
                    <a:pt x="51435" y="48521"/>
                    <a:pt x="50955" y="46505"/>
                    <a:pt x="49835" y="42216"/>
                  </a:cubicBezTo>
                  <a:cubicBezTo>
                    <a:pt x="48715" y="37895"/>
                    <a:pt x="47979" y="34055"/>
                    <a:pt x="49771" y="31046"/>
                  </a:cubicBezTo>
                  <a:cubicBezTo>
                    <a:pt x="51531" y="28038"/>
                    <a:pt x="51371" y="25829"/>
                    <a:pt x="49387" y="23397"/>
                  </a:cubicBezTo>
                  <a:cubicBezTo>
                    <a:pt x="49035" y="22981"/>
                    <a:pt x="48715" y="22533"/>
                    <a:pt x="48395" y="22052"/>
                  </a:cubicBezTo>
                  <a:cubicBezTo>
                    <a:pt x="48843" y="21252"/>
                    <a:pt x="49387" y="20516"/>
                    <a:pt x="50027" y="19844"/>
                  </a:cubicBezTo>
                  <a:lnTo>
                    <a:pt x="50251" y="19588"/>
                  </a:lnTo>
                  <a:cubicBezTo>
                    <a:pt x="51019" y="18788"/>
                    <a:pt x="51851" y="18020"/>
                    <a:pt x="52748" y="17348"/>
                  </a:cubicBezTo>
                  <a:cubicBezTo>
                    <a:pt x="53548" y="16771"/>
                    <a:pt x="54444" y="16163"/>
                    <a:pt x="55212" y="15683"/>
                  </a:cubicBezTo>
                  <a:cubicBezTo>
                    <a:pt x="55660" y="15395"/>
                    <a:pt x="56204" y="15043"/>
                    <a:pt x="56716" y="14659"/>
                  </a:cubicBezTo>
                  <a:cubicBezTo>
                    <a:pt x="57260" y="14275"/>
                    <a:pt x="57740" y="13955"/>
                    <a:pt x="58317" y="13507"/>
                  </a:cubicBezTo>
                  <a:lnTo>
                    <a:pt x="58509" y="13347"/>
                  </a:lnTo>
                  <a:lnTo>
                    <a:pt x="58477" y="13379"/>
                  </a:lnTo>
                  <a:cubicBezTo>
                    <a:pt x="60141" y="12003"/>
                    <a:pt x="61741" y="10146"/>
                    <a:pt x="60973" y="8578"/>
                  </a:cubicBezTo>
                  <a:cubicBezTo>
                    <a:pt x="59853" y="6113"/>
                    <a:pt x="53484" y="3393"/>
                    <a:pt x="46922" y="1825"/>
                  </a:cubicBezTo>
                  <a:cubicBezTo>
                    <a:pt x="44554" y="1249"/>
                    <a:pt x="42090" y="512"/>
                    <a:pt x="404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67"/>
            <p:cNvSpPr/>
            <p:nvPr/>
          </p:nvSpPr>
          <p:spPr>
            <a:xfrm>
              <a:off x="1206244" y="3498714"/>
              <a:ext cx="9" cy="1984"/>
            </a:xfrm>
            <a:custGeom>
              <a:avLst/>
              <a:gdLst/>
              <a:ahLst/>
              <a:cxnLst/>
              <a:rect l="l" t="t" r="r" b="b"/>
              <a:pathLst>
                <a:path w="1" h="225" extrusionOk="0">
                  <a:moveTo>
                    <a:pt x="1" y="1"/>
                  </a:moveTo>
                  <a:lnTo>
                    <a:pt x="1" y="225"/>
                  </a:lnTo>
                  <a:cubicBezTo>
                    <a:pt x="1" y="161"/>
                    <a:pt x="1" y="65"/>
                    <a:pt x="1" y="1"/>
                  </a:cubicBezTo>
                  <a:close/>
                </a:path>
              </a:pathLst>
            </a:custGeom>
            <a:solidFill>
              <a:srgbClr val="391E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67"/>
            <p:cNvSpPr/>
            <p:nvPr/>
          </p:nvSpPr>
          <p:spPr>
            <a:xfrm>
              <a:off x="931526" y="3451787"/>
              <a:ext cx="274727" cy="204143"/>
            </a:xfrm>
            <a:custGeom>
              <a:avLst/>
              <a:gdLst/>
              <a:ahLst/>
              <a:cxnLst/>
              <a:rect l="l" t="t" r="r" b="b"/>
              <a:pathLst>
                <a:path w="31157" h="23152" extrusionOk="0">
                  <a:moveTo>
                    <a:pt x="24565" y="1"/>
                  </a:moveTo>
                  <a:cubicBezTo>
                    <a:pt x="20846" y="1"/>
                    <a:pt x="17493" y="2672"/>
                    <a:pt x="15730" y="6347"/>
                  </a:cubicBezTo>
                  <a:lnTo>
                    <a:pt x="15730" y="6379"/>
                  </a:lnTo>
                  <a:cubicBezTo>
                    <a:pt x="15602" y="6603"/>
                    <a:pt x="15506" y="6827"/>
                    <a:pt x="15410" y="7051"/>
                  </a:cubicBezTo>
                  <a:lnTo>
                    <a:pt x="15378" y="7147"/>
                  </a:lnTo>
                  <a:cubicBezTo>
                    <a:pt x="15282" y="7371"/>
                    <a:pt x="15218" y="7595"/>
                    <a:pt x="15122" y="7787"/>
                  </a:cubicBezTo>
                  <a:lnTo>
                    <a:pt x="15122" y="7851"/>
                  </a:lnTo>
                  <a:cubicBezTo>
                    <a:pt x="15058" y="8075"/>
                    <a:pt x="14994" y="8299"/>
                    <a:pt x="14929" y="8523"/>
                  </a:cubicBezTo>
                  <a:lnTo>
                    <a:pt x="14865" y="8684"/>
                  </a:lnTo>
                  <a:cubicBezTo>
                    <a:pt x="14801" y="8940"/>
                    <a:pt x="14769" y="9164"/>
                    <a:pt x="14705" y="9388"/>
                  </a:cubicBezTo>
                  <a:cubicBezTo>
                    <a:pt x="13969" y="12908"/>
                    <a:pt x="11089" y="12876"/>
                    <a:pt x="5968" y="14157"/>
                  </a:cubicBezTo>
                  <a:cubicBezTo>
                    <a:pt x="1" y="15648"/>
                    <a:pt x="234" y="23152"/>
                    <a:pt x="2143" y="23152"/>
                  </a:cubicBezTo>
                  <a:cubicBezTo>
                    <a:pt x="2159" y="23152"/>
                    <a:pt x="2175" y="23151"/>
                    <a:pt x="2191" y="23150"/>
                  </a:cubicBezTo>
                  <a:cubicBezTo>
                    <a:pt x="2447" y="23118"/>
                    <a:pt x="2671" y="23022"/>
                    <a:pt x="2863" y="22830"/>
                  </a:cubicBezTo>
                  <a:cubicBezTo>
                    <a:pt x="3727" y="22062"/>
                    <a:pt x="4784" y="21614"/>
                    <a:pt x="5936" y="21486"/>
                  </a:cubicBezTo>
                  <a:lnTo>
                    <a:pt x="6352" y="21486"/>
                  </a:lnTo>
                  <a:cubicBezTo>
                    <a:pt x="7536" y="21486"/>
                    <a:pt x="8816" y="21838"/>
                    <a:pt x="10481" y="22158"/>
                  </a:cubicBezTo>
                  <a:lnTo>
                    <a:pt x="10897" y="22254"/>
                  </a:lnTo>
                  <a:lnTo>
                    <a:pt x="11857" y="22446"/>
                  </a:lnTo>
                  <a:cubicBezTo>
                    <a:pt x="12733" y="22610"/>
                    <a:pt x="13618" y="22747"/>
                    <a:pt x="14560" y="22747"/>
                  </a:cubicBezTo>
                  <a:cubicBezTo>
                    <a:pt x="16751" y="22747"/>
                    <a:pt x="19251" y="22004"/>
                    <a:pt x="22675" y="19117"/>
                  </a:cubicBezTo>
                  <a:cubicBezTo>
                    <a:pt x="28340" y="14381"/>
                    <a:pt x="22035" y="7787"/>
                    <a:pt x="24339" y="7083"/>
                  </a:cubicBezTo>
                  <a:cubicBezTo>
                    <a:pt x="27284" y="6219"/>
                    <a:pt x="28756" y="3563"/>
                    <a:pt x="29044" y="3018"/>
                  </a:cubicBezTo>
                  <a:cubicBezTo>
                    <a:pt x="29364" y="3146"/>
                    <a:pt x="29652" y="3339"/>
                    <a:pt x="29940" y="3563"/>
                  </a:cubicBezTo>
                  <a:cubicBezTo>
                    <a:pt x="30933" y="4363"/>
                    <a:pt x="31125" y="5003"/>
                    <a:pt x="31157" y="5323"/>
                  </a:cubicBezTo>
                  <a:cubicBezTo>
                    <a:pt x="31157" y="4619"/>
                    <a:pt x="31093" y="2346"/>
                    <a:pt x="30196" y="1418"/>
                  </a:cubicBezTo>
                  <a:cubicBezTo>
                    <a:pt x="29372" y="565"/>
                    <a:pt x="28245" y="117"/>
                    <a:pt x="26724" y="117"/>
                  </a:cubicBezTo>
                  <a:cubicBezTo>
                    <a:pt x="26533" y="117"/>
                    <a:pt x="26336" y="124"/>
                    <a:pt x="26132" y="138"/>
                  </a:cubicBezTo>
                  <a:cubicBezTo>
                    <a:pt x="25876" y="106"/>
                    <a:pt x="25620" y="74"/>
                    <a:pt x="25363" y="42"/>
                  </a:cubicBezTo>
                  <a:cubicBezTo>
                    <a:pt x="25096" y="14"/>
                    <a:pt x="24829" y="1"/>
                    <a:pt x="24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47"/>
          <p:cNvSpPr/>
          <p:nvPr/>
        </p:nvSpPr>
        <p:spPr>
          <a:xfrm>
            <a:off x="6553200" y="1996175"/>
            <a:ext cx="1852800" cy="2143800"/>
          </a:xfrm>
          <a:prstGeom prst="roundRect">
            <a:avLst>
              <a:gd name="adj" fmla="val 1132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47"/>
          <p:cNvSpPr/>
          <p:nvPr/>
        </p:nvSpPr>
        <p:spPr>
          <a:xfrm>
            <a:off x="4429125" y="1800022"/>
            <a:ext cx="1852250" cy="2451938"/>
          </a:xfrm>
          <a:prstGeom prst="roundRect">
            <a:avLst>
              <a:gd name="adj" fmla="val 1132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47"/>
          <p:cNvSpPr/>
          <p:nvPr/>
        </p:nvSpPr>
        <p:spPr>
          <a:xfrm>
            <a:off x="2270625" y="1996175"/>
            <a:ext cx="1852800" cy="2143800"/>
          </a:xfrm>
          <a:prstGeom prst="roundRect">
            <a:avLst>
              <a:gd name="adj" fmla="val 1132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1" name="Google Shape;1311;p47"/>
          <p:cNvGrpSpPr/>
          <p:nvPr/>
        </p:nvGrpSpPr>
        <p:grpSpPr>
          <a:xfrm>
            <a:off x="2980025" y="2635850"/>
            <a:ext cx="434000" cy="431975"/>
            <a:chOff x="848400" y="2261450"/>
            <a:chExt cx="434000" cy="431975"/>
          </a:xfrm>
        </p:grpSpPr>
        <p:sp>
          <p:nvSpPr>
            <p:cNvPr id="1312" name="Google Shape;1312;p47"/>
            <p:cNvSpPr/>
            <p:nvPr/>
          </p:nvSpPr>
          <p:spPr>
            <a:xfrm>
              <a:off x="848400" y="2261450"/>
              <a:ext cx="204125" cy="266500"/>
            </a:xfrm>
            <a:custGeom>
              <a:avLst/>
              <a:gdLst/>
              <a:ahLst/>
              <a:cxnLst/>
              <a:rect l="l" t="t" r="r" b="b"/>
              <a:pathLst>
                <a:path w="8165" h="10660" extrusionOk="0">
                  <a:moveTo>
                    <a:pt x="6130" y="1519"/>
                  </a:moveTo>
                  <a:cubicBezTo>
                    <a:pt x="6402" y="1519"/>
                    <a:pt x="6646" y="1736"/>
                    <a:pt x="6646" y="2034"/>
                  </a:cubicBezTo>
                  <a:cubicBezTo>
                    <a:pt x="6646" y="2306"/>
                    <a:pt x="6402" y="2523"/>
                    <a:pt x="6130" y="2523"/>
                  </a:cubicBezTo>
                  <a:lnTo>
                    <a:pt x="2035" y="2523"/>
                  </a:lnTo>
                  <a:cubicBezTo>
                    <a:pt x="1764" y="2523"/>
                    <a:pt x="1519" y="2306"/>
                    <a:pt x="1519" y="2034"/>
                  </a:cubicBezTo>
                  <a:cubicBezTo>
                    <a:pt x="1519" y="1736"/>
                    <a:pt x="1764" y="1519"/>
                    <a:pt x="2035" y="1519"/>
                  </a:cubicBezTo>
                  <a:close/>
                  <a:moveTo>
                    <a:pt x="6130" y="3553"/>
                  </a:moveTo>
                  <a:cubicBezTo>
                    <a:pt x="6402" y="3553"/>
                    <a:pt x="6646" y="3770"/>
                    <a:pt x="6646" y="4069"/>
                  </a:cubicBezTo>
                  <a:cubicBezTo>
                    <a:pt x="6646" y="4340"/>
                    <a:pt x="6402" y="4557"/>
                    <a:pt x="6130" y="4557"/>
                  </a:cubicBezTo>
                  <a:lnTo>
                    <a:pt x="2035" y="4557"/>
                  </a:lnTo>
                  <a:cubicBezTo>
                    <a:pt x="1764" y="4557"/>
                    <a:pt x="1519" y="4340"/>
                    <a:pt x="1519" y="4069"/>
                  </a:cubicBezTo>
                  <a:cubicBezTo>
                    <a:pt x="1519" y="3770"/>
                    <a:pt x="1764" y="3553"/>
                    <a:pt x="2035" y="3553"/>
                  </a:cubicBezTo>
                  <a:close/>
                  <a:moveTo>
                    <a:pt x="6130" y="5588"/>
                  </a:moveTo>
                  <a:cubicBezTo>
                    <a:pt x="6402" y="5588"/>
                    <a:pt x="6646" y="5805"/>
                    <a:pt x="6646" y="6103"/>
                  </a:cubicBezTo>
                  <a:cubicBezTo>
                    <a:pt x="6646" y="6374"/>
                    <a:pt x="6402" y="6591"/>
                    <a:pt x="6130" y="6591"/>
                  </a:cubicBezTo>
                  <a:lnTo>
                    <a:pt x="2035" y="6591"/>
                  </a:lnTo>
                  <a:cubicBezTo>
                    <a:pt x="1764" y="6591"/>
                    <a:pt x="1519" y="6374"/>
                    <a:pt x="1519" y="6103"/>
                  </a:cubicBezTo>
                  <a:cubicBezTo>
                    <a:pt x="1519" y="5805"/>
                    <a:pt x="1764" y="5588"/>
                    <a:pt x="2035" y="5588"/>
                  </a:cubicBezTo>
                  <a:close/>
                  <a:moveTo>
                    <a:pt x="6130" y="7622"/>
                  </a:moveTo>
                  <a:cubicBezTo>
                    <a:pt x="6402" y="7622"/>
                    <a:pt x="6646" y="7839"/>
                    <a:pt x="6646" y="8137"/>
                  </a:cubicBezTo>
                  <a:cubicBezTo>
                    <a:pt x="6646" y="8409"/>
                    <a:pt x="6456" y="8626"/>
                    <a:pt x="6130" y="8626"/>
                  </a:cubicBezTo>
                  <a:lnTo>
                    <a:pt x="2035" y="8626"/>
                  </a:lnTo>
                  <a:cubicBezTo>
                    <a:pt x="1764" y="8626"/>
                    <a:pt x="1519" y="8409"/>
                    <a:pt x="1519" y="8137"/>
                  </a:cubicBezTo>
                  <a:cubicBezTo>
                    <a:pt x="1519" y="7839"/>
                    <a:pt x="1764" y="7622"/>
                    <a:pt x="2035" y="7622"/>
                  </a:cubicBezTo>
                  <a:close/>
                  <a:moveTo>
                    <a:pt x="516" y="0"/>
                  </a:moveTo>
                  <a:cubicBezTo>
                    <a:pt x="245" y="0"/>
                    <a:pt x="0" y="217"/>
                    <a:pt x="0" y="488"/>
                  </a:cubicBezTo>
                  <a:lnTo>
                    <a:pt x="0" y="10172"/>
                  </a:lnTo>
                  <a:lnTo>
                    <a:pt x="6646" y="10172"/>
                  </a:lnTo>
                  <a:cubicBezTo>
                    <a:pt x="7215" y="10172"/>
                    <a:pt x="7758" y="10361"/>
                    <a:pt x="8165" y="10660"/>
                  </a:cubicBezTo>
                  <a:lnTo>
                    <a:pt x="8165" y="1519"/>
                  </a:lnTo>
                  <a:cubicBezTo>
                    <a:pt x="8165" y="678"/>
                    <a:pt x="7487" y="0"/>
                    <a:pt x="66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7"/>
            <p:cNvSpPr/>
            <p:nvPr/>
          </p:nvSpPr>
          <p:spPr>
            <a:xfrm>
              <a:off x="1078275" y="2261450"/>
              <a:ext cx="204125" cy="266500"/>
            </a:xfrm>
            <a:custGeom>
              <a:avLst/>
              <a:gdLst/>
              <a:ahLst/>
              <a:cxnLst/>
              <a:rect l="l" t="t" r="r" b="b"/>
              <a:pathLst>
                <a:path w="8165" h="10660" extrusionOk="0">
                  <a:moveTo>
                    <a:pt x="6130" y="1519"/>
                  </a:moveTo>
                  <a:cubicBezTo>
                    <a:pt x="6402" y="1519"/>
                    <a:pt x="6646" y="1736"/>
                    <a:pt x="6646" y="2034"/>
                  </a:cubicBezTo>
                  <a:cubicBezTo>
                    <a:pt x="6646" y="2306"/>
                    <a:pt x="6429" y="2523"/>
                    <a:pt x="6130" y="2523"/>
                  </a:cubicBezTo>
                  <a:lnTo>
                    <a:pt x="2035" y="2523"/>
                  </a:lnTo>
                  <a:cubicBezTo>
                    <a:pt x="1764" y="2523"/>
                    <a:pt x="1519" y="2306"/>
                    <a:pt x="1519" y="2034"/>
                  </a:cubicBezTo>
                  <a:cubicBezTo>
                    <a:pt x="1519" y="1736"/>
                    <a:pt x="1764" y="1519"/>
                    <a:pt x="2035" y="1519"/>
                  </a:cubicBezTo>
                  <a:close/>
                  <a:moveTo>
                    <a:pt x="6130" y="3553"/>
                  </a:moveTo>
                  <a:cubicBezTo>
                    <a:pt x="6402" y="3553"/>
                    <a:pt x="6646" y="3770"/>
                    <a:pt x="6646" y="4069"/>
                  </a:cubicBezTo>
                  <a:cubicBezTo>
                    <a:pt x="6646" y="4340"/>
                    <a:pt x="6429" y="4557"/>
                    <a:pt x="6130" y="4557"/>
                  </a:cubicBezTo>
                  <a:lnTo>
                    <a:pt x="2035" y="4557"/>
                  </a:lnTo>
                  <a:cubicBezTo>
                    <a:pt x="1764" y="4557"/>
                    <a:pt x="1519" y="4340"/>
                    <a:pt x="1519" y="4069"/>
                  </a:cubicBezTo>
                  <a:cubicBezTo>
                    <a:pt x="1519" y="3770"/>
                    <a:pt x="1764" y="3553"/>
                    <a:pt x="2035" y="3553"/>
                  </a:cubicBezTo>
                  <a:close/>
                  <a:moveTo>
                    <a:pt x="6130" y="5588"/>
                  </a:moveTo>
                  <a:cubicBezTo>
                    <a:pt x="6402" y="5588"/>
                    <a:pt x="6646" y="5805"/>
                    <a:pt x="6646" y="6103"/>
                  </a:cubicBezTo>
                  <a:cubicBezTo>
                    <a:pt x="6646" y="6374"/>
                    <a:pt x="6429" y="6591"/>
                    <a:pt x="6130" y="6591"/>
                  </a:cubicBezTo>
                  <a:lnTo>
                    <a:pt x="2035" y="6591"/>
                  </a:lnTo>
                  <a:cubicBezTo>
                    <a:pt x="1764" y="6591"/>
                    <a:pt x="1519" y="6374"/>
                    <a:pt x="1519" y="6103"/>
                  </a:cubicBezTo>
                  <a:cubicBezTo>
                    <a:pt x="1519" y="5805"/>
                    <a:pt x="1764" y="5588"/>
                    <a:pt x="2035" y="5588"/>
                  </a:cubicBezTo>
                  <a:close/>
                  <a:moveTo>
                    <a:pt x="6130" y="7622"/>
                  </a:moveTo>
                  <a:cubicBezTo>
                    <a:pt x="6402" y="7622"/>
                    <a:pt x="6646" y="7839"/>
                    <a:pt x="6646" y="8137"/>
                  </a:cubicBezTo>
                  <a:cubicBezTo>
                    <a:pt x="6646" y="8409"/>
                    <a:pt x="6429" y="8626"/>
                    <a:pt x="6130" y="8626"/>
                  </a:cubicBezTo>
                  <a:lnTo>
                    <a:pt x="2035" y="8626"/>
                  </a:lnTo>
                  <a:cubicBezTo>
                    <a:pt x="1764" y="8626"/>
                    <a:pt x="1519" y="8409"/>
                    <a:pt x="1519" y="8137"/>
                  </a:cubicBezTo>
                  <a:cubicBezTo>
                    <a:pt x="1519" y="7839"/>
                    <a:pt x="1764" y="7622"/>
                    <a:pt x="2035" y="7622"/>
                  </a:cubicBezTo>
                  <a:close/>
                  <a:moveTo>
                    <a:pt x="1492" y="0"/>
                  </a:moveTo>
                  <a:cubicBezTo>
                    <a:pt x="651" y="0"/>
                    <a:pt x="0" y="678"/>
                    <a:pt x="0" y="1519"/>
                  </a:cubicBezTo>
                  <a:lnTo>
                    <a:pt x="0" y="10660"/>
                  </a:lnTo>
                  <a:cubicBezTo>
                    <a:pt x="434" y="10361"/>
                    <a:pt x="950" y="10172"/>
                    <a:pt x="1519" y="10172"/>
                  </a:cubicBezTo>
                  <a:lnTo>
                    <a:pt x="8165" y="10172"/>
                  </a:lnTo>
                  <a:lnTo>
                    <a:pt x="8165" y="488"/>
                  </a:lnTo>
                  <a:cubicBezTo>
                    <a:pt x="8165" y="217"/>
                    <a:pt x="7975" y="0"/>
                    <a:pt x="76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7"/>
            <p:cNvSpPr/>
            <p:nvPr/>
          </p:nvSpPr>
          <p:spPr>
            <a:xfrm>
              <a:off x="848400" y="2540825"/>
              <a:ext cx="204125" cy="76650"/>
            </a:xfrm>
            <a:custGeom>
              <a:avLst/>
              <a:gdLst/>
              <a:ahLst/>
              <a:cxnLst/>
              <a:rect l="l" t="t" r="r" b="b"/>
              <a:pathLst>
                <a:path w="8165" h="3066" extrusionOk="0">
                  <a:moveTo>
                    <a:pt x="0" y="0"/>
                  </a:moveTo>
                  <a:lnTo>
                    <a:pt x="0" y="1519"/>
                  </a:lnTo>
                  <a:lnTo>
                    <a:pt x="6646" y="1519"/>
                  </a:lnTo>
                  <a:cubicBezTo>
                    <a:pt x="7487" y="1519"/>
                    <a:pt x="8165" y="2197"/>
                    <a:pt x="8165" y="3065"/>
                  </a:cubicBezTo>
                  <a:lnTo>
                    <a:pt x="8165" y="1519"/>
                  </a:lnTo>
                  <a:cubicBezTo>
                    <a:pt x="8165" y="678"/>
                    <a:pt x="7487" y="0"/>
                    <a:pt x="66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7"/>
            <p:cNvSpPr/>
            <p:nvPr/>
          </p:nvSpPr>
          <p:spPr>
            <a:xfrm>
              <a:off x="848400" y="2604550"/>
              <a:ext cx="293650" cy="88875"/>
            </a:xfrm>
            <a:custGeom>
              <a:avLst/>
              <a:gdLst/>
              <a:ahLst/>
              <a:cxnLst/>
              <a:rect l="l" t="t" r="r" b="b"/>
              <a:pathLst>
                <a:path w="11746" h="3555" extrusionOk="0">
                  <a:moveTo>
                    <a:pt x="0" y="1"/>
                  </a:moveTo>
                  <a:lnTo>
                    <a:pt x="0" y="1004"/>
                  </a:lnTo>
                  <a:cubicBezTo>
                    <a:pt x="0" y="1276"/>
                    <a:pt x="245" y="1520"/>
                    <a:pt x="516" y="1520"/>
                  </a:cubicBezTo>
                  <a:lnTo>
                    <a:pt x="6212" y="1520"/>
                  </a:lnTo>
                  <a:cubicBezTo>
                    <a:pt x="6456" y="2659"/>
                    <a:pt x="7460" y="3554"/>
                    <a:pt x="8680" y="3554"/>
                  </a:cubicBezTo>
                  <a:cubicBezTo>
                    <a:pt x="9901" y="3554"/>
                    <a:pt x="10959" y="2659"/>
                    <a:pt x="11148" y="1520"/>
                  </a:cubicBezTo>
                  <a:lnTo>
                    <a:pt x="11745" y="1520"/>
                  </a:lnTo>
                  <a:lnTo>
                    <a:pt x="11745" y="1"/>
                  </a:lnTo>
                  <a:lnTo>
                    <a:pt x="10714" y="1"/>
                  </a:lnTo>
                  <a:cubicBezTo>
                    <a:pt x="10443" y="1"/>
                    <a:pt x="10199" y="218"/>
                    <a:pt x="10199" y="516"/>
                  </a:cubicBezTo>
                  <a:cubicBezTo>
                    <a:pt x="10199" y="1357"/>
                    <a:pt x="9521" y="2035"/>
                    <a:pt x="8680" y="2035"/>
                  </a:cubicBezTo>
                  <a:cubicBezTo>
                    <a:pt x="7839" y="2035"/>
                    <a:pt x="7161" y="1357"/>
                    <a:pt x="7161" y="516"/>
                  </a:cubicBezTo>
                  <a:cubicBezTo>
                    <a:pt x="7161" y="218"/>
                    <a:pt x="6917" y="1"/>
                    <a:pt x="66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7"/>
            <p:cNvSpPr/>
            <p:nvPr/>
          </p:nvSpPr>
          <p:spPr>
            <a:xfrm>
              <a:off x="1255925" y="2604550"/>
              <a:ext cx="26475" cy="38000"/>
            </a:xfrm>
            <a:custGeom>
              <a:avLst/>
              <a:gdLst/>
              <a:ahLst/>
              <a:cxnLst/>
              <a:rect l="l" t="t" r="r" b="b"/>
              <a:pathLst>
                <a:path w="1059" h="1520" extrusionOk="0">
                  <a:moveTo>
                    <a:pt x="1" y="1"/>
                  </a:moveTo>
                  <a:lnTo>
                    <a:pt x="1" y="1520"/>
                  </a:lnTo>
                  <a:lnTo>
                    <a:pt x="543" y="1520"/>
                  </a:lnTo>
                  <a:cubicBezTo>
                    <a:pt x="815" y="1520"/>
                    <a:pt x="1059" y="1276"/>
                    <a:pt x="1059" y="1004"/>
                  </a:cubicBezTo>
                  <a:lnTo>
                    <a:pt x="10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7"/>
            <p:cNvSpPr/>
            <p:nvPr/>
          </p:nvSpPr>
          <p:spPr>
            <a:xfrm>
              <a:off x="1167100" y="2604550"/>
              <a:ext cx="63775" cy="88875"/>
            </a:xfrm>
            <a:custGeom>
              <a:avLst/>
              <a:gdLst/>
              <a:ahLst/>
              <a:cxnLst/>
              <a:rect l="l" t="t" r="r" b="b"/>
              <a:pathLst>
                <a:path w="2551" h="3555" extrusionOk="0">
                  <a:moveTo>
                    <a:pt x="1" y="1"/>
                  </a:moveTo>
                  <a:lnTo>
                    <a:pt x="1" y="3039"/>
                  </a:lnTo>
                  <a:cubicBezTo>
                    <a:pt x="1" y="3256"/>
                    <a:pt x="136" y="3446"/>
                    <a:pt x="353" y="3527"/>
                  </a:cubicBezTo>
                  <a:cubicBezTo>
                    <a:pt x="399" y="3540"/>
                    <a:pt x="449" y="3547"/>
                    <a:pt x="499" y="3547"/>
                  </a:cubicBezTo>
                  <a:cubicBezTo>
                    <a:pt x="655" y="3547"/>
                    <a:pt x="820" y="3481"/>
                    <a:pt x="923" y="3337"/>
                  </a:cubicBezTo>
                  <a:lnTo>
                    <a:pt x="1248" y="2876"/>
                  </a:lnTo>
                  <a:lnTo>
                    <a:pt x="1628" y="3337"/>
                  </a:lnTo>
                  <a:cubicBezTo>
                    <a:pt x="1737" y="3473"/>
                    <a:pt x="1872" y="3554"/>
                    <a:pt x="2035" y="3554"/>
                  </a:cubicBezTo>
                  <a:cubicBezTo>
                    <a:pt x="2116" y="3554"/>
                    <a:pt x="2143" y="3554"/>
                    <a:pt x="2198" y="3527"/>
                  </a:cubicBezTo>
                  <a:cubicBezTo>
                    <a:pt x="2415" y="3446"/>
                    <a:pt x="2550" y="3256"/>
                    <a:pt x="2550" y="3039"/>
                  </a:cubicBezTo>
                  <a:lnTo>
                    <a:pt x="25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7"/>
            <p:cNvSpPr/>
            <p:nvPr/>
          </p:nvSpPr>
          <p:spPr>
            <a:xfrm>
              <a:off x="1078275" y="2540825"/>
              <a:ext cx="204125" cy="76650"/>
            </a:xfrm>
            <a:custGeom>
              <a:avLst/>
              <a:gdLst/>
              <a:ahLst/>
              <a:cxnLst/>
              <a:rect l="l" t="t" r="r" b="b"/>
              <a:pathLst>
                <a:path w="8165" h="3066" extrusionOk="0">
                  <a:moveTo>
                    <a:pt x="1519" y="0"/>
                  </a:moveTo>
                  <a:cubicBezTo>
                    <a:pt x="706" y="0"/>
                    <a:pt x="0" y="678"/>
                    <a:pt x="0" y="1519"/>
                  </a:cubicBezTo>
                  <a:lnTo>
                    <a:pt x="0" y="3065"/>
                  </a:lnTo>
                  <a:cubicBezTo>
                    <a:pt x="0" y="2197"/>
                    <a:pt x="679" y="1519"/>
                    <a:pt x="1519" y="1519"/>
                  </a:cubicBezTo>
                  <a:lnTo>
                    <a:pt x="8165" y="1519"/>
                  </a:lnTo>
                  <a:lnTo>
                    <a:pt x="81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9" name="Google Shape;1319;p47"/>
          <p:cNvGrpSpPr/>
          <p:nvPr/>
        </p:nvGrpSpPr>
        <p:grpSpPr>
          <a:xfrm>
            <a:off x="5137175" y="2635850"/>
            <a:ext cx="436700" cy="434675"/>
            <a:chOff x="1946250" y="2261450"/>
            <a:chExt cx="436700" cy="434675"/>
          </a:xfrm>
        </p:grpSpPr>
        <p:sp>
          <p:nvSpPr>
            <p:cNvPr id="1320" name="Google Shape;1320;p47"/>
            <p:cNvSpPr/>
            <p:nvPr/>
          </p:nvSpPr>
          <p:spPr>
            <a:xfrm>
              <a:off x="2050675" y="2261450"/>
              <a:ext cx="288200" cy="179025"/>
            </a:xfrm>
            <a:custGeom>
              <a:avLst/>
              <a:gdLst/>
              <a:ahLst/>
              <a:cxnLst/>
              <a:rect l="l" t="t" r="r" b="b"/>
              <a:pathLst>
                <a:path w="11528" h="7161" extrusionOk="0">
                  <a:moveTo>
                    <a:pt x="488" y="0"/>
                  </a:moveTo>
                  <a:cubicBezTo>
                    <a:pt x="217" y="0"/>
                    <a:pt x="0" y="217"/>
                    <a:pt x="0" y="488"/>
                  </a:cubicBezTo>
                  <a:lnTo>
                    <a:pt x="0" y="2034"/>
                  </a:lnTo>
                  <a:lnTo>
                    <a:pt x="10334" y="2034"/>
                  </a:lnTo>
                  <a:cubicBezTo>
                    <a:pt x="10443" y="2034"/>
                    <a:pt x="10497" y="2089"/>
                    <a:pt x="10497" y="2197"/>
                  </a:cubicBezTo>
                  <a:lnTo>
                    <a:pt x="10497" y="3038"/>
                  </a:lnTo>
                  <a:cubicBezTo>
                    <a:pt x="10497" y="3987"/>
                    <a:pt x="9765" y="4747"/>
                    <a:pt x="8815" y="4747"/>
                  </a:cubicBezTo>
                  <a:lnTo>
                    <a:pt x="8680" y="4747"/>
                  </a:lnTo>
                  <a:cubicBezTo>
                    <a:pt x="8897" y="4204"/>
                    <a:pt x="9087" y="3608"/>
                    <a:pt x="9114" y="3038"/>
                  </a:cubicBezTo>
                  <a:lnTo>
                    <a:pt x="0" y="3038"/>
                  </a:lnTo>
                  <a:cubicBezTo>
                    <a:pt x="136" y="4747"/>
                    <a:pt x="1112" y="6266"/>
                    <a:pt x="2604" y="7107"/>
                  </a:cubicBezTo>
                  <a:lnTo>
                    <a:pt x="2713" y="7161"/>
                  </a:lnTo>
                  <a:lnTo>
                    <a:pt x="6374" y="7161"/>
                  </a:lnTo>
                  <a:lnTo>
                    <a:pt x="6456" y="7107"/>
                  </a:lnTo>
                  <a:cubicBezTo>
                    <a:pt x="7079" y="6781"/>
                    <a:pt x="7622" y="6293"/>
                    <a:pt x="8029" y="5750"/>
                  </a:cubicBezTo>
                  <a:lnTo>
                    <a:pt x="8761" y="5750"/>
                  </a:lnTo>
                  <a:cubicBezTo>
                    <a:pt x="10253" y="5750"/>
                    <a:pt x="11474" y="4530"/>
                    <a:pt x="11474" y="3038"/>
                  </a:cubicBezTo>
                  <a:lnTo>
                    <a:pt x="11474" y="2197"/>
                  </a:lnTo>
                  <a:cubicBezTo>
                    <a:pt x="11528" y="1546"/>
                    <a:pt x="10985" y="1004"/>
                    <a:pt x="10334" y="1004"/>
                  </a:cubicBezTo>
                  <a:lnTo>
                    <a:pt x="9141" y="1004"/>
                  </a:lnTo>
                  <a:lnTo>
                    <a:pt x="9141" y="488"/>
                  </a:lnTo>
                  <a:cubicBezTo>
                    <a:pt x="9141" y="217"/>
                    <a:pt x="8897" y="0"/>
                    <a:pt x="86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7"/>
            <p:cNvSpPr/>
            <p:nvPr/>
          </p:nvSpPr>
          <p:spPr>
            <a:xfrm>
              <a:off x="1947600" y="2594375"/>
              <a:ext cx="435350" cy="101750"/>
            </a:xfrm>
            <a:custGeom>
              <a:avLst/>
              <a:gdLst/>
              <a:ahLst/>
              <a:cxnLst/>
              <a:rect l="l" t="t" r="r" b="b"/>
              <a:pathLst>
                <a:path w="17414" h="4070" extrusionOk="0">
                  <a:moveTo>
                    <a:pt x="13481" y="1493"/>
                  </a:moveTo>
                  <a:cubicBezTo>
                    <a:pt x="13752" y="1493"/>
                    <a:pt x="13969" y="1710"/>
                    <a:pt x="13969" y="1981"/>
                  </a:cubicBezTo>
                  <a:cubicBezTo>
                    <a:pt x="13969" y="2279"/>
                    <a:pt x="13752" y="2496"/>
                    <a:pt x="13481" y="2496"/>
                  </a:cubicBezTo>
                  <a:lnTo>
                    <a:pt x="3906" y="2496"/>
                  </a:lnTo>
                  <a:cubicBezTo>
                    <a:pt x="3635" y="2496"/>
                    <a:pt x="3391" y="2279"/>
                    <a:pt x="3391" y="1981"/>
                  </a:cubicBezTo>
                  <a:cubicBezTo>
                    <a:pt x="3391" y="1710"/>
                    <a:pt x="3635" y="1493"/>
                    <a:pt x="3906" y="1493"/>
                  </a:cubicBezTo>
                  <a:close/>
                  <a:moveTo>
                    <a:pt x="2035" y="1"/>
                  </a:moveTo>
                  <a:cubicBezTo>
                    <a:pt x="922" y="1"/>
                    <a:pt x="0" y="923"/>
                    <a:pt x="0" y="2035"/>
                  </a:cubicBezTo>
                  <a:cubicBezTo>
                    <a:pt x="0" y="3147"/>
                    <a:pt x="922" y="4070"/>
                    <a:pt x="2035" y="4070"/>
                  </a:cubicBezTo>
                  <a:lnTo>
                    <a:pt x="16844" y="4070"/>
                  </a:lnTo>
                  <a:cubicBezTo>
                    <a:pt x="17061" y="4070"/>
                    <a:pt x="17224" y="3961"/>
                    <a:pt x="17305" y="3798"/>
                  </a:cubicBezTo>
                  <a:cubicBezTo>
                    <a:pt x="17414" y="3636"/>
                    <a:pt x="17360" y="3419"/>
                    <a:pt x="17278" y="3283"/>
                  </a:cubicBezTo>
                  <a:lnTo>
                    <a:pt x="16871" y="2659"/>
                  </a:lnTo>
                  <a:cubicBezTo>
                    <a:pt x="16736" y="2469"/>
                    <a:pt x="16654" y="2279"/>
                    <a:pt x="16654" y="2035"/>
                  </a:cubicBezTo>
                  <a:cubicBezTo>
                    <a:pt x="16654" y="1791"/>
                    <a:pt x="16736" y="1601"/>
                    <a:pt x="16871" y="1384"/>
                  </a:cubicBezTo>
                  <a:lnTo>
                    <a:pt x="17278" y="788"/>
                  </a:lnTo>
                  <a:cubicBezTo>
                    <a:pt x="17360" y="598"/>
                    <a:pt x="17360" y="408"/>
                    <a:pt x="17305" y="272"/>
                  </a:cubicBezTo>
                  <a:cubicBezTo>
                    <a:pt x="17224" y="137"/>
                    <a:pt x="17034" y="1"/>
                    <a:pt x="168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7"/>
            <p:cNvSpPr/>
            <p:nvPr/>
          </p:nvSpPr>
          <p:spPr>
            <a:xfrm>
              <a:off x="1946250" y="2466225"/>
              <a:ext cx="434675" cy="101750"/>
            </a:xfrm>
            <a:custGeom>
              <a:avLst/>
              <a:gdLst/>
              <a:ahLst/>
              <a:cxnLst/>
              <a:rect l="l" t="t" r="r" b="b"/>
              <a:pathLst>
                <a:path w="17387" h="4070" extrusionOk="0">
                  <a:moveTo>
                    <a:pt x="13508" y="1520"/>
                  </a:moveTo>
                  <a:cubicBezTo>
                    <a:pt x="13806" y="1520"/>
                    <a:pt x="14023" y="1764"/>
                    <a:pt x="14023" y="2035"/>
                  </a:cubicBezTo>
                  <a:cubicBezTo>
                    <a:pt x="14023" y="2306"/>
                    <a:pt x="13806" y="2550"/>
                    <a:pt x="13508" y="2550"/>
                  </a:cubicBezTo>
                  <a:lnTo>
                    <a:pt x="3960" y="2550"/>
                  </a:lnTo>
                  <a:cubicBezTo>
                    <a:pt x="3689" y="2550"/>
                    <a:pt x="3445" y="2306"/>
                    <a:pt x="3445" y="2035"/>
                  </a:cubicBezTo>
                  <a:cubicBezTo>
                    <a:pt x="3445" y="1764"/>
                    <a:pt x="3662" y="1520"/>
                    <a:pt x="3960" y="1520"/>
                  </a:cubicBezTo>
                  <a:close/>
                  <a:moveTo>
                    <a:pt x="543" y="1"/>
                  </a:moveTo>
                  <a:cubicBezTo>
                    <a:pt x="326" y="1"/>
                    <a:pt x="163" y="109"/>
                    <a:pt x="109" y="272"/>
                  </a:cubicBezTo>
                  <a:cubicBezTo>
                    <a:pt x="0" y="435"/>
                    <a:pt x="27" y="652"/>
                    <a:pt x="136" y="787"/>
                  </a:cubicBezTo>
                  <a:lnTo>
                    <a:pt x="543" y="1384"/>
                  </a:lnTo>
                  <a:cubicBezTo>
                    <a:pt x="678" y="1601"/>
                    <a:pt x="732" y="1791"/>
                    <a:pt x="732" y="2035"/>
                  </a:cubicBezTo>
                  <a:cubicBezTo>
                    <a:pt x="732" y="2279"/>
                    <a:pt x="678" y="2469"/>
                    <a:pt x="543" y="2686"/>
                  </a:cubicBezTo>
                  <a:lnTo>
                    <a:pt x="136" y="3283"/>
                  </a:lnTo>
                  <a:cubicBezTo>
                    <a:pt x="27" y="3472"/>
                    <a:pt x="27" y="3662"/>
                    <a:pt x="109" y="3798"/>
                  </a:cubicBezTo>
                  <a:cubicBezTo>
                    <a:pt x="163" y="3934"/>
                    <a:pt x="380" y="4069"/>
                    <a:pt x="543" y="4069"/>
                  </a:cubicBezTo>
                  <a:lnTo>
                    <a:pt x="15352" y="4069"/>
                  </a:lnTo>
                  <a:cubicBezTo>
                    <a:pt x="16464" y="4069"/>
                    <a:pt x="17386" y="3147"/>
                    <a:pt x="17386" y="2035"/>
                  </a:cubicBezTo>
                  <a:cubicBezTo>
                    <a:pt x="17386" y="923"/>
                    <a:pt x="16464" y="1"/>
                    <a:pt x="153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3" name="Google Shape;1323;p47"/>
          <p:cNvGrpSpPr/>
          <p:nvPr/>
        </p:nvGrpSpPr>
        <p:grpSpPr>
          <a:xfrm>
            <a:off x="7262587" y="2564775"/>
            <a:ext cx="434025" cy="433850"/>
            <a:chOff x="5766625" y="2260925"/>
            <a:chExt cx="434025" cy="433850"/>
          </a:xfrm>
        </p:grpSpPr>
        <p:sp>
          <p:nvSpPr>
            <p:cNvPr id="1324" name="Google Shape;1324;p47"/>
            <p:cNvSpPr/>
            <p:nvPr/>
          </p:nvSpPr>
          <p:spPr>
            <a:xfrm>
              <a:off x="6098900" y="2652700"/>
              <a:ext cx="75975" cy="42075"/>
            </a:xfrm>
            <a:custGeom>
              <a:avLst/>
              <a:gdLst/>
              <a:ahLst/>
              <a:cxnLst/>
              <a:rect l="l" t="t" r="r" b="b"/>
              <a:pathLst>
                <a:path w="3039" h="1683" extrusionOk="0">
                  <a:moveTo>
                    <a:pt x="1" y="1"/>
                  </a:moveTo>
                  <a:lnTo>
                    <a:pt x="1" y="1194"/>
                  </a:lnTo>
                  <a:cubicBezTo>
                    <a:pt x="1" y="1465"/>
                    <a:pt x="218" y="1682"/>
                    <a:pt x="489" y="1682"/>
                  </a:cubicBezTo>
                  <a:lnTo>
                    <a:pt x="2198" y="1682"/>
                  </a:lnTo>
                  <a:cubicBezTo>
                    <a:pt x="2659" y="1682"/>
                    <a:pt x="3039" y="1330"/>
                    <a:pt x="3039" y="841"/>
                  </a:cubicBezTo>
                  <a:cubicBezTo>
                    <a:pt x="3039" y="380"/>
                    <a:pt x="2659" y="1"/>
                    <a:pt x="21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7"/>
            <p:cNvSpPr/>
            <p:nvPr/>
          </p:nvSpPr>
          <p:spPr>
            <a:xfrm>
              <a:off x="5766625" y="2279750"/>
              <a:ext cx="67850" cy="265150"/>
            </a:xfrm>
            <a:custGeom>
              <a:avLst/>
              <a:gdLst/>
              <a:ahLst/>
              <a:cxnLst/>
              <a:rect l="l" t="t" r="r" b="b"/>
              <a:pathLst>
                <a:path w="2714" h="10606" extrusionOk="0">
                  <a:moveTo>
                    <a:pt x="1357" y="1"/>
                  </a:moveTo>
                  <a:cubicBezTo>
                    <a:pt x="598" y="1"/>
                    <a:pt x="1" y="624"/>
                    <a:pt x="1" y="1357"/>
                  </a:cubicBezTo>
                  <a:lnTo>
                    <a:pt x="1" y="10606"/>
                  </a:lnTo>
                  <a:cubicBezTo>
                    <a:pt x="354" y="10335"/>
                    <a:pt x="842" y="10172"/>
                    <a:pt x="1357" y="10172"/>
                  </a:cubicBezTo>
                  <a:lnTo>
                    <a:pt x="2713" y="10172"/>
                  </a:lnTo>
                  <a:lnTo>
                    <a:pt x="2713" y="516"/>
                  </a:lnTo>
                  <a:cubicBezTo>
                    <a:pt x="2713" y="245"/>
                    <a:pt x="2469" y="1"/>
                    <a:pt x="21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7"/>
            <p:cNvSpPr/>
            <p:nvPr/>
          </p:nvSpPr>
          <p:spPr>
            <a:xfrm>
              <a:off x="5766625" y="2330600"/>
              <a:ext cx="434025" cy="343150"/>
            </a:xfrm>
            <a:custGeom>
              <a:avLst/>
              <a:gdLst/>
              <a:ahLst/>
              <a:cxnLst/>
              <a:rect l="l" t="t" r="r" b="b"/>
              <a:pathLst>
                <a:path w="17361" h="13726" extrusionOk="0">
                  <a:moveTo>
                    <a:pt x="3717" y="1"/>
                  </a:moveTo>
                  <a:lnTo>
                    <a:pt x="3717" y="8653"/>
                  </a:lnTo>
                  <a:cubicBezTo>
                    <a:pt x="3717" y="8925"/>
                    <a:pt x="3473" y="9142"/>
                    <a:pt x="3202" y="9142"/>
                  </a:cubicBezTo>
                  <a:lnTo>
                    <a:pt x="1357" y="9142"/>
                  </a:lnTo>
                  <a:cubicBezTo>
                    <a:pt x="598" y="9142"/>
                    <a:pt x="1" y="9765"/>
                    <a:pt x="1" y="10498"/>
                  </a:cubicBezTo>
                  <a:cubicBezTo>
                    <a:pt x="1" y="11257"/>
                    <a:pt x="598" y="11854"/>
                    <a:pt x="1357" y="11854"/>
                  </a:cubicBezTo>
                  <a:lnTo>
                    <a:pt x="15489" y="11854"/>
                  </a:lnTo>
                  <a:cubicBezTo>
                    <a:pt x="16492" y="11854"/>
                    <a:pt x="17360" y="12722"/>
                    <a:pt x="17360" y="13725"/>
                  </a:cubicBezTo>
                  <a:lnTo>
                    <a:pt x="17360" y="950"/>
                  </a:lnTo>
                  <a:cubicBezTo>
                    <a:pt x="17360" y="435"/>
                    <a:pt x="16899" y="1"/>
                    <a:pt x="16411" y="1"/>
                  </a:cubicBezTo>
                  <a:cubicBezTo>
                    <a:pt x="16167" y="625"/>
                    <a:pt x="15868" y="1330"/>
                    <a:pt x="15462" y="2008"/>
                  </a:cubicBezTo>
                  <a:cubicBezTo>
                    <a:pt x="15272" y="2306"/>
                    <a:pt x="14973" y="2523"/>
                    <a:pt x="14648" y="2578"/>
                  </a:cubicBezTo>
                  <a:cubicBezTo>
                    <a:pt x="14675" y="2930"/>
                    <a:pt x="14566" y="3256"/>
                    <a:pt x="14295" y="3527"/>
                  </a:cubicBezTo>
                  <a:lnTo>
                    <a:pt x="14241" y="3608"/>
                  </a:lnTo>
                  <a:cubicBezTo>
                    <a:pt x="14160" y="3663"/>
                    <a:pt x="14105" y="3744"/>
                    <a:pt x="14024" y="3825"/>
                  </a:cubicBezTo>
                  <a:cubicBezTo>
                    <a:pt x="12695" y="5154"/>
                    <a:pt x="11067" y="5914"/>
                    <a:pt x="9928" y="6321"/>
                  </a:cubicBezTo>
                  <a:cubicBezTo>
                    <a:pt x="8735" y="6728"/>
                    <a:pt x="7867" y="6809"/>
                    <a:pt x="7758" y="6863"/>
                  </a:cubicBezTo>
                  <a:lnTo>
                    <a:pt x="7623" y="6863"/>
                  </a:lnTo>
                  <a:cubicBezTo>
                    <a:pt x="7460" y="6863"/>
                    <a:pt x="7324" y="6809"/>
                    <a:pt x="7135" y="6755"/>
                  </a:cubicBezTo>
                  <a:lnTo>
                    <a:pt x="6538" y="7351"/>
                  </a:lnTo>
                  <a:cubicBezTo>
                    <a:pt x="6429" y="7460"/>
                    <a:pt x="6294" y="7487"/>
                    <a:pt x="6158" y="7487"/>
                  </a:cubicBezTo>
                  <a:cubicBezTo>
                    <a:pt x="6022" y="7487"/>
                    <a:pt x="5887" y="7460"/>
                    <a:pt x="5778" y="7351"/>
                  </a:cubicBezTo>
                  <a:cubicBezTo>
                    <a:pt x="5588" y="7161"/>
                    <a:pt x="5588" y="6809"/>
                    <a:pt x="5778" y="6646"/>
                  </a:cubicBezTo>
                  <a:lnTo>
                    <a:pt x="6402" y="6049"/>
                  </a:lnTo>
                  <a:cubicBezTo>
                    <a:pt x="6321" y="5832"/>
                    <a:pt x="6294" y="5643"/>
                    <a:pt x="6321" y="5426"/>
                  </a:cubicBezTo>
                  <a:cubicBezTo>
                    <a:pt x="6321" y="5317"/>
                    <a:pt x="6456" y="4449"/>
                    <a:pt x="6863" y="3256"/>
                  </a:cubicBezTo>
                  <a:cubicBezTo>
                    <a:pt x="7189" y="2333"/>
                    <a:pt x="7731" y="1167"/>
                    <a:pt x="8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7"/>
            <p:cNvSpPr/>
            <p:nvPr/>
          </p:nvSpPr>
          <p:spPr>
            <a:xfrm>
              <a:off x="5953125" y="2260925"/>
              <a:ext cx="213625" cy="212775"/>
            </a:xfrm>
            <a:custGeom>
              <a:avLst/>
              <a:gdLst/>
              <a:ahLst/>
              <a:cxnLst/>
              <a:rect l="l" t="t" r="r" b="b"/>
              <a:pathLst>
                <a:path w="8545" h="8511" extrusionOk="0">
                  <a:moveTo>
                    <a:pt x="8030" y="0"/>
                  </a:moveTo>
                  <a:cubicBezTo>
                    <a:pt x="7992" y="0"/>
                    <a:pt x="7955" y="7"/>
                    <a:pt x="7920" y="21"/>
                  </a:cubicBezTo>
                  <a:cubicBezTo>
                    <a:pt x="6944" y="184"/>
                    <a:pt x="4475" y="835"/>
                    <a:pt x="2631" y="2652"/>
                  </a:cubicBezTo>
                  <a:cubicBezTo>
                    <a:pt x="1438" y="3846"/>
                    <a:pt x="759" y="5337"/>
                    <a:pt x="407" y="6341"/>
                  </a:cubicBezTo>
                  <a:cubicBezTo>
                    <a:pt x="190" y="6938"/>
                    <a:pt x="54" y="7426"/>
                    <a:pt x="0" y="7779"/>
                  </a:cubicBezTo>
                  <a:lnTo>
                    <a:pt x="3146" y="4632"/>
                  </a:lnTo>
                  <a:cubicBezTo>
                    <a:pt x="3238" y="4540"/>
                    <a:pt x="3362" y="4493"/>
                    <a:pt x="3486" y="4493"/>
                  </a:cubicBezTo>
                  <a:cubicBezTo>
                    <a:pt x="3619" y="4493"/>
                    <a:pt x="3753" y="4547"/>
                    <a:pt x="3852" y="4659"/>
                  </a:cubicBezTo>
                  <a:cubicBezTo>
                    <a:pt x="4069" y="4849"/>
                    <a:pt x="4069" y="5175"/>
                    <a:pt x="3852" y="5365"/>
                  </a:cubicBezTo>
                  <a:lnTo>
                    <a:pt x="705" y="8511"/>
                  </a:lnTo>
                  <a:cubicBezTo>
                    <a:pt x="1031" y="8457"/>
                    <a:pt x="1546" y="8321"/>
                    <a:pt x="2116" y="8104"/>
                  </a:cubicBezTo>
                  <a:cubicBezTo>
                    <a:pt x="3146" y="7779"/>
                    <a:pt x="4638" y="7100"/>
                    <a:pt x="5832" y="5880"/>
                  </a:cubicBezTo>
                  <a:cubicBezTo>
                    <a:pt x="5886" y="5799"/>
                    <a:pt x="5967" y="5744"/>
                    <a:pt x="5994" y="5663"/>
                  </a:cubicBezTo>
                  <a:lnTo>
                    <a:pt x="6049" y="5609"/>
                  </a:lnTo>
                  <a:cubicBezTo>
                    <a:pt x="6157" y="5500"/>
                    <a:pt x="6157" y="5337"/>
                    <a:pt x="6049" y="5256"/>
                  </a:cubicBezTo>
                  <a:lnTo>
                    <a:pt x="5452" y="4659"/>
                  </a:lnTo>
                  <a:lnTo>
                    <a:pt x="6944" y="4361"/>
                  </a:lnTo>
                  <a:cubicBezTo>
                    <a:pt x="6998" y="4361"/>
                    <a:pt x="7079" y="4280"/>
                    <a:pt x="7106" y="4253"/>
                  </a:cubicBezTo>
                  <a:cubicBezTo>
                    <a:pt x="8002" y="2788"/>
                    <a:pt x="8354" y="1323"/>
                    <a:pt x="8490" y="591"/>
                  </a:cubicBezTo>
                  <a:cubicBezTo>
                    <a:pt x="8544" y="428"/>
                    <a:pt x="8463" y="238"/>
                    <a:pt x="8354" y="157"/>
                  </a:cubicBezTo>
                  <a:cubicBezTo>
                    <a:pt x="8254" y="56"/>
                    <a:pt x="8138" y="0"/>
                    <a:pt x="80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8" name="Google Shape;1328;p47"/>
          <p:cNvSpPr/>
          <p:nvPr/>
        </p:nvSpPr>
        <p:spPr>
          <a:xfrm>
            <a:off x="4322425" y="1067050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rgbClr val="2119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9" name="Google Shape;1329;p47"/>
          <p:cNvGrpSpPr/>
          <p:nvPr/>
        </p:nvGrpSpPr>
        <p:grpSpPr>
          <a:xfrm>
            <a:off x="-24607" y="1517891"/>
            <a:ext cx="1577147" cy="3690905"/>
            <a:chOff x="601256" y="1685600"/>
            <a:chExt cx="1475624" cy="3453317"/>
          </a:xfrm>
        </p:grpSpPr>
        <p:sp>
          <p:nvSpPr>
            <p:cNvPr id="1330" name="Google Shape;1330;p47"/>
            <p:cNvSpPr/>
            <p:nvPr/>
          </p:nvSpPr>
          <p:spPr>
            <a:xfrm>
              <a:off x="1182672" y="3206612"/>
              <a:ext cx="120670" cy="85986"/>
            </a:xfrm>
            <a:custGeom>
              <a:avLst/>
              <a:gdLst/>
              <a:ahLst/>
              <a:cxnLst/>
              <a:rect l="l" t="t" r="r" b="b"/>
              <a:pathLst>
                <a:path w="6405" h="4564" extrusionOk="0">
                  <a:moveTo>
                    <a:pt x="5828" y="1"/>
                  </a:moveTo>
                  <a:cubicBezTo>
                    <a:pt x="5736" y="1"/>
                    <a:pt x="5647" y="31"/>
                    <a:pt x="5571" y="94"/>
                  </a:cubicBezTo>
                  <a:lnTo>
                    <a:pt x="301" y="3663"/>
                  </a:lnTo>
                  <a:cubicBezTo>
                    <a:pt x="100" y="3830"/>
                    <a:pt x="0" y="4130"/>
                    <a:pt x="167" y="4330"/>
                  </a:cubicBezTo>
                  <a:cubicBezTo>
                    <a:pt x="301" y="4497"/>
                    <a:pt x="467" y="4563"/>
                    <a:pt x="601" y="4563"/>
                  </a:cubicBezTo>
                  <a:cubicBezTo>
                    <a:pt x="667" y="4563"/>
                    <a:pt x="768" y="4497"/>
                    <a:pt x="834" y="4463"/>
                  </a:cubicBezTo>
                  <a:lnTo>
                    <a:pt x="6105" y="894"/>
                  </a:lnTo>
                  <a:cubicBezTo>
                    <a:pt x="6305" y="727"/>
                    <a:pt x="6405" y="427"/>
                    <a:pt x="6238" y="227"/>
                  </a:cubicBezTo>
                  <a:cubicBezTo>
                    <a:pt x="6134" y="82"/>
                    <a:pt x="5979" y="1"/>
                    <a:pt x="5828" y="1"/>
                  </a:cubicBezTo>
                  <a:close/>
                </a:path>
              </a:pathLst>
            </a:custGeom>
            <a:solidFill>
              <a:srgbClr val="E131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1" name="Google Shape;1331;p47"/>
            <p:cNvGrpSpPr/>
            <p:nvPr/>
          </p:nvGrpSpPr>
          <p:grpSpPr>
            <a:xfrm>
              <a:off x="601256" y="2560267"/>
              <a:ext cx="1475624" cy="2578650"/>
              <a:chOff x="2658725" y="2029250"/>
              <a:chExt cx="1958100" cy="3421775"/>
            </a:xfrm>
          </p:grpSpPr>
          <p:sp>
            <p:nvSpPr>
              <p:cNvPr id="1332" name="Google Shape;1332;p47"/>
              <p:cNvSpPr/>
              <p:nvPr/>
            </p:nvSpPr>
            <p:spPr>
              <a:xfrm>
                <a:off x="4231650" y="4973225"/>
                <a:ext cx="29345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1738" h="17778" extrusionOk="0">
                    <a:moveTo>
                      <a:pt x="9293" y="1"/>
                    </a:moveTo>
                    <a:cubicBezTo>
                      <a:pt x="0" y="1"/>
                      <a:pt x="7134" y="17778"/>
                      <a:pt x="7134" y="17778"/>
                    </a:cubicBezTo>
                    <a:cubicBezTo>
                      <a:pt x="7134" y="17778"/>
                      <a:pt x="7801" y="16844"/>
                      <a:pt x="9502" y="11506"/>
                    </a:cubicBezTo>
                    <a:cubicBezTo>
                      <a:pt x="11270" y="6169"/>
                      <a:pt x="11737" y="332"/>
                      <a:pt x="11737" y="332"/>
                    </a:cubicBezTo>
                    <a:cubicBezTo>
                      <a:pt x="10818" y="106"/>
                      <a:pt x="10007" y="1"/>
                      <a:pt x="92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47"/>
              <p:cNvSpPr/>
              <p:nvPr/>
            </p:nvSpPr>
            <p:spPr>
              <a:xfrm>
                <a:off x="3700325" y="5024875"/>
                <a:ext cx="783900" cy="425325"/>
              </a:xfrm>
              <a:custGeom>
                <a:avLst/>
                <a:gdLst/>
                <a:ahLst/>
                <a:cxnLst/>
                <a:rect l="l" t="t" r="r" b="b"/>
                <a:pathLst>
                  <a:path w="31356" h="17013" extrusionOk="0">
                    <a:moveTo>
                      <a:pt x="31356" y="0"/>
                    </a:moveTo>
                    <a:lnTo>
                      <a:pt x="1434" y="1001"/>
                    </a:lnTo>
                    <a:lnTo>
                      <a:pt x="0" y="17013"/>
                    </a:lnTo>
                    <a:lnTo>
                      <a:pt x="28153" y="17013"/>
                    </a:lnTo>
                    <a:lnTo>
                      <a:pt x="3135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47"/>
              <p:cNvSpPr/>
              <p:nvPr/>
            </p:nvSpPr>
            <p:spPr>
              <a:xfrm>
                <a:off x="3054850" y="4877275"/>
                <a:ext cx="889825" cy="572925"/>
              </a:xfrm>
              <a:custGeom>
                <a:avLst/>
                <a:gdLst/>
                <a:ahLst/>
                <a:cxnLst/>
                <a:rect l="l" t="t" r="r" b="b"/>
                <a:pathLst>
                  <a:path w="35593" h="22917" extrusionOk="0">
                    <a:moveTo>
                      <a:pt x="3436" y="0"/>
                    </a:moveTo>
                    <a:lnTo>
                      <a:pt x="1" y="22917"/>
                    </a:lnTo>
                    <a:lnTo>
                      <a:pt x="31490" y="22917"/>
                    </a:lnTo>
                    <a:cubicBezTo>
                      <a:pt x="33925" y="14511"/>
                      <a:pt x="35593" y="8573"/>
                      <a:pt x="35593" y="8573"/>
                    </a:cubicBezTo>
                    <a:lnTo>
                      <a:pt x="343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47"/>
              <p:cNvSpPr/>
              <p:nvPr/>
            </p:nvSpPr>
            <p:spPr>
              <a:xfrm>
                <a:off x="3159100" y="4958900"/>
                <a:ext cx="102600" cy="491300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19652" extrusionOk="0">
                    <a:moveTo>
                      <a:pt x="3497" y="1"/>
                    </a:moveTo>
                    <a:cubicBezTo>
                      <a:pt x="3193" y="1"/>
                      <a:pt x="2928" y="195"/>
                      <a:pt x="2836" y="505"/>
                    </a:cubicBezTo>
                    <a:lnTo>
                      <a:pt x="0" y="19618"/>
                    </a:lnTo>
                    <a:lnTo>
                      <a:pt x="1268" y="19618"/>
                    </a:lnTo>
                    <a:lnTo>
                      <a:pt x="1268" y="19652"/>
                    </a:lnTo>
                    <a:lnTo>
                      <a:pt x="4070" y="738"/>
                    </a:lnTo>
                    <a:cubicBezTo>
                      <a:pt x="4103" y="404"/>
                      <a:pt x="3903" y="104"/>
                      <a:pt x="3569" y="4"/>
                    </a:cubicBezTo>
                    <a:cubicBezTo>
                      <a:pt x="3545" y="2"/>
                      <a:pt x="3521" y="1"/>
                      <a:pt x="3497" y="1"/>
                    </a:cubicBezTo>
                    <a:close/>
                  </a:path>
                </a:pathLst>
              </a:custGeom>
              <a:solidFill>
                <a:srgbClr val="3F35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47"/>
              <p:cNvSpPr/>
              <p:nvPr/>
            </p:nvSpPr>
            <p:spPr>
              <a:xfrm>
                <a:off x="3408450" y="4614425"/>
                <a:ext cx="947350" cy="194475"/>
              </a:xfrm>
              <a:custGeom>
                <a:avLst/>
                <a:gdLst/>
                <a:ahLst/>
                <a:cxnLst/>
                <a:rect l="l" t="t" r="r" b="b"/>
                <a:pathLst>
                  <a:path w="37894" h="7779" extrusionOk="0">
                    <a:moveTo>
                      <a:pt x="37172" y="1"/>
                    </a:moveTo>
                    <a:cubicBezTo>
                      <a:pt x="37078" y="1"/>
                      <a:pt x="36982" y="24"/>
                      <a:pt x="36893" y="73"/>
                    </a:cubicBezTo>
                    <a:cubicBezTo>
                      <a:pt x="36735" y="126"/>
                      <a:pt x="24474" y="6564"/>
                      <a:pt x="11301" y="6564"/>
                    </a:cubicBezTo>
                    <a:cubicBezTo>
                      <a:pt x="7818" y="6564"/>
                      <a:pt x="4271" y="6114"/>
                      <a:pt x="867" y="4977"/>
                    </a:cubicBezTo>
                    <a:cubicBezTo>
                      <a:pt x="808" y="4959"/>
                      <a:pt x="749" y="4951"/>
                      <a:pt x="692" y="4951"/>
                    </a:cubicBezTo>
                    <a:cubicBezTo>
                      <a:pt x="424" y="4951"/>
                      <a:pt x="188" y="5130"/>
                      <a:pt x="133" y="5377"/>
                    </a:cubicBezTo>
                    <a:cubicBezTo>
                      <a:pt x="0" y="5711"/>
                      <a:pt x="200" y="6044"/>
                      <a:pt x="500" y="6111"/>
                    </a:cubicBezTo>
                    <a:cubicBezTo>
                      <a:pt x="4036" y="7345"/>
                      <a:pt x="7806" y="7779"/>
                      <a:pt x="11375" y="7779"/>
                    </a:cubicBezTo>
                    <a:cubicBezTo>
                      <a:pt x="16612" y="7779"/>
                      <a:pt x="21515" y="6845"/>
                      <a:pt x="25351" y="5777"/>
                    </a:cubicBezTo>
                    <a:cubicBezTo>
                      <a:pt x="32356" y="3876"/>
                      <a:pt x="37393" y="1208"/>
                      <a:pt x="37493" y="1174"/>
                    </a:cubicBezTo>
                    <a:cubicBezTo>
                      <a:pt x="37794" y="1007"/>
                      <a:pt x="37894" y="607"/>
                      <a:pt x="37727" y="340"/>
                    </a:cubicBezTo>
                    <a:cubicBezTo>
                      <a:pt x="37610" y="129"/>
                      <a:pt x="37394" y="1"/>
                      <a:pt x="37172" y="1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47"/>
              <p:cNvSpPr/>
              <p:nvPr/>
            </p:nvSpPr>
            <p:spPr>
              <a:xfrm>
                <a:off x="3521850" y="4893300"/>
                <a:ext cx="499550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2362" extrusionOk="0">
                    <a:moveTo>
                      <a:pt x="627" y="0"/>
                    </a:moveTo>
                    <a:cubicBezTo>
                      <a:pt x="360" y="0"/>
                      <a:pt x="128" y="185"/>
                      <a:pt x="101" y="460"/>
                    </a:cubicBezTo>
                    <a:cubicBezTo>
                      <a:pt x="1" y="794"/>
                      <a:pt x="234" y="1127"/>
                      <a:pt x="568" y="1194"/>
                    </a:cubicBezTo>
                    <a:cubicBezTo>
                      <a:pt x="935" y="1261"/>
                      <a:pt x="6105" y="2361"/>
                      <a:pt x="11509" y="2361"/>
                    </a:cubicBezTo>
                    <a:cubicBezTo>
                      <a:pt x="14344" y="2361"/>
                      <a:pt x="17246" y="2061"/>
                      <a:pt x="19515" y="1194"/>
                    </a:cubicBezTo>
                    <a:cubicBezTo>
                      <a:pt x="19848" y="1060"/>
                      <a:pt x="19982" y="727"/>
                      <a:pt x="19848" y="393"/>
                    </a:cubicBezTo>
                    <a:cubicBezTo>
                      <a:pt x="19774" y="146"/>
                      <a:pt x="19571" y="9"/>
                      <a:pt x="19335" y="9"/>
                    </a:cubicBezTo>
                    <a:cubicBezTo>
                      <a:pt x="19253" y="9"/>
                      <a:pt x="19167" y="25"/>
                      <a:pt x="19081" y="60"/>
                    </a:cubicBezTo>
                    <a:cubicBezTo>
                      <a:pt x="16951" y="881"/>
                      <a:pt x="14230" y="1156"/>
                      <a:pt x="11543" y="1156"/>
                    </a:cubicBezTo>
                    <a:cubicBezTo>
                      <a:pt x="6150" y="1156"/>
                      <a:pt x="890" y="49"/>
                      <a:pt x="801" y="26"/>
                    </a:cubicBezTo>
                    <a:cubicBezTo>
                      <a:pt x="743" y="9"/>
                      <a:pt x="684" y="0"/>
                      <a:pt x="627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47"/>
              <p:cNvSpPr/>
              <p:nvPr/>
            </p:nvSpPr>
            <p:spPr>
              <a:xfrm>
                <a:off x="3179100" y="5178975"/>
                <a:ext cx="370300" cy="272050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10882" extrusionOk="0">
                    <a:moveTo>
                      <a:pt x="8341" y="0"/>
                    </a:moveTo>
                    <a:cubicBezTo>
                      <a:pt x="4882" y="0"/>
                      <a:pt x="2213" y="1636"/>
                      <a:pt x="1" y="4110"/>
                    </a:cubicBezTo>
                    <a:cubicBezTo>
                      <a:pt x="1" y="4110"/>
                      <a:pt x="1" y="7846"/>
                      <a:pt x="1135" y="10882"/>
                    </a:cubicBezTo>
                    <a:lnTo>
                      <a:pt x="9141" y="10882"/>
                    </a:lnTo>
                    <a:lnTo>
                      <a:pt x="9141" y="10849"/>
                    </a:lnTo>
                    <a:lnTo>
                      <a:pt x="13177" y="8680"/>
                    </a:lnTo>
                    <a:lnTo>
                      <a:pt x="13210" y="8647"/>
                    </a:lnTo>
                    <a:cubicBezTo>
                      <a:pt x="14478" y="7946"/>
                      <a:pt x="14811" y="6279"/>
                      <a:pt x="13911" y="5144"/>
                    </a:cubicBezTo>
                    <a:cubicBezTo>
                      <a:pt x="12476" y="3276"/>
                      <a:pt x="9908" y="108"/>
                      <a:pt x="9908" y="108"/>
                    </a:cubicBezTo>
                    <a:cubicBezTo>
                      <a:pt x="9368" y="35"/>
                      <a:pt x="8846" y="0"/>
                      <a:pt x="83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47"/>
              <p:cNvSpPr/>
              <p:nvPr/>
            </p:nvSpPr>
            <p:spPr>
              <a:xfrm>
                <a:off x="3395100" y="3626625"/>
                <a:ext cx="826450" cy="746975"/>
              </a:xfrm>
              <a:custGeom>
                <a:avLst/>
                <a:gdLst/>
                <a:ahLst/>
                <a:cxnLst/>
                <a:rect l="l" t="t" r="r" b="b"/>
                <a:pathLst>
                  <a:path w="33058" h="29879" extrusionOk="0">
                    <a:moveTo>
                      <a:pt x="32398" y="0"/>
                    </a:moveTo>
                    <a:cubicBezTo>
                      <a:pt x="32132" y="0"/>
                      <a:pt x="31912" y="200"/>
                      <a:pt x="31856" y="424"/>
                    </a:cubicBezTo>
                    <a:cubicBezTo>
                      <a:pt x="28521" y="13667"/>
                      <a:pt x="20181" y="20605"/>
                      <a:pt x="13810" y="24174"/>
                    </a:cubicBezTo>
                    <a:cubicBezTo>
                      <a:pt x="6839" y="28010"/>
                      <a:pt x="567" y="28711"/>
                      <a:pt x="534" y="28711"/>
                    </a:cubicBezTo>
                    <a:cubicBezTo>
                      <a:pt x="234" y="28744"/>
                      <a:pt x="0" y="29011"/>
                      <a:pt x="34" y="29345"/>
                    </a:cubicBezTo>
                    <a:cubicBezTo>
                      <a:pt x="67" y="29612"/>
                      <a:pt x="334" y="29845"/>
                      <a:pt x="634" y="29845"/>
                    </a:cubicBezTo>
                    <a:cubicBezTo>
                      <a:pt x="634" y="29845"/>
                      <a:pt x="667" y="29845"/>
                      <a:pt x="634" y="29878"/>
                    </a:cubicBezTo>
                    <a:cubicBezTo>
                      <a:pt x="901" y="29845"/>
                      <a:pt x="7139" y="29111"/>
                      <a:pt x="14311" y="25208"/>
                    </a:cubicBezTo>
                    <a:cubicBezTo>
                      <a:pt x="18514" y="22873"/>
                      <a:pt x="22116" y="19905"/>
                      <a:pt x="25085" y="16402"/>
                    </a:cubicBezTo>
                    <a:cubicBezTo>
                      <a:pt x="28788" y="12032"/>
                      <a:pt x="31423" y="6729"/>
                      <a:pt x="32957" y="724"/>
                    </a:cubicBezTo>
                    <a:cubicBezTo>
                      <a:pt x="33057" y="391"/>
                      <a:pt x="32857" y="90"/>
                      <a:pt x="32557" y="24"/>
                    </a:cubicBezTo>
                    <a:cubicBezTo>
                      <a:pt x="32503" y="8"/>
                      <a:pt x="32450" y="0"/>
                      <a:pt x="32398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47"/>
              <p:cNvSpPr/>
              <p:nvPr/>
            </p:nvSpPr>
            <p:spPr>
              <a:xfrm>
                <a:off x="3060700" y="2805300"/>
                <a:ext cx="476200" cy="2052800"/>
              </a:xfrm>
              <a:custGeom>
                <a:avLst/>
                <a:gdLst/>
                <a:ahLst/>
                <a:cxnLst/>
                <a:rect l="l" t="t" r="r" b="b"/>
                <a:pathLst>
                  <a:path w="19048" h="82112" extrusionOk="0">
                    <a:moveTo>
                      <a:pt x="18459" y="0"/>
                    </a:moveTo>
                    <a:cubicBezTo>
                      <a:pt x="18267" y="0"/>
                      <a:pt x="18095" y="117"/>
                      <a:pt x="18046" y="287"/>
                    </a:cubicBezTo>
                    <a:cubicBezTo>
                      <a:pt x="10841" y="16098"/>
                      <a:pt x="3336" y="32443"/>
                      <a:pt x="33" y="43885"/>
                    </a:cubicBezTo>
                    <a:cubicBezTo>
                      <a:pt x="0" y="43951"/>
                      <a:pt x="0" y="44051"/>
                      <a:pt x="33" y="44118"/>
                    </a:cubicBezTo>
                    <a:cubicBezTo>
                      <a:pt x="2368" y="55126"/>
                      <a:pt x="6938" y="68802"/>
                      <a:pt x="11408" y="81878"/>
                    </a:cubicBezTo>
                    <a:cubicBezTo>
                      <a:pt x="11508" y="81979"/>
                      <a:pt x="11675" y="82112"/>
                      <a:pt x="11875" y="82112"/>
                    </a:cubicBezTo>
                    <a:cubicBezTo>
                      <a:pt x="11909" y="82112"/>
                      <a:pt x="11942" y="82112"/>
                      <a:pt x="12042" y="82079"/>
                    </a:cubicBezTo>
                    <a:cubicBezTo>
                      <a:pt x="12276" y="81979"/>
                      <a:pt x="12409" y="81712"/>
                      <a:pt x="12342" y="81478"/>
                    </a:cubicBezTo>
                    <a:cubicBezTo>
                      <a:pt x="7872" y="68536"/>
                      <a:pt x="3336" y="54926"/>
                      <a:pt x="1001" y="43985"/>
                    </a:cubicBezTo>
                    <a:cubicBezTo>
                      <a:pt x="4270" y="32610"/>
                      <a:pt x="11742" y="16365"/>
                      <a:pt x="18914" y="687"/>
                    </a:cubicBezTo>
                    <a:cubicBezTo>
                      <a:pt x="19047" y="420"/>
                      <a:pt x="18914" y="120"/>
                      <a:pt x="18680" y="53"/>
                    </a:cubicBezTo>
                    <a:cubicBezTo>
                      <a:pt x="18607" y="17"/>
                      <a:pt x="18532" y="0"/>
                      <a:pt x="18459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47"/>
              <p:cNvSpPr/>
              <p:nvPr/>
            </p:nvSpPr>
            <p:spPr>
              <a:xfrm>
                <a:off x="2658725" y="2029250"/>
                <a:ext cx="1958100" cy="3341150"/>
              </a:xfrm>
              <a:custGeom>
                <a:avLst/>
                <a:gdLst/>
                <a:ahLst/>
                <a:cxnLst/>
                <a:rect l="l" t="t" r="r" b="b"/>
                <a:pathLst>
                  <a:path w="78324" h="133646" extrusionOk="0">
                    <a:moveTo>
                      <a:pt x="22250" y="60650"/>
                    </a:moveTo>
                    <a:lnTo>
                      <a:pt x="19949" y="86401"/>
                    </a:lnTo>
                    <a:lnTo>
                      <a:pt x="17080" y="75060"/>
                    </a:lnTo>
                    <a:cubicBezTo>
                      <a:pt x="18548" y="70090"/>
                      <a:pt x="20282" y="65320"/>
                      <a:pt x="22250" y="60650"/>
                    </a:cubicBezTo>
                    <a:close/>
                    <a:moveTo>
                      <a:pt x="45518" y="1"/>
                    </a:moveTo>
                    <a:cubicBezTo>
                      <a:pt x="44010" y="1"/>
                      <a:pt x="42506" y="325"/>
                      <a:pt x="41130" y="974"/>
                    </a:cubicBezTo>
                    <a:cubicBezTo>
                      <a:pt x="37027" y="2942"/>
                      <a:pt x="30489" y="6378"/>
                      <a:pt x="25653" y="10380"/>
                    </a:cubicBezTo>
                    <a:cubicBezTo>
                      <a:pt x="25019" y="10881"/>
                      <a:pt x="24485" y="11381"/>
                      <a:pt x="23918" y="11915"/>
                    </a:cubicBezTo>
                    <a:cubicBezTo>
                      <a:pt x="23017" y="12749"/>
                      <a:pt x="22284" y="13583"/>
                      <a:pt x="21616" y="14417"/>
                    </a:cubicBezTo>
                    <a:cubicBezTo>
                      <a:pt x="20816" y="15150"/>
                      <a:pt x="20182" y="16084"/>
                      <a:pt x="19682" y="17085"/>
                    </a:cubicBezTo>
                    <a:cubicBezTo>
                      <a:pt x="19648" y="17219"/>
                      <a:pt x="19582" y="17319"/>
                      <a:pt x="19515" y="17452"/>
                    </a:cubicBezTo>
                    <a:cubicBezTo>
                      <a:pt x="18614" y="19654"/>
                      <a:pt x="17680" y="21822"/>
                      <a:pt x="16813" y="24057"/>
                    </a:cubicBezTo>
                    <a:lnTo>
                      <a:pt x="14144" y="30628"/>
                    </a:lnTo>
                    <a:cubicBezTo>
                      <a:pt x="12410" y="35065"/>
                      <a:pt x="10642" y="39435"/>
                      <a:pt x="8974" y="43904"/>
                    </a:cubicBezTo>
                    <a:cubicBezTo>
                      <a:pt x="7306" y="48341"/>
                      <a:pt x="5638" y="52811"/>
                      <a:pt x="4071" y="57414"/>
                    </a:cubicBezTo>
                    <a:cubicBezTo>
                      <a:pt x="3270" y="59682"/>
                      <a:pt x="2503" y="61984"/>
                      <a:pt x="1802" y="64419"/>
                    </a:cubicBezTo>
                    <a:lnTo>
                      <a:pt x="1802" y="64452"/>
                    </a:lnTo>
                    <a:cubicBezTo>
                      <a:pt x="1435" y="65653"/>
                      <a:pt x="1102" y="66921"/>
                      <a:pt x="768" y="68289"/>
                    </a:cubicBezTo>
                    <a:cubicBezTo>
                      <a:pt x="601" y="68989"/>
                      <a:pt x="435" y="69656"/>
                      <a:pt x="301" y="70490"/>
                    </a:cubicBezTo>
                    <a:cubicBezTo>
                      <a:pt x="268" y="70724"/>
                      <a:pt x="234" y="70924"/>
                      <a:pt x="234" y="71124"/>
                    </a:cubicBezTo>
                    <a:lnTo>
                      <a:pt x="168" y="71457"/>
                    </a:lnTo>
                    <a:lnTo>
                      <a:pt x="134" y="71658"/>
                    </a:lnTo>
                    <a:lnTo>
                      <a:pt x="101" y="71891"/>
                    </a:lnTo>
                    <a:lnTo>
                      <a:pt x="68" y="72325"/>
                    </a:lnTo>
                    <a:lnTo>
                      <a:pt x="68" y="72558"/>
                    </a:lnTo>
                    <a:lnTo>
                      <a:pt x="68" y="72758"/>
                    </a:lnTo>
                    <a:lnTo>
                      <a:pt x="1" y="73559"/>
                    </a:lnTo>
                    <a:cubicBezTo>
                      <a:pt x="1" y="73993"/>
                      <a:pt x="1" y="74493"/>
                      <a:pt x="68" y="74927"/>
                    </a:cubicBezTo>
                    <a:cubicBezTo>
                      <a:pt x="68" y="75127"/>
                      <a:pt x="101" y="75394"/>
                      <a:pt x="101" y="75560"/>
                    </a:cubicBezTo>
                    <a:lnTo>
                      <a:pt x="134" y="76127"/>
                    </a:lnTo>
                    <a:cubicBezTo>
                      <a:pt x="168" y="76561"/>
                      <a:pt x="234" y="76895"/>
                      <a:pt x="268" y="77295"/>
                    </a:cubicBezTo>
                    <a:lnTo>
                      <a:pt x="435" y="78396"/>
                    </a:lnTo>
                    <a:cubicBezTo>
                      <a:pt x="668" y="79797"/>
                      <a:pt x="935" y="81098"/>
                      <a:pt x="1269" y="82399"/>
                    </a:cubicBezTo>
                    <a:cubicBezTo>
                      <a:pt x="1402" y="82932"/>
                      <a:pt x="1569" y="83499"/>
                      <a:pt x="1669" y="84066"/>
                    </a:cubicBezTo>
                    <a:cubicBezTo>
                      <a:pt x="2169" y="85968"/>
                      <a:pt x="2770" y="87836"/>
                      <a:pt x="3303" y="89670"/>
                    </a:cubicBezTo>
                    <a:cubicBezTo>
                      <a:pt x="4804" y="94407"/>
                      <a:pt x="6439" y="98910"/>
                      <a:pt x="8140" y="103347"/>
                    </a:cubicBezTo>
                    <a:cubicBezTo>
                      <a:pt x="9841" y="107817"/>
                      <a:pt x="11643" y="112253"/>
                      <a:pt x="13477" y="116656"/>
                    </a:cubicBezTo>
                    <a:cubicBezTo>
                      <a:pt x="14411" y="118858"/>
                      <a:pt x="15312" y="121026"/>
                      <a:pt x="16279" y="123194"/>
                    </a:cubicBezTo>
                    <a:lnTo>
                      <a:pt x="17680" y="126463"/>
                    </a:lnTo>
                    <a:lnTo>
                      <a:pt x="19148" y="129766"/>
                    </a:lnTo>
                    <a:cubicBezTo>
                      <a:pt x="20238" y="132193"/>
                      <a:pt x="22652" y="133646"/>
                      <a:pt x="25188" y="133646"/>
                    </a:cubicBezTo>
                    <a:cubicBezTo>
                      <a:pt x="26068" y="133646"/>
                      <a:pt x="26962" y="133471"/>
                      <a:pt x="27821" y="133102"/>
                    </a:cubicBezTo>
                    <a:cubicBezTo>
                      <a:pt x="30856" y="131767"/>
                      <a:pt x="32357" y="128365"/>
                      <a:pt x="31457" y="125296"/>
                    </a:cubicBezTo>
                    <a:lnTo>
                      <a:pt x="31457" y="125296"/>
                    </a:lnTo>
                    <a:cubicBezTo>
                      <a:pt x="37903" y="126141"/>
                      <a:pt x="45757" y="126556"/>
                      <a:pt x="52807" y="126556"/>
                    </a:cubicBezTo>
                    <a:cubicBezTo>
                      <a:pt x="61335" y="126556"/>
                      <a:pt x="68687" y="125949"/>
                      <a:pt x="70952" y="124762"/>
                    </a:cubicBezTo>
                    <a:cubicBezTo>
                      <a:pt x="71952" y="124195"/>
                      <a:pt x="72553" y="122661"/>
                      <a:pt x="72853" y="120426"/>
                    </a:cubicBezTo>
                    <a:cubicBezTo>
                      <a:pt x="73187" y="120359"/>
                      <a:pt x="73487" y="120326"/>
                      <a:pt x="73787" y="120292"/>
                    </a:cubicBezTo>
                    <a:cubicBezTo>
                      <a:pt x="75288" y="119992"/>
                      <a:pt x="76389" y="118758"/>
                      <a:pt x="76622" y="117257"/>
                    </a:cubicBezTo>
                    <a:cubicBezTo>
                      <a:pt x="78324" y="106983"/>
                      <a:pt x="77123" y="87169"/>
                      <a:pt x="75188" y="73826"/>
                    </a:cubicBezTo>
                    <a:cubicBezTo>
                      <a:pt x="73253" y="60316"/>
                      <a:pt x="71018" y="43604"/>
                      <a:pt x="69350" y="30962"/>
                    </a:cubicBezTo>
                    <a:cubicBezTo>
                      <a:pt x="69317" y="28427"/>
                      <a:pt x="69217" y="25825"/>
                      <a:pt x="69217" y="23723"/>
                    </a:cubicBezTo>
                    <a:cubicBezTo>
                      <a:pt x="69217" y="19153"/>
                      <a:pt x="68450" y="15251"/>
                      <a:pt x="66849" y="11982"/>
                    </a:cubicBezTo>
                    <a:cubicBezTo>
                      <a:pt x="64680" y="7612"/>
                      <a:pt x="61045" y="4476"/>
                      <a:pt x="55707" y="2775"/>
                    </a:cubicBezTo>
                    <a:lnTo>
                      <a:pt x="48636" y="473"/>
                    </a:lnTo>
                    <a:cubicBezTo>
                      <a:pt x="47622" y="158"/>
                      <a:pt x="46569" y="1"/>
                      <a:pt x="455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2" name="Google Shape;1342;p47"/>
            <p:cNvSpPr/>
            <p:nvPr/>
          </p:nvSpPr>
          <p:spPr>
            <a:xfrm>
              <a:off x="1283225" y="1685600"/>
              <a:ext cx="706387" cy="382113"/>
            </a:xfrm>
            <a:custGeom>
              <a:avLst/>
              <a:gdLst/>
              <a:ahLst/>
              <a:cxnLst/>
              <a:rect l="l" t="t" r="r" b="b"/>
              <a:pathLst>
                <a:path w="37494" h="20282" extrusionOk="0">
                  <a:moveTo>
                    <a:pt x="33458" y="0"/>
                  </a:moveTo>
                  <a:cubicBezTo>
                    <a:pt x="33458" y="0"/>
                    <a:pt x="32190" y="2702"/>
                    <a:pt x="26986" y="3869"/>
                  </a:cubicBezTo>
                  <a:cubicBezTo>
                    <a:pt x="25668" y="4163"/>
                    <a:pt x="24091" y="4264"/>
                    <a:pt x="22417" y="4264"/>
                  </a:cubicBezTo>
                  <a:cubicBezTo>
                    <a:pt x="18731" y="4264"/>
                    <a:pt x="14574" y="3775"/>
                    <a:pt x="11667" y="3775"/>
                  </a:cubicBezTo>
                  <a:cubicBezTo>
                    <a:pt x="10346" y="3775"/>
                    <a:pt x="9283" y="3876"/>
                    <a:pt x="8640" y="4170"/>
                  </a:cubicBezTo>
                  <a:cubicBezTo>
                    <a:pt x="5938" y="5437"/>
                    <a:pt x="6739" y="9273"/>
                    <a:pt x="6739" y="9273"/>
                  </a:cubicBezTo>
                  <a:cubicBezTo>
                    <a:pt x="6739" y="9273"/>
                    <a:pt x="2302" y="9574"/>
                    <a:pt x="1135" y="13009"/>
                  </a:cubicBezTo>
                  <a:cubicBezTo>
                    <a:pt x="0" y="16512"/>
                    <a:pt x="2936" y="20281"/>
                    <a:pt x="2936" y="20281"/>
                  </a:cubicBezTo>
                  <a:cubicBezTo>
                    <a:pt x="6071" y="14444"/>
                    <a:pt x="20949" y="15178"/>
                    <a:pt x="29188" y="13810"/>
                  </a:cubicBezTo>
                  <a:cubicBezTo>
                    <a:pt x="37494" y="12442"/>
                    <a:pt x="33458" y="1"/>
                    <a:pt x="33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7"/>
            <p:cNvSpPr/>
            <p:nvPr/>
          </p:nvSpPr>
          <p:spPr>
            <a:xfrm>
              <a:off x="1266249" y="1860930"/>
              <a:ext cx="150230" cy="219354"/>
            </a:xfrm>
            <a:custGeom>
              <a:avLst/>
              <a:gdLst/>
              <a:ahLst/>
              <a:cxnLst/>
              <a:rect l="l" t="t" r="r" b="b"/>
              <a:pathLst>
                <a:path w="7974" h="11643" extrusionOk="0">
                  <a:moveTo>
                    <a:pt x="7873" y="1"/>
                  </a:moveTo>
                  <a:cubicBezTo>
                    <a:pt x="7640" y="101"/>
                    <a:pt x="7339" y="134"/>
                    <a:pt x="7039" y="201"/>
                  </a:cubicBezTo>
                  <a:cubicBezTo>
                    <a:pt x="4671" y="768"/>
                    <a:pt x="1702" y="1435"/>
                    <a:pt x="868" y="4804"/>
                  </a:cubicBezTo>
                  <a:cubicBezTo>
                    <a:pt x="1" y="8507"/>
                    <a:pt x="4037" y="11509"/>
                    <a:pt x="4204" y="11642"/>
                  </a:cubicBezTo>
                  <a:lnTo>
                    <a:pt x="4371" y="11342"/>
                  </a:lnTo>
                  <a:cubicBezTo>
                    <a:pt x="4337" y="11309"/>
                    <a:pt x="368" y="8373"/>
                    <a:pt x="1202" y="4938"/>
                  </a:cubicBezTo>
                  <a:cubicBezTo>
                    <a:pt x="2002" y="1802"/>
                    <a:pt x="4704" y="1168"/>
                    <a:pt x="7073" y="635"/>
                  </a:cubicBezTo>
                  <a:cubicBezTo>
                    <a:pt x="7406" y="534"/>
                    <a:pt x="7673" y="501"/>
                    <a:pt x="7973" y="434"/>
                  </a:cubicBezTo>
                  <a:lnTo>
                    <a:pt x="78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7"/>
            <p:cNvSpPr/>
            <p:nvPr/>
          </p:nvSpPr>
          <p:spPr>
            <a:xfrm>
              <a:off x="1825590" y="1750958"/>
              <a:ext cx="124457" cy="198611"/>
            </a:xfrm>
            <a:custGeom>
              <a:avLst/>
              <a:gdLst/>
              <a:ahLst/>
              <a:cxnLst/>
              <a:rect l="l" t="t" r="r" b="b"/>
              <a:pathLst>
                <a:path w="6606" h="10542" extrusionOk="0">
                  <a:moveTo>
                    <a:pt x="5338" y="0"/>
                  </a:moveTo>
                  <a:lnTo>
                    <a:pt x="4904" y="134"/>
                  </a:lnTo>
                  <a:cubicBezTo>
                    <a:pt x="6172" y="4170"/>
                    <a:pt x="6038" y="7039"/>
                    <a:pt x="4604" y="8673"/>
                  </a:cubicBezTo>
                  <a:cubicBezTo>
                    <a:pt x="3543" y="9889"/>
                    <a:pt x="1925" y="10094"/>
                    <a:pt x="935" y="10094"/>
                  </a:cubicBezTo>
                  <a:cubicBezTo>
                    <a:pt x="431" y="10094"/>
                    <a:pt x="90" y="10041"/>
                    <a:pt x="67" y="10041"/>
                  </a:cubicBezTo>
                  <a:lnTo>
                    <a:pt x="1" y="10474"/>
                  </a:lnTo>
                  <a:cubicBezTo>
                    <a:pt x="34" y="10508"/>
                    <a:pt x="368" y="10541"/>
                    <a:pt x="901" y="10541"/>
                  </a:cubicBezTo>
                  <a:cubicBezTo>
                    <a:pt x="1935" y="10541"/>
                    <a:pt x="3670" y="10308"/>
                    <a:pt x="4938" y="8907"/>
                  </a:cubicBezTo>
                  <a:cubicBezTo>
                    <a:pt x="6439" y="7205"/>
                    <a:pt x="6605" y="4203"/>
                    <a:pt x="5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7"/>
            <p:cNvSpPr/>
            <p:nvPr/>
          </p:nvSpPr>
          <p:spPr>
            <a:xfrm>
              <a:off x="1384399" y="2313422"/>
              <a:ext cx="275290" cy="362218"/>
            </a:xfrm>
            <a:custGeom>
              <a:avLst/>
              <a:gdLst/>
              <a:ahLst/>
              <a:cxnLst/>
              <a:rect l="l" t="t" r="r" b="b"/>
              <a:pathLst>
                <a:path w="14612" h="19226" extrusionOk="0">
                  <a:moveTo>
                    <a:pt x="335" y="1"/>
                  </a:moveTo>
                  <a:lnTo>
                    <a:pt x="168" y="8374"/>
                  </a:lnTo>
                  <a:lnTo>
                    <a:pt x="1" y="16213"/>
                  </a:lnTo>
                  <a:cubicBezTo>
                    <a:pt x="3804" y="18593"/>
                    <a:pt x="7435" y="19226"/>
                    <a:pt x="10124" y="19226"/>
                  </a:cubicBezTo>
                  <a:cubicBezTo>
                    <a:pt x="10336" y="19226"/>
                    <a:pt x="10542" y="19222"/>
                    <a:pt x="10742" y="19215"/>
                  </a:cubicBezTo>
                  <a:lnTo>
                    <a:pt x="10775" y="19215"/>
                  </a:lnTo>
                  <a:cubicBezTo>
                    <a:pt x="12810" y="19115"/>
                    <a:pt x="14311" y="18714"/>
                    <a:pt x="14578" y="18681"/>
                  </a:cubicBezTo>
                  <a:lnTo>
                    <a:pt x="14611" y="18681"/>
                  </a:lnTo>
                  <a:lnTo>
                    <a:pt x="14478" y="14011"/>
                  </a:lnTo>
                  <a:lnTo>
                    <a:pt x="14278" y="4271"/>
                  </a:lnTo>
                  <a:lnTo>
                    <a:pt x="2269" y="60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7"/>
            <p:cNvSpPr/>
            <p:nvPr/>
          </p:nvSpPr>
          <p:spPr>
            <a:xfrm>
              <a:off x="1468617" y="2356793"/>
              <a:ext cx="188551" cy="236310"/>
            </a:xfrm>
            <a:custGeom>
              <a:avLst/>
              <a:gdLst/>
              <a:ahLst/>
              <a:cxnLst/>
              <a:rect l="l" t="t" r="r" b="b"/>
              <a:pathLst>
                <a:path w="10008" h="12543" extrusionOk="0">
                  <a:moveTo>
                    <a:pt x="1" y="1"/>
                  </a:moveTo>
                  <a:cubicBezTo>
                    <a:pt x="1" y="1"/>
                    <a:pt x="835" y="11075"/>
                    <a:pt x="10008" y="12543"/>
                  </a:cubicBezTo>
                  <a:lnTo>
                    <a:pt x="9774" y="19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7"/>
            <p:cNvSpPr/>
            <p:nvPr/>
          </p:nvSpPr>
          <p:spPr>
            <a:xfrm>
              <a:off x="1807371" y="2194651"/>
              <a:ext cx="77319" cy="298539"/>
            </a:xfrm>
            <a:custGeom>
              <a:avLst/>
              <a:gdLst/>
              <a:ahLst/>
              <a:cxnLst/>
              <a:rect l="l" t="t" r="r" b="b"/>
              <a:pathLst>
                <a:path w="4104" h="15846" extrusionOk="0">
                  <a:moveTo>
                    <a:pt x="3136" y="0"/>
                  </a:moveTo>
                  <a:cubicBezTo>
                    <a:pt x="3136" y="1"/>
                    <a:pt x="2068" y="7773"/>
                    <a:pt x="901" y="9074"/>
                  </a:cubicBezTo>
                  <a:lnTo>
                    <a:pt x="0" y="15845"/>
                  </a:lnTo>
                  <a:cubicBezTo>
                    <a:pt x="0" y="15845"/>
                    <a:pt x="4103" y="9941"/>
                    <a:pt x="3136" y="0"/>
                  </a:cubicBezTo>
                  <a:close/>
                </a:path>
              </a:pathLst>
            </a:custGeom>
            <a:solidFill>
              <a:srgbClr val="211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7"/>
            <p:cNvSpPr/>
            <p:nvPr/>
          </p:nvSpPr>
          <p:spPr>
            <a:xfrm>
              <a:off x="1337900" y="1839112"/>
              <a:ext cx="531684" cy="712152"/>
            </a:xfrm>
            <a:custGeom>
              <a:avLst/>
              <a:gdLst/>
              <a:ahLst/>
              <a:cxnLst/>
              <a:rect l="l" t="t" r="r" b="b"/>
              <a:pathLst>
                <a:path w="28221" h="37800" extrusionOk="0">
                  <a:moveTo>
                    <a:pt x="14477" y="1"/>
                  </a:moveTo>
                  <a:cubicBezTo>
                    <a:pt x="11539" y="1"/>
                    <a:pt x="8747" y="444"/>
                    <a:pt x="6905" y="1292"/>
                  </a:cubicBezTo>
                  <a:cubicBezTo>
                    <a:pt x="3403" y="2860"/>
                    <a:pt x="1435" y="4761"/>
                    <a:pt x="568" y="8731"/>
                  </a:cubicBezTo>
                  <a:cubicBezTo>
                    <a:pt x="367" y="9765"/>
                    <a:pt x="201" y="10866"/>
                    <a:pt x="101" y="12167"/>
                  </a:cubicBezTo>
                  <a:cubicBezTo>
                    <a:pt x="67" y="12500"/>
                    <a:pt x="34" y="12834"/>
                    <a:pt x="34" y="13201"/>
                  </a:cubicBezTo>
                  <a:cubicBezTo>
                    <a:pt x="34" y="13734"/>
                    <a:pt x="1" y="14301"/>
                    <a:pt x="1" y="14902"/>
                  </a:cubicBezTo>
                  <a:lnTo>
                    <a:pt x="1" y="16570"/>
                  </a:lnTo>
                  <a:cubicBezTo>
                    <a:pt x="1" y="18204"/>
                    <a:pt x="401" y="20039"/>
                    <a:pt x="1168" y="21974"/>
                  </a:cubicBezTo>
                  <a:cubicBezTo>
                    <a:pt x="1368" y="22507"/>
                    <a:pt x="1568" y="23008"/>
                    <a:pt x="1835" y="23541"/>
                  </a:cubicBezTo>
                  <a:cubicBezTo>
                    <a:pt x="3503" y="27177"/>
                    <a:pt x="6205" y="30880"/>
                    <a:pt x="9207" y="33615"/>
                  </a:cubicBezTo>
                  <a:cubicBezTo>
                    <a:pt x="11976" y="36124"/>
                    <a:pt x="15060" y="37799"/>
                    <a:pt x="17912" y="37799"/>
                  </a:cubicBezTo>
                  <a:cubicBezTo>
                    <a:pt x="19801" y="37799"/>
                    <a:pt x="21589" y="37064"/>
                    <a:pt x="23117" y="35350"/>
                  </a:cubicBezTo>
                  <a:cubicBezTo>
                    <a:pt x="25085" y="33148"/>
                    <a:pt x="26319" y="30179"/>
                    <a:pt x="27087" y="26944"/>
                  </a:cubicBezTo>
                  <a:cubicBezTo>
                    <a:pt x="27353" y="26010"/>
                    <a:pt x="27487" y="25109"/>
                    <a:pt x="27620" y="24142"/>
                  </a:cubicBezTo>
                  <a:cubicBezTo>
                    <a:pt x="27820" y="22707"/>
                    <a:pt x="27954" y="21273"/>
                    <a:pt x="28054" y="19805"/>
                  </a:cubicBezTo>
                  <a:cubicBezTo>
                    <a:pt x="28221" y="16436"/>
                    <a:pt x="28087" y="13167"/>
                    <a:pt x="27887" y="10532"/>
                  </a:cubicBezTo>
                  <a:cubicBezTo>
                    <a:pt x="27787" y="9331"/>
                    <a:pt x="27520" y="8197"/>
                    <a:pt x="27053" y="7130"/>
                  </a:cubicBezTo>
                  <a:cubicBezTo>
                    <a:pt x="26920" y="6829"/>
                    <a:pt x="26786" y="6529"/>
                    <a:pt x="26620" y="6262"/>
                  </a:cubicBezTo>
                  <a:cubicBezTo>
                    <a:pt x="24952" y="2993"/>
                    <a:pt x="21716" y="625"/>
                    <a:pt x="17813" y="191"/>
                  </a:cubicBezTo>
                  <a:cubicBezTo>
                    <a:pt x="16709" y="64"/>
                    <a:pt x="15583" y="1"/>
                    <a:pt x="144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7"/>
            <p:cNvSpPr/>
            <p:nvPr/>
          </p:nvSpPr>
          <p:spPr>
            <a:xfrm>
              <a:off x="1335394" y="1837115"/>
              <a:ext cx="526032" cy="722646"/>
            </a:xfrm>
            <a:custGeom>
              <a:avLst/>
              <a:gdLst/>
              <a:ahLst/>
              <a:cxnLst/>
              <a:rect l="l" t="t" r="r" b="b"/>
              <a:pathLst>
                <a:path w="27921" h="38357" extrusionOk="0">
                  <a:moveTo>
                    <a:pt x="26619" y="6168"/>
                  </a:moveTo>
                  <a:cubicBezTo>
                    <a:pt x="26637" y="6197"/>
                    <a:pt x="26659" y="6221"/>
                    <a:pt x="26686" y="6235"/>
                  </a:cubicBezTo>
                  <a:lnTo>
                    <a:pt x="26619" y="6168"/>
                  </a:lnTo>
                  <a:close/>
                  <a:moveTo>
                    <a:pt x="14391" y="0"/>
                  </a:moveTo>
                  <a:cubicBezTo>
                    <a:pt x="11477" y="0"/>
                    <a:pt x="8726" y="426"/>
                    <a:pt x="6905" y="1265"/>
                  </a:cubicBezTo>
                  <a:cubicBezTo>
                    <a:pt x="3403" y="2866"/>
                    <a:pt x="1434" y="4734"/>
                    <a:pt x="567" y="8737"/>
                  </a:cubicBezTo>
                  <a:cubicBezTo>
                    <a:pt x="367" y="9737"/>
                    <a:pt x="200" y="10872"/>
                    <a:pt x="100" y="12139"/>
                  </a:cubicBezTo>
                  <a:cubicBezTo>
                    <a:pt x="67" y="12473"/>
                    <a:pt x="33" y="12806"/>
                    <a:pt x="33" y="13207"/>
                  </a:cubicBezTo>
                  <a:cubicBezTo>
                    <a:pt x="0" y="13473"/>
                    <a:pt x="0" y="13774"/>
                    <a:pt x="0" y="14074"/>
                  </a:cubicBezTo>
                  <a:lnTo>
                    <a:pt x="0" y="14941"/>
                  </a:lnTo>
                  <a:cubicBezTo>
                    <a:pt x="1735" y="15275"/>
                    <a:pt x="3569" y="15775"/>
                    <a:pt x="5104" y="15875"/>
                  </a:cubicBezTo>
                  <a:cubicBezTo>
                    <a:pt x="5170" y="16209"/>
                    <a:pt x="6605" y="25649"/>
                    <a:pt x="6938" y="28651"/>
                  </a:cubicBezTo>
                  <a:cubicBezTo>
                    <a:pt x="7105" y="29985"/>
                    <a:pt x="7539" y="32087"/>
                    <a:pt x="8873" y="33821"/>
                  </a:cubicBezTo>
                  <a:cubicBezTo>
                    <a:pt x="10608" y="36156"/>
                    <a:pt x="13543" y="38058"/>
                    <a:pt x="16278" y="38258"/>
                  </a:cubicBezTo>
                  <a:cubicBezTo>
                    <a:pt x="17147" y="38323"/>
                    <a:pt x="17920" y="38357"/>
                    <a:pt x="18613" y="38357"/>
                  </a:cubicBezTo>
                  <a:cubicBezTo>
                    <a:pt x="22204" y="38357"/>
                    <a:pt x="23626" y="37438"/>
                    <a:pt x="24885" y="35089"/>
                  </a:cubicBezTo>
                  <a:cubicBezTo>
                    <a:pt x="26286" y="32554"/>
                    <a:pt x="27920" y="28117"/>
                    <a:pt x="27119" y="27083"/>
                  </a:cubicBezTo>
                  <a:cubicBezTo>
                    <a:pt x="27086" y="26983"/>
                    <a:pt x="27019" y="26916"/>
                    <a:pt x="26886" y="26883"/>
                  </a:cubicBezTo>
                  <a:cubicBezTo>
                    <a:pt x="25618" y="26383"/>
                    <a:pt x="22083" y="25916"/>
                    <a:pt x="22083" y="25916"/>
                  </a:cubicBezTo>
                  <a:cubicBezTo>
                    <a:pt x="20363" y="25754"/>
                    <a:pt x="18996" y="25704"/>
                    <a:pt x="17885" y="25704"/>
                  </a:cubicBezTo>
                  <a:cubicBezTo>
                    <a:pt x="16015" y="25704"/>
                    <a:pt x="14869" y="25847"/>
                    <a:pt x="13978" y="25847"/>
                  </a:cubicBezTo>
                  <a:cubicBezTo>
                    <a:pt x="13428" y="25847"/>
                    <a:pt x="12975" y="25793"/>
                    <a:pt x="12509" y="25615"/>
                  </a:cubicBezTo>
                  <a:cubicBezTo>
                    <a:pt x="10875" y="24982"/>
                    <a:pt x="8206" y="15041"/>
                    <a:pt x="8206" y="15041"/>
                  </a:cubicBezTo>
                  <a:cubicBezTo>
                    <a:pt x="8206" y="15041"/>
                    <a:pt x="7772" y="13073"/>
                    <a:pt x="9073" y="11806"/>
                  </a:cubicBezTo>
                  <a:cubicBezTo>
                    <a:pt x="9540" y="11372"/>
                    <a:pt x="10207" y="11038"/>
                    <a:pt x="11208" y="10872"/>
                  </a:cubicBezTo>
                  <a:cubicBezTo>
                    <a:pt x="11842" y="10772"/>
                    <a:pt x="12209" y="10104"/>
                    <a:pt x="12442" y="9537"/>
                  </a:cubicBezTo>
                  <a:cubicBezTo>
                    <a:pt x="12676" y="8937"/>
                    <a:pt x="12709" y="8303"/>
                    <a:pt x="12576" y="7703"/>
                  </a:cubicBezTo>
                  <a:cubicBezTo>
                    <a:pt x="12542" y="7536"/>
                    <a:pt x="12542" y="7369"/>
                    <a:pt x="12542" y="7236"/>
                  </a:cubicBezTo>
                  <a:cubicBezTo>
                    <a:pt x="12542" y="6235"/>
                    <a:pt x="13276" y="5368"/>
                    <a:pt x="14277" y="5201"/>
                  </a:cubicBezTo>
                  <a:cubicBezTo>
                    <a:pt x="15569" y="4985"/>
                    <a:pt x="18064" y="4671"/>
                    <a:pt x="20512" y="4671"/>
                  </a:cubicBezTo>
                  <a:cubicBezTo>
                    <a:pt x="22993" y="4671"/>
                    <a:pt x="25428" y="4994"/>
                    <a:pt x="26519" y="6068"/>
                  </a:cubicBezTo>
                  <a:lnTo>
                    <a:pt x="26619" y="6168"/>
                  </a:lnTo>
                  <a:lnTo>
                    <a:pt x="26619" y="6168"/>
                  </a:lnTo>
                  <a:cubicBezTo>
                    <a:pt x="26592" y="6126"/>
                    <a:pt x="26572" y="6074"/>
                    <a:pt x="26552" y="6035"/>
                  </a:cubicBezTo>
                  <a:cubicBezTo>
                    <a:pt x="24784" y="2866"/>
                    <a:pt x="21582" y="598"/>
                    <a:pt x="17846" y="197"/>
                  </a:cubicBezTo>
                  <a:cubicBezTo>
                    <a:pt x="16700" y="66"/>
                    <a:pt x="15533" y="0"/>
                    <a:pt x="14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7"/>
            <p:cNvSpPr/>
            <p:nvPr/>
          </p:nvSpPr>
          <p:spPr>
            <a:xfrm>
              <a:off x="1336638" y="1794875"/>
              <a:ext cx="499637" cy="308656"/>
            </a:xfrm>
            <a:custGeom>
              <a:avLst/>
              <a:gdLst/>
              <a:ahLst/>
              <a:cxnLst/>
              <a:rect l="l" t="t" r="r" b="b"/>
              <a:pathLst>
                <a:path w="26520" h="16383" extrusionOk="0">
                  <a:moveTo>
                    <a:pt x="16306" y="1"/>
                  </a:moveTo>
                  <a:cubicBezTo>
                    <a:pt x="12698" y="1"/>
                    <a:pt x="8993" y="1434"/>
                    <a:pt x="6739" y="2473"/>
                  </a:cubicBezTo>
                  <a:cubicBezTo>
                    <a:pt x="3236" y="4040"/>
                    <a:pt x="1469" y="7043"/>
                    <a:pt x="601" y="11045"/>
                  </a:cubicBezTo>
                  <a:cubicBezTo>
                    <a:pt x="401" y="12046"/>
                    <a:pt x="234" y="13180"/>
                    <a:pt x="134" y="14481"/>
                  </a:cubicBezTo>
                  <a:cubicBezTo>
                    <a:pt x="101" y="14815"/>
                    <a:pt x="101" y="15148"/>
                    <a:pt x="68" y="15515"/>
                  </a:cubicBezTo>
                  <a:cubicBezTo>
                    <a:pt x="68" y="15816"/>
                    <a:pt x="1" y="16116"/>
                    <a:pt x="1" y="16383"/>
                  </a:cubicBezTo>
                  <a:cubicBezTo>
                    <a:pt x="401" y="16283"/>
                    <a:pt x="4804" y="14615"/>
                    <a:pt x="9074" y="14048"/>
                  </a:cubicBezTo>
                  <a:cubicBezTo>
                    <a:pt x="9508" y="13614"/>
                    <a:pt x="10175" y="13280"/>
                    <a:pt x="11175" y="13114"/>
                  </a:cubicBezTo>
                  <a:cubicBezTo>
                    <a:pt x="11809" y="13014"/>
                    <a:pt x="12243" y="12346"/>
                    <a:pt x="12443" y="11779"/>
                  </a:cubicBezTo>
                  <a:cubicBezTo>
                    <a:pt x="12643" y="11179"/>
                    <a:pt x="12677" y="10545"/>
                    <a:pt x="12576" y="9945"/>
                  </a:cubicBezTo>
                  <a:cubicBezTo>
                    <a:pt x="12510" y="9778"/>
                    <a:pt x="12510" y="9644"/>
                    <a:pt x="12510" y="9478"/>
                  </a:cubicBezTo>
                  <a:cubicBezTo>
                    <a:pt x="12510" y="8477"/>
                    <a:pt x="13244" y="7610"/>
                    <a:pt x="14278" y="7443"/>
                  </a:cubicBezTo>
                  <a:cubicBezTo>
                    <a:pt x="14645" y="7376"/>
                    <a:pt x="15145" y="7309"/>
                    <a:pt x="15679" y="7209"/>
                  </a:cubicBezTo>
                  <a:cubicBezTo>
                    <a:pt x="15879" y="7196"/>
                    <a:pt x="16118" y="7185"/>
                    <a:pt x="16382" y="7185"/>
                  </a:cubicBezTo>
                  <a:cubicBezTo>
                    <a:pt x="17441" y="7185"/>
                    <a:pt x="18914" y="7356"/>
                    <a:pt x="19982" y="8210"/>
                  </a:cubicBezTo>
                  <a:cubicBezTo>
                    <a:pt x="21754" y="9698"/>
                    <a:pt x="22265" y="10014"/>
                    <a:pt x="23282" y="10014"/>
                  </a:cubicBezTo>
                  <a:cubicBezTo>
                    <a:pt x="23337" y="10014"/>
                    <a:pt x="23393" y="10013"/>
                    <a:pt x="23451" y="10011"/>
                  </a:cubicBezTo>
                  <a:cubicBezTo>
                    <a:pt x="24618" y="9978"/>
                    <a:pt x="24185" y="7776"/>
                    <a:pt x="25686" y="7776"/>
                  </a:cubicBezTo>
                  <a:cubicBezTo>
                    <a:pt x="25986" y="7943"/>
                    <a:pt x="26253" y="8110"/>
                    <a:pt x="26453" y="8310"/>
                  </a:cubicBezTo>
                  <a:cubicBezTo>
                    <a:pt x="26470" y="8327"/>
                    <a:pt x="26486" y="8335"/>
                    <a:pt x="26499" y="8335"/>
                  </a:cubicBezTo>
                  <a:cubicBezTo>
                    <a:pt x="26511" y="8335"/>
                    <a:pt x="26520" y="8327"/>
                    <a:pt x="26520" y="8310"/>
                  </a:cubicBezTo>
                  <a:cubicBezTo>
                    <a:pt x="24785" y="5141"/>
                    <a:pt x="21416" y="538"/>
                    <a:pt x="17647" y="71"/>
                  </a:cubicBezTo>
                  <a:cubicBezTo>
                    <a:pt x="17203" y="23"/>
                    <a:pt x="16755" y="1"/>
                    <a:pt x="16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7"/>
            <p:cNvSpPr/>
            <p:nvPr/>
          </p:nvSpPr>
          <p:spPr>
            <a:xfrm>
              <a:off x="1296997" y="2075184"/>
              <a:ext cx="160272" cy="215247"/>
            </a:xfrm>
            <a:custGeom>
              <a:avLst/>
              <a:gdLst/>
              <a:ahLst/>
              <a:cxnLst/>
              <a:rect l="l" t="t" r="r" b="b"/>
              <a:pathLst>
                <a:path w="8507" h="11425" extrusionOk="0">
                  <a:moveTo>
                    <a:pt x="4055" y="0"/>
                  </a:moveTo>
                  <a:cubicBezTo>
                    <a:pt x="2875" y="0"/>
                    <a:pt x="1463" y="571"/>
                    <a:pt x="937" y="3072"/>
                  </a:cubicBezTo>
                  <a:cubicBezTo>
                    <a:pt x="0" y="7499"/>
                    <a:pt x="4164" y="11424"/>
                    <a:pt x="8064" y="11424"/>
                  </a:cubicBezTo>
                  <a:cubicBezTo>
                    <a:pt x="8191" y="11424"/>
                    <a:pt x="8317" y="11420"/>
                    <a:pt x="8443" y="11412"/>
                  </a:cubicBezTo>
                  <a:cubicBezTo>
                    <a:pt x="8443" y="11412"/>
                    <a:pt x="8443" y="11412"/>
                    <a:pt x="8443" y="11412"/>
                  </a:cubicBezTo>
                  <a:cubicBezTo>
                    <a:pt x="8507" y="11412"/>
                    <a:pt x="7839" y="2335"/>
                    <a:pt x="5874" y="404"/>
                  </a:cubicBezTo>
                  <a:cubicBezTo>
                    <a:pt x="5874" y="404"/>
                    <a:pt x="5046" y="0"/>
                    <a:pt x="40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7"/>
            <p:cNvSpPr/>
            <p:nvPr/>
          </p:nvSpPr>
          <p:spPr>
            <a:xfrm>
              <a:off x="1762116" y="2099130"/>
              <a:ext cx="160272" cy="175984"/>
            </a:xfrm>
            <a:custGeom>
              <a:avLst/>
              <a:gdLst/>
              <a:ahLst/>
              <a:cxnLst/>
              <a:rect l="l" t="t" r="r" b="b"/>
              <a:pathLst>
                <a:path w="8507" h="9341" extrusionOk="0">
                  <a:moveTo>
                    <a:pt x="4237" y="534"/>
                  </a:moveTo>
                  <a:cubicBezTo>
                    <a:pt x="6272" y="534"/>
                    <a:pt x="7940" y="2368"/>
                    <a:pt x="7940" y="4670"/>
                  </a:cubicBezTo>
                  <a:cubicBezTo>
                    <a:pt x="7940" y="6938"/>
                    <a:pt x="6272" y="8773"/>
                    <a:pt x="4237" y="8773"/>
                  </a:cubicBezTo>
                  <a:cubicBezTo>
                    <a:pt x="2202" y="8773"/>
                    <a:pt x="534" y="6972"/>
                    <a:pt x="534" y="4670"/>
                  </a:cubicBezTo>
                  <a:cubicBezTo>
                    <a:pt x="534" y="2368"/>
                    <a:pt x="2202" y="534"/>
                    <a:pt x="4237" y="534"/>
                  </a:cubicBezTo>
                  <a:close/>
                  <a:moveTo>
                    <a:pt x="4237" y="0"/>
                  </a:moveTo>
                  <a:cubicBezTo>
                    <a:pt x="1902" y="0"/>
                    <a:pt x="1" y="2068"/>
                    <a:pt x="1" y="4670"/>
                  </a:cubicBezTo>
                  <a:cubicBezTo>
                    <a:pt x="1" y="7205"/>
                    <a:pt x="1902" y="9340"/>
                    <a:pt x="4237" y="9340"/>
                  </a:cubicBezTo>
                  <a:cubicBezTo>
                    <a:pt x="6572" y="9340"/>
                    <a:pt x="8507" y="7239"/>
                    <a:pt x="8507" y="4670"/>
                  </a:cubicBezTo>
                  <a:cubicBezTo>
                    <a:pt x="8507" y="2068"/>
                    <a:pt x="6572" y="0"/>
                    <a:pt x="4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7"/>
            <p:cNvSpPr/>
            <p:nvPr/>
          </p:nvSpPr>
          <p:spPr>
            <a:xfrm>
              <a:off x="1563517" y="2099130"/>
              <a:ext cx="160272" cy="175984"/>
            </a:xfrm>
            <a:custGeom>
              <a:avLst/>
              <a:gdLst/>
              <a:ahLst/>
              <a:cxnLst/>
              <a:rect l="l" t="t" r="r" b="b"/>
              <a:pathLst>
                <a:path w="8507" h="9341" extrusionOk="0">
                  <a:moveTo>
                    <a:pt x="4270" y="534"/>
                  </a:moveTo>
                  <a:cubicBezTo>
                    <a:pt x="6305" y="534"/>
                    <a:pt x="7973" y="2368"/>
                    <a:pt x="7973" y="4670"/>
                  </a:cubicBezTo>
                  <a:cubicBezTo>
                    <a:pt x="7973" y="6938"/>
                    <a:pt x="6305" y="8773"/>
                    <a:pt x="4270" y="8773"/>
                  </a:cubicBezTo>
                  <a:cubicBezTo>
                    <a:pt x="2236" y="8773"/>
                    <a:pt x="568" y="6972"/>
                    <a:pt x="568" y="4670"/>
                  </a:cubicBezTo>
                  <a:cubicBezTo>
                    <a:pt x="568" y="2368"/>
                    <a:pt x="2236" y="534"/>
                    <a:pt x="4270" y="534"/>
                  </a:cubicBezTo>
                  <a:close/>
                  <a:moveTo>
                    <a:pt x="4270" y="0"/>
                  </a:moveTo>
                  <a:cubicBezTo>
                    <a:pt x="1935" y="0"/>
                    <a:pt x="1" y="2068"/>
                    <a:pt x="1" y="4670"/>
                  </a:cubicBezTo>
                  <a:cubicBezTo>
                    <a:pt x="1" y="7205"/>
                    <a:pt x="1935" y="9340"/>
                    <a:pt x="4270" y="9340"/>
                  </a:cubicBezTo>
                  <a:cubicBezTo>
                    <a:pt x="6605" y="9340"/>
                    <a:pt x="8507" y="7239"/>
                    <a:pt x="8507" y="4670"/>
                  </a:cubicBezTo>
                  <a:cubicBezTo>
                    <a:pt x="8507" y="2068"/>
                    <a:pt x="6605" y="0"/>
                    <a:pt x="42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7"/>
            <p:cNvSpPr/>
            <p:nvPr/>
          </p:nvSpPr>
          <p:spPr>
            <a:xfrm>
              <a:off x="1489360" y="2102258"/>
              <a:ext cx="91770" cy="54071"/>
            </a:xfrm>
            <a:custGeom>
              <a:avLst/>
              <a:gdLst/>
              <a:ahLst/>
              <a:cxnLst/>
              <a:rect l="l" t="t" r="r" b="b"/>
              <a:pathLst>
                <a:path w="4871" h="2870" extrusionOk="0">
                  <a:moveTo>
                    <a:pt x="1" y="1"/>
                  </a:moveTo>
                  <a:lnTo>
                    <a:pt x="1" y="535"/>
                  </a:lnTo>
                  <a:cubicBezTo>
                    <a:pt x="2169" y="1068"/>
                    <a:pt x="3703" y="2202"/>
                    <a:pt x="4237" y="2669"/>
                  </a:cubicBezTo>
                  <a:cubicBezTo>
                    <a:pt x="4404" y="2803"/>
                    <a:pt x="4504" y="2870"/>
                    <a:pt x="4504" y="2870"/>
                  </a:cubicBezTo>
                  <a:lnTo>
                    <a:pt x="4871" y="2503"/>
                  </a:lnTo>
                  <a:cubicBezTo>
                    <a:pt x="4871" y="2469"/>
                    <a:pt x="4704" y="2336"/>
                    <a:pt x="4504" y="2169"/>
                  </a:cubicBezTo>
                  <a:cubicBezTo>
                    <a:pt x="3837" y="1569"/>
                    <a:pt x="2236" y="5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7"/>
            <p:cNvSpPr/>
            <p:nvPr/>
          </p:nvSpPr>
          <p:spPr>
            <a:xfrm>
              <a:off x="1704294" y="2126788"/>
              <a:ext cx="76698" cy="22005"/>
            </a:xfrm>
            <a:custGeom>
              <a:avLst/>
              <a:gdLst/>
              <a:ahLst/>
              <a:cxnLst/>
              <a:rect l="l" t="t" r="r" b="b"/>
              <a:pathLst>
                <a:path w="4071" h="1168" extrusionOk="0">
                  <a:moveTo>
                    <a:pt x="1963" y="1"/>
                  </a:moveTo>
                  <a:cubicBezTo>
                    <a:pt x="1339" y="1"/>
                    <a:pt x="649" y="180"/>
                    <a:pt x="1" y="734"/>
                  </a:cubicBezTo>
                  <a:lnTo>
                    <a:pt x="401" y="1167"/>
                  </a:lnTo>
                  <a:cubicBezTo>
                    <a:pt x="935" y="704"/>
                    <a:pt x="1504" y="554"/>
                    <a:pt x="2018" y="554"/>
                  </a:cubicBezTo>
                  <a:cubicBezTo>
                    <a:pt x="2949" y="554"/>
                    <a:pt x="3706" y="1046"/>
                    <a:pt x="3770" y="1067"/>
                  </a:cubicBezTo>
                  <a:lnTo>
                    <a:pt x="4070" y="600"/>
                  </a:lnTo>
                  <a:cubicBezTo>
                    <a:pt x="4027" y="600"/>
                    <a:pt x="3105" y="1"/>
                    <a:pt x="19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7"/>
            <p:cNvSpPr/>
            <p:nvPr/>
          </p:nvSpPr>
          <p:spPr>
            <a:xfrm>
              <a:off x="1294529" y="2600645"/>
              <a:ext cx="519758" cy="1020619"/>
            </a:xfrm>
            <a:custGeom>
              <a:avLst/>
              <a:gdLst/>
              <a:ahLst/>
              <a:cxnLst/>
              <a:rect l="l" t="t" r="r" b="b"/>
              <a:pathLst>
                <a:path w="27588" h="54173" extrusionOk="0">
                  <a:moveTo>
                    <a:pt x="351" y="0"/>
                  </a:moveTo>
                  <a:cubicBezTo>
                    <a:pt x="268" y="0"/>
                    <a:pt x="184" y="34"/>
                    <a:pt x="134" y="100"/>
                  </a:cubicBezTo>
                  <a:cubicBezTo>
                    <a:pt x="1" y="234"/>
                    <a:pt x="1" y="434"/>
                    <a:pt x="134" y="567"/>
                  </a:cubicBezTo>
                  <a:cubicBezTo>
                    <a:pt x="5071" y="5104"/>
                    <a:pt x="10875" y="15778"/>
                    <a:pt x="16846" y="31423"/>
                  </a:cubicBezTo>
                  <a:cubicBezTo>
                    <a:pt x="21383" y="43264"/>
                    <a:pt x="24418" y="53839"/>
                    <a:pt x="24485" y="53972"/>
                  </a:cubicBezTo>
                  <a:cubicBezTo>
                    <a:pt x="24518" y="54106"/>
                    <a:pt x="24652" y="54172"/>
                    <a:pt x="24752" y="54172"/>
                  </a:cubicBezTo>
                  <a:cubicBezTo>
                    <a:pt x="24885" y="54172"/>
                    <a:pt x="25019" y="54106"/>
                    <a:pt x="25085" y="53972"/>
                  </a:cubicBezTo>
                  <a:cubicBezTo>
                    <a:pt x="26520" y="47267"/>
                    <a:pt x="27187" y="40296"/>
                    <a:pt x="27087" y="33191"/>
                  </a:cubicBezTo>
                  <a:cubicBezTo>
                    <a:pt x="27020" y="27520"/>
                    <a:pt x="26420" y="21782"/>
                    <a:pt x="25386" y="16112"/>
                  </a:cubicBezTo>
                  <a:cubicBezTo>
                    <a:pt x="23584" y="6438"/>
                    <a:pt x="21016" y="267"/>
                    <a:pt x="20949" y="234"/>
                  </a:cubicBezTo>
                  <a:cubicBezTo>
                    <a:pt x="20901" y="113"/>
                    <a:pt x="20800" y="27"/>
                    <a:pt x="20685" y="27"/>
                  </a:cubicBezTo>
                  <a:cubicBezTo>
                    <a:pt x="20641" y="27"/>
                    <a:pt x="20595" y="39"/>
                    <a:pt x="20549" y="67"/>
                  </a:cubicBezTo>
                  <a:cubicBezTo>
                    <a:pt x="20382" y="134"/>
                    <a:pt x="20315" y="300"/>
                    <a:pt x="20382" y="467"/>
                  </a:cubicBezTo>
                  <a:cubicBezTo>
                    <a:pt x="20415" y="534"/>
                    <a:pt x="22984" y="6638"/>
                    <a:pt x="24752" y="16245"/>
                  </a:cubicBezTo>
                  <a:cubicBezTo>
                    <a:pt x="26353" y="24818"/>
                    <a:pt x="27587" y="38061"/>
                    <a:pt x="24719" y="52604"/>
                  </a:cubicBezTo>
                  <a:cubicBezTo>
                    <a:pt x="23818" y="49469"/>
                    <a:pt x="21083" y="40763"/>
                    <a:pt x="17480" y="31223"/>
                  </a:cubicBezTo>
                  <a:cubicBezTo>
                    <a:pt x="14778" y="24184"/>
                    <a:pt x="12176" y="18213"/>
                    <a:pt x="9641" y="13276"/>
                  </a:cubicBezTo>
                  <a:cubicBezTo>
                    <a:pt x="6405" y="7105"/>
                    <a:pt x="3370" y="2669"/>
                    <a:pt x="568" y="100"/>
                  </a:cubicBezTo>
                  <a:cubicBezTo>
                    <a:pt x="518" y="34"/>
                    <a:pt x="435" y="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7"/>
            <p:cNvSpPr/>
            <p:nvPr/>
          </p:nvSpPr>
          <p:spPr>
            <a:xfrm>
              <a:off x="1609394" y="3583554"/>
              <a:ext cx="277174" cy="386521"/>
            </a:xfrm>
            <a:custGeom>
              <a:avLst/>
              <a:gdLst/>
              <a:ahLst/>
              <a:cxnLst/>
              <a:rect l="l" t="t" r="r" b="b"/>
              <a:pathLst>
                <a:path w="14712" h="20516" extrusionOk="0">
                  <a:moveTo>
                    <a:pt x="668" y="1"/>
                  </a:moveTo>
                  <a:cubicBezTo>
                    <a:pt x="334" y="1"/>
                    <a:pt x="34" y="301"/>
                    <a:pt x="34" y="635"/>
                  </a:cubicBezTo>
                  <a:lnTo>
                    <a:pt x="34" y="19915"/>
                  </a:lnTo>
                  <a:cubicBezTo>
                    <a:pt x="1" y="20249"/>
                    <a:pt x="301" y="20516"/>
                    <a:pt x="668" y="20516"/>
                  </a:cubicBezTo>
                  <a:lnTo>
                    <a:pt x="14111" y="20516"/>
                  </a:lnTo>
                  <a:cubicBezTo>
                    <a:pt x="14444" y="20516"/>
                    <a:pt x="14711" y="20249"/>
                    <a:pt x="14711" y="19915"/>
                  </a:cubicBezTo>
                  <a:lnTo>
                    <a:pt x="14711" y="635"/>
                  </a:lnTo>
                  <a:cubicBezTo>
                    <a:pt x="14711" y="301"/>
                    <a:pt x="14444" y="1"/>
                    <a:pt x="14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7"/>
            <p:cNvSpPr/>
            <p:nvPr/>
          </p:nvSpPr>
          <p:spPr>
            <a:xfrm>
              <a:off x="1665954" y="3645784"/>
              <a:ext cx="160291" cy="6293"/>
            </a:xfrm>
            <a:custGeom>
              <a:avLst/>
              <a:gdLst/>
              <a:ahLst/>
              <a:cxnLst/>
              <a:rect l="l" t="t" r="r" b="b"/>
              <a:pathLst>
                <a:path w="8508" h="334" extrusionOk="0">
                  <a:moveTo>
                    <a:pt x="168" y="0"/>
                  </a:moveTo>
                  <a:cubicBezTo>
                    <a:pt x="101" y="0"/>
                    <a:pt x="1" y="100"/>
                    <a:pt x="1" y="167"/>
                  </a:cubicBezTo>
                  <a:cubicBezTo>
                    <a:pt x="1" y="267"/>
                    <a:pt x="34" y="334"/>
                    <a:pt x="168" y="334"/>
                  </a:cubicBezTo>
                  <a:lnTo>
                    <a:pt x="8340" y="334"/>
                  </a:lnTo>
                  <a:cubicBezTo>
                    <a:pt x="8440" y="334"/>
                    <a:pt x="8507" y="267"/>
                    <a:pt x="8507" y="167"/>
                  </a:cubicBezTo>
                  <a:cubicBezTo>
                    <a:pt x="8507" y="100"/>
                    <a:pt x="8440" y="0"/>
                    <a:pt x="8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7"/>
            <p:cNvSpPr/>
            <p:nvPr/>
          </p:nvSpPr>
          <p:spPr>
            <a:xfrm>
              <a:off x="1665954" y="3699818"/>
              <a:ext cx="160291" cy="6311"/>
            </a:xfrm>
            <a:custGeom>
              <a:avLst/>
              <a:gdLst/>
              <a:ahLst/>
              <a:cxnLst/>
              <a:rect l="l" t="t" r="r" b="b"/>
              <a:pathLst>
                <a:path w="8508" h="335" extrusionOk="0">
                  <a:moveTo>
                    <a:pt x="168" y="1"/>
                  </a:moveTo>
                  <a:cubicBezTo>
                    <a:pt x="101" y="1"/>
                    <a:pt x="1" y="101"/>
                    <a:pt x="1" y="168"/>
                  </a:cubicBezTo>
                  <a:cubicBezTo>
                    <a:pt x="1" y="268"/>
                    <a:pt x="34" y="334"/>
                    <a:pt x="168" y="334"/>
                  </a:cubicBezTo>
                  <a:lnTo>
                    <a:pt x="8340" y="334"/>
                  </a:lnTo>
                  <a:cubicBezTo>
                    <a:pt x="8440" y="334"/>
                    <a:pt x="8507" y="268"/>
                    <a:pt x="8507" y="168"/>
                  </a:cubicBezTo>
                  <a:cubicBezTo>
                    <a:pt x="8507" y="101"/>
                    <a:pt x="8440" y="1"/>
                    <a:pt x="8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7"/>
            <p:cNvSpPr/>
            <p:nvPr/>
          </p:nvSpPr>
          <p:spPr>
            <a:xfrm>
              <a:off x="1665332" y="3753250"/>
              <a:ext cx="160912" cy="6293"/>
            </a:xfrm>
            <a:custGeom>
              <a:avLst/>
              <a:gdLst/>
              <a:ahLst/>
              <a:cxnLst/>
              <a:rect l="l" t="t" r="r" b="b"/>
              <a:pathLst>
                <a:path w="8541" h="334" extrusionOk="0">
                  <a:moveTo>
                    <a:pt x="201" y="0"/>
                  </a:moveTo>
                  <a:cubicBezTo>
                    <a:pt x="134" y="0"/>
                    <a:pt x="34" y="100"/>
                    <a:pt x="34" y="167"/>
                  </a:cubicBezTo>
                  <a:cubicBezTo>
                    <a:pt x="1" y="267"/>
                    <a:pt x="67" y="334"/>
                    <a:pt x="201" y="334"/>
                  </a:cubicBezTo>
                  <a:lnTo>
                    <a:pt x="8373" y="334"/>
                  </a:lnTo>
                  <a:cubicBezTo>
                    <a:pt x="8473" y="334"/>
                    <a:pt x="8540" y="267"/>
                    <a:pt x="8540" y="167"/>
                  </a:cubicBezTo>
                  <a:cubicBezTo>
                    <a:pt x="8540" y="100"/>
                    <a:pt x="8473" y="0"/>
                    <a:pt x="8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/>
            <p:cNvSpPr/>
            <p:nvPr/>
          </p:nvSpPr>
          <p:spPr>
            <a:xfrm>
              <a:off x="1628875" y="3602413"/>
              <a:ext cx="238213" cy="348182"/>
            </a:xfrm>
            <a:custGeom>
              <a:avLst/>
              <a:gdLst/>
              <a:ahLst/>
              <a:cxnLst/>
              <a:rect l="l" t="t" r="r" b="b"/>
              <a:pathLst>
                <a:path w="12644" h="18481" extrusionOk="0">
                  <a:moveTo>
                    <a:pt x="12343" y="301"/>
                  </a:moveTo>
                  <a:lnTo>
                    <a:pt x="12343" y="18147"/>
                  </a:lnTo>
                  <a:lnTo>
                    <a:pt x="334" y="18147"/>
                  </a:lnTo>
                  <a:lnTo>
                    <a:pt x="334" y="301"/>
                  </a:lnTo>
                  <a:close/>
                  <a:moveTo>
                    <a:pt x="168" y="1"/>
                  </a:moveTo>
                  <a:cubicBezTo>
                    <a:pt x="101" y="1"/>
                    <a:pt x="1" y="101"/>
                    <a:pt x="1" y="167"/>
                  </a:cubicBezTo>
                  <a:lnTo>
                    <a:pt x="1" y="18314"/>
                  </a:lnTo>
                  <a:cubicBezTo>
                    <a:pt x="1" y="18414"/>
                    <a:pt x="101" y="18480"/>
                    <a:pt x="168" y="18480"/>
                  </a:cubicBezTo>
                  <a:lnTo>
                    <a:pt x="12476" y="18480"/>
                  </a:lnTo>
                  <a:cubicBezTo>
                    <a:pt x="12577" y="18480"/>
                    <a:pt x="12643" y="18414"/>
                    <a:pt x="12643" y="18314"/>
                  </a:cubicBezTo>
                  <a:lnTo>
                    <a:pt x="12643" y="167"/>
                  </a:lnTo>
                  <a:cubicBezTo>
                    <a:pt x="12643" y="101"/>
                    <a:pt x="12577" y="1"/>
                    <a:pt x="124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/>
            <p:cNvSpPr/>
            <p:nvPr/>
          </p:nvSpPr>
          <p:spPr>
            <a:xfrm>
              <a:off x="1747665" y="2444156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11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7"/>
            <p:cNvSpPr/>
            <p:nvPr/>
          </p:nvSpPr>
          <p:spPr>
            <a:xfrm>
              <a:off x="1654027" y="2361201"/>
              <a:ext cx="162156" cy="60156"/>
            </a:xfrm>
            <a:custGeom>
              <a:avLst/>
              <a:gdLst/>
              <a:ahLst/>
              <a:cxnLst/>
              <a:rect l="l" t="t" r="r" b="b"/>
              <a:pathLst>
                <a:path w="8607" h="3193" extrusionOk="0">
                  <a:moveTo>
                    <a:pt x="0" y="0"/>
                  </a:moveTo>
                  <a:cubicBezTo>
                    <a:pt x="0" y="0"/>
                    <a:pt x="501" y="2735"/>
                    <a:pt x="3303" y="3136"/>
                  </a:cubicBezTo>
                  <a:cubicBezTo>
                    <a:pt x="3565" y="3175"/>
                    <a:pt x="3817" y="3193"/>
                    <a:pt x="4059" y="3193"/>
                  </a:cubicBezTo>
                  <a:cubicBezTo>
                    <a:pt x="7117" y="3193"/>
                    <a:pt x="8606" y="300"/>
                    <a:pt x="8606" y="300"/>
                  </a:cubicBezTo>
                  <a:lnTo>
                    <a:pt x="8606" y="300"/>
                  </a:lnTo>
                  <a:cubicBezTo>
                    <a:pt x="7603" y="482"/>
                    <a:pt x="6542" y="549"/>
                    <a:pt x="5520" y="549"/>
                  </a:cubicBezTo>
                  <a:cubicBezTo>
                    <a:pt x="2599" y="5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4" name="Google Shape;1364;p47"/>
          <p:cNvSpPr txBox="1">
            <a:spLocks noGrp="1"/>
          </p:cNvSpPr>
          <p:nvPr>
            <p:ph type="title"/>
          </p:nvPr>
        </p:nvSpPr>
        <p:spPr>
          <a:xfrm>
            <a:off x="705725" y="457200"/>
            <a:ext cx="77250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CURRICULUM</a:t>
            </a:r>
            <a:endParaRPr dirty="0"/>
          </a:p>
        </p:txBody>
      </p:sp>
      <p:sp>
        <p:nvSpPr>
          <p:cNvPr id="1365" name="Google Shape;1365;p47"/>
          <p:cNvSpPr txBox="1">
            <a:spLocks noGrp="1"/>
          </p:cNvSpPr>
          <p:nvPr>
            <p:ph type="subTitle" idx="1"/>
          </p:nvPr>
        </p:nvSpPr>
        <p:spPr>
          <a:xfrm>
            <a:off x="2364975" y="1984248"/>
            <a:ext cx="16641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Internship</a:t>
            </a:r>
            <a:endParaRPr dirty="0"/>
          </a:p>
        </p:txBody>
      </p:sp>
      <p:sp>
        <p:nvSpPr>
          <p:cNvPr id="1366" name="Google Shape;1366;p47"/>
          <p:cNvSpPr txBox="1">
            <a:spLocks noGrp="1"/>
          </p:cNvSpPr>
          <p:nvPr>
            <p:ph type="subTitle" idx="2"/>
          </p:nvPr>
        </p:nvSpPr>
        <p:spPr>
          <a:xfrm>
            <a:off x="2364975" y="3246120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Internship Completed at </a:t>
            </a:r>
            <a:r>
              <a:rPr lang="en-US" dirty="0" err="1"/>
              <a:t>Craper</a:t>
            </a:r>
            <a:r>
              <a:rPr lang="en-US" dirty="0"/>
              <a:t> Soft</a:t>
            </a:r>
            <a:endParaRPr dirty="0"/>
          </a:p>
        </p:txBody>
      </p:sp>
      <p:sp>
        <p:nvSpPr>
          <p:cNvPr id="1367" name="Google Shape;1367;p47"/>
          <p:cNvSpPr txBox="1">
            <a:spLocks noGrp="1"/>
          </p:cNvSpPr>
          <p:nvPr>
            <p:ph type="subTitle" idx="3"/>
          </p:nvPr>
        </p:nvSpPr>
        <p:spPr>
          <a:xfrm>
            <a:off x="4523475" y="2152250"/>
            <a:ext cx="16641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Science Association</a:t>
            </a:r>
            <a:endParaRPr dirty="0"/>
          </a:p>
        </p:txBody>
      </p:sp>
      <p:sp>
        <p:nvSpPr>
          <p:cNvPr id="1368" name="Google Shape;1368;p47"/>
          <p:cNvSpPr txBox="1">
            <a:spLocks noGrp="1"/>
          </p:cNvSpPr>
          <p:nvPr>
            <p:ph type="subTitle" idx="4"/>
          </p:nvPr>
        </p:nvSpPr>
        <p:spPr>
          <a:xfrm>
            <a:off x="4523475" y="3246126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Program Attended: Quantum of Scientia -2022 at PSG PTC Science Association</a:t>
            </a:r>
            <a:endParaRPr dirty="0"/>
          </a:p>
        </p:txBody>
      </p:sp>
      <p:sp>
        <p:nvSpPr>
          <p:cNvPr id="1369" name="Google Shape;1369;p47"/>
          <p:cNvSpPr txBox="1">
            <a:spLocks noGrp="1"/>
          </p:cNvSpPr>
          <p:nvPr>
            <p:ph type="subTitle" idx="5"/>
          </p:nvPr>
        </p:nvSpPr>
        <p:spPr>
          <a:xfrm>
            <a:off x="6647550" y="1984248"/>
            <a:ext cx="16641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UI &amp; UX</a:t>
            </a:r>
            <a:endParaRPr dirty="0"/>
          </a:p>
        </p:txBody>
      </p:sp>
      <p:sp>
        <p:nvSpPr>
          <p:cNvPr id="1370" name="Google Shape;1370;p47"/>
          <p:cNvSpPr txBox="1">
            <a:spLocks noGrp="1"/>
          </p:cNvSpPr>
          <p:nvPr>
            <p:ph type="subTitle" idx="6"/>
          </p:nvPr>
        </p:nvSpPr>
        <p:spPr>
          <a:xfrm>
            <a:off x="6647550" y="3246126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Participated in One-day workshop on "UI/UX Designing", at PSG PTC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>
          <a:extLst>
            <a:ext uri="{FF2B5EF4-FFF2-40B4-BE49-F238E27FC236}">
              <a16:creationId xmlns:a16="http://schemas.microsoft.com/office/drawing/2014/main" id="{50CE5C0A-1A2D-4C4F-9C65-3DCF138C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47">
            <a:extLst>
              <a:ext uri="{FF2B5EF4-FFF2-40B4-BE49-F238E27FC236}">
                <a16:creationId xmlns:a16="http://schemas.microsoft.com/office/drawing/2014/main" id="{E34509FF-CC3D-C0F3-7971-DD54FC1FC46E}"/>
              </a:ext>
            </a:extLst>
          </p:cNvPr>
          <p:cNvSpPr/>
          <p:nvPr/>
        </p:nvSpPr>
        <p:spPr>
          <a:xfrm>
            <a:off x="4750973" y="1982691"/>
            <a:ext cx="1852800" cy="2143800"/>
          </a:xfrm>
          <a:prstGeom prst="roundRect">
            <a:avLst>
              <a:gd name="adj" fmla="val 1132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47">
            <a:extLst>
              <a:ext uri="{FF2B5EF4-FFF2-40B4-BE49-F238E27FC236}">
                <a16:creationId xmlns:a16="http://schemas.microsoft.com/office/drawing/2014/main" id="{DF4119B5-D2B9-29E8-B353-76E1D32E722A}"/>
              </a:ext>
            </a:extLst>
          </p:cNvPr>
          <p:cNvSpPr/>
          <p:nvPr/>
        </p:nvSpPr>
        <p:spPr>
          <a:xfrm>
            <a:off x="2626898" y="1786538"/>
            <a:ext cx="1852250" cy="2451938"/>
          </a:xfrm>
          <a:prstGeom prst="roundRect">
            <a:avLst>
              <a:gd name="adj" fmla="val 1132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47">
            <a:extLst>
              <a:ext uri="{FF2B5EF4-FFF2-40B4-BE49-F238E27FC236}">
                <a16:creationId xmlns:a16="http://schemas.microsoft.com/office/drawing/2014/main" id="{FDCCC215-03F8-9063-1ABA-03A931621DAA}"/>
              </a:ext>
            </a:extLst>
          </p:cNvPr>
          <p:cNvSpPr/>
          <p:nvPr/>
        </p:nvSpPr>
        <p:spPr>
          <a:xfrm>
            <a:off x="468398" y="1982691"/>
            <a:ext cx="1852800" cy="2143800"/>
          </a:xfrm>
          <a:prstGeom prst="roundRect">
            <a:avLst>
              <a:gd name="adj" fmla="val 1132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1" name="Google Shape;1311;p47">
            <a:extLst>
              <a:ext uri="{FF2B5EF4-FFF2-40B4-BE49-F238E27FC236}">
                <a16:creationId xmlns:a16="http://schemas.microsoft.com/office/drawing/2014/main" id="{B27CEF1E-9A70-8C94-F944-169C68789C30}"/>
              </a:ext>
            </a:extLst>
          </p:cNvPr>
          <p:cNvGrpSpPr/>
          <p:nvPr/>
        </p:nvGrpSpPr>
        <p:grpSpPr>
          <a:xfrm>
            <a:off x="1142124" y="2603968"/>
            <a:ext cx="434000" cy="431975"/>
            <a:chOff x="848400" y="2261450"/>
            <a:chExt cx="434000" cy="431975"/>
          </a:xfrm>
        </p:grpSpPr>
        <p:sp>
          <p:nvSpPr>
            <p:cNvPr id="1312" name="Google Shape;1312;p47">
              <a:extLst>
                <a:ext uri="{FF2B5EF4-FFF2-40B4-BE49-F238E27FC236}">
                  <a16:creationId xmlns:a16="http://schemas.microsoft.com/office/drawing/2014/main" id="{93C98E9F-353B-FC60-15F6-CB83B301D423}"/>
                </a:ext>
              </a:extLst>
            </p:cNvPr>
            <p:cNvSpPr/>
            <p:nvPr/>
          </p:nvSpPr>
          <p:spPr>
            <a:xfrm>
              <a:off x="848400" y="2261450"/>
              <a:ext cx="204125" cy="266500"/>
            </a:xfrm>
            <a:custGeom>
              <a:avLst/>
              <a:gdLst/>
              <a:ahLst/>
              <a:cxnLst/>
              <a:rect l="l" t="t" r="r" b="b"/>
              <a:pathLst>
                <a:path w="8165" h="10660" extrusionOk="0">
                  <a:moveTo>
                    <a:pt x="6130" y="1519"/>
                  </a:moveTo>
                  <a:cubicBezTo>
                    <a:pt x="6402" y="1519"/>
                    <a:pt x="6646" y="1736"/>
                    <a:pt x="6646" y="2034"/>
                  </a:cubicBezTo>
                  <a:cubicBezTo>
                    <a:pt x="6646" y="2306"/>
                    <a:pt x="6402" y="2523"/>
                    <a:pt x="6130" y="2523"/>
                  </a:cubicBezTo>
                  <a:lnTo>
                    <a:pt x="2035" y="2523"/>
                  </a:lnTo>
                  <a:cubicBezTo>
                    <a:pt x="1764" y="2523"/>
                    <a:pt x="1519" y="2306"/>
                    <a:pt x="1519" y="2034"/>
                  </a:cubicBezTo>
                  <a:cubicBezTo>
                    <a:pt x="1519" y="1736"/>
                    <a:pt x="1764" y="1519"/>
                    <a:pt x="2035" y="1519"/>
                  </a:cubicBezTo>
                  <a:close/>
                  <a:moveTo>
                    <a:pt x="6130" y="3553"/>
                  </a:moveTo>
                  <a:cubicBezTo>
                    <a:pt x="6402" y="3553"/>
                    <a:pt x="6646" y="3770"/>
                    <a:pt x="6646" y="4069"/>
                  </a:cubicBezTo>
                  <a:cubicBezTo>
                    <a:pt x="6646" y="4340"/>
                    <a:pt x="6402" y="4557"/>
                    <a:pt x="6130" y="4557"/>
                  </a:cubicBezTo>
                  <a:lnTo>
                    <a:pt x="2035" y="4557"/>
                  </a:lnTo>
                  <a:cubicBezTo>
                    <a:pt x="1764" y="4557"/>
                    <a:pt x="1519" y="4340"/>
                    <a:pt x="1519" y="4069"/>
                  </a:cubicBezTo>
                  <a:cubicBezTo>
                    <a:pt x="1519" y="3770"/>
                    <a:pt x="1764" y="3553"/>
                    <a:pt x="2035" y="3553"/>
                  </a:cubicBezTo>
                  <a:close/>
                  <a:moveTo>
                    <a:pt x="6130" y="5588"/>
                  </a:moveTo>
                  <a:cubicBezTo>
                    <a:pt x="6402" y="5588"/>
                    <a:pt x="6646" y="5805"/>
                    <a:pt x="6646" y="6103"/>
                  </a:cubicBezTo>
                  <a:cubicBezTo>
                    <a:pt x="6646" y="6374"/>
                    <a:pt x="6402" y="6591"/>
                    <a:pt x="6130" y="6591"/>
                  </a:cubicBezTo>
                  <a:lnTo>
                    <a:pt x="2035" y="6591"/>
                  </a:lnTo>
                  <a:cubicBezTo>
                    <a:pt x="1764" y="6591"/>
                    <a:pt x="1519" y="6374"/>
                    <a:pt x="1519" y="6103"/>
                  </a:cubicBezTo>
                  <a:cubicBezTo>
                    <a:pt x="1519" y="5805"/>
                    <a:pt x="1764" y="5588"/>
                    <a:pt x="2035" y="5588"/>
                  </a:cubicBezTo>
                  <a:close/>
                  <a:moveTo>
                    <a:pt x="6130" y="7622"/>
                  </a:moveTo>
                  <a:cubicBezTo>
                    <a:pt x="6402" y="7622"/>
                    <a:pt x="6646" y="7839"/>
                    <a:pt x="6646" y="8137"/>
                  </a:cubicBezTo>
                  <a:cubicBezTo>
                    <a:pt x="6646" y="8409"/>
                    <a:pt x="6456" y="8626"/>
                    <a:pt x="6130" y="8626"/>
                  </a:cubicBezTo>
                  <a:lnTo>
                    <a:pt x="2035" y="8626"/>
                  </a:lnTo>
                  <a:cubicBezTo>
                    <a:pt x="1764" y="8626"/>
                    <a:pt x="1519" y="8409"/>
                    <a:pt x="1519" y="8137"/>
                  </a:cubicBezTo>
                  <a:cubicBezTo>
                    <a:pt x="1519" y="7839"/>
                    <a:pt x="1764" y="7622"/>
                    <a:pt x="2035" y="7622"/>
                  </a:cubicBezTo>
                  <a:close/>
                  <a:moveTo>
                    <a:pt x="516" y="0"/>
                  </a:moveTo>
                  <a:cubicBezTo>
                    <a:pt x="245" y="0"/>
                    <a:pt x="0" y="217"/>
                    <a:pt x="0" y="488"/>
                  </a:cubicBezTo>
                  <a:lnTo>
                    <a:pt x="0" y="10172"/>
                  </a:lnTo>
                  <a:lnTo>
                    <a:pt x="6646" y="10172"/>
                  </a:lnTo>
                  <a:cubicBezTo>
                    <a:pt x="7215" y="10172"/>
                    <a:pt x="7758" y="10361"/>
                    <a:pt x="8165" y="10660"/>
                  </a:cubicBezTo>
                  <a:lnTo>
                    <a:pt x="8165" y="1519"/>
                  </a:lnTo>
                  <a:cubicBezTo>
                    <a:pt x="8165" y="678"/>
                    <a:pt x="7487" y="0"/>
                    <a:pt x="66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7">
              <a:extLst>
                <a:ext uri="{FF2B5EF4-FFF2-40B4-BE49-F238E27FC236}">
                  <a16:creationId xmlns:a16="http://schemas.microsoft.com/office/drawing/2014/main" id="{108C90BE-00C3-011A-4171-F7E4A442C2AA}"/>
                </a:ext>
              </a:extLst>
            </p:cNvPr>
            <p:cNvSpPr/>
            <p:nvPr/>
          </p:nvSpPr>
          <p:spPr>
            <a:xfrm>
              <a:off x="1078275" y="2261450"/>
              <a:ext cx="204125" cy="266500"/>
            </a:xfrm>
            <a:custGeom>
              <a:avLst/>
              <a:gdLst/>
              <a:ahLst/>
              <a:cxnLst/>
              <a:rect l="l" t="t" r="r" b="b"/>
              <a:pathLst>
                <a:path w="8165" h="10660" extrusionOk="0">
                  <a:moveTo>
                    <a:pt x="6130" y="1519"/>
                  </a:moveTo>
                  <a:cubicBezTo>
                    <a:pt x="6402" y="1519"/>
                    <a:pt x="6646" y="1736"/>
                    <a:pt x="6646" y="2034"/>
                  </a:cubicBezTo>
                  <a:cubicBezTo>
                    <a:pt x="6646" y="2306"/>
                    <a:pt x="6429" y="2523"/>
                    <a:pt x="6130" y="2523"/>
                  </a:cubicBezTo>
                  <a:lnTo>
                    <a:pt x="2035" y="2523"/>
                  </a:lnTo>
                  <a:cubicBezTo>
                    <a:pt x="1764" y="2523"/>
                    <a:pt x="1519" y="2306"/>
                    <a:pt x="1519" y="2034"/>
                  </a:cubicBezTo>
                  <a:cubicBezTo>
                    <a:pt x="1519" y="1736"/>
                    <a:pt x="1764" y="1519"/>
                    <a:pt x="2035" y="1519"/>
                  </a:cubicBezTo>
                  <a:close/>
                  <a:moveTo>
                    <a:pt x="6130" y="3553"/>
                  </a:moveTo>
                  <a:cubicBezTo>
                    <a:pt x="6402" y="3553"/>
                    <a:pt x="6646" y="3770"/>
                    <a:pt x="6646" y="4069"/>
                  </a:cubicBezTo>
                  <a:cubicBezTo>
                    <a:pt x="6646" y="4340"/>
                    <a:pt x="6429" y="4557"/>
                    <a:pt x="6130" y="4557"/>
                  </a:cubicBezTo>
                  <a:lnTo>
                    <a:pt x="2035" y="4557"/>
                  </a:lnTo>
                  <a:cubicBezTo>
                    <a:pt x="1764" y="4557"/>
                    <a:pt x="1519" y="4340"/>
                    <a:pt x="1519" y="4069"/>
                  </a:cubicBezTo>
                  <a:cubicBezTo>
                    <a:pt x="1519" y="3770"/>
                    <a:pt x="1764" y="3553"/>
                    <a:pt x="2035" y="3553"/>
                  </a:cubicBezTo>
                  <a:close/>
                  <a:moveTo>
                    <a:pt x="6130" y="5588"/>
                  </a:moveTo>
                  <a:cubicBezTo>
                    <a:pt x="6402" y="5588"/>
                    <a:pt x="6646" y="5805"/>
                    <a:pt x="6646" y="6103"/>
                  </a:cubicBezTo>
                  <a:cubicBezTo>
                    <a:pt x="6646" y="6374"/>
                    <a:pt x="6429" y="6591"/>
                    <a:pt x="6130" y="6591"/>
                  </a:cubicBezTo>
                  <a:lnTo>
                    <a:pt x="2035" y="6591"/>
                  </a:lnTo>
                  <a:cubicBezTo>
                    <a:pt x="1764" y="6591"/>
                    <a:pt x="1519" y="6374"/>
                    <a:pt x="1519" y="6103"/>
                  </a:cubicBezTo>
                  <a:cubicBezTo>
                    <a:pt x="1519" y="5805"/>
                    <a:pt x="1764" y="5588"/>
                    <a:pt x="2035" y="5588"/>
                  </a:cubicBezTo>
                  <a:close/>
                  <a:moveTo>
                    <a:pt x="6130" y="7622"/>
                  </a:moveTo>
                  <a:cubicBezTo>
                    <a:pt x="6402" y="7622"/>
                    <a:pt x="6646" y="7839"/>
                    <a:pt x="6646" y="8137"/>
                  </a:cubicBezTo>
                  <a:cubicBezTo>
                    <a:pt x="6646" y="8409"/>
                    <a:pt x="6429" y="8626"/>
                    <a:pt x="6130" y="8626"/>
                  </a:cubicBezTo>
                  <a:lnTo>
                    <a:pt x="2035" y="8626"/>
                  </a:lnTo>
                  <a:cubicBezTo>
                    <a:pt x="1764" y="8626"/>
                    <a:pt x="1519" y="8409"/>
                    <a:pt x="1519" y="8137"/>
                  </a:cubicBezTo>
                  <a:cubicBezTo>
                    <a:pt x="1519" y="7839"/>
                    <a:pt x="1764" y="7622"/>
                    <a:pt x="2035" y="7622"/>
                  </a:cubicBezTo>
                  <a:close/>
                  <a:moveTo>
                    <a:pt x="1492" y="0"/>
                  </a:moveTo>
                  <a:cubicBezTo>
                    <a:pt x="651" y="0"/>
                    <a:pt x="0" y="678"/>
                    <a:pt x="0" y="1519"/>
                  </a:cubicBezTo>
                  <a:lnTo>
                    <a:pt x="0" y="10660"/>
                  </a:lnTo>
                  <a:cubicBezTo>
                    <a:pt x="434" y="10361"/>
                    <a:pt x="950" y="10172"/>
                    <a:pt x="1519" y="10172"/>
                  </a:cubicBezTo>
                  <a:lnTo>
                    <a:pt x="8165" y="10172"/>
                  </a:lnTo>
                  <a:lnTo>
                    <a:pt x="8165" y="488"/>
                  </a:lnTo>
                  <a:cubicBezTo>
                    <a:pt x="8165" y="217"/>
                    <a:pt x="7975" y="0"/>
                    <a:pt x="76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7">
              <a:extLst>
                <a:ext uri="{FF2B5EF4-FFF2-40B4-BE49-F238E27FC236}">
                  <a16:creationId xmlns:a16="http://schemas.microsoft.com/office/drawing/2014/main" id="{05F9FA21-47D2-22CE-A630-F44F5FDC2B4E}"/>
                </a:ext>
              </a:extLst>
            </p:cNvPr>
            <p:cNvSpPr/>
            <p:nvPr/>
          </p:nvSpPr>
          <p:spPr>
            <a:xfrm>
              <a:off x="848400" y="2540825"/>
              <a:ext cx="204125" cy="76650"/>
            </a:xfrm>
            <a:custGeom>
              <a:avLst/>
              <a:gdLst/>
              <a:ahLst/>
              <a:cxnLst/>
              <a:rect l="l" t="t" r="r" b="b"/>
              <a:pathLst>
                <a:path w="8165" h="3066" extrusionOk="0">
                  <a:moveTo>
                    <a:pt x="0" y="0"/>
                  </a:moveTo>
                  <a:lnTo>
                    <a:pt x="0" y="1519"/>
                  </a:lnTo>
                  <a:lnTo>
                    <a:pt x="6646" y="1519"/>
                  </a:lnTo>
                  <a:cubicBezTo>
                    <a:pt x="7487" y="1519"/>
                    <a:pt x="8165" y="2197"/>
                    <a:pt x="8165" y="3065"/>
                  </a:cubicBezTo>
                  <a:lnTo>
                    <a:pt x="8165" y="1519"/>
                  </a:lnTo>
                  <a:cubicBezTo>
                    <a:pt x="8165" y="678"/>
                    <a:pt x="7487" y="0"/>
                    <a:pt x="66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7">
              <a:extLst>
                <a:ext uri="{FF2B5EF4-FFF2-40B4-BE49-F238E27FC236}">
                  <a16:creationId xmlns:a16="http://schemas.microsoft.com/office/drawing/2014/main" id="{24B49018-F823-711B-FA73-FB182700E555}"/>
                </a:ext>
              </a:extLst>
            </p:cNvPr>
            <p:cNvSpPr/>
            <p:nvPr/>
          </p:nvSpPr>
          <p:spPr>
            <a:xfrm>
              <a:off x="848400" y="2604550"/>
              <a:ext cx="293650" cy="88875"/>
            </a:xfrm>
            <a:custGeom>
              <a:avLst/>
              <a:gdLst/>
              <a:ahLst/>
              <a:cxnLst/>
              <a:rect l="l" t="t" r="r" b="b"/>
              <a:pathLst>
                <a:path w="11746" h="3555" extrusionOk="0">
                  <a:moveTo>
                    <a:pt x="0" y="1"/>
                  </a:moveTo>
                  <a:lnTo>
                    <a:pt x="0" y="1004"/>
                  </a:lnTo>
                  <a:cubicBezTo>
                    <a:pt x="0" y="1276"/>
                    <a:pt x="245" y="1520"/>
                    <a:pt x="516" y="1520"/>
                  </a:cubicBezTo>
                  <a:lnTo>
                    <a:pt x="6212" y="1520"/>
                  </a:lnTo>
                  <a:cubicBezTo>
                    <a:pt x="6456" y="2659"/>
                    <a:pt x="7460" y="3554"/>
                    <a:pt x="8680" y="3554"/>
                  </a:cubicBezTo>
                  <a:cubicBezTo>
                    <a:pt x="9901" y="3554"/>
                    <a:pt x="10959" y="2659"/>
                    <a:pt x="11148" y="1520"/>
                  </a:cubicBezTo>
                  <a:lnTo>
                    <a:pt x="11745" y="1520"/>
                  </a:lnTo>
                  <a:lnTo>
                    <a:pt x="11745" y="1"/>
                  </a:lnTo>
                  <a:lnTo>
                    <a:pt x="10714" y="1"/>
                  </a:lnTo>
                  <a:cubicBezTo>
                    <a:pt x="10443" y="1"/>
                    <a:pt x="10199" y="218"/>
                    <a:pt x="10199" y="516"/>
                  </a:cubicBezTo>
                  <a:cubicBezTo>
                    <a:pt x="10199" y="1357"/>
                    <a:pt x="9521" y="2035"/>
                    <a:pt x="8680" y="2035"/>
                  </a:cubicBezTo>
                  <a:cubicBezTo>
                    <a:pt x="7839" y="2035"/>
                    <a:pt x="7161" y="1357"/>
                    <a:pt x="7161" y="516"/>
                  </a:cubicBezTo>
                  <a:cubicBezTo>
                    <a:pt x="7161" y="218"/>
                    <a:pt x="6917" y="1"/>
                    <a:pt x="66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7">
              <a:extLst>
                <a:ext uri="{FF2B5EF4-FFF2-40B4-BE49-F238E27FC236}">
                  <a16:creationId xmlns:a16="http://schemas.microsoft.com/office/drawing/2014/main" id="{426CF814-4399-E6AD-7F8F-52A12378FE23}"/>
                </a:ext>
              </a:extLst>
            </p:cNvPr>
            <p:cNvSpPr/>
            <p:nvPr/>
          </p:nvSpPr>
          <p:spPr>
            <a:xfrm>
              <a:off x="1255925" y="2604550"/>
              <a:ext cx="26475" cy="38000"/>
            </a:xfrm>
            <a:custGeom>
              <a:avLst/>
              <a:gdLst/>
              <a:ahLst/>
              <a:cxnLst/>
              <a:rect l="l" t="t" r="r" b="b"/>
              <a:pathLst>
                <a:path w="1059" h="1520" extrusionOk="0">
                  <a:moveTo>
                    <a:pt x="1" y="1"/>
                  </a:moveTo>
                  <a:lnTo>
                    <a:pt x="1" y="1520"/>
                  </a:lnTo>
                  <a:lnTo>
                    <a:pt x="543" y="1520"/>
                  </a:lnTo>
                  <a:cubicBezTo>
                    <a:pt x="815" y="1520"/>
                    <a:pt x="1059" y="1276"/>
                    <a:pt x="1059" y="1004"/>
                  </a:cubicBezTo>
                  <a:lnTo>
                    <a:pt x="10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7">
              <a:extLst>
                <a:ext uri="{FF2B5EF4-FFF2-40B4-BE49-F238E27FC236}">
                  <a16:creationId xmlns:a16="http://schemas.microsoft.com/office/drawing/2014/main" id="{1F11D530-73C3-BD92-E8C6-D4AD619B4B45}"/>
                </a:ext>
              </a:extLst>
            </p:cNvPr>
            <p:cNvSpPr/>
            <p:nvPr/>
          </p:nvSpPr>
          <p:spPr>
            <a:xfrm>
              <a:off x="1167100" y="2604550"/>
              <a:ext cx="63775" cy="88875"/>
            </a:xfrm>
            <a:custGeom>
              <a:avLst/>
              <a:gdLst/>
              <a:ahLst/>
              <a:cxnLst/>
              <a:rect l="l" t="t" r="r" b="b"/>
              <a:pathLst>
                <a:path w="2551" h="3555" extrusionOk="0">
                  <a:moveTo>
                    <a:pt x="1" y="1"/>
                  </a:moveTo>
                  <a:lnTo>
                    <a:pt x="1" y="3039"/>
                  </a:lnTo>
                  <a:cubicBezTo>
                    <a:pt x="1" y="3256"/>
                    <a:pt x="136" y="3446"/>
                    <a:pt x="353" y="3527"/>
                  </a:cubicBezTo>
                  <a:cubicBezTo>
                    <a:pt x="399" y="3540"/>
                    <a:pt x="449" y="3547"/>
                    <a:pt x="499" y="3547"/>
                  </a:cubicBezTo>
                  <a:cubicBezTo>
                    <a:pt x="655" y="3547"/>
                    <a:pt x="820" y="3481"/>
                    <a:pt x="923" y="3337"/>
                  </a:cubicBezTo>
                  <a:lnTo>
                    <a:pt x="1248" y="2876"/>
                  </a:lnTo>
                  <a:lnTo>
                    <a:pt x="1628" y="3337"/>
                  </a:lnTo>
                  <a:cubicBezTo>
                    <a:pt x="1737" y="3473"/>
                    <a:pt x="1872" y="3554"/>
                    <a:pt x="2035" y="3554"/>
                  </a:cubicBezTo>
                  <a:cubicBezTo>
                    <a:pt x="2116" y="3554"/>
                    <a:pt x="2143" y="3554"/>
                    <a:pt x="2198" y="3527"/>
                  </a:cubicBezTo>
                  <a:cubicBezTo>
                    <a:pt x="2415" y="3446"/>
                    <a:pt x="2550" y="3256"/>
                    <a:pt x="2550" y="3039"/>
                  </a:cubicBezTo>
                  <a:lnTo>
                    <a:pt x="25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7">
              <a:extLst>
                <a:ext uri="{FF2B5EF4-FFF2-40B4-BE49-F238E27FC236}">
                  <a16:creationId xmlns:a16="http://schemas.microsoft.com/office/drawing/2014/main" id="{650425B9-81AA-F018-117D-541919AB2C7B}"/>
                </a:ext>
              </a:extLst>
            </p:cNvPr>
            <p:cNvSpPr/>
            <p:nvPr/>
          </p:nvSpPr>
          <p:spPr>
            <a:xfrm>
              <a:off x="1078275" y="2540825"/>
              <a:ext cx="204125" cy="76650"/>
            </a:xfrm>
            <a:custGeom>
              <a:avLst/>
              <a:gdLst/>
              <a:ahLst/>
              <a:cxnLst/>
              <a:rect l="l" t="t" r="r" b="b"/>
              <a:pathLst>
                <a:path w="8165" h="3066" extrusionOk="0">
                  <a:moveTo>
                    <a:pt x="1519" y="0"/>
                  </a:moveTo>
                  <a:cubicBezTo>
                    <a:pt x="706" y="0"/>
                    <a:pt x="0" y="678"/>
                    <a:pt x="0" y="1519"/>
                  </a:cubicBezTo>
                  <a:lnTo>
                    <a:pt x="0" y="3065"/>
                  </a:lnTo>
                  <a:cubicBezTo>
                    <a:pt x="0" y="2197"/>
                    <a:pt x="679" y="1519"/>
                    <a:pt x="1519" y="1519"/>
                  </a:cubicBezTo>
                  <a:lnTo>
                    <a:pt x="8165" y="1519"/>
                  </a:lnTo>
                  <a:lnTo>
                    <a:pt x="81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9" name="Google Shape;1319;p47">
            <a:extLst>
              <a:ext uri="{FF2B5EF4-FFF2-40B4-BE49-F238E27FC236}">
                <a16:creationId xmlns:a16="http://schemas.microsoft.com/office/drawing/2014/main" id="{679D7674-D389-6EF4-DAB6-77CE75A1B38C}"/>
              </a:ext>
            </a:extLst>
          </p:cNvPr>
          <p:cNvGrpSpPr/>
          <p:nvPr/>
        </p:nvGrpSpPr>
        <p:grpSpPr>
          <a:xfrm>
            <a:off x="3299274" y="2603968"/>
            <a:ext cx="436700" cy="434675"/>
            <a:chOff x="1946250" y="2261450"/>
            <a:chExt cx="436700" cy="434675"/>
          </a:xfrm>
        </p:grpSpPr>
        <p:sp>
          <p:nvSpPr>
            <p:cNvPr id="1320" name="Google Shape;1320;p47">
              <a:extLst>
                <a:ext uri="{FF2B5EF4-FFF2-40B4-BE49-F238E27FC236}">
                  <a16:creationId xmlns:a16="http://schemas.microsoft.com/office/drawing/2014/main" id="{F143CECC-98C3-ED93-C744-F6F6FC09152F}"/>
                </a:ext>
              </a:extLst>
            </p:cNvPr>
            <p:cNvSpPr/>
            <p:nvPr/>
          </p:nvSpPr>
          <p:spPr>
            <a:xfrm>
              <a:off x="2050675" y="2261450"/>
              <a:ext cx="288200" cy="179025"/>
            </a:xfrm>
            <a:custGeom>
              <a:avLst/>
              <a:gdLst/>
              <a:ahLst/>
              <a:cxnLst/>
              <a:rect l="l" t="t" r="r" b="b"/>
              <a:pathLst>
                <a:path w="11528" h="7161" extrusionOk="0">
                  <a:moveTo>
                    <a:pt x="488" y="0"/>
                  </a:moveTo>
                  <a:cubicBezTo>
                    <a:pt x="217" y="0"/>
                    <a:pt x="0" y="217"/>
                    <a:pt x="0" y="488"/>
                  </a:cubicBezTo>
                  <a:lnTo>
                    <a:pt x="0" y="2034"/>
                  </a:lnTo>
                  <a:lnTo>
                    <a:pt x="10334" y="2034"/>
                  </a:lnTo>
                  <a:cubicBezTo>
                    <a:pt x="10443" y="2034"/>
                    <a:pt x="10497" y="2089"/>
                    <a:pt x="10497" y="2197"/>
                  </a:cubicBezTo>
                  <a:lnTo>
                    <a:pt x="10497" y="3038"/>
                  </a:lnTo>
                  <a:cubicBezTo>
                    <a:pt x="10497" y="3987"/>
                    <a:pt x="9765" y="4747"/>
                    <a:pt x="8815" y="4747"/>
                  </a:cubicBezTo>
                  <a:lnTo>
                    <a:pt x="8680" y="4747"/>
                  </a:lnTo>
                  <a:cubicBezTo>
                    <a:pt x="8897" y="4204"/>
                    <a:pt x="9087" y="3608"/>
                    <a:pt x="9114" y="3038"/>
                  </a:cubicBezTo>
                  <a:lnTo>
                    <a:pt x="0" y="3038"/>
                  </a:lnTo>
                  <a:cubicBezTo>
                    <a:pt x="136" y="4747"/>
                    <a:pt x="1112" y="6266"/>
                    <a:pt x="2604" y="7107"/>
                  </a:cubicBezTo>
                  <a:lnTo>
                    <a:pt x="2713" y="7161"/>
                  </a:lnTo>
                  <a:lnTo>
                    <a:pt x="6374" y="7161"/>
                  </a:lnTo>
                  <a:lnTo>
                    <a:pt x="6456" y="7107"/>
                  </a:lnTo>
                  <a:cubicBezTo>
                    <a:pt x="7079" y="6781"/>
                    <a:pt x="7622" y="6293"/>
                    <a:pt x="8029" y="5750"/>
                  </a:cubicBezTo>
                  <a:lnTo>
                    <a:pt x="8761" y="5750"/>
                  </a:lnTo>
                  <a:cubicBezTo>
                    <a:pt x="10253" y="5750"/>
                    <a:pt x="11474" y="4530"/>
                    <a:pt x="11474" y="3038"/>
                  </a:cubicBezTo>
                  <a:lnTo>
                    <a:pt x="11474" y="2197"/>
                  </a:lnTo>
                  <a:cubicBezTo>
                    <a:pt x="11528" y="1546"/>
                    <a:pt x="10985" y="1004"/>
                    <a:pt x="10334" y="1004"/>
                  </a:cubicBezTo>
                  <a:lnTo>
                    <a:pt x="9141" y="1004"/>
                  </a:lnTo>
                  <a:lnTo>
                    <a:pt x="9141" y="488"/>
                  </a:lnTo>
                  <a:cubicBezTo>
                    <a:pt x="9141" y="217"/>
                    <a:pt x="8897" y="0"/>
                    <a:pt x="86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7">
              <a:extLst>
                <a:ext uri="{FF2B5EF4-FFF2-40B4-BE49-F238E27FC236}">
                  <a16:creationId xmlns:a16="http://schemas.microsoft.com/office/drawing/2014/main" id="{E14C209B-AFAD-2A13-FDAD-AF7A84F9A467}"/>
                </a:ext>
              </a:extLst>
            </p:cNvPr>
            <p:cNvSpPr/>
            <p:nvPr/>
          </p:nvSpPr>
          <p:spPr>
            <a:xfrm>
              <a:off x="1947600" y="2594375"/>
              <a:ext cx="435350" cy="101750"/>
            </a:xfrm>
            <a:custGeom>
              <a:avLst/>
              <a:gdLst/>
              <a:ahLst/>
              <a:cxnLst/>
              <a:rect l="l" t="t" r="r" b="b"/>
              <a:pathLst>
                <a:path w="17414" h="4070" extrusionOk="0">
                  <a:moveTo>
                    <a:pt x="13481" y="1493"/>
                  </a:moveTo>
                  <a:cubicBezTo>
                    <a:pt x="13752" y="1493"/>
                    <a:pt x="13969" y="1710"/>
                    <a:pt x="13969" y="1981"/>
                  </a:cubicBezTo>
                  <a:cubicBezTo>
                    <a:pt x="13969" y="2279"/>
                    <a:pt x="13752" y="2496"/>
                    <a:pt x="13481" y="2496"/>
                  </a:cubicBezTo>
                  <a:lnTo>
                    <a:pt x="3906" y="2496"/>
                  </a:lnTo>
                  <a:cubicBezTo>
                    <a:pt x="3635" y="2496"/>
                    <a:pt x="3391" y="2279"/>
                    <a:pt x="3391" y="1981"/>
                  </a:cubicBezTo>
                  <a:cubicBezTo>
                    <a:pt x="3391" y="1710"/>
                    <a:pt x="3635" y="1493"/>
                    <a:pt x="3906" y="1493"/>
                  </a:cubicBezTo>
                  <a:close/>
                  <a:moveTo>
                    <a:pt x="2035" y="1"/>
                  </a:moveTo>
                  <a:cubicBezTo>
                    <a:pt x="922" y="1"/>
                    <a:pt x="0" y="923"/>
                    <a:pt x="0" y="2035"/>
                  </a:cubicBezTo>
                  <a:cubicBezTo>
                    <a:pt x="0" y="3147"/>
                    <a:pt x="922" y="4070"/>
                    <a:pt x="2035" y="4070"/>
                  </a:cubicBezTo>
                  <a:lnTo>
                    <a:pt x="16844" y="4070"/>
                  </a:lnTo>
                  <a:cubicBezTo>
                    <a:pt x="17061" y="4070"/>
                    <a:pt x="17224" y="3961"/>
                    <a:pt x="17305" y="3798"/>
                  </a:cubicBezTo>
                  <a:cubicBezTo>
                    <a:pt x="17414" y="3636"/>
                    <a:pt x="17360" y="3419"/>
                    <a:pt x="17278" y="3283"/>
                  </a:cubicBezTo>
                  <a:lnTo>
                    <a:pt x="16871" y="2659"/>
                  </a:lnTo>
                  <a:cubicBezTo>
                    <a:pt x="16736" y="2469"/>
                    <a:pt x="16654" y="2279"/>
                    <a:pt x="16654" y="2035"/>
                  </a:cubicBezTo>
                  <a:cubicBezTo>
                    <a:pt x="16654" y="1791"/>
                    <a:pt x="16736" y="1601"/>
                    <a:pt x="16871" y="1384"/>
                  </a:cubicBezTo>
                  <a:lnTo>
                    <a:pt x="17278" y="788"/>
                  </a:lnTo>
                  <a:cubicBezTo>
                    <a:pt x="17360" y="598"/>
                    <a:pt x="17360" y="408"/>
                    <a:pt x="17305" y="272"/>
                  </a:cubicBezTo>
                  <a:cubicBezTo>
                    <a:pt x="17224" y="137"/>
                    <a:pt x="17034" y="1"/>
                    <a:pt x="168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7">
              <a:extLst>
                <a:ext uri="{FF2B5EF4-FFF2-40B4-BE49-F238E27FC236}">
                  <a16:creationId xmlns:a16="http://schemas.microsoft.com/office/drawing/2014/main" id="{D6DA06C3-5F3B-6F1B-5581-4B90B894096F}"/>
                </a:ext>
              </a:extLst>
            </p:cNvPr>
            <p:cNvSpPr/>
            <p:nvPr/>
          </p:nvSpPr>
          <p:spPr>
            <a:xfrm>
              <a:off x="1946250" y="2466225"/>
              <a:ext cx="434675" cy="101750"/>
            </a:xfrm>
            <a:custGeom>
              <a:avLst/>
              <a:gdLst/>
              <a:ahLst/>
              <a:cxnLst/>
              <a:rect l="l" t="t" r="r" b="b"/>
              <a:pathLst>
                <a:path w="17387" h="4070" extrusionOk="0">
                  <a:moveTo>
                    <a:pt x="13508" y="1520"/>
                  </a:moveTo>
                  <a:cubicBezTo>
                    <a:pt x="13806" y="1520"/>
                    <a:pt x="14023" y="1764"/>
                    <a:pt x="14023" y="2035"/>
                  </a:cubicBezTo>
                  <a:cubicBezTo>
                    <a:pt x="14023" y="2306"/>
                    <a:pt x="13806" y="2550"/>
                    <a:pt x="13508" y="2550"/>
                  </a:cubicBezTo>
                  <a:lnTo>
                    <a:pt x="3960" y="2550"/>
                  </a:lnTo>
                  <a:cubicBezTo>
                    <a:pt x="3689" y="2550"/>
                    <a:pt x="3445" y="2306"/>
                    <a:pt x="3445" y="2035"/>
                  </a:cubicBezTo>
                  <a:cubicBezTo>
                    <a:pt x="3445" y="1764"/>
                    <a:pt x="3662" y="1520"/>
                    <a:pt x="3960" y="1520"/>
                  </a:cubicBezTo>
                  <a:close/>
                  <a:moveTo>
                    <a:pt x="543" y="1"/>
                  </a:moveTo>
                  <a:cubicBezTo>
                    <a:pt x="326" y="1"/>
                    <a:pt x="163" y="109"/>
                    <a:pt x="109" y="272"/>
                  </a:cubicBezTo>
                  <a:cubicBezTo>
                    <a:pt x="0" y="435"/>
                    <a:pt x="27" y="652"/>
                    <a:pt x="136" y="787"/>
                  </a:cubicBezTo>
                  <a:lnTo>
                    <a:pt x="543" y="1384"/>
                  </a:lnTo>
                  <a:cubicBezTo>
                    <a:pt x="678" y="1601"/>
                    <a:pt x="732" y="1791"/>
                    <a:pt x="732" y="2035"/>
                  </a:cubicBezTo>
                  <a:cubicBezTo>
                    <a:pt x="732" y="2279"/>
                    <a:pt x="678" y="2469"/>
                    <a:pt x="543" y="2686"/>
                  </a:cubicBezTo>
                  <a:lnTo>
                    <a:pt x="136" y="3283"/>
                  </a:lnTo>
                  <a:cubicBezTo>
                    <a:pt x="27" y="3472"/>
                    <a:pt x="27" y="3662"/>
                    <a:pt x="109" y="3798"/>
                  </a:cubicBezTo>
                  <a:cubicBezTo>
                    <a:pt x="163" y="3934"/>
                    <a:pt x="380" y="4069"/>
                    <a:pt x="543" y="4069"/>
                  </a:cubicBezTo>
                  <a:lnTo>
                    <a:pt x="15352" y="4069"/>
                  </a:lnTo>
                  <a:cubicBezTo>
                    <a:pt x="16464" y="4069"/>
                    <a:pt x="17386" y="3147"/>
                    <a:pt x="17386" y="2035"/>
                  </a:cubicBezTo>
                  <a:cubicBezTo>
                    <a:pt x="17386" y="923"/>
                    <a:pt x="16464" y="1"/>
                    <a:pt x="153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3" name="Google Shape;1323;p47">
            <a:extLst>
              <a:ext uri="{FF2B5EF4-FFF2-40B4-BE49-F238E27FC236}">
                <a16:creationId xmlns:a16="http://schemas.microsoft.com/office/drawing/2014/main" id="{E587E659-57F3-30AA-8CF3-D47481B2386B}"/>
              </a:ext>
            </a:extLst>
          </p:cNvPr>
          <p:cNvGrpSpPr/>
          <p:nvPr/>
        </p:nvGrpSpPr>
        <p:grpSpPr>
          <a:xfrm>
            <a:off x="5424686" y="2532893"/>
            <a:ext cx="434025" cy="433850"/>
            <a:chOff x="5766625" y="2260925"/>
            <a:chExt cx="434025" cy="433850"/>
          </a:xfrm>
        </p:grpSpPr>
        <p:sp>
          <p:nvSpPr>
            <p:cNvPr id="1324" name="Google Shape;1324;p47">
              <a:extLst>
                <a:ext uri="{FF2B5EF4-FFF2-40B4-BE49-F238E27FC236}">
                  <a16:creationId xmlns:a16="http://schemas.microsoft.com/office/drawing/2014/main" id="{9E288A65-C995-E337-14CC-9A50596BBD7D}"/>
                </a:ext>
              </a:extLst>
            </p:cNvPr>
            <p:cNvSpPr/>
            <p:nvPr/>
          </p:nvSpPr>
          <p:spPr>
            <a:xfrm>
              <a:off x="6098900" y="2652700"/>
              <a:ext cx="75975" cy="42075"/>
            </a:xfrm>
            <a:custGeom>
              <a:avLst/>
              <a:gdLst/>
              <a:ahLst/>
              <a:cxnLst/>
              <a:rect l="l" t="t" r="r" b="b"/>
              <a:pathLst>
                <a:path w="3039" h="1683" extrusionOk="0">
                  <a:moveTo>
                    <a:pt x="1" y="1"/>
                  </a:moveTo>
                  <a:lnTo>
                    <a:pt x="1" y="1194"/>
                  </a:lnTo>
                  <a:cubicBezTo>
                    <a:pt x="1" y="1465"/>
                    <a:pt x="218" y="1682"/>
                    <a:pt x="489" y="1682"/>
                  </a:cubicBezTo>
                  <a:lnTo>
                    <a:pt x="2198" y="1682"/>
                  </a:lnTo>
                  <a:cubicBezTo>
                    <a:pt x="2659" y="1682"/>
                    <a:pt x="3039" y="1330"/>
                    <a:pt x="3039" y="841"/>
                  </a:cubicBezTo>
                  <a:cubicBezTo>
                    <a:pt x="3039" y="380"/>
                    <a:pt x="2659" y="1"/>
                    <a:pt x="21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7">
              <a:extLst>
                <a:ext uri="{FF2B5EF4-FFF2-40B4-BE49-F238E27FC236}">
                  <a16:creationId xmlns:a16="http://schemas.microsoft.com/office/drawing/2014/main" id="{A19200F3-F258-1261-C1C8-37D8055BD53D}"/>
                </a:ext>
              </a:extLst>
            </p:cNvPr>
            <p:cNvSpPr/>
            <p:nvPr/>
          </p:nvSpPr>
          <p:spPr>
            <a:xfrm>
              <a:off x="5766625" y="2279750"/>
              <a:ext cx="67850" cy="265150"/>
            </a:xfrm>
            <a:custGeom>
              <a:avLst/>
              <a:gdLst/>
              <a:ahLst/>
              <a:cxnLst/>
              <a:rect l="l" t="t" r="r" b="b"/>
              <a:pathLst>
                <a:path w="2714" h="10606" extrusionOk="0">
                  <a:moveTo>
                    <a:pt x="1357" y="1"/>
                  </a:moveTo>
                  <a:cubicBezTo>
                    <a:pt x="598" y="1"/>
                    <a:pt x="1" y="624"/>
                    <a:pt x="1" y="1357"/>
                  </a:cubicBezTo>
                  <a:lnTo>
                    <a:pt x="1" y="10606"/>
                  </a:lnTo>
                  <a:cubicBezTo>
                    <a:pt x="354" y="10335"/>
                    <a:pt x="842" y="10172"/>
                    <a:pt x="1357" y="10172"/>
                  </a:cubicBezTo>
                  <a:lnTo>
                    <a:pt x="2713" y="10172"/>
                  </a:lnTo>
                  <a:lnTo>
                    <a:pt x="2713" y="516"/>
                  </a:lnTo>
                  <a:cubicBezTo>
                    <a:pt x="2713" y="245"/>
                    <a:pt x="2469" y="1"/>
                    <a:pt x="21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7">
              <a:extLst>
                <a:ext uri="{FF2B5EF4-FFF2-40B4-BE49-F238E27FC236}">
                  <a16:creationId xmlns:a16="http://schemas.microsoft.com/office/drawing/2014/main" id="{0D84B178-EFF4-7784-D212-A176F5746E4E}"/>
                </a:ext>
              </a:extLst>
            </p:cNvPr>
            <p:cNvSpPr/>
            <p:nvPr/>
          </p:nvSpPr>
          <p:spPr>
            <a:xfrm>
              <a:off x="5766625" y="2330600"/>
              <a:ext cx="434025" cy="343150"/>
            </a:xfrm>
            <a:custGeom>
              <a:avLst/>
              <a:gdLst/>
              <a:ahLst/>
              <a:cxnLst/>
              <a:rect l="l" t="t" r="r" b="b"/>
              <a:pathLst>
                <a:path w="17361" h="13726" extrusionOk="0">
                  <a:moveTo>
                    <a:pt x="3717" y="1"/>
                  </a:moveTo>
                  <a:lnTo>
                    <a:pt x="3717" y="8653"/>
                  </a:lnTo>
                  <a:cubicBezTo>
                    <a:pt x="3717" y="8925"/>
                    <a:pt x="3473" y="9142"/>
                    <a:pt x="3202" y="9142"/>
                  </a:cubicBezTo>
                  <a:lnTo>
                    <a:pt x="1357" y="9142"/>
                  </a:lnTo>
                  <a:cubicBezTo>
                    <a:pt x="598" y="9142"/>
                    <a:pt x="1" y="9765"/>
                    <a:pt x="1" y="10498"/>
                  </a:cubicBezTo>
                  <a:cubicBezTo>
                    <a:pt x="1" y="11257"/>
                    <a:pt x="598" y="11854"/>
                    <a:pt x="1357" y="11854"/>
                  </a:cubicBezTo>
                  <a:lnTo>
                    <a:pt x="15489" y="11854"/>
                  </a:lnTo>
                  <a:cubicBezTo>
                    <a:pt x="16492" y="11854"/>
                    <a:pt x="17360" y="12722"/>
                    <a:pt x="17360" y="13725"/>
                  </a:cubicBezTo>
                  <a:lnTo>
                    <a:pt x="17360" y="950"/>
                  </a:lnTo>
                  <a:cubicBezTo>
                    <a:pt x="17360" y="435"/>
                    <a:pt x="16899" y="1"/>
                    <a:pt x="16411" y="1"/>
                  </a:cubicBezTo>
                  <a:cubicBezTo>
                    <a:pt x="16167" y="625"/>
                    <a:pt x="15868" y="1330"/>
                    <a:pt x="15462" y="2008"/>
                  </a:cubicBezTo>
                  <a:cubicBezTo>
                    <a:pt x="15272" y="2306"/>
                    <a:pt x="14973" y="2523"/>
                    <a:pt x="14648" y="2578"/>
                  </a:cubicBezTo>
                  <a:cubicBezTo>
                    <a:pt x="14675" y="2930"/>
                    <a:pt x="14566" y="3256"/>
                    <a:pt x="14295" y="3527"/>
                  </a:cubicBezTo>
                  <a:lnTo>
                    <a:pt x="14241" y="3608"/>
                  </a:lnTo>
                  <a:cubicBezTo>
                    <a:pt x="14160" y="3663"/>
                    <a:pt x="14105" y="3744"/>
                    <a:pt x="14024" y="3825"/>
                  </a:cubicBezTo>
                  <a:cubicBezTo>
                    <a:pt x="12695" y="5154"/>
                    <a:pt x="11067" y="5914"/>
                    <a:pt x="9928" y="6321"/>
                  </a:cubicBezTo>
                  <a:cubicBezTo>
                    <a:pt x="8735" y="6728"/>
                    <a:pt x="7867" y="6809"/>
                    <a:pt x="7758" y="6863"/>
                  </a:cubicBezTo>
                  <a:lnTo>
                    <a:pt x="7623" y="6863"/>
                  </a:lnTo>
                  <a:cubicBezTo>
                    <a:pt x="7460" y="6863"/>
                    <a:pt x="7324" y="6809"/>
                    <a:pt x="7135" y="6755"/>
                  </a:cubicBezTo>
                  <a:lnTo>
                    <a:pt x="6538" y="7351"/>
                  </a:lnTo>
                  <a:cubicBezTo>
                    <a:pt x="6429" y="7460"/>
                    <a:pt x="6294" y="7487"/>
                    <a:pt x="6158" y="7487"/>
                  </a:cubicBezTo>
                  <a:cubicBezTo>
                    <a:pt x="6022" y="7487"/>
                    <a:pt x="5887" y="7460"/>
                    <a:pt x="5778" y="7351"/>
                  </a:cubicBezTo>
                  <a:cubicBezTo>
                    <a:pt x="5588" y="7161"/>
                    <a:pt x="5588" y="6809"/>
                    <a:pt x="5778" y="6646"/>
                  </a:cubicBezTo>
                  <a:lnTo>
                    <a:pt x="6402" y="6049"/>
                  </a:lnTo>
                  <a:cubicBezTo>
                    <a:pt x="6321" y="5832"/>
                    <a:pt x="6294" y="5643"/>
                    <a:pt x="6321" y="5426"/>
                  </a:cubicBezTo>
                  <a:cubicBezTo>
                    <a:pt x="6321" y="5317"/>
                    <a:pt x="6456" y="4449"/>
                    <a:pt x="6863" y="3256"/>
                  </a:cubicBezTo>
                  <a:cubicBezTo>
                    <a:pt x="7189" y="2333"/>
                    <a:pt x="7731" y="1167"/>
                    <a:pt x="8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7">
              <a:extLst>
                <a:ext uri="{FF2B5EF4-FFF2-40B4-BE49-F238E27FC236}">
                  <a16:creationId xmlns:a16="http://schemas.microsoft.com/office/drawing/2014/main" id="{EAF90773-B48A-117B-7830-DFC7FF02888A}"/>
                </a:ext>
              </a:extLst>
            </p:cNvPr>
            <p:cNvSpPr/>
            <p:nvPr/>
          </p:nvSpPr>
          <p:spPr>
            <a:xfrm>
              <a:off x="5953125" y="2260925"/>
              <a:ext cx="213625" cy="212775"/>
            </a:xfrm>
            <a:custGeom>
              <a:avLst/>
              <a:gdLst/>
              <a:ahLst/>
              <a:cxnLst/>
              <a:rect l="l" t="t" r="r" b="b"/>
              <a:pathLst>
                <a:path w="8545" h="8511" extrusionOk="0">
                  <a:moveTo>
                    <a:pt x="8030" y="0"/>
                  </a:moveTo>
                  <a:cubicBezTo>
                    <a:pt x="7992" y="0"/>
                    <a:pt x="7955" y="7"/>
                    <a:pt x="7920" y="21"/>
                  </a:cubicBezTo>
                  <a:cubicBezTo>
                    <a:pt x="6944" y="184"/>
                    <a:pt x="4475" y="835"/>
                    <a:pt x="2631" y="2652"/>
                  </a:cubicBezTo>
                  <a:cubicBezTo>
                    <a:pt x="1438" y="3846"/>
                    <a:pt x="759" y="5337"/>
                    <a:pt x="407" y="6341"/>
                  </a:cubicBezTo>
                  <a:cubicBezTo>
                    <a:pt x="190" y="6938"/>
                    <a:pt x="54" y="7426"/>
                    <a:pt x="0" y="7779"/>
                  </a:cubicBezTo>
                  <a:lnTo>
                    <a:pt x="3146" y="4632"/>
                  </a:lnTo>
                  <a:cubicBezTo>
                    <a:pt x="3238" y="4540"/>
                    <a:pt x="3362" y="4493"/>
                    <a:pt x="3486" y="4493"/>
                  </a:cubicBezTo>
                  <a:cubicBezTo>
                    <a:pt x="3619" y="4493"/>
                    <a:pt x="3753" y="4547"/>
                    <a:pt x="3852" y="4659"/>
                  </a:cubicBezTo>
                  <a:cubicBezTo>
                    <a:pt x="4069" y="4849"/>
                    <a:pt x="4069" y="5175"/>
                    <a:pt x="3852" y="5365"/>
                  </a:cubicBezTo>
                  <a:lnTo>
                    <a:pt x="705" y="8511"/>
                  </a:lnTo>
                  <a:cubicBezTo>
                    <a:pt x="1031" y="8457"/>
                    <a:pt x="1546" y="8321"/>
                    <a:pt x="2116" y="8104"/>
                  </a:cubicBezTo>
                  <a:cubicBezTo>
                    <a:pt x="3146" y="7779"/>
                    <a:pt x="4638" y="7100"/>
                    <a:pt x="5832" y="5880"/>
                  </a:cubicBezTo>
                  <a:cubicBezTo>
                    <a:pt x="5886" y="5799"/>
                    <a:pt x="5967" y="5744"/>
                    <a:pt x="5994" y="5663"/>
                  </a:cubicBezTo>
                  <a:lnTo>
                    <a:pt x="6049" y="5609"/>
                  </a:lnTo>
                  <a:cubicBezTo>
                    <a:pt x="6157" y="5500"/>
                    <a:pt x="6157" y="5337"/>
                    <a:pt x="6049" y="5256"/>
                  </a:cubicBezTo>
                  <a:lnTo>
                    <a:pt x="5452" y="4659"/>
                  </a:lnTo>
                  <a:lnTo>
                    <a:pt x="6944" y="4361"/>
                  </a:lnTo>
                  <a:cubicBezTo>
                    <a:pt x="6998" y="4361"/>
                    <a:pt x="7079" y="4280"/>
                    <a:pt x="7106" y="4253"/>
                  </a:cubicBezTo>
                  <a:cubicBezTo>
                    <a:pt x="8002" y="2788"/>
                    <a:pt x="8354" y="1323"/>
                    <a:pt x="8490" y="591"/>
                  </a:cubicBezTo>
                  <a:cubicBezTo>
                    <a:pt x="8544" y="428"/>
                    <a:pt x="8463" y="238"/>
                    <a:pt x="8354" y="157"/>
                  </a:cubicBezTo>
                  <a:cubicBezTo>
                    <a:pt x="8254" y="56"/>
                    <a:pt x="8138" y="0"/>
                    <a:pt x="80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8" name="Google Shape;1328;p47">
            <a:extLst>
              <a:ext uri="{FF2B5EF4-FFF2-40B4-BE49-F238E27FC236}">
                <a16:creationId xmlns:a16="http://schemas.microsoft.com/office/drawing/2014/main" id="{6BEA91EB-F5AF-4365-6650-F8D6C2036526}"/>
              </a:ext>
            </a:extLst>
          </p:cNvPr>
          <p:cNvSpPr/>
          <p:nvPr/>
        </p:nvSpPr>
        <p:spPr>
          <a:xfrm>
            <a:off x="4322425" y="1067050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rgbClr val="2119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9" name="Google Shape;1329;p47">
            <a:extLst>
              <a:ext uri="{FF2B5EF4-FFF2-40B4-BE49-F238E27FC236}">
                <a16:creationId xmlns:a16="http://schemas.microsoft.com/office/drawing/2014/main" id="{9BA68328-1B0E-6410-F819-C4F3E5FD12E8}"/>
              </a:ext>
            </a:extLst>
          </p:cNvPr>
          <p:cNvGrpSpPr/>
          <p:nvPr/>
        </p:nvGrpSpPr>
        <p:grpSpPr>
          <a:xfrm flipH="1">
            <a:off x="7683176" y="1462333"/>
            <a:ext cx="1577147" cy="3690905"/>
            <a:chOff x="601256" y="1685600"/>
            <a:chExt cx="1475624" cy="3453317"/>
          </a:xfrm>
        </p:grpSpPr>
        <p:sp>
          <p:nvSpPr>
            <p:cNvPr id="1330" name="Google Shape;1330;p47">
              <a:extLst>
                <a:ext uri="{FF2B5EF4-FFF2-40B4-BE49-F238E27FC236}">
                  <a16:creationId xmlns:a16="http://schemas.microsoft.com/office/drawing/2014/main" id="{4A629F4B-F273-36FC-4EE0-5C2366210492}"/>
                </a:ext>
              </a:extLst>
            </p:cNvPr>
            <p:cNvSpPr/>
            <p:nvPr/>
          </p:nvSpPr>
          <p:spPr>
            <a:xfrm>
              <a:off x="1182672" y="3206612"/>
              <a:ext cx="120670" cy="85986"/>
            </a:xfrm>
            <a:custGeom>
              <a:avLst/>
              <a:gdLst/>
              <a:ahLst/>
              <a:cxnLst/>
              <a:rect l="l" t="t" r="r" b="b"/>
              <a:pathLst>
                <a:path w="6405" h="4564" extrusionOk="0">
                  <a:moveTo>
                    <a:pt x="5828" y="1"/>
                  </a:moveTo>
                  <a:cubicBezTo>
                    <a:pt x="5736" y="1"/>
                    <a:pt x="5647" y="31"/>
                    <a:pt x="5571" y="94"/>
                  </a:cubicBezTo>
                  <a:lnTo>
                    <a:pt x="301" y="3663"/>
                  </a:lnTo>
                  <a:cubicBezTo>
                    <a:pt x="100" y="3830"/>
                    <a:pt x="0" y="4130"/>
                    <a:pt x="167" y="4330"/>
                  </a:cubicBezTo>
                  <a:cubicBezTo>
                    <a:pt x="301" y="4497"/>
                    <a:pt x="467" y="4563"/>
                    <a:pt x="601" y="4563"/>
                  </a:cubicBezTo>
                  <a:cubicBezTo>
                    <a:pt x="667" y="4563"/>
                    <a:pt x="768" y="4497"/>
                    <a:pt x="834" y="4463"/>
                  </a:cubicBezTo>
                  <a:lnTo>
                    <a:pt x="6105" y="894"/>
                  </a:lnTo>
                  <a:cubicBezTo>
                    <a:pt x="6305" y="727"/>
                    <a:pt x="6405" y="427"/>
                    <a:pt x="6238" y="227"/>
                  </a:cubicBezTo>
                  <a:cubicBezTo>
                    <a:pt x="6134" y="82"/>
                    <a:pt x="5979" y="1"/>
                    <a:pt x="5828" y="1"/>
                  </a:cubicBezTo>
                  <a:close/>
                </a:path>
              </a:pathLst>
            </a:custGeom>
            <a:solidFill>
              <a:srgbClr val="E131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1" name="Google Shape;1331;p47">
              <a:extLst>
                <a:ext uri="{FF2B5EF4-FFF2-40B4-BE49-F238E27FC236}">
                  <a16:creationId xmlns:a16="http://schemas.microsoft.com/office/drawing/2014/main" id="{5A3589E0-A8D2-48E9-71CE-4501CC7BC3B6}"/>
                </a:ext>
              </a:extLst>
            </p:cNvPr>
            <p:cNvGrpSpPr/>
            <p:nvPr/>
          </p:nvGrpSpPr>
          <p:grpSpPr>
            <a:xfrm>
              <a:off x="601256" y="2560267"/>
              <a:ext cx="1475624" cy="2578650"/>
              <a:chOff x="2658725" y="2029250"/>
              <a:chExt cx="1958100" cy="3421775"/>
            </a:xfrm>
          </p:grpSpPr>
          <p:sp>
            <p:nvSpPr>
              <p:cNvPr id="1332" name="Google Shape;1332;p47">
                <a:extLst>
                  <a:ext uri="{FF2B5EF4-FFF2-40B4-BE49-F238E27FC236}">
                    <a16:creationId xmlns:a16="http://schemas.microsoft.com/office/drawing/2014/main" id="{E0C42536-478E-300C-FD5A-65852787EE8B}"/>
                  </a:ext>
                </a:extLst>
              </p:cNvPr>
              <p:cNvSpPr/>
              <p:nvPr/>
            </p:nvSpPr>
            <p:spPr>
              <a:xfrm>
                <a:off x="4231650" y="4973225"/>
                <a:ext cx="29345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1738" h="17778" extrusionOk="0">
                    <a:moveTo>
                      <a:pt x="9293" y="1"/>
                    </a:moveTo>
                    <a:cubicBezTo>
                      <a:pt x="0" y="1"/>
                      <a:pt x="7134" y="17778"/>
                      <a:pt x="7134" y="17778"/>
                    </a:cubicBezTo>
                    <a:cubicBezTo>
                      <a:pt x="7134" y="17778"/>
                      <a:pt x="7801" y="16844"/>
                      <a:pt x="9502" y="11506"/>
                    </a:cubicBezTo>
                    <a:cubicBezTo>
                      <a:pt x="11270" y="6169"/>
                      <a:pt x="11737" y="332"/>
                      <a:pt x="11737" y="332"/>
                    </a:cubicBezTo>
                    <a:cubicBezTo>
                      <a:pt x="10818" y="106"/>
                      <a:pt x="10007" y="1"/>
                      <a:pt x="92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47">
                <a:extLst>
                  <a:ext uri="{FF2B5EF4-FFF2-40B4-BE49-F238E27FC236}">
                    <a16:creationId xmlns:a16="http://schemas.microsoft.com/office/drawing/2014/main" id="{C82A486A-EA11-7FFE-9DBC-8EE1736FD906}"/>
                  </a:ext>
                </a:extLst>
              </p:cNvPr>
              <p:cNvSpPr/>
              <p:nvPr/>
            </p:nvSpPr>
            <p:spPr>
              <a:xfrm>
                <a:off x="3700325" y="5024875"/>
                <a:ext cx="783900" cy="425325"/>
              </a:xfrm>
              <a:custGeom>
                <a:avLst/>
                <a:gdLst/>
                <a:ahLst/>
                <a:cxnLst/>
                <a:rect l="l" t="t" r="r" b="b"/>
                <a:pathLst>
                  <a:path w="31356" h="17013" extrusionOk="0">
                    <a:moveTo>
                      <a:pt x="31356" y="0"/>
                    </a:moveTo>
                    <a:lnTo>
                      <a:pt x="1434" y="1001"/>
                    </a:lnTo>
                    <a:lnTo>
                      <a:pt x="0" y="17013"/>
                    </a:lnTo>
                    <a:lnTo>
                      <a:pt x="28153" y="17013"/>
                    </a:lnTo>
                    <a:lnTo>
                      <a:pt x="3135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47">
                <a:extLst>
                  <a:ext uri="{FF2B5EF4-FFF2-40B4-BE49-F238E27FC236}">
                    <a16:creationId xmlns:a16="http://schemas.microsoft.com/office/drawing/2014/main" id="{B9C45927-F4E5-A13F-CFFB-524DF7CEAE19}"/>
                  </a:ext>
                </a:extLst>
              </p:cNvPr>
              <p:cNvSpPr/>
              <p:nvPr/>
            </p:nvSpPr>
            <p:spPr>
              <a:xfrm>
                <a:off x="3054850" y="4877275"/>
                <a:ext cx="889825" cy="572925"/>
              </a:xfrm>
              <a:custGeom>
                <a:avLst/>
                <a:gdLst/>
                <a:ahLst/>
                <a:cxnLst/>
                <a:rect l="l" t="t" r="r" b="b"/>
                <a:pathLst>
                  <a:path w="35593" h="22917" extrusionOk="0">
                    <a:moveTo>
                      <a:pt x="3436" y="0"/>
                    </a:moveTo>
                    <a:lnTo>
                      <a:pt x="1" y="22917"/>
                    </a:lnTo>
                    <a:lnTo>
                      <a:pt x="31490" y="22917"/>
                    </a:lnTo>
                    <a:cubicBezTo>
                      <a:pt x="33925" y="14511"/>
                      <a:pt x="35593" y="8573"/>
                      <a:pt x="35593" y="8573"/>
                    </a:cubicBezTo>
                    <a:lnTo>
                      <a:pt x="343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47">
                <a:extLst>
                  <a:ext uri="{FF2B5EF4-FFF2-40B4-BE49-F238E27FC236}">
                    <a16:creationId xmlns:a16="http://schemas.microsoft.com/office/drawing/2014/main" id="{1A35C862-95E5-04B1-5170-F6DE678D7903}"/>
                  </a:ext>
                </a:extLst>
              </p:cNvPr>
              <p:cNvSpPr/>
              <p:nvPr/>
            </p:nvSpPr>
            <p:spPr>
              <a:xfrm>
                <a:off x="3159100" y="4958900"/>
                <a:ext cx="102600" cy="491300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19652" extrusionOk="0">
                    <a:moveTo>
                      <a:pt x="3497" y="1"/>
                    </a:moveTo>
                    <a:cubicBezTo>
                      <a:pt x="3193" y="1"/>
                      <a:pt x="2928" y="195"/>
                      <a:pt x="2836" y="505"/>
                    </a:cubicBezTo>
                    <a:lnTo>
                      <a:pt x="0" y="19618"/>
                    </a:lnTo>
                    <a:lnTo>
                      <a:pt x="1268" y="19618"/>
                    </a:lnTo>
                    <a:lnTo>
                      <a:pt x="1268" y="19652"/>
                    </a:lnTo>
                    <a:lnTo>
                      <a:pt x="4070" y="738"/>
                    </a:lnTo>
                    <a:cubicBezTo>
                      <a:pt x="4103" y="404"/>
                      <a:pt x="3903" y="104"/>
                      <a:pt x="3569" y="4"/>
                    </a:cubicBezTo>
                    <a:cubicBezTo>
                      <a:pt x="3545" y="2"/>
                      <a:pt x="3521" y="1"/>
                      <a:pt x="3497" y="1"/>
                    </a:cubicBezTo>
                    <a:close/>
                  </a:path>
                </a:pathLst>
              </a:custGeom>
              <a:solidFill>
                <a:srgbClr val="3F35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47">
                <a:extLst>
                  <a:ext uri="{FF2B5EF4-FFF2-40B4-BE49-F238E27FC236}">
                    <a16:creationId xmlns:a16="http://schemas.microsoft.com/office/drawing/2014/main" id="{E3517024-1371-F5A1-5234-D204AF974E74}"/>
                  </a:ext>
                </a:extLst>
              </p:cNvPr>
              <p:cNvSpPr/>
              <p:nvPr/>
            </p:nvSpPr>
            <p:spPr>
              <a:xfrm>
                <a:off x="3408450" y="4614425"/>
                <a:ext cx="947350" cy="194475"/>
              </a:xfrm>
              <a:custGeom>
                <a:avLst/>
                <a:gdLst/>
                <a:ahLst/>
                <a:cxnLst/>
                <a:rect l="l" t="t" r="r" b="b"/>
                <a:pathLst>
                  <a:path w="37894" h="7779" extrusionOk="0">
                    <a:moveTo>
                      <a:pt x="37172" y="1"/>
                    </a:moveTo>
                    <a:cubicBezTo>
                      <a:pt x="37078" y="1"/>
                      <a:pt x="36982" y="24"/>
                      <a:pt x="36893" y="73"/>
                    </a:cubicBezTo>
                    <a:cubicBezTo>
                      <a:pt x="36735" y="126"/>
                      <a:pt x="24474" y="6564"/>
                      <a:pt x="11301" y="6564"/>
                    </a:cubicBezTo>
                    <a:cubicBezTo>
                      <a:pt x="7818" y="6564"/>
                      <a:pt x="4271" y="6114"/>
                      <a:pt x="867" y="4977"/>
                    </a:cubicBezTo>
                    <a:cubicBezTo>
                      <a:pt x="808" y="4959"/>
                      <a:pt x="749" y="4951"/>
                      <a:pt x="692" y="4951"/>
                    </a:cubicBezTo>
                    <a:cubicBezTo>
                      <a:pt x="424" y="4951"/>
                      <a:pt x="188" y="5130"/>
                      <a:pt x="133" y="5377"/>
                    </a:cubicBezTo>
                    <a:cubicBezTo>
                      <a:pt x="0" y="5711"/>
                      <a:pt x="200" y="6044"/>
                      <a:pt x="500" y="6111"/>
                    </a:cubicBezTo>
                    <a:cubicBezTo>
                      <a:pt x="4036" y="7345"/>
                      <a:pt x="7806" y="7779"/>
                      <a:pt x="11375" y="7779"/>
                    </a:cubicBezTo>
                    <a:cubicBezTo>
                      <a:pt x="16612" y="7779"/>
                      <a:pt x="21515" y="6845"/>
                      <a:pt x="25351" y="5777"/>
                    </a:cubicBezTo>
                    <a:cubicBezTo>
                      <a:pt x="32356" y="3876"/>
                      <a:pt x="37393" y="1208"/>
                      <a:pt x="37493" y="1174"/>
                    </a:cubicBezTo>
                    <a:cubicBezTo>
                      <a:pt x="37794" y="1007"/>
                      <a:pt x="37894" y="607"/>
                      <a:pt x="37727" y="340"/>
                    </a:cubicBezTo>
                    <a:cubicBezTo>
                      <a:pt x="37610" y="129"/>
                      <a:pt x="37394" y="1"/>
                      <a:pt x="37172" y="1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47">
                <a:extLst>
                  <a:ext uri="{FF2B5EF4-FFF2-40B4-BE49-F238E27FC236}">
                    <a16:creationId xmlns:a16="http://schemas.microsoft.com/office/drawing/2014/main" id="{B520DEE3-A7F6-FCAA-D04F-9ACF5CC2A882}"/>
                  </a:ext>
                </a:extLst>
              </p:cNvPr>
              <p:cNvSpPr/>
              <p:nvPr/>
            </p:nvSpPr>
            <p:spPr>
              <a:xfrm>
                <a:off x="3521850" y="4893300"/>
                <a:ext cx="499550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2362" extrusionOk="0">
                    <a:moveTo>
                      <a:pt x="627" y="0"/>
                    </a:moveTo>
                    <a:cubicBezTo>
                      <a:pt x="360" y="0"/>
                      <a:pt x="128" y="185"/>
                      <a:pt x="101" y="460"/>
                    </a:cubicBezTo>
                    <a:cubicBezTo>
                      <a:pt x="1" y="794"/>
                      <a:pt x="234" y="1127"/>
                      <a:pt x="568" y="1194"/>
                    </a:cubicBezTo>
                    <a:cubicBezTo>
                      <a:pt x="935" y="1261"/>
                      <a:pt x="6105" y="2361"/>
                      <a:pt x="11509" y="2361"/>
                    </a:cubicBezTo>
                    <a:cubicBezTo>
                      <a:pt x="14344" y="2361"/>
                      <a:pt x="17246" y="2061"/>
                      <a:pt x="19515" y="1194"/>
                    </a:cubicBezTo>
                    <a:cubicBezTo>
                      <a:pt x="19848" y="1060"/>
                      <a:pt x="19982" y="727"/>
                      <a:pt x="19848" y="393"/>
                    </a:cubicBezTo>
                    <a:cubicBezTo>
                      <a:pt x="19774" y="146"/>
                      <a:pt x="19571" y="9"/>
                      <a:pt x="19335" y="9"/>
                    </a:cubicBezTo>
                    <a:cubicBezTo>
                      <a:pt x="19253" y="9"/>
                      <a:pt x="19167" y="25"/>
                      <a:pt x="19081" y="60"/>
                    </a:cubicBezTo>
                    <a:cubicBezTo>
                      <a:pt x="16951" y="881"/>
                      <a:pt x="14230" y="1156"/>
                      <a:pt x="11543" y="1156"/>
                    </a:cubicBezTo>
                    <a:cubicBezTo>
                      <a:pt x="6150" y="1156"/>
                      <a:pt x="890" y="49"/>
                      <a:pt x="801" y="26"/>
                    </a:cubicBezTo>
                    <a:cubicBezTo>
                      <a:pt x="743" y="9"/>
                      <a:pt x="684" y="0"/>
                      <a:pt x="627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47">
                <a:extLst>
                  <a:ext uri="{FF2B5EF4-FFF2-40B4-BE49-F238E27FC236}">
                    <a16:creationId xmlns:a16="http://schemas.microsoft.com/office/drawing/2014/main" id="{EE2605EB-7699-63E8-6A75-AEC449F0A735}"/>
                  </a:ext>
                </a:extLst>
              </p:cNvPr>
              <p:cNvSpPr/>
              <p:nvPr/>
            </p:nvSpPr>
            <p:spPr>
              <a:xfrm>
                <a:off x="3179100" y="5178975"/>
                <a:ext cx="370300" cy="272050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10882" extrusionOk="0">
                    <a:moveTo>
                      <a:pt x="8341" y="0"/>
                    </a:moveTo>
                    <a:cubicBezTo>
                      <a:pt x="4882" y="0"/>
                      <a:pt x="2213" y="1636"/>
                      <a:pt x="1" y="4110"/>
                    </a:cubicBezTo>
                    <a:cubicBezTo>
                      <a:pt x="1" y="4110"/>
                      <a:pt x="1" y="7846"/>
                      <a:pt x="1135" y="10882"/>
                    </a:cubicBezTo>
                    <a:lnTo>
                      <a:pt x="9141" y="10882"/>
                    </a:lnTo>
                    <a:lnTo>
                      <a:pt x="9141" y="10849"/>
                    </a:lnTo>
                    <a:lnTo>
                      <a:pt x="13177" y="8680"/>
                    </a:lnTo>
                    <a:lnTo>
                      <a:pt x="13210" y="8647"/>
                    </a:lnTo>
                    <a:cubicBezTo>
                      <a:pt x="14478" y="7946"/>
                      <a:pt x="14811" y="6279"/>
                      <a:pt x="13911" y="5144"/>
                    </a:cubicBezTo>
                    <a:cubicBezTo>
                      <a:pt x="12476" y="3276"/>
                      <a:pt x="9908" y="108"/>
                      <a:pt x="9908" y="108"/>
                    </a:cubicBezTo>
                    <a:cubicBezTo>
                      <a:pt x="9368" y="35"/>
                      <a:pt x="8846" y="0"/>
                      <a:pt x="83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47">
                <a:extLst>
                  <a:ext uri="{FF2B5EF4-FFF2-40B4-BE49-F238E27FC236}">
                    <a16:creationId xmlns:a16="http://schemas.microsoft.com/office/drawing/2014/main" id="{81B29C0B-9A81-051A-7E0B-FE906B79F69A}"/>
                  </a:ext>
                </a:extLst>
              </p:cNvPr>
              <p:cNvSpPr/>
              <p:nvPr/>
            </p:nvSpPr>
            <p:spPr>
              <a:xfrm>
                <a:off x="3395100" y="3626625"/>
                <a:ext cx="826450" cy="746975"/>
              </a:xfrm>
              <a:custGeom>
                <a:avLst/>
                <a:gdLst/>
                <a:ahLst/>
                <a:cxnLst/>
                <a:rect l="l" t="t" r="r" b="b"/>
                <a:pathLst>
                  <a:path w="33058" h="29879" extrusionOk="0">
                    <a:moveTo>
                      <a:pt x="32398" y="0"/>
                    </a:moveTo>
                    <a:cubicBezTo>
                      <a:pt x="32132" y="0"/>
                      <a:pt x="31912" y="200"/>
                      <a:pt x="31856" y="424"/>
                    </a:cubicBezTo>
                    <a:cubicBezTo>
                      <a:pt x="28521" y="13667"/>
                      <a:pt x="20181" y="20605"/>
                      <a:pt x="13810" y="24174"/>
                    </a:cubicBezTo>
                    <a:cubicBezTo>
                      <a:pt x="6839" y="28010"/>
                      <a:pt x="567" y="28711"/>
                      <a:pt x="534" y="28711"/>
                    </a:cubicBezTo>
                    <a:cubicBezTo>
                      <a:pt x="234" y="28744"/>
                      <a:pt x="0" y="29011"/>
                      <a:pt x="34" y="29345"/>
                    </a:cubicBezTo>
                    <a:cubicBezTo>
                      <a:pt x="67" y="29612"/>
                      <a:pt x="334" y="29845"/>
                      <a:pt x="634" y="29845"/>
                    </a:cubicBezTo>
                    <a:cubicBezTo>
                      <a:pt x="634" y="29845"/>
                      <a:pt x="667" y="29845"/>
                      <a:pt x="634" y="29878"/>
                    </a:cubicBezTo>
                    <a:cubicBezTo>
                      <a:pt x="901" y="29845"/>
                      <a:pt x="7139" y="29111"/>
                      <a:pt x="14311" y="25208"/>
                    </a:cubicBezTo>
                    <a:cubicBezTo>
                      <a:pt x="18514" y="22873"/>
                      <a:pt x="22116" y="19905"/>
                      <a:pt x="25085" y="16402"/>
                    </a:cubicBezTo>
                    <a:cubicBezTo>
                      <a:pt x="28788" y="12032"/>
                      <a:pt x="31423" y="6729"/>
                      <a:pt x="32957" y="724"/>
                    </a:cubicBezTo>
                    <a:cubicBezTo>
                      <a:pt x="33057" y="391"/>
                      <a:pt x="32857" y="90"/>
                      <a:pt x="32557" y="24"/>
                    </a:cubicBezTo>
                    <a:cubicBezTo>
                      <a:pt x="32503" y="8"/>
                      <a:pt x="32450" y="0"/>
                      <a:pt x="32398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47">
                <a:extLst>
                  <a:ext uri="{FF2B5EF4-FFF2-40B4-BE49-F238E27FC236}">
                    <a16:creationId xmlns:a16="http://schemas.microsoft.com/office/drawing/2014/main" id="{5F97467D-6E79-1606-F9D9-FCFC4BF3403C}"/>
                  </a:ext>
                </a:extLst>
              </p:cNvPr>
              <p:cNvSpPr/>
              <p:nvPr/>
            </p:nvSpPr>
            <p:spPr>
              <a:xfrm>
                <a:off x="3060700" y="2805300"/>
                <a:ext cx="476200" cy="2052800"/>
              </a:xfrm>
              <a:custGeom>
                <a:avLst/>
                <a:gdLst/>
                <a:ahLst/>
                <a:cxnLst/>
                <a:rect l="l" t="t" r="r" b="b"/>
                <a:pathLst>
                  <a:path w="19048" h="82112" extrusionOk="0">
                    <a:moveTo>
                      <a:pt x="18459" y="0"/>
                    </a:moveTo>
                    <a:cubicBezTo>
                      <a:pt x="18267" y="0"/>
                      <a:pt x="18095" y="117"/>
                      <a:pt x="18046" y="287"/>
                    </a:cubicBezTo>
                    <a:cubicBezTo>
                      <a:pt x="10841" y="16098"/>
                      <a:pt x="3336" y="32443"/>
                      <a:pt x="33" y="43885"/>
                    </a:cubicBezTo>
                    <a:cubicBezTo>
                      <a:pt x="0" y="43951"/>
                      <a:pt x="0" y="44051"/>
                      <a:pt x="33" y="44118"/>
                    </a:cubicBezTo>
                    <a:cubicBezTo>
                      <a:pt x="2368" y="55126"/>
                      <a:pt x="6938" y="68802"/>
                      <a:pt x="11408" y="81878"/>
                    </a:cubicBezTo>
                    <a:cubicBezTo>
                      <a:pt x="11508" y="81979"/>
                      <a:pt x="11675" y="82112"/>
                      <a:pt x="11875" y="82112"/>
                    </a:cubicBezTo>
                    <a:cubicBezTo>
                      <a:pt x="11909" y="82112"/>
                      <a:pt x="11942" y="82112"/>
                      <a:pt x="12042" y="82079"/>
                    </a:cubicBezTo>
                    <a:cubicBezTo>
                      <a:pt x="12276" y="81979"/>
                      <a:pt x="12409" y="81712"/>
                      <a:pt x="12342" y="81478"/>
                    </a:cubicBezTo>
                    <a:cubicBezTo>
                      <a:pt x="7872" y="68536"/>
                      <a:pt x="3336" y="54926"/>
                      <a:pt x="1001" y="43985"/>
                    </a:cubicBezTo>
                    <a:cubicBezTo>
                      <a:pt x="4270" y="32610"/>
                      <a:pt x="11742" y="16365"/>
                      <a:pt x="18914" y="687"/>
                    </a:cubicBezTo>
                    <a:cubicBezTo>
                      <a:pt x="19047" y="420"/>
                      <a:pt x="18914" y="120"/>
                      <a:pt x="18680" y="53"/>
                    </a:cubicBezTo>
                    <a:cubicBezTo>
                      <a:pt x="18607" y="17"/>
                      <a:pt x="18532" y="0"/>
                      <a:pt x="18459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47">
                <a:extLst>
                  <a:ext uri="{FF2B5EF4-FFF2-40B4-BE49-F238E27FC236}">
                    <a16:creationId xmlns:a16="http://schemas.microsoft.com/office/drawing/2014/main" id="{F5014D67-CE18-E59C-4B4F-2F78E3C1A5E1}"/>
                  </a:ext>
                </a:extLst>
              </p:cNvPr>
              <p:cNvSpPr/>
              <p:nvPr/>
            </p:nvSpPr>
            <p:spPr>
              <a:xfrm>
                <a:off x="2658725" y="2029250"/>
                <a:ext cx="1958100" cy="3341150"/>
              </a:xfrm>
              <a:custGeom>
                <a:avLst/>
                <a:gdLst/>
                <a:ahLst/>
                <a:cxnLst/>
                <a:rect l="l" t="t" r="r" b="b"/>
                <a:pathLst>
                  <a:path w="78324" h="133646" extrusionOk="0">
                    <a:moveTo>
                      <a:pt x="22250" y="60650"/>
                    </a:moveTo>
                    <a:lnTo>
                      <a:pt x="19949" y="86401"/>
                    </a:lnTo>
                    <a:lnTo>
                      <a:pt x="17080" y="75060"/>
                    </a:lnTo>
                    <a:cubicBezTo>
                      <a:pt x="18548" y="70090"/>
                      <a:pt x="20282" y="65320"/>
                      <a:pt x="22250" y="60650"/>
                    </a:cubicBezTo>
                    <a:close/>
                    <a:moveTo>
                      <a:pt x="45518" y="1"/>
                    </a:moveTo>
                    <a:cubicBezTo>
                      <a:pt x="44010" y="1"/>
                      <a:pt x="42506" y="325"/>
                      <a:pt x="41130" y="974"/>
                    </a:cubicBezTo>
                    <a:cubicBezTo>
                      <a:pt x="37027" y="2942"/>
                      <a:pt x="30489" y="6378"/>
                      <a:pt x="25653" y="10380"/>
                    </a:cubicBezTo>
                    <a:cubicBezTo>
                      <a:pt x="25019" y="10881"/>
                      <a:pt x="24485" y="11381"/>
                      <a:pt x="23918" y="11915"/>
                    </a:cubicBezTo>
                    <a:cubicBezTo>
                      <a:pt x="23017" y="12749"/>
                      <a:pt x="22284" y="13583"/>
                      <a:pt x="21616" y="14417"/>
                    </a:cubicBezTo>
                    <a:cubicBezTo>
                      <a:pt x="20816" y="15150"/>
                      <a:pt x="20182" y="16084"/>
                      <a:pt x="19682" y="17085"/>
                    </a:cubicBezTo>
                    <a:cubicBezTo>
                      <a:pt x="19648" y="17219"/>
                      <a:pt x="19582" y="17319"/>
                      <a:pt x="19515" y="17452"/>
                    </a:cubicBezTo>
                    <a:cubicBezTo>
                      <a:pt x="18614" y="19654"/>
                      <a:pt x="17680" y="21822"/>
                      <a:pt x="16813" y="24057"/>
                    </a:cubicBezTo>
                    <a:lnTo>
                      <a:pt x="14144" y="30628"/>
                    </a:lnTo>
                    <a:cubicBezTo>
                      <a:pt x="12410" y="35065"/>
                      <a:pt x="10642" y="39435"/>
                      <a:pt x="8974" y="43904"/>
                    </a:cubicBezTo>
                    <a:cubicBezTo>
                      <a:pt x="7306" y="48341"/>
                      <a:pt x="5638" y="52811"/>
                      <a:pt x="4071" y="57414"/>
                    </a:cubicBezTo>
                    <a:cubicBezTo>
                      <a:pt x="3270" y="59682"/>
                      <a:pt x="2503" y="61984"/>
                      <a:pt x="1802" y="64419"/>
                    </a:cubicBezTo>
                    <a:lnTo>
                      <a:pt x="1802" y="64452"/>
                    </a:lnTo>
                    <a:cubicBezTo>
                      <a:pt x="1435" y="65653"/>
                      <a:pt x="1102" y="66921"/>
                      <a:pt x="768" y="68289"/>
                    </a:cubicBezTo>
                    <a:cubicBezTo>
                      <a:pt x="601" y="68989"/>
                      <a:pt x="435" y="69656"/>
                      <a:pt x="301" y="70490"/>
                    </a:cubicBezTo>
                    <a:cubicBezTo>
                      <a:pt x="268" y="70724"/>
                      <a:pt x="234" y="70924"/>
                      <a:pt x="234" y="71124"/>
                    </a:cubicBezTo>
                    <a:lnTo>
                      <a:pt x="168" y="71457"/>
                    </a:lnTo>
                    <a:lnTo>
                      <a:pt x="134" y="71658"/>
                    </a:lnTo>
                    <a:lnTo>
                      <a:pt x="101" y="71891"/>
                    </a:lnTo>
                    <a:lnTo>
                      <a:pt x="68" y="72325"/>
                    </a:lnTo>
                    <a:lnTo>
                      <a:pt x="68" y="72558"/>
                    </a:lnTo>
                    <a:lnTo>
                      <a:pt x="68" y="72758"/>
                    </a:lnTo>
                    <a:lnTo>
                      <a:pt x="1" y="73559"/>
                    </a:lnTo>
                    <a:cubicBezTo>
                      <a:pt x="1" y="73993"/>
                      <a:pt x="1" y="74493"/>
                      <a:pt x="68" y="74927"/>
                    </a:cubicBezTo>
                    <a:cubicBezTo>
                      <a:pt x="68" y="75127"/>
                      <a:pt x="101" y="75394"/>
                      <a:pt x="101" y="75560"/>
                    </a:cubicBezTo>
                    <a:lnTo>
                      <a:pt x="134" y="76127"/>
                    </a:lnTo>
                    <a:cubicBezTo>
                      <a:pt x="168" y="76561"/>
                      <a:pt x="234" y="76895"/>
                      <a:pt x="268" y="77295"/>
                    </a:cubicBezTo>
                    <a:lnTo>
                      <a:pt x="435" y="78396"/>
                    </a:lnTo>
                    <a:cubicBezTo>
                      <a:pt x="668" y="79797"/>
                      <a:pt x="935" y="81098"/>
                      <a:pt x="1269" y="82399"/>
                    </a:cubicBezTo>
                    <a:cubicBezTo>
                      <a:pt x="1402" y="82932"/>
                      <a:pt x="1569" y="83499"/>
                      <a:pt x="1669" y="84066"/>
                    </a:cubicBezTo>
                    <a:cubicBezTo>
                      <a:pt x="2169" y="85968"/>
                      <a:pt x="2770" y="87836"/>
                      <a:pt x="3303" y="89670"/>
                    </a:cubicBezTo>
                    <a:cubicBezTo>
                      <a:pt x="4804" y="94407"/>
                      <a:pt x="6439" y="98910"/>
                      <a:pt x="8140" y="103347"/>
                    </a:cubicBezTo>
                    <a:cubicBezTo>
                      <a:pt x="9841" y="107817"/>
                      <a:pt x="11643" y="112253"/>
                      <a:pt x="13477" y="116656"/>
                    </a:cubicBezTo>
                    <a:cubicBezTo>
                      <a:pt x="14411" y="118858"/>
                      <a:pt x="15312" y="121026"/>
                      <a:pt x="16279" y="123194"/>
                    </a:cubicBezTo>
                    <a:lnTo>
                      <a:pt x="17680" y="126463"/>
                    </a:lnTo>
                    <a:lnTo>
                      <a:pt x="19148" y="129766"/>
                    </a:lnTo>
                    <a:cubicBezTo>
                      <a:pt x="20238" y="132193"/>
                      <a:pt x="22652" y="133646"/>
                      <a:pt x="25188" y="133646"/>
                    </a:cubicBezTo>
                    <a:cubicBezTo>
                      <a:pt x="26068" y="133646"/>
                      <a:pt x="26962" y="133471"/>
                      <a:pt x="27821" y="133102"/>
                    </a:cubicBezTo>
                    <a:cubicBezTo>
                      <a:pt x="30856" y="131767"/>
                      <a:pt x="32357" y="128365"/>
                      <a:pt x="31457" y="125296"/>
                    </a:cubicBezTo>
                    <a:lnTo>
                      <a:pt x="31457" y="125296"/>
                    </a:lnTo>
                    <a:cubicBezTo>
                      <a:pt x="37903" y="126141"/>
                      <a:pt x="45757" y="126556"/>
                      <a:pt x="52807" y="126556"/>
                    </a:cubicBezTo>
                    <a:cubicBezTo>
                      <a:pt x="61335" y="126556"/>
                      <a:pt x="68687" y="125949"/>
                      <a:pt x="70952" y="124762"/>
                    </a:cubicBezTo>
                    <a:cubicBezTo>
                      <a:pt x="71952" y="124195"/>
                      <a:pt x="72553" y="122661"/>
                      <a:pt x="72853" y="120426"/>
                    </a:cubicBezTo>
                    <a:cubicBezTo>
                      <a:pt x="73187" y="120359"/>
                      <a:pt x="73487" y="120326"/>
                      <a:pt x="73787" y="120292"/>
                    </a:cubicBezTo>
                    <a:cubicBezTo>
                      <a:pt x="75288" y="119992"/>
                      <a:pt x="76389" y="118758"/>
                      <a:pt x="76622" y="117257"/>
                    </a:cubicBezTo>
                    <a:cubicBezTo>
                      <a:pt x="78324" y="106983"/>
                      <a:pt x="77123" y="87169"/>
                      <a:pt x="75188" y="73826"/>
                    </a:cubicBezTo>
                    <a:cubicBezTo>
                      <a:pt x="73253" y="60316"/>
                      <a:pt x="71018" y="43604"/>
                      <a:pt x="69350" y="30962"/>
                    </a:cubicBezTo>
                    <a:cubicBezTo>
                      <a:pt x="69317" y="28427"/>
                      <a:pt x="69217" y="25825"/>
                      <a:pt x="69217" y="23723"/>
                    </a:cubicBezTo>
                    <a:cubicBezTo>
                      <a:pt x="69217" y="19153"/>
                      <a:pt x="68450" y="15251"/>
                      <a:pt x="66849" y="11982"/>
                    </a:cubicBezTo>
                    <a:cubicBezTo>
                      <a:pt x="64680" y="7612"/>
                      <a:pt x="61045" y="4476"/>
                      <a:pt x="55707" y="2775"/>
                    </a:cubicBezTo>
                    <a:lnTo>
                      <a:pt x="48636" y="473"/>
                    </a:lnTo>
                    <a:cubicBezTo>
                      <a:pt x="47622" y="158"/>
                      <a:pt x="46569" y="1"/>
                      <a:pt x="455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2" name="Google Shape;1342;p47">
              <a:extLst>
                <a:ext uri="{FF2B5EF4-FFF2-40B4-BE49-F238E27FC236}">
                  <a16:creationId xmlns:a16="http://schemas.microsoft.com/office/drawing/2014/main" id="{A5E188DB-E2F9-EBE9-69BA-9A052107135C}"/>
                </a:ext>
              </a:extLst>
            </p:cNvPr>
            <p:cNvSpPr/>
            <p:nvPr/>
          </p:nvSpPr>
          <p:spPr>
            <a:xfrm>
              <a:off x="1283225" y="1685600"/>
              <a:ext cx="706387" cy="382113"/>
            </a:xfrm>
            <a:custGeom>
              <a:avLst/>
              <a:gdLst/>
              <a:ahLst/>
              <a:cxnLst/>
              <a:rect l="l" t="t" r="r" b="b"/>
              <a:pathLst>
                <a:path w="37494" h="20282" extrusionOk="0">
                  <a:moveTo>
                    <a:pt x="33458" y="0"/>
                  </a:moveTo>
                  <a:cubicBezTo>
                    <a:pt x="33458" y="0"/>
                    <a:pt x="32190" y="2702"/>
                    <a:pt x="26986" y="3869"/>
                  </a:cubicBezTo>
                  <a:cubicBezTo>
                    <a:pt x="25668" y="4163"/>
                    <a:pt x="24091" y="4264"/>
                    <a:pt x="22417" y="4264"/>
                  </a:cubicBezTo>
                  <a:cubicBezTo>
                    <a:pt x="18731" y="4264"/>
                    <a:pt x="14574" y="3775"/>
                    <a:pt x="11667" y="3775"/>
                  </a:cubicBezTo>
                  <a:cubicBezTo>
                    <a:pt x="10346" y="3775"/>
                    <a:pt x="9283" y="3876"/>
                    <a:pt x="8640" y="4170"/>
                  </a:cubicBezTo>
                  <a:cubicBezTo>
                    <a:pt x="5938" y="5437"/>
                    <a:pt x="6739" y="9273"/>
                    <a:pt x="6739" y="9273"/>
                  </a:cubicBezTo>
                  <a:cubicBezTo>
                    <a:pt x="6739" y="9273"/>
                    <a:pt x="2302" y="9574"/>
                    <a:pt x="1135" y="13009"/>
                  </a:cubicBezTo>
                  <a:cubicBezTo>
                    <a:pt x="0" y="16512"/>
                    <a:pt x="2936" y="20281"/>
                    <a:pt x="2936" y="20281"/>
                  </a:cubicBezTo>
                  <a:cubicBezTo>
                    <a:pt x="6071" y="14444"/>
                    <a:pt x="20949" y="15178"/>
                    <a:pt x="29188" y="13810"/>
                  </a:cubicBezTo>
                  <a:cubicBezTo>
                    <a:pt x="37494" y="12442"/>
                    <a:pt x="33458" y="1"/>
                    <a:pt x="33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7">
              <a:extLst>
                <a:ext uri="{FF2B5EF4-FFF2-40B4-BE49-F238E27FC236}">
                  <a16:creationId xmlns:a16="http://schemas.microsoft.com/office/drawing/2014/main" id="{3A5387D0-6362-CC81-529B-D61CE5A1332B}"/>
                </a:ext>
              </a:extLst>
            </p:cNvPr>
            <p:cNvSpPr/>
            <p:nvPr/>
          </p:nvSpPr>
          <p:spPr>
            <a:xfrm>
              <a:off x="1266249" y="1860930"/>
              <a:ext cx="150230" cy="219354"/>
            </a:xfrm>
            <a:custGeom>
              <a:avLst/>
              <a:gdLst/>
              <a:ahLst/>
              <a:cxnLst/>
              <a:rect l="l" t="t" r="r" b="b"/>
              <a:pathLst>
                <a:path w="7974" h="11643" extrusionOk="0">
                  <a:moveTo>
                    <a:pt x="7873" y="1"/>
                  </a:moveTo>
                  <a:cubicBezTo>
                    <a:pt x="7640" y="101"/>
                    <a:pt x="7339" y="134"/>
                    <a:pt x="7039" y="201"/>
                  </a:cubicBezTo>
                  <a:cubicBezTo>
                    <a:pt x="4671" y="768"/>
                    <a:pt x="1702" y="1435"/>
                    <a:pt x="868" y="4804"/>
                  </a:cubicBezTo>
                  <a:cubicBezTo>
                    <a:pt x="1" y="8507"/>
                    <a:pt x="4037" y="11509"/>
                    <a:pt x="4204" y="11642"/>
                  </a:cubicBezTo>
                  <a:lnTo>
                    <a:pt x="4371" y="11342"/>
                  </a:lnTo>
                  <a:cubicBezTo>
                    <a:pt x="4337" y="11309"/>
                    <a:pt x="368" y="8373"/>
                    <a:pt x="1202" y="4938"/>
                  </a:cubicBezTo>
                  <a:cubicBezTo>
                    <a:pt x="2002" y="1802"/>
                    <a:pt x="4704" y="1168"/>
                    <a:pt x="7073" y="635"/>
                  </a:cubicBezTo>
                  <a:cubicBezTo>
                    <a:pt x="7406" y="534"/>
                    <a:pt x="7673" y="501"/>
                    <a:pt x="7973" y="434"/>
                  </a:cubicBezTo>
                  <a:lnTo>
                    <a:pt x="78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7">
              <a:extLst>
                <a:ext uri="{FF2B5EF4-FFF2-40B4-BE49-F238E27FC236}">
                  <a16:creationId xmlns:a16="http://schemas.microsoft.com/office/drawing/2014/main" id="{4FE0A783-119E-61A8-D877-AC18952AAB0C}"/>
                </a:ext>
              </a:extLst>
            </p:cNvPr>
            <p:cNvSpPr/>
            <p:nvPr/>
          </p:nvSpPr>
          <p:spPr>
            <a:xfrm>
              <a:off x="1825590" y="1750958"/>
              <a:ext cx="124457" cy="198611"/>
            </a:xfrm>
            <a:custGeom>
              <a:avLst/>
              <a:gdLst/>
              <a:ahLst/>
              <a:cxnLst/>
              <a:rect l="l" t="t" r="r" b="b"/>
              <a:pathLst>
                <a:path w="6606" h="10542" extrusionOk="0">
                  <a:moveTo>
                    <a:pt x="5338" y="0"/>
                  </a:moveTo>
                  <a:lnTo>
                    <a:pt x="4904" y="134"/>
                  </a:lnTo>
                  <a:cubicBezTo>
                    <a:pt x="6172" y="4170"/>
                    <a:pt x="6038" y="7039"/>
                    <a:pt x="4604" y="8673"/>
                  </a:cubicBezTo>
                  <a:cubicBezTo>
                    <a:pt x="3543" y="9889"/>
                    <a:pt x="1925" y="10094"/>
                    <a:pt x="935" y="10094"/>
                  </a:cubicBezTo>
                  <a:cubicBezTo>
                    <a:pt x="431" y="10094"/>
                    <a:pt x="90" y="10041"/>
                    <a:pt x="67" y="10041"/>
                  </a:cubicBezTo>
                  <a:lnTo>
                    <a:pt x="1" y="10474"/>
                  </a:lnTo>
                  <a:cubicBezTo>
                    <a:pt x="34" y="10508"/>
                    <a:pt x="368" y="10541"/>
                    <a:pt x="901" y="10541"/>
                  </a:cubicBezTo>
                  <a:cubicBezTo>
                    <a:pt x="1935" y="10541"/>
                    <a:pt x="3670" y="10308"/>
                    <a:pt x="4938" y="8907"/>
                  </a:cubicBezTo>
                  <a:cubicBezTo>
                    <a:pt x="6439" y="7205"/>
                    <a:pt x="6605" y="4203"/>
                    <a:pt x="5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7">
              <a:extLst>
                <a:ext uri="{FF2B5EF4-FFF2-40B4-BE49-F238E27FC236}">
                  <a16:creationId xmlns:a16="http://schemas.microsoft.com/office/drawing/2014/main" id="{8A838CC9-2797-A5E1-E1D8-8100156CDF15}"/>
                </a:ext>
              </a:extLst>
            </p:cNvPr>
            <p:cNvSpPr/>
            <p:nvPr/>
          </p:nvSpPr>
          <p:spPr>
            <a:xfrm>
              <a:off x="1384399" y="2313422"/>
              <a:ext cx="275290" cy="362218"/>
            </a:xfrm>
            <a:custGeom>
              <a:avLst/>
              <a:gdLst/>
              <a:ahLst/>
              <a:cxnLst/>
              <a:rect l="l" t="t" r="r" b="b"/>
              <a:pathLst>
                <a:path w="14612" h="19226" extrusionOk="0">
                  <a:moveTo>
                    <a:pt x="335" y="1"/>
                  </a:moveTo>
                  <a:lnTo>
                    <a:pt x="168" y="8374"/>
                  </a:lnTo>
                  <a:lnTo>
                    <a:pt x="1" y="16213"/>
                  </a:lnTo>
                  <a:cubicBezTo>
                    <a:pt x="3804" y="18593"/>
                    <a:pt x="7435" y="19226"/>
                    <a:pt x="10124" y="19226"/>
                  </a:cubicBezTo>
                  <a:cubicBezTo>
                    <a:pt x="10336" y="19226"/>
                    <a:pt x="10542" y="19222"/>
                    <a:pt x="10742" y="19215"/>
                  </a:cubicBezTo>
                  <a:lnTo>
                    <a:pt x="10775" y="19215"/>
                  </a:lnTo>
                  <a:cubicBezTo>
                    <a:pt x="12810" y="19115"/>
                    <a:pt x="14311" y="18714"/>
                    <a:pt x="14578" y="18681"/>
                  </a:cubicBezTo>
                  <a:lnTo>
                    <a:pt x="14611" y="18681"/>
                  </a:lnTo>
                  <a:lnTo>
                    <a:pt x="14478" y="14011"/>
                  </a:lnTo>
                  <a:lnTo>
                    <a:pt x="14278" y="4271"/>
                  </a:lnTo>
                  <a:lnTo>
                    <a:pt x="2269" y="60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7">
              <a:extLst>
                <a:ext uri="{FF2B5EF4-FFF2-40B4-BE49-F238E27FC236}">
                  <a16:creationId xmlns:a16="http://schemas.microsoft.com/office/drawing/2014/main" id="{1E4D4D02-CB8D-4B06-E0ED-5A21D134B131}"/>
                </a:ext>
              </a:extLst>
            </p:cNvPr>
            <p:cNvSpPr/>
            <p:nvPr/>
          </p:nvSpPr>
          <p:spPr>
            <a:xfrm>
              <a:off x="1468617" y="2356793"/>
              <a:ext cx="188551" cy="236310"/>
            </a:xfrm>
            <a:custGeom>
              <a:avLst/>
              <a:gdLst/>
              <a:ahLst/>
              <a:cxnLst/>
              <a:rect l="l" t="t" r="r" b="b"/>
              <a:pathLst>
                <a:path w="10008" h="12543" extrusionOk="0">
                  <a:moveTo>
                    <a:pt x="1" y="1"/>
                  </a:moveTo>
                  <a:cubicBezTo>
                    <a:pt x="1" y="1"/>
                    <a:pt x="835" y="11075"/>
                    <a:pt x="10008" y="12543"/>
                  </a:cubicBezTo>
                  <a:lnTo>
                    <a:pt x="9774" y="19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7">
              <a:extLst>
                <a:ext uri="{FF2B5EF4-FFF2-40B4-BE49-F238E27FC236}">
                  <a16:creationId xmlns:a16="http://schemas.microsoft.com/office/drawing/2014/main" id="{38980F77-003A-F2AE-ADC7-D3D9D3880F20}"/>
                </a:ext>
              </a:extLst>
            </p:cNvPr>
            <p:cNvSpPr/>
            <p:nvPr/>
          </p:nvSpPr>
          <p:spPr>
            <a:xfrm>
              <a:off x="1807371" y="2194651"/>
              <a:ext cx="77319" cy="298539"/>
            </a:xfrm>
            <a:custGeom>
              <a:avLst/>
              <a:gdLst/>
              <a:ahLst/>
              <a:cxnLst/>
              <a:rect l="l" t="t" r="r" b="b"/>
              <a:pathLst>
                <a:path w="4104" h="15846" extrusionOk="0">
                  <a:moveTo>
                    <a:pt x="3136" y="0"/>
                  </a:moveTo>
                  <a:cubicBezTo>
                    <a:pt x="3136" y="1"/>
                    <a:pt x="2068" y="7773"/>
                    <a:pt x="901" y="9074"/>
                  </a:cubicBezTo>
                  <a:lnTo>
                    <a:pt x="0" y="15845"/>
                  </a:lnTo>
                  <a:cubicBezTo>
                    <a:pt x="0" y="15845"/>
                    <a:pt x="4103" y="9941"/>
                    <a:pt x="3136" y="0"/>
                  </a:cubicBezTo>
                  <a:close/>
                </a:path>
              </a:pathLst>
            </a:custGeom>
            <a:solidFill>
              <a:srgbClr val="211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7">
              <a:extLst>
                <a:ext uri="{FF2B5EF4-FFF2-40B4-BE49-F238E27FC236}">
                  <a16:creationId xmlns:a16="http://schemas.microsoft.com/office/drawing/2014/main" id="{6979E689-73E1-C394-4366-6D98E98E5A9A}"/>
                </a:ext>
              </a:extLst>
            </p:cNvPr>
            <p:cNvSpPr/>
            <p:nvPr/>
          </p:nvSpPr>
          <p:spPr>
            <a:xfrm>
              <a:off x="1337900" y="1839112"/>
              <a:ext cx="531684" cy="712152"/>
            </a:xfrm>
            <a:custGeom>
              <a:avLst/>
              <a:gdLst/>
              <a:ahLst/>
              <a:cxnLst/>
              <a:rect l="l" t="t" r="r" b="b"/>
              <a:pathLst>
                <a:path w="28221" h="37800" extrusionOk="0">
                  <a:moveTo>
                    <a:pt x="14477" y="1"/>
                  </a:moveTo>
                  <a:cubicBezTo>
                    <a:pt x="11539" y="1"/>
                    <a:pt x="8747" y="444"/>
                    <a:pt x="6905" y="1292"/>
                  </a:cubicBezTo>
                  <a:cubicBezTo>
                    <a:pt x="3403" y="2860"/>
                    <a:pt x="1435" y="4761"/>
                    <a:pt x="568" y="8731"/>
                  </a:cubicBezTo>
                  <a:cubicBezTo>
                    <a:pt x="367" y="9765"/>
                    <a:pt x="201" y="10866"/>
                    <a:pt x="101" y="12167"/>
                  </a:cubicBezTo>
                  <a:cubicBezTo>
                    <a:pt x="67" y="12500"/>
                    <a:pt x="34" y="12834"/>
                    <a:pt x="34" y="13201"/>
                  </a:cubicBezTo>
                  <a:cubicBezTo>
                    <a:pt x="34" y="13734"/>
                    <a:pt x="1" y="14301"/>
                    <a:pt x="1" y="14902"/>
                  </a:cubicBezTo>
                  <a:lnTo>
                    <a:pt x="1" y="16570"/>
                  </a:lnTo>
                  <a:cubicBezTo>
                    <a:pt x="1" y="18204"/>
                    <a:pt x="401" y="20039"/>
                    <a:pt x="1168" y="21974"/>
                  </a:cubicBezTo>
                  <a:cubicBezTo>
                    <a:pt x="1368" y="22507"/>
                    <a:pt x="1568" y="23008"/>
                    <a:pt x="1835" y="23541"/>
                  </a:cubicBezTo>
                  <a:cubicBezTo>
                    <a:pt x="3503" y="27177"/>
                    <a:pt x="6205" y="30880"/>
                    <a:pt x="9207" y="33615"/>
                  </a:cubicBezTo>
                  <a:cubicBezTo>
                    <a:pt x="11976" y="36124"/>
                    <a:pt x="15060" y="37799"/>
                    <a:pt x="17912" y="37799"/>
                  </a:cubicBezTo>
                  <a:cubicBezTo>
                    <a:pt x="19801" y="37799"/>
                    <a:pt x="21589" y="37064"/>
                    <a:pt x="23117" y="35350"/>
                  </a:cubicBezTo>
                  <a:cubicBezTo>
                    <a:pt x="25085" y="33148"/>
                    <a:pt x="26319" y="30179"/>
                    <a:pt x="27087" y="26944"/>
                  </a:cubicBezTo>
                  <a:cubicBezTo>
                    <a:pt x="27353" y="26010"/>
                    <a:pt x="27487" y="25109"/>
                    <a:pt x="27620" y="24142"/>
                  </a:cubicBezTo>
                  <a:cubicBezTo>
                    <a:pt x="27820" y="22707"/>
                    <a:pt x="27954" y="21273"/>
                    <a:pt x="28054" y="19805"/>
                  </a:cubicBezTo>
                  <a:cubicBezTo>
                    <a:pt x="28221" y="16436"/>
                    <a:pt x="28087" y="13167"/>
                    <a:pt x="27887" y="10532"/>
                  </a:cubicBezTo>
                  <a:cubicBezTo>
                    <a:pt x="27787" y="9331"/>
                    <a:pt x="27520" y="8197"/>
                    <a:pt x="27053" y="7130"/>
                  </a:cubicBezTo>
                  <a:cubicBezTo>
                    <a:pt x="26920" y="6829"/>
                    <a:pt x="26786" y="6529"/>
                    <a:pt x="26620" y="6262"/>
                  </a:cubicBezTo>
                  <a:cubicBezTo>
                    <a:pt x="24952" y="2993"/>
                    <a:pt x="21716" y="625"/>
                    <a:pt x="17813" y="191"/>
                  </a:cubicBezTo>
                  <a:cubicBezTo>
                    <a:pt x="16709" y="64"/>
                    <a:pt x="15583" y="1"/>
                    <a:pt x="144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7">
              <a:extLst>
                <a:ext uri="{FF2B5EF4-FFF2-40B4-BE49-F238E27FC236}">
                  <a16:creationId xmlns:a16="http://schemas.microsoft.com/office/drawing/2014/main" id="{B5AC6391-CED3-31EE-C303-C9C39727B35E}"/>
                </a:ext>
              </a:extLst>
            </p:cNvPr>
            <p:cNvSpPr/>
            <p:nvPr/>
          </p:nvSpPr>
          <p:spPr>
            <a:xfrm>
              <a:off x="1335394" y="1837115"/>
              <a:ext cx="526032" cy="722646"/>
            </a:xfrm>
            <a:custGeom>
              <a:avLst/>
              <a:gdLst/>
              <a:ahLst/>
              <a:cxnLst/>
              <a:rect l="l" t="t" r="r" b="b"/>
              <a:pathLst>
                <a:path w="27921" h="38357" extrusionOk="0">
                  <a:moveTo>
                    <a:pt x="26619" y="6168"/>
                  </a:moveTo>
                  <a:cubicBezTo>
                    <a:pt x="26637" y="6197"/>
                    <a:pt x="26659" y="6221"/>
                    <a:pt x="26686" y="6235"/>
                  </a:cubicBezTo>
                  <a:lnTo>
                    <a:pt x="26619" y="6168"/>
                  </a:lnTo>
                  <a:close/>
                  <a:moveTo>
                    <a:pt x="14391" y="0"/>
                  </a:moveTo>
                  <a:cubicBezTo>
                    <a:pt x="11477" y="0"/>
                    <a:pt x="8726" y="426"/>
                    <a:pt x="6905" y="1265"/>
                  </a:cubicBezTo>
                  <a:cubicBezTo>
                    <a:pt x="3403" y="2866"/>
                    <a:pt x="1434" y="4734"/>
                    <a:pt x="567" y="8737"/>
                  </a:cubicBezTo>
                  <a:cubicBezTo>
                    <a:pt x="367" y="9737"/>
                    <a:pt x="200" y="10872"/>
                    <a:pt x="100" y="12139"/>
                  </a:cubicBezTo>
                  <a:cubicBezTo>
                    <a:pt x="67" y="12473"/>
                    <a:pt x="33" y="12806"/>
                    <a:pt x="33" y="13207"/>
                  </a:cubicBezTo>
                  <a:cubicBezTo>
                    <a:pt x="0" y="13473"/>
                    <a:pt x="0" y="13774"/>
                    <a:pt x="0" y="14074"/>
                  </a:cubicBezTo>
                  <a:lnTo>
                    <a:pt x="0" y="14941"/>
                  </a:lnTo>
                  <a:cubicBezTo>
                    <a:pt x="1735" y="15275"/>
                    <a:pt x="3569" y="15775"/>
                    <a:pt x="5104" y="15875"/>
                  </a:cubicBezTo>
                  <a:cubicBezTo>
                    <a:pt x="5170" y="16209"/>
                    <a:pt x="6605" y="25649"/>
                    <a:pt x="6938" y="28651"/>
                  </a:cubicBezTo>
                  <a:cubicBezTo>
                    <a:pt x="7105" y="29985"/>
                    <a:pt x="7539" y="32087"/>
                    <a:pt x="8873" y="33821"/>
                  </a:cubicBezTo>
                  <a:cubicBezTo>
                    <a:pt x="10608" y="36156"/>
                    <a:pt x="13543" y="38058"/>
                    <a:pt x="16278" y="38258"/>
                  </a:cubicBezTo>
                  <a:cubicBezTo>
                    <a:pt x="17147" y="38323"/>
                    <a:pt x="17920" y="38357"/>
                    <a:pt x="18613" y="38357"/>
                  </a:cubicBezTo>
                  <a:cubicBezTo>
                    <a:pt x="22204" y="38357"/>
                    <a:pt x="23626" y="37438"/>
                    <a:pt x="24885" y="35089"/>
                  </a:cubicBezTo>
                  <a:cubicBezTo>
                    <a:pt x="26286" y="32554"/>
                    <a:pt x="27920" y="28117"/>
                    <a:pt x="27119" y="27083"/>
                  </a:cubicBezTo>
                  <a:cubicBezTo>
                    <a:pt x="27086" y="26983"/>
                    <a:pt x="27019" y="26916"/>
                    <a:pt x="26886" y="26883"/>
                  </a:cubicBezTo>
                  <a:cubicBezTo>
                    <a:pt x="25618" y="26383"/>
                    <a:pt x="22083" y="25916"/>
                    <a:pt x="22083" y="25916"/>
                  </a:cubicBezTo>
                  <a:cubicBezTo>
                    <a:pt x="20363" y="25754"/>
                    <a:pt x="18996" y="25704"/>
                    <a:pt x="17885" y="25704"/>
                  </a:cubicBezTo>
                  <a:cubicBezTo>
                    <a:pt x="16015" y="25704"/>
                    <a:pt x="14869" y="25847"/>
                    <a:pt x="13978" y="25847"/>
                  </a:cubicBezTo>
                  <a:cubicBezTo>
                    <a:pt x="13428" y="25847"/>
                    <a:pt x="12975" y="25793"/>
                    <a:pt x="12509" y="25615"/>
                  </a:cubicBezTo>
                  <a:cubicBezTo>
                    <a:pt x="10875" y="24982"/>
                    <a:pt x="8206" y="15041"/>
                    <a:pt x="8206" y="15041"/>
                  </a:cubicBezTo>
                  <a:cubicBezTo>
                    <a:pt x="8206" y="15041"/>
                    <a:pt x="7772" y="13073"/>
                    <a:pt x="9073" y="11806"/>
                  </a:cubicBezTo>
                  <a:cubicBezTo>
                    <a:pt x="9540" y="11372"/>
                    <a:pt x="10207" y="11038"/>
                    <a:pt x="11208" y="10872"/>
                  </a:cubicBezTo>
                  <a:cubicBezTo>
                    <a:pt x="11842" y="10772"/>
                    <a:pt x="12209" y="10104"/>
                    <a:pt x="12442" y="9537"/>
                  </a:cubicBezTo>
                  <a:cubicBezTo>
                    <a:pt x="12676" y="8937"/>
                    <a:pt x="12709" y="8303"/>
                    <a:pt x="12576" y="7703"/>
                  </a:cubicBezTo>
                  <a:cubicBezTo>
                    <a:pt x="12542" y="7536"/>
                    <a:pt x="12542" y="7369"/>
                    <a:pt x="12542" y="7236"/>
                  </a:cubicBezTo>
                  <a:cubicBezTo>
                    <a:pt x="12542" y="6235"/>
                    <a:pt x="13276" y="5368"/>
                    <a:pt x="14277" y="5201"/>
                  </a:cubicBezTo>
                  <a:cubicBezTo>
                    <a:pt x="15569" y="4985"/>
                    <a:pt x="18064" y="4671"/>
                    <a:pt x="20512" y="4671"/>
                  </a:cubicBezTo>
                  <a:cubicBezTo>
                    <a:pt x="22993" y="4671"/>
                    <a:pt x="25428" y="4994"/>
                    <a:pt x="26519" y="6068"/>
                  </a:cubicBezTo>
                  <a:lnTo>
                    <a:pt x="26619" y="6168"/>
                  </a:lnTo>
                  <a:lnTo>
                    <a:pt x="26619" y="6168"/>
                  </a:lnTo>
                  <a:cubicBezTo>
                    <a:pt x="26592" y="6126"/>
                    <a:pt x="26572" y="6074"/>
                    <a:pt x="26552" y="6035"/>
                  </a:cubicBezTo>
                  <a:cubicBezTo>
                    <a:pt x="24784" y="2866"/>
                    <a:pt x="21582" y="598"/>
                    <a:pt x="17846" y="197"/>
                  </a:cubicBezTo>
                  <a:cubicBezTo>
                    <a:pt x="16700" y="66"/>
                    <a:pt x="15533" y="0"/>
                    <a:pt x="14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7">
              <a:extLst>
                <a:ext uri="{FF2B5EF4-FFF2-40B4-BE49-F238E27FC236}">
                  <a16:creationId xmlns:a16="http://schemas.microsoft.com/office/drawing/2014/main" id="{01C9EA16-B6B3-F11C-3CAA-5F1B2F07A06B}"/>
                </a:ext>
              </a:extLst>
            </p:cNvPr>
            <p:cNvSpPr/>
            <p:nvPr/>
          </p:nvSpPr>
          <p:spPr>
            <a:xfrm>
              <a:off x="1336638" y="1794875"/>
              <a:ext cx="499637" cy="308656"/>
            </a:xfrm>
            <a:custGeom>
              <a:avLst/>
              <a:gdLst/>
              <a:ahLst/>
              <a:cxnLst/>
              <a:rect l="l" t="t" r="r" b="b"/>
              <a:pathLst>
                <a:path w="26520" h="16383" extrusionOk="0">
                  <a:moveTo>
                    <a:pt x="16306" y="1"/>
                  </a:moveTo>
                  <a:cubicBezTo>
                    <a:pt x="12698" y="1"/>
                    <a:pt x="8993" y="1434"/>
                    <a:pt x="6739" y="2473"/>
                  </a:cubicBezTo>
                  <a:cubicBezTo>
                    <a:pt x="3236" y="4040"/>
                    <a:pt x="1469" y="7043"/>
                    <a:pt x="601" y="11045"/>
                  </a:cubicBezTo>
                  <a:cubicBezTo>
                    <a:pt x="401" y="12046"/>
                    <a:pt x="234" y="13180"/>
                    <a:pt x="134" y="14481"/>
                  </a:cubicBezTo>
                  <a:cubicBezTo>
                    <a:pt x="101" y="14815"/>
                    <a:pt x="101" y="15148"/>
                    <a:pt x="68" y="15515"/>
                  </a:cubicBezTo>
                  <a:cubicBezTo>
                    <a:pt x="68" y="15816"/>
                    <a:pt x="1" y="16116"/>
                    <a:pt x="1" y="16383"/>
                  </a:cubicBezTo>
                  <a:cubicBezTo>
                    <a:pt x="401" y="16283"/>
                    <a:pt x="4804" y="14615"/>
                    <a:pt x="9074" y="14048"/>
                  </a:cubicBezTo>
                  <a:cubicBezTo>
                    <a:pt x="9508" y="13614"/>
                    <a:pt x="10175" y="13280"/>
                    <a:pt x="11175" y="13114"/>
                  </a:cubicBezTo>
                  <a:cubicBezTo>
                    <a:pt x="11809" y="13014"/>
                    <a:pt x="12243" y="12346"/>
                    <a:pt x="12443" y="11779"/>
                  </a:cubicBezTo>
                  <a:cubicBezTo>
                    <a:pt x="12643" y="11179"/>
                    <a:pt x="12677" y="10545"/>
                    <a:pt x="12576" y="9945"/>
                  </a:cubicBezTo>
                  <a:cubicBezTo>
                    <a:pt x="12510" y="9778"/>
                    <a:pt x="12510" y="9644"/>
                    <a:pt x="12510" y="9478"/>
                  </a:cubicBezTo>
                  <a:cubicBezTo>
                    <a:pt x="12510" y="8477"/>
                    <a:pt x="13244" y="7610"/>
                    <a:pt x="14278" y="7443"/>
                  </a:cubicBezTo>
                  <a:cubicBezTo>
                    <a:pt x="14645" y="7376"/>
                    <a:pt x="15145" y="7309"/>
                    <a:pt x="15679" y="7209"/>
                  </a:cubicBezTo>
                  <a:cubicBezTo>
                    <a:pt x="15879" y="7196"/>
                    <a:pt x="16118" y="7185"/>
                    <a:pt x="16382" y="7185"/>
                  </a:cubicBezTo>
                  <a:cubicBezTo>
                    <a:pt x="17441" y="7185"/>
                    <a:pt x="18914" y="7356"/>
                    <a:pt x="19982" y="8210"/>
                  </a:cubicBezTo>
                  <a:cubicBezTo>
                    <a:pt x="21754" y="9698"/>
                    <a:pt x="22265" y="10014"/>
                    <a:pt x="23282" y="10014"/>
                  </a:cubicBezTo>
                  <a:cubicBezTo>
                    <a:pt x="23337" y="10014"/>
                    <a:pt x="23393" y="10013"/>
                    <a:pt x="23451" y="10011"/>
                  </a:cubicBezTo>
                  <a:cubicBezTo>
                    <a:pt x="24618" y="9978"/>
                    <a:pt x="24185" y="7776"/>
                    <a:pt x="25686" y="7776"/>
                  </a:cubicBezTo>
                  <a:cubicBezTo>
                    <a:pt x="25986" y="7943"/>
                    <a:pt x="26253" y="8110"/>
                    <a:pt x="26453" y="8310"/>
                  </a:cubicBezTo>
                  <a:cubicBezTo>
                    <a:pt x="26470" y="8327"/>
                    <a:pt x="26486" y="8335"/>
                    <a:pt x="26499" y="8335"/>
                  </a:cubicBezTo>
                  <a:cubicBezTo>
                    <a:pt x="26511" y="8335"/>
                    <a:pt x="26520" y="8327"/>
                    <a:pt x="26520" y="8310"/>
                  </a:cubicBezTo>
                  <a:cubicBezTo>
                    <a:pt x="24785" y="5141"/>
                    <a:pt x="21416" y="538"/>
                    <a:pt x="17647" y="71"/>
                  </a:cubicBezTo>
                  <a:cubicBezTo>
                    <a:pt x="17203" y="23"/>
                    <a:pt x="16755" y="1"/>
                    <a:pt x="16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7">
              <a:extLst>
                <a:ext uri="{FF2B5EF4-FFF2-40B4-BE49-F238E27FC236}">
                  <a16:creationId xmlns:a16="http://schemas.microsoft.com/office/drawing/2014/main" id="{09AD1F34-EF7E-E2AB-51E6-52C2E94A23BC}"/>
                </a:ext>
              </a:extLst>
            </p:cNvPr>
            <p:cNvSpPr/>
            <p:nvPr/>
          </p:nvSpPr>
          <p:spPr>
            <a:xfrm>
              <a:off x="1296997" y="2075184"/>
              <a:ext cx="160272" cy="215247"/>
            </a:xfrm>
            <a:custGeom>
              <a:avLst/>
              <a:gdLst/>
              <a:ahLst/>
              <a:cxnLst/>
              <a:rect l="l" t="t" r="r" b="b"/>
              <a:pathLst>
                <a:path w="8507" h="11425" extrusionOk="0">
                  <a:moveTo>
                    <a:pt x="4055" y="0"/>
                  </a:moveTo>
                  <a:cubicBezTo>
                    <a:pt x="2875" y="0"/>
                    <a:pt x="1463" y="571"/>
                    <a:pt x="937" y="3072"/>
                  </a:cubicBezTo>
                  <a:cubicBezTo>
                    <a:pt x="0" y="7499"/>
                    <a:pt x="4164" y="11424"/>
                    <a:pt x="8064" y="11424"/>
                  </a:cubicBezTo>
                  <a:cubicBezTo>
                    <a:pt x="8191" y="11424"/>
                    <a:pt x="8317" y="11420"/>
                    <a:pt x="8443" y="11412"/>
                  </a:cubicBezTo>
                  <a:cubicBezTo>
                    <a:pt x="8443" y="11412"/>
                    <a:pt x="8443" y="11412"/>
                    <a:pt x="8443" y="11412"/>
                  </a:cubicBezTo>
                  <a:cubicBezTo>
                    <a:pt x="8507" y="11412"/>
                    <a:pt x="7839" y="2335"/>
                    <a:pt x="5874" y="404"/>
                  </a:cubicBezTo>
                  <a:cubicBezTo>
                    <a:pt x="5874" y="404"/>
                    <a:pt x="5046" y="0"/>
                    <a:pt x="40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7">
              <a:extLst>
                <a:ext uri="{FF2B5EF4-FFF2-40B4-BE49-F238E27FC236}">
                  <a16:creationId xmlns:a16="http://schemas.microsoft.com/office/drawing/2014/main" id="{879D8316-2097-5FBC-478D-57A836724EEB}"/>
                </a:ext>
              </a:extLst>
            </p:cNvPr>
            <p:cNvSpPr/>
            <p:nvPr/>
          </p:nvSpPr>
          <p:spPr>
            <a:xfrm>
              <a:off x="1762116" y="2099130"/>
              <a:ext cx="160272" cy="175984"/>
            </a:xfrm>
            <a:custGeom>
              <a:avLst/>
              <a:gdLst/>
              <a:ahLst/>
              <a:cxnLst/>
              <a:rect l="l" t="t" r="r" b="b"/>
              <a:pathLst>
                <a:path w="8507" h="9341" extrusionOk="0">
                  <a:moveTo>
                    <a:pt x="4237" y="534"/>
                  </a:moveTo>
                  <a:cubicBezTo>
                    <a:pt x="6272" y="534"/>
                    <a:pt x="7940" y="2368"/>
                    <a:pt x="7940" y="4670"/>
                  </a:cubicBezTo>
                  <a:cubicBezTo>
                    <a:pt x="7940" y="6938"/>
                    <a:pt x="6272" y="8773"/>
                    <a:pt x="4237" y="8773"/>
                  </a:cubicBezTo>
                  <a:cubicBezTo>
                    <a:pt x="2202" y="8773"/>
                    <a:pt x="534" y="6972"/>
                    <a:pt x="534" y="4670"/>
                  </a:cubicBezTo>
                  <a:cubicBezTo>
                    <a:pt x="534" y="2368"/>
                    <a:pt x="2202" y="534"/>
                    <a:pt x="4237" y="534"/>
                  </a:cubicBezTo>
                  <a:close/>
                  <a:moveTo>
                    <a:pt x="4237" y="0"/>
                  </a:moveTo>
                  <a:cubicBezTo>
                    <a:pt x="1902" y="0"/>
                    <a:pt x="1" y="2068"/>
                    <a:pt x="1" y="4670"/>
                  </a:cubicBezTo>
                  <a:cubicBezTo>
                    <a:pt x="1" y="7205"/>
                    <a:pt x="1902" y="9340"/>
                    <a:pt x="4237" y="9340"/>
                  </a:cubicBezTo>
                  <a:cubicBezTo>
                    <a:pt x="6572" y="9340"/>
                    <a:pt x="8507" y="7239"/>
                    <a:pt x="8507" y="4670"/>
                  </a:cubicBezTo>
                  <a:cubicBezTo>
                    <a:pt x="8507" y="2068"/>
                    <a:pt x="6572" y="0"/>
                    <a:pt x="4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7">
              <a:extLst>
                <a:ext uri="{FF2B5EF4-FFF2-40B4-BE49-F238E27FC236}">
                  <a16:creationId xmlns:a16="http://schemas.microsoft.com/office/drawing/2014/main" id="{3F4BBC2E-70EF-A31E-8364-2408693D2EAE}"/>
                </a:ext>
              </a:extLst>
            </p:cNvPr>
            <p:cNvSpPr/>
            <p:nvPr/>
          </p:nvSpPr>
          <p:spPr>
            <a:xfrm>
              <a:off x="1563517" y="2099130"/>
              <a:ext cx="160272" cy="175984"/>
            </a:xfrm>
            <a:custGeom>
              <a:avLst/>
              <a:gdLst/>
              <a:ahLst/>
              <a:cxnLst/>
              <a:rect l="l" t="t" r="r" b="b"/>
              <a:pathLst>
                <a:path w="8507" h="9341" extrusionOk="0">
                  <a:moveTo>
                    <a:pt x="4270" y="534"/>
                  </a:moveTo>
                  <a:cubicBezTo>
                    <a:pt x="6305" y="534"/>
                    <a:pt x="7973" y="2368"/>
                    <a:pt x="7973" y="4670"/>
                  </a:cubicBezTo>
                  <a:cubicBezTo>
                    <a:pt x="7973" y="6938"/>
                    <a:pt x="6305" y="8773"/>
                    <a:pt x="4270" y="8773"/>
                  </a:cubicBezTo>
                  <a:cubicBezTo>
                    <a:pt x="2236" y="8773"/>
                    <a:pt x="568" y="6972"/>
                    <a:pt x="568" y="4670"/>
                  </a:cubicBezTo>
                  <a:cubicBezTo>
                    <a:pt x="568" y="2368"/>
                    <a:pt x="2236" y="534"/>
                    <a:pt x="4270" y="534"/>
                  </a:cubicBezTo>
                  <a:close/>
                  <a:moveTo>
                    <a:pt x="4270" y="0"/>
                  </a:moveTo>
                  <a:cubicBezTo>
                    <a:pt x="1935" y="0"/>
                    <a:pt x="1" y="2068"/>
                    <a:pt x="1" y="4670"/>
                  </a:cubicBezTo>
                  <a:cubicBezTo>
                    <a:pt x="1" y="7205"/>
                    <a:pt x="1935" y="9340"/>
                    <a:pt x="4270" y="9340"/>
                  </a:cubicBezTo>
                  <a:cubicBezTo>
                    <a:pt x="6605" y="9340"/>
                    <a:pt x="8507" y="7239"/>
                    <a:pt x="8507" y="4670"/>
                  </a:cubicBezTo>
                  <a:cubicBezTo>
                    <a:pt x="8507" y="2068"/>
                    <a:pt x="6605" y="0"/>
                    <a:pt x="42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7">
              <a:extLst>
                <a:ext uri="{FF2B5EF4-FFF2-40B4-BE49-F238E27FC236}">
                  <a16:creationId xmlns:a16="http://schemas.microsoft.com/office/drawing/2014/main" id="{0EB50C5D-D823-A0C6-717B-DB21A68E57EF}"/>
                </a:ext>
              </a:extLst>
            </p:cNvPr>
            <p:cNvSpPr/>
            <p:nvPr/>
          </p:nvSpPr>
          <p:spPr>
            <a:xfrm>
              <a:off x="1489360" y="2102258"/>
              <a:ext cx="91770" cy="54071"/>
            </a:xfrm>
            <a:custGeom>
              <a:avLst/>
              <a:gdLst/>
              <a:ahLst/>
              <a:cxnLst/>
              <a:rect l="l" t="t" r="r" b="b"/>
              <a:pathLst>
                <a:path w="4871" h="2870" extrusionOk="0">
                  <a:moveTo>
                    <a:pt x="1" y="1"/>
                  </a:moveTo>
                  <a:lnTo>
                    <a:pt x="1" y="535"/>
                  </a:lnTo>
                  <a:cubicBezTo>
                    <a:pt x="2169" y="1068"/>
                    <a:pt x="3703" y="2202"/>
                    <a:pt x="4237" y="2669"/>
                  </a:cubicBezTo>
                  <a:cubicBezTo>
                    <a:pt x="4404" y="2803"/>
                    <a:pt x="4504" y="2870"/>
                    <a:pt x="4504" y="2870"/>
                  </a:cubicBezTo>
                  <a:lnTo>
                    <a:pt x="4871" y="2503"/>
                  </a:lnTo>
                  <a:cubicBezTo>
                    <a:pt x="4871" y="2469"/>
                    <a:pt x="4704" y="2336"/>
                    <a:pt x="4504" y="2169"/>
                  </a:cubicBezTo>
                  <a:cubicBezTo>
                    <a:pt x="3837" y="1569"/>
                    <a:pt x="2236" y="5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7">
              <a:extLst>
                <a:ext uri="{FF2B5EF4-FFF2-40B4-BE49-F238E27FC236}">
                  <a16:creationId xmlns:a16="http://schemas.microsoft.com/office/drawing/2014/main" id="{A8065591-017F-69E6-4646-A821DFE8E134}"/>
                </a:ext>
              </a:extLst>
            </p:cNvPr>
            <p:cNvSpPr/>
            <p:nvPr/>
          </p:nvSpPr>
          <p:spPr>
            <a:xfrm>
              <a:off x="1704294" y="2126788"/>
              <a:ext cx="76698" cy="22005"/>
            </a:xfrm>
            <a:custGeom>
              <a:avLst/>
              <a:gdLst/>
              <a:ahLst/>
              <a:cxnLst/>
              <a:rect l="l" t="t" r="r" b="b"/>
              <a:pathLst>
                <a:path w="4071" h="1168" extrusionOk="0">
                  <a:moveTo>
                    <a:pt x="1963" y="1"/>
                  </a:moveTo>
                  <a:cubicBezTo>
                    <a:pt x="1339" y="1"/>
                    <a:pt x="649" y="180"/>
                    <a:pt x="1" y="734"/>
                  </a:cubicBezTo>
                  <a:lnTo>
                    <a:pt x="401" y="1167"/>
                  </a:lnTo>
                  <a:cubicBezTo>
                    <a:pt x="935" y="704"/>
                    <a:pt x="1504" y="554"/>
                    <a:pt x="2018" y="554"/>
                  </a:cubicBezTo>
                  <a:cubicBezTo>
                    <a:pt x="2949" y="554"/>
                    <a:pt x="3706" y="1046"/>
                    <a:pt x="3770" y="1067"/>
                  </a:cubicBezTo>
                  <a:lnTo>
                    <a:pt x="4070" y="600"/>
                  </a:lnTo>
                  <a:cubicBezTo>
                    <a:pt x="4027" y="600"/>
                    <a:pt x="3105" y="1"/>
                    <a:pt x="19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7">
              <a:extLst>
                <a:ext uri="{FF2B5EF4-FFF2-40B4-BE49-F238E27FC236}">
                  <a16:creationId xmlns:a16="http://schemas.microsoft.com/office/drawing/2014/main" id="{3694306D-2A99-E6E3-C9C0-97623F7B9815}"/>
                </a:ext>
              </a:extLst>
            </p:cNvPr>
            <p:cNvSpPr/>
            <p:nvPr/>
          </p:nvSpPr>
          <p:spPr>
            <a:xfrm>
              <a:off x="1294529" y="2600645"/>
              <a:ext cx="519758" cy="1020619"/>
            </a:xfrm>
            <a:custGeom>
              <a:avLst/>
              <a:gdLst/>
              <a:ahLst/>
              <a:cxnLst/>
              <a:rect l="l" t="t" r="r" b="b"/>
              <a:pathLst>
                <a:path w="27588" h="54173" extrusionOk="0">
                  <a:moveTo>
                    <a:pt x="351" y="0"/>
                  </a:moveTo>
                  <a:cubicBezTo>
                    <a:pt x="268" y="0"/>
                    <a:pt x="184" y="34"/>
                    <a:pt x="134" y="100"/>
                  </a:cubicBezTo>
                  <a:cubicBezTo>
                    <a:pt x="1" y="234"/>
                    <a:pt x="1" y="434"/>
                    <a:pt x="134" y="567"/>
                  </a:cubicBezTo>
                  <a:cubicBezTo>
                    <a:pt x="5071" y="5104"/>
                    <a:pt x="10875" y="15778"/>
                    <a:pt x="16846" y="31423"/>
                  </a:cubicBezTo>
                  <a:cubicBezTo>
                    <a:pt x="21383" y="43264"/>
                    <a:pt x="24418" y="53839"/>
                    <a:pt x="24485" y="53972"/>
                  </a:cubicBezTo>
                  <a:cubicBezTo>
                    <a:pt x="24518" y="54106"/>
                    <a:pt x="24652" y="54172"/>
                    <a:pt x="24752" y="54172"/>
                  </a:cubicBezTo>
                  <a:cubicBezTo>
                    <a:pt x="24885" y="54172"/>
                    <a:pt x="25019" y="54106"/>
                    <a:pt x="25085" y="53972"/>
                  </a:cubicBezTo>
                  <a:cubicBezTo>
                    <a:pt x="26520" y="47267"/>
                    <a:pt x="27187" y="40296"/>
                    <a:pt x="27087" y="33191"/>
                  </a:cubicBezTo>
                  <a:cubicBezTo>
                    <a:pt x="27020" y="27520"/>
                    <a:pt x="26420" y="21782"/>
                    <a:pt x="25386" y="16112"/>
                  </a:cubicBezTo>
                  <a:cubicBezTo>
                    <a:pt x="23584" y="6438"/>
                    <a:pt x="21016" y="267"/>
                    <a:pt x="20949" y="234"/>
                  </a:cubicBezTo>
                  <a:cubicBezTo>
                    <a:pt x="20901" y="113"/>
                    <a:pt x="20800" y="27"/>
                    <a:pt x="20685" y="27"/>
                  </a:cubicBezTo>
                  <a:cubicBezTo>
                    <a:pt x="20641" y="27"/>
                    <a:pt x="20595" y="39"/>
                    <a:pt x="20549" y="67"/>
                  </a:cubicBezTo>
                  <a:cubicBezTo>
                    <a:pt x="20382" y="134"/>
                    <a:pt x="20315" y="300"/>
                    <a:pt x="20382" y="467"/>
                  </a:cubicBezTo>
                  <a:cubicBezTo>
                    <a:pt x="20415" y="534"/>
                    <a:pt x="22984" y="6638"/>
                    <a:pt x="24752" y="16245"/>
                  </a:cubicBezTo>
                  <a:cubicBezTo>
                    <a:pt x="26353" y="24818"/>
                    <a:pt x="27587" y="38061"/>
                    <a:pt x="24719" y="52604"/>
                  </a:cubicBezTo>
                  <a:cubicBezTo>
                    <a:pt x="23818" y="49469"/>
                    <a:pt x="21083" y="40763"/>
                    <a:pt x="17480" y="31223"/>
                  </a:cubicBezTo>
                  <a:cubicBezTo>
                    <a:pt x="14778" y="24184"/>
                    <a:pt x="12176" y="18213"/>
                    <a:pt x="9641" y="13276"/>
                  </a:cubicBezTo>
                  <a:cubicBezTo>
                    <a:pt x="6405" y="7105"/>
                    <a:pt x="3370" y="2669"/>
                    <a:pt x="568" y="100"/>
                  </a:cubicBezTo>
                  <a:cubicBezTo>
                    <a:pt x="518" y="34"/>
                    <a:pt x="435" y="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7">
              <a:extLst>
                <a:ext uri="{FF2B5EF4-FFF2-40B4-BE49-F238E27FC236}">
                  <a16:creationId xmlns:a16="http://schemas.microsoft.com/office/drawing/2014/main" id="{69716218-05EA-DB1F-CC1D-FDADE2E33CC3}"/>
                </a:ext>
              </a:extLst>
            </p:cNvPr>
            <p:cNvSpPr/>
            <p:nvPr/>
          </p:nvSpPr>
          <p:spPr>
            <a:xfrm>
              <a:off x="1609394" y="3583554"/>
              <a:ext cx="277174" cy="386521"/>
            </a:xfrm>
            <a:custGeom>
              <a:avLst/>
              <a:gdLst/>
              <a:ahLst/>
              <a:cxnLst/>
              <a:rect l="l" t="t" r="r" b="b"/>
              <a:pathLst>
                <a:path w="14712" h="20516" extrusionOk="0">
                  <a:moveTo>
                    <a:pt x="668" y="1"/>
                  </a:moveTo>
                  <a:cubicBezTo>
                    <a:pt x="334" y="1"/>
                    <a:pt x="34" y="301"/>
                    <a:pt x="34" y="635"/>
                  </a:cubicBezTo>
                  <a:lnTo>
                    <a:pt x="34" y="19915"/>
                  </a:lnTo>
                  <a:cubicBezTo>
                    <a:pt x="1" y="20249"/>
                    <a:pt x="301" y="20516"/>
                    <a:pt x="668" y="20516"/>
                  </a:cubicBezTo>
                  <a:lnTo>
                    <a:pt x="14111" y="20516"/>
                  </a:lnTo>
                  <a:cubicBezTo>
                    <a:pt x="14444" y="20516"/>
                    <a:pt x="14711" y="20249"/>
                    <a:pt x="14711" y="19915"/>
                  </a:cubicBezTo>
                  <a:lnTo>
                    <a:pt x="14711" y="635"/>
                  </a:lnTo>
                  <a:cubicBezTo>
                    <a:pt x="14711" y="301"/>
                    <a:pt x="14444" y="1"/>
                    <a:pt x="14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7">
              <a:extLst>
                <a:ext uri="{FF2B5EF4-FFF2-40B4-BE49-F238E27FC236}">
                  <a16:creationId xmlns:a16="http://schemas.microsoft.com/office/drawing/2014/main" id="{45950E99-0A3F-C6AF-79C9-A8332843BE89}"/>
                </a:ext>
              </a:extLst>
            </p:cNvPr>
            <p:cNvSpPr/>
            <p:nvPr/>
          </p:nvSpPr>
          <p:spPr>
            <a:xfrm>
              <a:off x="1665954" y="3645784"/>
              <a:ext cx="160291" cy="6293"/>
            </a:xfrm>
            <a:custGeom>
              <a:avLst/>
              <a:gdLst/>
              <a:ahLst/>
              <a:cxnLst/>
              <a:rect l="l" t="t" r="r" b="b"/>
              <a:pathLst>
                <a:path w="8508" h="334" extrusionOk="0">
                  <a:moveTo>
                    <a:pt x="168" y="0"/>
                  </a:moveTo>
                  <a:cubicBezTo>
                    <a:pt x="101" y="0"/>
                    <a:pt x="1" y="100"/>
                    <a:pt x="1" y="167"/>
                  </a:cubicBezTo>
                  <a:cubicBezTo>
                    <a:pt x="1" y="267"/>
                    <a:pt x="34" y="334"/>
                    <a:pt x="168" y="334"/>
                  </a:cubicBezTo>
                  <a:lnTo>
                    <a:pt x="8340" y="334"/>
                  </a:lnTo>
                  <a:cubicBezTo>
                    <a:pt x="8440" y="334"/>
                    <a:pt x="8507" y="267"/>
                    <a:pt x="8507" y="167"/>
                  </a:cubicBezTo>
                  <a:cubicBezTo>
                    <a:pt x="8507" y="100"/>
                    <a:pt x="8440" y="0"/>
                    <a:pt x="8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7">
              <a:extLst>
                <a:ext uri="{FF2B5EF4-FFF2-40B4-BE49-F238E27FC236}">
                  <a16:creationId xmlns:a16="http://schemas.microsoft.com/office/drawing/2014/main" id="{A7A1C5F1-885E-A3E4-72CA-8DC05D3A92FC}"/>
                </a:ext>
              </a:extLst>
            </p:cNvPr>
            <p:cNvSpPr/>
            <p:nvPr/>
          </p:nvSpPr>
          <p:spPr>
            <a:xfrm>
              <a:off x="1665954" y="3699818"/>
              <a:ext cx="160291" cy="6311"/>
            </a:xfrm>
            <a:custGeom>
              <a:avLst/>
              <a:gdLst/>
              <a:ahLst/>
              <a:cxnLst/>
              <a:rect l="l" t="t" r="r" b="b"/>
              <a:pathLst>
                <a:path w="8508" h="335" extrusionOk="0">
                  <a:moveTo>
                    <a:pt x="168" y="1"/>
                  </a:moveTo>
                  <a:cubicBezTo>
                    <a:pt x="101" y="1"/>
                    <a:pt x="1" y="101"/>
                    <a:pt x="1" y="168"/>
                  </a:cubicBezTo>
                  <a:cubicBezTo>
                    <a:pt x="1" y="268"/>
                    <a:pt x="34" y="334"/>
                    <a:pt x="168" y="334"/>
                  </a:cubicBezTo>
                  <a:lnTo>
                    <a:pt x="8340" y="334"/>
                  </a:lnTo>
                  <a:cubicBezTo>
                    <a:pt x="8440" y="334"/>
                    <a:pt x="8507" y="268"/>
                    <a:pt x="8507" y="168"/>
                  </a:cubicBezTo>
                  <a:cubicBezTo>
                    <a:pt x="8507" y="101"/>
                    <a:pt x="8440" y="1"/>
                    <a:pt x="8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7">
              <a:extLst>
                <a:ext uri="{FF2B5EF4-FFF2-40B4-BE49-F238E27FC236}">
                  <a16:creationId xmlns:a16="http://schemas.microsoft.com/office/drawing/2014/main" id="{88A0BD3C-E5F5-28F7-19D5-BF941163D9C0}"/>
                </a:ext>
              </a:extLst>
            </p:cNvPr>
            <p:cNvSpPr/>
            <p:nvPr/>
          </p:nvSpPr>
          <p:spPr>
            <a:xfrm>
              <a:off x="1665332" y="3753250"/>
              <a:ext cx="160912" cy="6293"/>
            </a:xfrm>
            <a:custGeom>
              <a:avLst/>
              <a:gdLst/>
              <a:ahLst/>
              <a:cxnLst/>
              <a:rect l="l" t="t" r="r" b="b"/>
              <a:pathLst>
                <a:path w="8541" h="334" extrusionOk="0">
                  <a:moveTo>
                    <a:pt x="201" y="0"/>
                  </a:moveTo>
                  <a:cubicBezTo>
                    <a:pt x="134" y="0"/>
                    <a:pt x="34" y="100"/>
                    <a:pt x="34" y="167"/>
                  </a:cubicBezTo>
                  <a:cubicBezTo>
                    <a:pt x="1" y="267"/>
                    <a:pt x="67" y="334"/>
                    <a:pt x="201" y="334"/>
                  </a:cubicBezTo>
                  <a:lnTo>
                    <a:pt x="8373" y="334"/>
                  </a:lnTo>
                  <a:cubicBezTo>
                    <a:pt x="8473" y="334"/>
                    <a:pt x="8540" y="267"/>
                    <a:pt x="8540" y="167"/>
                  </a:cubicBezTo>
                  <a:cubicBezTo>
                    <a:pt x="8540" y="100"/>
                    <a:pt x="8473" y="0"/>
                    <a:pt x="8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>
              <a:extLst>
                <a:ext uri="{FF2B5EF4-FFF2-40B4-BE49-F238E27FC236}">
                  <a16:creationId xmlns:a16="http://schemas.microsoft.com/office/drawing/2014/main" id="{493786CA-4527-D07A-CD80-CE20EF0DF91E}"/>
                </a:ext>
              </a:extLst>
            </p:cNvPr>
            <p:cNvSpPr/>
            <p:nvPr/>
          </p:nvSpPr>
          <p:spPr>
            <a:xfrm>
              <a:off x="1628875" y="3602413"/>
              <a:ext cx="238213" cy="348182"/>
            </a:xfrm>
            <a:custGeom>
              <a:avLst/>
              <a:gdLst/>
              <a:ahLst/>
              <a:cxnLst/>
              <a:rect l="l" t="t" r="r" b="b"/>
              <a:pathLst>
                <a:path w="12644" h="18481" extrusionOk="0">
                  <a:moveTo>
                    <a:pt x="12343" y="301"/>
                  </a:moveTo>
                  <a:lnTo>
                    <a:pt x="12343" y="18147"/>
                  </a:lnTo>
                  <a:lnTo>
                    <a:pt x="334" y="18147"/>
                  </a:lnTo>
                  <a:lnTo>
                    <a:pt x="334" y="301"/>
                  </a:lnTo>
                  <a:close/>
                  <a:moveTo>
                    <a:pt x="168" y="1"/>
                  </a:moveTo>
                  <a:cubicBezTo>
                    <a:pt x="101" y="1"/>
                    <a:pt x="1" y="101"/>
                    <a:pt x="1" y="167"/>
                  </a:cubicBezTo>
                  <a:lnTo>
                    <a:pt x="1" y="18314"/>
                  </a:lnTo>
                  <a:cubicBezTo>
                    <a:pt x="1" y="18414"/>
                    <a:pt x="101" y="18480"/>
                    <a:pt x="168" y="18480"/>
                  </a:cubicBezTo>
                  <a:lnTo>
                    <a:pt x="12476" y="18480"/>
                  </a:lnTo>
                  <a:cubicBezTo>
                    <a:pt x="12577" y="18480"/>
                    <a:pt x="12643" y="18414"/>
                    <a:pt x="12643" y="18314"/>
                  </a:cubicBezTo>
                  <a:lnTo>
                    <a:pt x="12643" y="167"/>
                  </a:lnTo>
                  <a:cubicBezTo>
                    <a:pt x="12643" y="101"/>
                    <a:pt x="12577" y="1"/>
                    <a:pt x="124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>
              <a:extLst>
                <a:ext uri="{FF2B5EF4-FFF2-40B4-BE49-F238E27FC236}">
                  <a16:creationId xmlns:a16="http://schemas.microsoft.com/office/drawing/2014/main" id="{E2E380C2-7006-58C2-7D2F-225D83F8DD9F}"/>
                </a:ext>
              </a:extLst>
            </p:cNvPr>
            <p:cNvSpPr/>
            <p:nvPr/>
          </p:nvSpPr>
          <p:spPr>
            <a:xfrm>
              <a:off x="1747665" y="2444156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11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7">
              <a:extLst>
                <a:ext uri="{FF2B5EF4-FFF2-40B4-BE49-F238E27FC236}">
                  <a16:creationId xmlns:a16="http://schemas.microsoft.com/office/drawing/2014/main" id="{276DF728-409F-4731-8D31-38CA1C7D6255}"/>
                </a:ext>
              </a:extLst>
            </p:cNvPr>
            <p:cNvSpPr/>
            <p:nvPr/>
          </p:nvSpPr>
          <p:spPr>
            <a:xfrm>
              <a:off x="1654027" y="2361201"/>
              <a:ext cx="162156" cy="60156"/>
            </a:xfrm>
            <a:custGeom>
              <a:avLst/>
              <a:gdLst/>
              <a:ahLst/>
              <a:cxnLst/>
              <a:rect l="l" t="t" r="r" b="b"/>
              <a:pathLst>
                <a:path w="8607" h="3193" extrusionOk="0">
                  <a:moveTo>
                    <a:pt x="0" y="0"/>
                  </a:moveTo>
                  <a:cubicBezTo>
                    <a:pt x="0" y="0"/>
                    <a:pt x="501" y="2735"/>
                    <a:pt x="3303" y="3136"/>
                  </a:cubicBezTo>
                  <a:cubicBezTo>
                    <a:pt x="3565" y="3175"/>
                    <a:pt x="3817" y="3193"/>
                    <a:pt x="4059" y="3193"/>
                  </a:cubicBezTo>
                  <a:cubicBezTo>
                    <a:pt x="7117" y="3193"/>
                    <a:pt x="8606" y="300"/>
                    <a:pt x="8606" y="300"/>
                  </a:cubicBezTo>
                  <a:lnTo>
                    <a:pt x="8606" y="300"/>
                  </a:lnTo>
                  <a:cubicBezTo>
                    <a:pt x="7603" y="482"/>
                    <a:pt x="6542" y="549"/>
                    <a:pt x="5520" y="549"/>
                  </a:cubicBezTo>
                  <a:cubicBezTo>
                    <a:pt x="2599" y="5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4" name="Google Shape;1364;p47">
            <a:extLst>
              <a:ext uri="{FF2B5EF4-FFF2-40B4-BE49-F238E27FC236}">
                <a16:creationId xmlns:a16="http://schemas.microsoft.com/office/drawing/2014/main" id="{97AAA817-6260-D47A-48F9-5DA0522A7F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952" y="500027"/>
            <a:ext cx="5282644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CURRICULUM</a:t>
            </a:r>
            <a:endParaRPr dirty="0"/>
          </a:p>
        </p:txBody>
      </p:sp>
      <p:sp>
        <p:nvSpPr>
          <p:cNvPr id="1365" name="Google Shape;1365;p47">
            <a:extLst>
              <a:ext uri="{FF2B5EF4-FFF2-40B4-BE49-F238E27FC236}">
                <a16:creationId xmlns:a16="http://schemas.microsoft.com/office/drawing/2014/main" id="{E2EE70BB-4927-FD96-FFEC-17552919A4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7074" y="1952366"/>
            <a:ext cx="16641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Game Design</a:t>
            </a:r>
            <a:endParaRPr dirty="0"/>
          </a:p>
        </p:txBody>
      </p:sp>
      <p:sp>
        <p:nvSpPr>
          <p:cNvPr id="1366" name="Google Shape;1366;p47">
            <a:extLst>
              <a:ext uri="{FF2B5EF4-FFF2-40B4-BE49-F238E27FC236}">
                <a16:creationId xmlns:a16="http://schemas.microsoft.com/office/drawing/2014/main" id="{17D99D10-C806-D925-8C65-FF71F6F9C43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27074" y="3214238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One-day workshop on "Games Designing", at PSG PTC</a:t>
            </a:r>
            <a:endParaRPr dirty="0"/>
          </a:p>
        </p:txBody>
      </p:sp>
      <p:sp>
        <p:nvSpPr>
          <p:cNvPr id="1367" name="Google Shape;1367;p47">
            <a:extLst>
              <a:ext uri="{FF2B5EF4-FFF2-40B4-BE49-F238E27FC236}">
                <a16:creationId xmlns:a16="http://schemas.microsoft.com/office/drawing/2014/main" id="{0A3FEC7A-4385-5632-3B7C-7261843C11D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670103" y="2067650"/>
            <a:ext cx="1809719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National level Conference</a:t>
            </a:r>
            <a:endParaRPr dirty="0"/>
          </a:p>
        </p:txBody>
      </p:sp>
      <p:sp>
        <p:nvSpPr>
          <p:cNvPr id="1368" name="Google Shape;1368;p47">
            <a:extLst>
              <a:ext uri="{FF2B5EF4-FFF2-40B4-BE49-F238E27FC236}">
                <a16:creationId xmlns:a16="http://schemas.microsoft.com/office/drawing/2014/main" id="{A777DB70-3833-0CF6-F4DD-559739CB036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685573" y="3214244"/>
            <a:ext cx="1814395" cy="86220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Emerging Trends in </a:t>
            </a:r>
            <a:r>
              <a:rPr lang="en-US" dirty="0" err="1"/>
              <a:t>Defence</a:t>
            </a:r>
            <a:r>
              <a:rPr lang="en-US" dirty="0"/>
              <a:t>, Agriculture &amp; Artificial Intelligence Sector - PSG PTC</a:t>
            </a:r>
            <a:endParaRPr dirty="0"/>
          </a:p>
        </p:txBody>
      </p:sp>
      <p:sp>
        <p:nvSpPr>
          <p:cNvPr id="1369" name="Google Shape;1369;p47">
            <a:extLst>
              <a:ext uri="{FF2B5EF4-FFF2-40B4-BE49-F238E27FC236}">
                <a16:creationId xmlns:a16="http://schemas.microsoft.com/office/drawing/2014/main" id="{AD11E9DE-14EE-B3F3-791C-27396B4277B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853336" y="1984105"/>
            <a:ext cx="16641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WORK SHOP</a:t>
            </a:r>
            <a:endParaRPr dirty="0"/>
          </a:p>
        </p:txBody>
      </p:sp>
      <p:sp>
        <p:nvSpPr>
          <p:cNvPr id="1370" name="Google Shape;1370;p47">
            <a:extLst>
              <a:ext uri="{FF2B5EF4-FFF2-40B4-BE49-F238E27FC236}">
                <a16:creationId xmlns:a16="http://schemas.microsoft.com/office/drawing/2014/main" id="{E975210D-334E-4BF9-BB6E-30A9550AE15B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809649" y="3214244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Computational Biology: The Power of Bioinformatics, at PSG ITECH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094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>
          <a:extLst>
            <a:ext uri="{FF2B5EF4-FFF2-40B4-BE49-F238E27FC236}">
              <a16:creationId xmlns:a16="http://schemas.microsoft.com/office/drawing/2014/main" id="{1962C889-3F88-F335-DFE7-3C484CAC7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47">
            <a:extLst>
              <a:ext uri="{FF2B5EF4-FFF2-40B4-BE49-F238E27FC236}">
                <a16:creationId xmlns:a16="http://schemas.microsoft.com/office/drawing/2014/main" id="{262E58BE-75F3-9262-B098-72EBC5D5085C}"/>
              </a:ext>
            </a:extLst>
          </p:cNvPr>
          <p:cNvSpPr/>
          <p:nvPr/>
        </p:nvSpPr>
        <p:spPr>
          <a:xfrm>
            <a:off x="4750972" y="1462333"/>
            <a:ext cx="2160374" cy="2664158"/>
          </a:xfrm>
          <a:prstGeom prst="roundRect">
            <a:avLst>
              <a:gd name="adj" fmla="val 1132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0" name="Google Shape;1310;p47">
            <a:extLst>
              <a:ext uri="{FF2B5EF4-FFF2-40B4-BE49-F238E27FC236}">
                <a16:creationId xmlns:a16="http://schemas.microsoft.com/office/drawing/2014/main" id="{0E1DF663-C429-31CE-B328-CA9BBACCE46D}"/>
              </a:ext>
            </a:extLst>
          </p:cNvPr>
          <p:cNvSpPr/>
          <p:nvPr/>
        </p:nvSpPr>
        <p:spPr>
          <a:xfrm>
            <a:off x="2141922" y="1709861"/>
            <a:ext cx="1852800" cy="2143800"/>
          </a:xfrm>
          <a:prstGeom prst="roundRect">
            <a:avLst>
              <a:gd name="adj" fmla="val 1132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1" name="Google Shape;1311;p47">
            <a:extLst>
              <a:ext uri="{FF2B5EF4-FFF2-40B4-BE49-F238E27FC236}">
                <a16:creationId xmlns:a16="http://schemas.microsoft.com/office/drawing/2014/main" id="{682AF115-480B-E90A-684A-39B0B905332F}"/>
              </a:ext>
            </a:extLst>
          </p:cNvPr>
          <p:cNvGrpSpPr/>
          <p:nvPr/>
        </p:nvGrpSpPr>
        <p:grpSpPr>
          <a:xfrm>
            <a:off x="2861058" y="2309705"/>
            <a:ext cx="434000" cy="431975"/>
            <a:chOff x="848400" y="2261450"/>
            <a:chExt cx="434000" cy="431975"/>
          </a:xfrm>
        </p:grpSpPr>
        <p:sp>
          <p:nvSpPr>
            <p:cNvPr id="1312" name="Google Shape;1312;p47">
              <a:extLst>
                <a:ext uri="{FF2B5EF4-FFF2-40B4-BE49-F238E27FC236}">
                  <a16:creationId xmlns:a16="http://schemas.microsoft.com/office/drawing/2014/main" id="{B764862A-4FCB-3434-4923-04CD9FF42B39}"/>
                </a:ext>
              </a:extLst>
            </p:cNvPr>
            <p:cNvSpPr/>
            <p:nvPr/>
          </p:nvSpPr>
          <p:spPr>
            <a:xfrm>
              <a:off x="848400" y="2261450"/>
              <a:ext cx="204125" cy="266500"/>
            </a:xfrm>
            <a:custGeom>
              <a:avLst/>
              <a:gdLst/>
              <a:ahLst/>
              <a:cxnLst/>
              <a:rect l="l" t="t" r="r" b="b"/>
              <a:pathLst>
                <a:path w="8165" h="10660" extrusionOk="0">
                  <a:moveTo>
                    <a:pt x="6130" y="1519"/>
                  </a:moveTo>
                  <a:cubicBezTo>
                    <a:pt x="6402" y="1519"/>
                    <a:pt x="6646" y="1736"/>
                    <a:pt x="6646" y="2034"/>
                  </a:cubicBezTo>
                  <a:cubicBezTo>
                    <a:pt x="6646" y="2306"/>
                    <a:pt x="6402" y="2523"/>
                    <a:pt x="6130" y="2523"/>
                  </a:cubicBezTo>
                  <a:lnTo>
                    <a:pt x="2035" y="2523"/>
                  </a:lnTo>
                  <a:cubicBezTo>
                    <a:pt x="1764" y="2523"/>
                    <a:pt x="1519" y="2306"/>
                    <a:pt x="1519" y="2034"/>
                  </a:cubicBezTo>
                  <a:cubicBezTo>
                    <a:pt x="1519" y="1736"/>
                    <a:pt x="1764" y="1519"/>
                    <a:pt x="2035" y="1519"/>
                  </a:cubicBezTo>
                  <a:close/>
                  <a:moveTo>
                    <a:pt x="6130" y="3553"/>
                  </a:moveTo>
                  <a:cubicBezTo>
                    <a:pt x="6402" y="3553"/>
                    <a:pt x="6646" y="3770"/>
                    <a:pt x="6646" y="4069"/>
                  </a:cubicBezTo>
                  <a:cubicBezTo>
                    <a:pt x="6646" y="4340"/>
                    <a:pt x="6402" y="4557"/>
                    <a:pt x="6130" y="4557"/>
                  </a:cubicBezTo>
                  <a:lnTo>
                    <a:pt x="2035" y="4557"/>
                  </a:lnTo>
                  <a:cubicBezTo>
                    <a:pt x="1764" y="4557"/>
                    <a:pt x="1519" y="4340"/>
                    <a:pt x="1519" y="4069"/>
                  </a:cubicBezTo>
                  <a:cubicBezTo>
                    <a:pt x="1519" y="3770"/>
                    <a:pt x="1764" y="3553"/>
                    <a:pt x="2035" y="3553"/>
                  </a:cubicBezTo>
                  <a:close/>
                  <a:moveTo>
                    <a:pt x="6130" y="5588"/>
                  </a:moveTo>
                  <a:cubicBezTo>
                    <a:pt x="6402" y="5588"/>
                    <a:pt x="6646" y="5805"/>
                    <a:pt x="6646" y="6103"/>
                  </a:cubicBezTo>
                  <a:cubicBezTo>
                    <a:pt x="6646" y="6374"/>
                    <a:pt x="6402" y="6591"/>
                    <a:pt x="6130" y="6591"/>
                  </a:cubicBezTo>
                  <a:lnTo>
                    <a:pt x="2035" y="6591"/>
                  </a:lnTo>
                  <a:cubicBezTo>
                    <a:pt x="1764" y="6591"/>
                    <a:pt x="1519" y="6374"/>
                    <a:pt x="1519" y="6103"/>
                  </a:cubicBezTo>
                  <a:cubicBezTo>
                    <a:pt x="1519" y="5805"/>
                    <a:pt x="1764" y="5588"/>
                    <a:pt x="2035" y="5588"/>
                  </a:cubicBezTo>
                  <a:close/>
                  <a:moveTo>
                    <a:pt x="6130" y="7622"/>
                  </a:moveTo>
                  <a:cubicBezTo>
                    <a:pt x="6402" y="7622"/>
                    <a:pt x="6646" y="7839"/>
                    <a:pt x="6646" y="8137"/>
                  </a:cubicBezTo>
                  <a:cubicBezTo>
                    <a:pt x="6646" y="8409"/>
                    <a:pt x="6456" y="8626"/>
                    <a:pt x="6130" y="8626"/>
                  </a:cubicBezTo>
                  <a:lnTo>
                    <a:pt x="2035" y="8626"/>
                  </a:lnTo>
                  <a:cubicBezTo>
                    <a:pt x="1764" y="8626"/>
                    <a:pt x="1519" y="8409"/>
                    <a:pt x="1519" y="8137"/>
                  </a:cubicBezTo>
                  <a:cubicBezTo>
                    <a:pt x="1519" y="7839"/>
                    <a:pt x="1764" y="7622"/>
                    <a:pt x="2035" y="7622"/>
                  </a:cubicBezTo>
                  <a:close/>
                  <a:moveTo>
                    <a:pt x="516" y="0"/>
                  </a:moveTo>
                  <a:cubicBezTo>
                    <a:pt x="245" y="0"/>
                    <a:pt x="0" y="217"/>
                    <a:pt x="0" y="488"/>
                  </a:cubicBezTo>
                  <a:lnTo>
                    <a:pt x="0" y="10172"/>
                  </a:lnTo>
                  <a:lnTo>
                    <a:pt x="6646" y="10172"/>
                  </a:lnTo>
                  <a:cubicBezTo>
                    <a:pt x="7215" y="10172"/>
                    <a:pt x="7758" y="10361"/>
                    <a:pt x="8165" y="10660"/>
                  </a:cubicBezTo>
                  <a:lnTo>
                    <a:pt x="8165" y="1519"/>
                  </a:lnTo>
                  <a:cubicBezTo>
                    <a:pt x="8165" y="678"/>
                    <a:pt x="7487" y="0"/>
                    <a:pt x="66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7">
              <a:extLst>
                <a:ext uri="{FF2B5EF4-FFF2-40B4-BE49-F238E27FC236}">
                  <a16:creationId xmlns:a16="http://schemas.microsoft.com/office/drawing/2014/main" id="{E7FF119D-1CB1-1980-A5FC-E1FE2F4F22B4}"/>
                </a:ext>
              </a:extLst>
            </p:cNvPr>
            <p:cNvSpPr/>
            <p:nvPr/>
          </p:nvSpPr>
          <p:spPr>
            <a:xfrm>
              <a:off x="1078275" y="2261450"/>
              <a:ext cx="204125" cy="266500"/>
            </a:xfrm>
            <a:custGeom>
              <a:avLst/>
              <a:gdLst/>
              <a:ahLst/>
              <a:cxnLst/>
              <a:rect l="l" t="t" r="r" b="b"/>
              <a:pathLst>
                <a:path w="8165" h="10660" extrusionOk="0">
                  <a:moveTo>
                    <a:pt x="6130" y="1519"/>
                  </a:moveTo>
                  <a:cubicBezTo>
                    <a:pt x="6402" y="1519"/>
                    <a:pt x="6646" y="1736"/>
                    <a:pt x="6646" y="2034"/>
                  </a:cubicBezTo>
                  <a:cubicBezTo>
                    <a:pt x="6646" y="2306"/>
                    <a:pt x="6429" y="2523"/>
                    <a:pt x="6130" y="2523"/>
                  </a:cubicBezTo>
                  <a:lnTo>
                    <a:pt x="2035" y="2523"/>
                  </a:lnTo>
                  <a:cubicBezTo>
                    <a:pt x="1764" y="2523"/>
                    <a:pt x="1519" y="2306"/>
                    <a:pt x="1519" y="2034"/>
                  </a:cubicBezTo>
                  <a:cubicBezTo>
                    <a:pt x="1519" y="1736"/>
                    <a:pt x="1764" y="1519"/>
                    <a:pt x="2035" y="1519"/>
                  </a:cubicBezTo>
                  <a:close/>
                  <a:moveTo>
                    <a:pt x="6130" y="3553"/>
                  </a:moveTo>
                  <a:cubicBezTo>
                    <a:pt x="6402" y="3553"/>
                    <a:pt x="6646" y="3770"/>
                    <a:pt x="6646" y="4069"/>
                  </a:cubicBezTo>
                  <a:cubicBezTo>
                    <a:pt x="6646" y="4340"/>
                    <a:pt x="6429" y="4557"/>
                    <a:pt x="6130" y="4557"/>
                  </a:cubicBezTo>
                  <a:lnTo>
                    <a:pt x="2035" y="4557"/>
                  </a:lnTo>
                  <a:cubicBezTo>
                    <a:pt x="1764" y="4557"/>
                    <a:pt x="1519" y="4340"/>
                    <a:pt x="1519" y="4069"/>
                  </a:cubicBezTo>
                  <a:cubicBezTo>
                    <a:pt x="1519" y="3770"/>
                    <a:pt x="1764" y="3553"/>
                    <a:pt x="2035" y="3553"/>
                  </a:cubicBezTo>
                  <a:close/>
                  <a:moveTo>
                    <a:pt x="6130" y="5588"/>
                  </a:moveTo>
                  <a:cubicBezTo>
                    <a:pt x="6402" y="5588"/>
                    <a:pt x="6646" y="5805"/>
                    <a:pt x="6646" y="6103"/>
                  </a:cubicBezTo>
                  <a:cubicBezTo>
                    <a:pt x="6646" y="6374"/>
                    <a:pt x="6429" y="6591"/>
                    <a:pt x="6130" y="6591"/>
                  </a:cubicBezTo>
                  <a:lnTo>
                    <a:pt x="2035" y="6591"/>
                  </a:lnTo>
                  <a:cubicBezTo>
                    <a:pt x="1764" y="6591"/>
                    <a:pt x="1519" y="6374"/>
                    <a:pt x="1519" y="6103"/>
                  </a:cubicBezTo>
                  <a:cubicBezTo>
                    <a:pt x="1519" y="5805"/>
                    <a:pt x="1764" y="5588"/>
                    <a:pt x="2035" y="5588"/>
                  </a:cubicBezTo>
                  <a:close/>
                  <a:moveTo>
                    <a:pt x="6130" y="7622"/>
                  </a:moveTo>
                  <a:cubicBezTo>
                    <a:pt x="6402" y="7622"/>
                    <a:pt x="6646" y="7839"/>
                    <a:pt x="6646" y="8137"/>
                  </a:cubicBezTo>
                  <a:cubicBezTo>
                    <a:pt x="6646" y="8409"/>
                    <a:pt x="6429" y="8626"/>
                    <a:pt x="6130" y="8626"/>
                  </a:cubicBezTo>
                  <a:lnTo>
                    <a:pt x="2035" y="8626"/>
                  </a:lnTo>
                  <a:cubicBezTo>
                    <a:pt x="1764" y="8626"/>
                    <a:pt x="1519" y="8409"/>
                    <a:pt x="1519" y="8137"/>
                  </a:cubicBezTo>
                  <a:cubicBezTo>
                    <a:pt x="1519" y="7839"/>
                    <a:pt x="1764" y="7622"/>
                    <a:pt x="2035" y="7622"/>
                  </a:cubicBezTo>
                  <a:close/>
                  <a:moveTo>
                    <a:pt x="1492" y="0"/>
                  </a:moveTo>
                  <a:cubicBezTo>
                    <a:pt x="651" y="0"/>
                    <a:pt x="0" y="678"/>
                    <a:pt x="0" y="1519"/>
                  </a:cubicBezTo>
                  <a:lnTo>
                    <a:pt x="0" y="10660"/>
                  </a:lnTo>
                  <a:cubicBezTo>
                    <a:pt x="434" y="10361"/>
                    <a:pt x="950" y="10172"/>
                    <a:pt x="1519" y="10172"/>
                  </a:cubicBezTo>
                  <a:lnTo>
                    <a:pt x="8165" y="10172"/>
                  </a:lnTo>
                  <a:lnTo>
                    <a:pt x="8165" y="488"/>
                  </a:lnTo>
                  <a:cubicBezTo>
                    <a:pt x="8165" y="217"/>
                    <a:pt x="7975" y="0"/>
                    <a:pt x="76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7">
              <a:extLst>
                <a:ext uri="{FF2B5EF4-FFF2-40B4-BE49-F238E27FC236}">
                  <a16:creationId xmlns:a16="http://schemas.microsoft.com/office/drawing/2014/main" id="{B150FB7C-F902-D236-64D6-75E375C08F49}"/>
                </a:ext>
              </a:extLst>
            </p:cNvPr>
            <p:cNvSpPr/>
            <p:nvPr/>
          </p:nvSpPr>
          <p:spPr>
            <a:xfrm>
              <a:off x="848400" y="2540825"/>
              <a:ext cx="204125" cy="76650"/>
            </a:xfrm>
            <a:custGeom>
              <a:avLst/>
              <a:gdLst/>
              <a:ahLst/>
              <a:cxnLst/>
              <a:rect l="l" t="t" r="r" b="b"/>
              <a:pathLst>
                <a:path w="8165" h="3066" extrusionOk="0">
                  <a:moveTo>
                    <a:pt x="0" y="0"/>
                  </a:moveTo>
                  <a:lnTo>
                    <a:pt x="0" y="1519"/>
                  </a:lnTo>
                  <a:lnTo>
                    <a:pt x="6646" y="1519"/>
                  </a:lnTo>
                  <a:cubicBezTo>
                    <a:pt x="7487" y="1519"/>
                    <a:pt x="8165" y="2197"/>
                    <a:pt x="8165" y="3065"/>
                  </a:cubicBezTo>
                  <a:lnTo>
                    <a:pt x="8165" y="1519"/>
                  </a:lnTo>
                  <a:cubicBezTo>
                    <a:pt x="8165" y="678"/>
                    <a:pt x="7487" y="0"/>
                    <a:pt x="66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7">
              <a:extLst>
                <a:ext uri="{FF2B5EF4-FFF2-40B4-BE49-F238E27FC236}">
                  <a16:creationId xmlns:a16="http://schemas.microsoft.com/office/drawing/2014/main" id="{84D417DD-30FD-195C-A589-742F926D248A}"/>
                </a:ext>
              </a:extLst>
            </p:cNvPr>
            <p:cNvSpPr/>
            <p:nvPr/>
          </p:nvSpPr>
          <p:spPr>
            <a:xfrm>
              <a:off x="848400" y="2604550"/>
              <a:ext cx="293650" cy="88875"/>
            </a:xfrm>
            <a:custGeom>
              <a:avLst/>
              <a:gdLst/>
              <a:ahLst/>
              <a:cxnLst/>
              <a:rect l="l" t="t" r="r" b="b"/>
              <a:pathLst>
                <a:path w="11746" h="3555" extrusionOk="0">
                  <a:moveTo>
                    <a:pt x="0" y="1"/>
                  </a:moveTo>
                  <a:lnTo>
                    <a:pt x="0" y="1004"/>
                  </a:lnTo>
                  <a:cubicBezTo>
                    <a:pt x="0" y="1276"/>
                    <a:pt x="245" y="1520"/>
                    <a:pt x="516" y="1520"/>
                  </a:cubicBezTo>
                  <a:lnTo>
                    <a:pt x="6212" y="1520"/>
                  </a:lnTo>
                  <a:cubicBezTo>
                    <a:pt x="6456" y="2659"/>
                    <a:pt x="7460" y="3554"/>
                    <a:pt x="8680" y="3554"/>
                  </a:cubicBezTo>
                  <a:cubicBezTo>
                    <a:pt x="9901" y="3554"/>
                    <a:pt x="10959" y="2659"/>
                    <a:pt x="11148" y="1520"/>
                  </a:cubicBezTo>
                  <a:lnTo>
                    <a:pt x="11745" y="1520"/>
                  </a:lnTo>
                  <a:lnTo>
                    <a:pt x="11745" y="1"/>
                  </a:lnTo>
                  <a:lnTo>
                    <a:pt x="10714" y="1"/>
                  </a:lnTo>
                  <a:cubicBezTo>
                    <a:pt x="10443" y="1"/>
                    <a:pt x="10199" y="218"/>
                    <a:pt x="10199" y="516"/>
                  </a:cubicBezTo>
                  <a:cubicBezTo>
                    <a:pt x="10199" y="1357"/>
                    <a:pt x="9521" y="2035"/>
                    <a:pt x="8680" y="2035"/>
                  </a:cubicBezTo>
                  <a:cubicBezTo>
                    <a:pt x="7839" y="2035"/>
                    <a:pt x="7161" y="1357"/>
                    <a:pt x="7161" y="516"/>
                  </a:cubicBezTo>
                  <a:cubicBezTo>
                    <a:pt x="7161" y="218"/>
                    <a:pt x="6917" y="1"/>
                    <a:pt x="66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7">
              <a:extLst>
                <a:ext uri="{FF2B5EF4-FFF2-40B4-BE49-F238E27FC236}">
                  <a16:creationId xmlns:a16="http://schemas.microsoft.com/office/drawing/2014/main" id="{96349712-9BF0-4DF9-6DF5-B605813EFE43}"/>
                </a:ext>
              </a:extLst>
            </p:cNvPr>
            <p:cNvSpPr/>
            <p:nvPr/>
          </p:nvSpPr>
          <p:spPr>
            <a:xfrm>
              <a:off x="1255925" y="2604550"/>
              <a:ext cx="26475" cy="38000"/>
            </a:xfrm>
            <a:custGeom>
              <a:avLst/>
              <a:gdLst/>
              <a:ahLst/>
              <a:cxnLst/>
              <a:rect l="l" t="t" r="r" b="b"/>
              <a:pathLst>
                <a:path w="1059" h="1520" extrusionOk="0">
                  <a:moveTo>
                    <a:pt x="1" y="1"/>
                  </a:moveTo>
                  <a:lnTo>
                    <a:pt x="1" y="1520"/>
                  </a:lnTo>
                  <a:lnTo>
                    <a:pt x="543" y="1520"/>
                  </a:lnTo>
                  <a:cubicBezTo>
                    <a:pt x="815" y="1520"/>
                    <a:pt x="1059" y="1276"/>
                    <a:pt x="1059" y="1004"/>
                  </a:cubicBezTo>
                  <a:lnTo>
                    <a:pt x="10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7">
              <a:extLst>
                <a:ext uri="{FF2B5EF4-FFF2-40B4-BE49-F238E27FC236}">
                  <a16:creationId xmlns:a16="http://schemas.microsoft.com/office/drawing/2014/main" id="{F9C057FE-5DB4-05B2-877B-FFAB0042715E}"/>
                </a:ext>
              </a:extLst>
            </p:cNvPr>
            <p:cNvSpPr/>
            <p:nvPr/>
          </p:nvSpPr>
          <p:spPr>
            <a:xfrm>
              <a:off x="1167100" y="2604550"/>
              <a:ext cx="63775" cy="88875"/>
            </a:xfrm>
            <a:custGeom>
              <a:avLst/>
              <a:gdLst/>
              <a:ahLst/>
              <a:cxnLst/>
              <a:rect l="l" t="t" r="r" b="b"/>
              <a:pathLst>
                <a:path w="2551" h="3555" extrusionOk="0">
                  <a:moveTo>
                    <a:pt x="1" y="1"/>
                  </a:moveTo>
                  <a:lnTo>
                    <a:pt x="1" y="3039"/>
                  </a:lnTo>
                  <a:cubicBezTo>
                    <a:pt x="1" y="3256"/>
                    <a:pt x="136" y="3446"/>
                    <a:pt x="353" y="3527"/>
                  </a:cubicBezTo>
                  <a:cubicBezTo>
                    <a:pt x="399" y="3540"/>
                    <a:pt x="449" y="3547"/>
                    <a:pt x="499" y="3547"/>
                  </a:cubicBezTo>
                  <a:cubicBezTo>
                    <a:pt x="655" y="3547"/>
                    <a:pt x="820" y="3481"/>
                    <a:pt x="923" y="3337"/>
                  </a:cubicBezTo>
                  <a:lnTo>
                    <a:pt x="1248" y="2876"/>
                  </a:lnTo>
                  <a:lnTo>
                    <a:pt x="1628" y="3337"/>
                  </a:lnTo>
                  <a:cubicBezTo>
                    <a:pt x="1737" y="3473"/>
                    <a:pt x="1872" y="3554"/>
                    <a:pt x="2035" y="3554"/>
                  </a:cubicBezTo>
                  <a:cubicBezTo>
                    <a:pt x="2116" y="3554"/>
                    <a:pt x="2143" y="3554"/>
                    <a:pt x="2198" y="3527"/>
                  </a:cubicBezTo>
                  <a:cubicBezTo>
                    <a:pt x="2415" y="3446"/>
                    <a:pt x="2550" y="3256"/>
                    <a:pt x="2550" y="3039"/>
                  </a:cubicBezTo>
                  <a:lnTo>
                    <a:pt x="25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7">
              <a:extLst>
                <a:ext uri="{FF2B5EF4-FFF2-40B4-BE49-F238E27FC236}">
                  <a16:creationId xmlns:a16="http://schemas.microsoft.com/office/drawing/2014/main" id="{CAB36383-247C-25D2-2415-CB81E467E9A8}"/>
                </a:ext>
              </a:extLst>
            </p:cNvPr>
            <p:cNvSpPr/>
            <p:nvPr/>
          </p:nvSpPr>
          <p:spPr>
            <a:xfrm>
              <a:off x="1078275" y="2540825"/>
              <a:ext cx="204125" cy="76650"/>
            </a:xfrm>
            <a:custGeom>
              <a:avLst/>
              <a:gdLst/>
              <a:ahLst/>
              <a:cxnLst/>
              <a:rect l="l" t="t" r="r" b="b"/>
              <a:pathLst>
                <a:path w="8165" h="3066" extrusionOk="0">
                  <a:moveTo>
                    <a:pt x="1519" y="0"/>
                  </a:moveTo>
                  <a:cubicBezTo>
                    <a:pt x="706" y="0"/>
                    <a:pt x="0" y="678"/>
                    <a:pt x="0" y="1519"/>
                  </a:cubicBezTo>
                  <a:lnTo>
                    <a:pt x="0" y="3065"/>
                  </a:lnTo>
                  <a:cubicBezTo>
                    <a:pt x="0" y="2197"/>
                    <a:pt x="679" y="1519"/>
                    <a:pt x="1519" y="1519"/>
                  </a:cubicBezTo>
                  <a:lnTo>
                    <a:pt x="8165" y="1519"/>
                  </a:lnTo>
                  <a:lnTo>
                    <a:pt x="81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3" name="Google Shape;1323;p47">
            <a:extLst>
              <a:ext uri="{FF2B5EF4-FFF2-40B4-BE49-F238E27FC236}">
                <a16:creationId xmlns:a16="http://schemas.microsoft.com/office/drawing/2014/main" id="{E6F0B30F-DB23-7B06-B1A4-E51E8A8AC1B6}"/>
              </a:ext>
            </a:extLst>
          </p:cNvPr>
          <p:cNvGrpSpPr/>
          <p:nvPr/>
        </p:nvGrpSpPr>
        <p:grpSpPr>
          <a:xfrm>
            <a:off x="5644565" y="2516317"/>
            <a:ext cx="434025" cy="433850"/>
            <a:chOff x="5766625" y="2260925"/>
            <a:chExt cx="434025" cy="433850"/>
          </a:xfrm>
        </p:grpSpPr>
        <p:sp>
          <p:nvSpPr>
            <p:cNvPr id="1324" name="Google Shape;1324;p47">
              <a:extLst>
                <a:ext uri="{FF2B5EF4-FFF2-40B4-BE49-F238E27FC236}">
                  <a16:creationId xmlns:a16="http://schemas.microsoft.com/office/drawing/2014/main" id="{C97E5950-C063-B9F9-0443-C8E5144EA323}"/>
                </a:ext>
              </a:extLst>
            </p:cNvPr>
            <p:cNvSpPr/>
            <p:nvPr/>
          </p:nvSpPr>
          <p:spPr>
            <a:xfrm>
              <a:off x="6098900" y="2652700"/>
              <a:ext cx="75975" cy="42075"/>
            </a:xfrm>
            <a:custGeom>
              <a:avLst/>
              <a:gdLst/>
              <a:ahLst/>
              <a:cxnLst/>
              <a:rect l="l" t="t" r="r" b="b"/>
              <a:pathLst>
                <a:path w="3039" h="1683" extrusionOk="0">
                  <a:moveTo>
                    <a:pt x="1" y="1"/>
                  </a:moveTo>
                  <a:lnTo>
                    <a:pt x="1" y="1194"/>
                  </a:lnTo>
                  <a:cubicBezTo>
                    <a:pt x="1" y="1465"/>
                    <a:pt x="218" y="1682"/>
                    <a:pt x="489" y="1682"/>
                  </a:cubicBezTo>
                  <a:lnTo>
                    <a:pt x="2198" y="1682"/>
                  </a:lnTo>
                  <a:cubicBezTo>
                    <a:pt x="2659" y="1682"/>
                    <a:pt x="3039" y="1330"/>
                    <a:pt x="3039" y="841"/>
                  </a:cubicBezTo>
                  <a:cubicBezTo>
                    <a:pt x="3039" y="380"/>
                    <a:pt x="2659" y="1"/>
                    <a:pt x="21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7">
              <a:extLst>
                <a:ext uri="{FF2B5EF4-FFF2-40B4-BE49-F238E27FC236}">
                  <a16:creationId xmlns:a16="http://schemas.microsoft.com/office/drawing/2014/main" id="{74BFE6C5-24FC-36B3-B2CF-AA3BF8793AB0}"/>
                </a:ext>
              </a:extLst>
            </p:cNvPr>
            <p:cNvSpPr/>
            <p:nvPr/>
          </p:nvSpPr>
          <p:spPr>
            <a:xfrm>
              <a:off x="5766625" y="2279750"/>
              <a:ext cx="67850" cy="265150"/>
            </a:xfrm>
            <a:custGeom>
              <a:avLst/>
              <a:gdLst/>
              <a:ahLst/>
              <a:cxnLst/>
              <a:rect l="l" t="t" r="r" b="b"/>
              <a:pathLst>
                <a:path w="2714" h="10606" extrusionOk="0">
                  <a:moveTo>
                    <a:pt x="1357" y="1"/>
                  </a:moveTo>
                  <a:cubicBezTo>
                    <a:pt x="598" y="1"/>
                    <a:pt x="1" y="624"/>
                    <a:pt x="1" y="1357"/>
                  </a:cubicBezTo>
                  <a:lnTo>
                    <a:pt x="1" y="10606"/>
                  </a:lnTo>
                  <a:cubicBezTo>
                    <a:pt x="354" y="10335"/>
                    <a:pt x="842" y="10172"/>
                    <a:pt x="1357" y="10172"/>
                  </a:cubicBezTo>
                  <a:lnTo>
                    <a:pt x="2713" y="10172"/>
                  </a:lnTo>
                  <a:lnTo>
                    <a:pt x="2713" y="516"/>
                  </a:lnTo>
                  <a:cubicBezTo>
                    <a:pt x="2713" y="245"/>
                    <a:pt x="2469" y="1"/>
                    <a:pt x="21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7">
              <a:extLst>
                <a:ext uri="{FF2B5EF4-FFF2-40B4-BE49-F238E27FC236}">
                  <a16:creationId xmlns:a16="http://schemas.microsoft.com/office/drawing/2014/main" id="{7AEF22C5-2E7E-3ABF-799D-449F5713B801}"/>
                </a:ext>
              </a:extLst>
            </p:cNvPr>
            <p:cNvSpPr/>
            <p:nvPr/>
          </p:nvSpPr>
          <p:spPr>
            <a:xfrm>
              <a:off x="5766625" y="2330600"/>
              <a:ext cx="434025" cy="343150"/>
            </a:xfrm>
            <a:custGeom>
              <a:avLst/>
              <a:gdLst/>
              <a:ahLst/>
              <a:cxnLst/>
              <a:rect l="l" t="t" r="r" b="b"/>
              <a:pathLst>
                <a:path w="17361" h="13726" extrusionOk="0">
                  <a:moveTo>
                    <a:pt x="3717" y="1"/>
                  </a:moveTo>
                  <a:lnTo>
                    <a:pt x="3717" y="8653"/>
                  </a:lnTo>
                  <a:cubicBezTo>
                    <a:pt x="3717" y="8925"/>
                    <a:pt x="3473" y="9142"/>
                    <a:pt x="3202" y="9142"/>
                  </a:cubicBezTo>
                  <a:lnTo>
                    <a:pt x="1357" y="9142"/>
                  </a:lnTo>
                  <a:cubicBezTo>
                    <a:pt x="598" y="9142"/>
                    <a:pt x="1" y="9765"/>
                    <a:pt x="1" y="10498"/>
                  </a:cubicBezTo>
                  <a:cubicBezTo>
                    <a:pt x="1" y="11257"/>
                    <a:pt x="598" y="11854"/>
                    <a:pt x="1357" y="11854"/>
                  </a:cubicBezTo>
                  <a:lnTo>
                    <a:pt x="15489" y="11854"/>
                  </a:lnTo>
                  <a:cubicBezTo>
                    <a:pt x="16492" y="11854"/>
                    <a:pt x="17360" y="12722"/>
                    <a:pt x="17360" y="13725"/>
                  </a:cubicBezTo>
                  <a:lnTo>
                    <a:pt x="17360" y="950"/>
                  </a:lnTo>
                  <a:cubicBezTo>
                    <a:pt x="17360" y="435"/>
                    <a:pt x="16899" y="1"/>
                    <a:pt x="16411" y="1"/>
                  </a:cubicBezTo>
                  <a:cubicBezTo>
                    <a:pt x="16167" y="625"/>
                    <a:pt x="15868" y="1330"/>
                    <a:pt x="15462" y="2008"/>
                  </a:cubicBezTo>
                  <a:cubicBezTo>
                    <a:pt x="15272" y="2306"/>
                    <a:pt x="14973" y="2523"/>
                    <a:pt x="14648" y="2578"/>
                  </a:cubicBezTo>
                  <a:cubicBezTo>
                    <a:pt x="14675" y="2930"/>
                    <a:pt x="14566" y="3256"/>
                    <a:pt x="14295" y="3527"/>
                  </a:cubicBezTo>
                  <a:lnTo>
                    <a:pt x="14241" y="3608"/>
                  </a:lnTo>
                  <a:cubicBezTo>
                    <a:pt x="14160" y="3663"/>
                    <a:pt x="14105" y="3744"/>
                    <a:pt x="14024" y="3825"/>
                  </a:cubicBezTo>
                  <a:cubicBezTo>
                    <a:pt x="12695" y="5154"/>
                    <a:pt x="11067" y="5914"/>
                    <a:pt x="9928" y="6321"/>
                  </a:cubicBezTo>
                  <a:cubicBezTo>
                    <a:pt x="8735" y="6728"/>
                    <a:pt x="7867" y="6809"/>
                    <a:pt x="7758" y="6863"/>
                  </a:cubicBezTo>
                  <a:lnTo>
                    <a:pt x="7623" y="6863"/>
                  </a:lnTo>
                  <a:cubicBezTo>
                    <a:pt x="7460" y="6863"/>
                    <a:pt x="7324" y="6809"/>
                    <a:pt x="7135" y="6755"/>
                  </a:cubicBezTo>
                  <a:lnTo>
                    <a:pt x="6538" y="7351"/>
                  </a:lnTo>
                  <a:cubicBezTo>
                    <a:pt x="6429" y="7460"/>
                    <a:pt x="6294" y="7487"/>
                    <a:pt x="6158" y="7487"/>
                  </a:cubicBezTo>
                  <a:cubicBezTo>
                    <a:pt x="6022" y="7487"/>
                    <a:pt x="5887" y="7460"/>
                    <a:pt x="5778" y="7351"/>
                  </a:cubicBezTo>
                  <a:cubicBezTo>
                    <a:pt x="5588" y="7161"/>
                    <a:pt x="5588" y="6809"/>
                    <a:pt x="5778" y="6646"/>
                  </a:cubicBezTo>
                  <a:lnTo>
                    <a:pt x="6402" y="6049"/>
                  </a:lnTo>
                  <a:cubicBezTo>
                    <a:pt x="6321" y="5832"/>
                    <a:pt x="6294" y="5643"/>
                    <a:pt x="6321" y="5426"/>
                  </a:cubicBezTo>
                  <a:cubicBezTo>
                    <a:pt x="6321" y="5317"/>
                    <a:pt x="6456" y="4449"/>
                    <a:pt x="6863" y="3256"/>
                  </a:cubicBezTo>
                  <a:cubicBezTo>
                    <a:pt x="7189" y="2333"/>
                    <a:pt x="7731" y="1167"/>
                    <a:pt x="8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7">
              <a:extLst>
                <a:ext uri="{FF2B5EF4-FFF2-40B4-BE49-F238E27FC236}">
                  <a16:creationId xmlns:a16="http://schemas.microsoft.com/office/drawing/2014/main" id="{9B66A7F4-5A08-D124-EAA0-22BE950F0812}"/>
                </a:ext>
              </a:extLst>
            </p:cNvPr>
            <p:cNvSpPr/>
            <p:nvPr/>
          </p:nvSpPr>
          <p:spPr>
            <a:xfrm>
              <a:off x="5953125" y="2260925"/>
              <a:ext cx="213625" cy="212775"/>
            </a:xfrm>
            <a:custGeom>
              <a:avLst/>
              <a:gdLst/>
              <a:ahLst/>
              <a:cxnLst/>
              <a:rect l="l" t="t" r="r" b="b"/>
              <a:pathLst>
                <a:path w="8545" h="8511" extrusionOk="0">
                  <a:moveTo>
                    <a:pt x="8030" y="0"/>
                  </a:moveTo>
                  <a:cubicBezTo>
                    <a:pt x="7992" y="0"/>
                    <a:pt x="7955" y="7"/>
                    <a:pt x="7920" y="21"/>
                  </a:cubicBezTo>
                  <a:cubicBezTo>
                    <a:pt x="6944" y="184"/>
                    <a:pt x="4475" y="835"/>
                    <a:pt x="2631" y="2652"/>
                  </a:cubicBezTo>
                  <a:cubicBezTo>
                    <a:pt x="1438" y="3846"/>
                    <a:pt x="759" y="5337"/>
                    <a:pt x="407" y="6341"/>
                  </a:cubicBezTo>
                  <a:cubicBezTo>
                    <a:pt x="190" y="6938"/>
                    <a:pt x="54" y="7426"/>
                    <a:pt x="0" y="7779"/>
                  </a:cubicBezTo>
                  <a:lnTo>
                    <a:pt x="3146" y="4632"/>
                  </a:lnTo>
                  <a:cubicBezTo>
                    <a:pt x="3238" y="4540"/>
                    <a:pt x="3362" y="4493"/>
                    <a:pt x="3486" y="4493"/>
                  </a:cubicBezTo>
                  <a:cubicBezTo>
                    <a:pt x="3619" y="4493"/>
                    <a:pt x="3753" y="4547"/>
                    <a:pt x="3852" y="4659"/>
                  </a:cubicBezTo>
                  <a:cubicBezTo>
                    <a:pt x="4069" y="4849"/>
                    <a:pt x="4069" y="5175"/>
                    <a:pt x="3852" y="5365"/>
                  </a:cubicBezTo>
                  <a:lnTo>
                    <a:pt x="705" y="8511"/>
                  </a:lnTo>
                  <a:cubicBezTo>
                    <a:pt x="1031" y="8457"/>
                    <a:pt x="1546" y="8321"/>
                    <a:pt x="2116" y="8104"/>
                  </a:cubicBezTo>
                  <a:cubicBezTo>
                    <a:pt x="3146" y="7779"/>
                    <a:pt x="4638" y="7100"/>
                    <a:pt x="5832" y="5880"/>
                  </a:cubicBezTo>
                  <a:cubicBezTo>
                    <a:pt x="5886" y="5799"/>
                    <a:pt x="5967" y="5744"/>
                    <a:pt x="5994" y="5663"/>
                  </a:cubicBezTo>
                  <a:lnTo>
                    <a:pt x="6049" y="5609"/>
                  </a:lnTo>
                  <a:cubicBezTo>
                    <a:pt x="6157" y="5500"/>
                    <a:pt x="6157" y="5337"/>
                    <a:pt x="6049" y="5256"/>
                  </a:cubicBezTo>
                  <a:lnTo>
                    <a:pt x="5452" y="4659"/>
                  </a:lnTo>
                  <a:lnTo>
                    <a:pt x="6944" y="4361"/>
                  </a:lnTo>
                  <a:cubicBezTo>
                    <a:pt x="6998" y="4361"/>
                    <a:pt x="7079" y="4280"/>
                    <a:pt x="7106" y="4253"/>
                  </a:cubicBezTo>
                  <a:cubicBezTo>
                    <a:pt x="8002" y="2788"/>
                    <a:pt x="8354" y="1323"/>
                    <a:pt x="8490" y="591"/>
                  </a:cubicBezTo>
                  <a:cubicBezTo>
                    <a:pt x="8544" y="428"/>
                    <a:pt x="8463" y="238"/>
                    <a:pt x="8354" y="157"/>
                  </a:cubicBezTo>
                  <a:cubicBezTo>
                    <a:pt x="8254" y="56"/>
                    <a:pt x="8138" y="0"/>
                    <a:pt x="80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8" name="Google Shape;1328;p47">
            <a:extLst>
              <a:ext uri="{FF2B5EF4-FFF2-40B4-BE49-F238E27FC236}">
                <a16:creationId xmlns:a16="http://schemas.microsoft.com/office/drawing/2014/main" id="{B6F6D3DD-6C62-44AA-72BE-140FC024FBE4}"/>
              </a:ext>
            </a:extLst>
          </p:cNvPr>
          <p:cNvSpPr/>
          <p:nvPr/>
        </p:nvSpPr>
        <p:spPr>
          <a:xfrm>
            <a:off x="4322425" y="1067050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rgbClr val="2119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9" name="Google Shape;1329;p47">
            <a:extLst>
              <a:ext uri="{FF2B5EF4-FFF2-40B4-BE49-F238E27FC236}">
                <a16:creationId xmlns:a16="http://schemas.microsoft.com/office/drawing/2014/main" id="{D5F0FB84-BBBE-00E7-DE7C-A7539971CC4A}"/>
              </a:ext>
            </a:extLst>
          </p:cNvPr>
          <p:cNvGrpSpPr/>
          <p:nvPr/>
        </p:nvGrpSpPr>
        <p:grpSpPr>
          <a:xfrm flipH="1">
            <a:off x="7697954" y="1432834"/>
            <a:ext cx="1577147" cy="3690905"/>
            <a:chOff x="601256" y="1685600"/>
            <a:chExt cx="1475624" cy="3453317"/>
          </a:xfrm>
        </p:grpSpPr>
        <p:sp>
          <p:nvSpPr>
            <p:cNvPr id="1330" name="Google Shape;1330;p47">
              <a:extLst>
                <a:ext uri="{FF2B5EF4-FFF2-40B4-BE49-F238E27FC236}">
                  <a16:creationId xmlns:a16="http://schemas.microsoft.com/office/drawing/2014/main" id="{EE33B4F2-0422-4B14-7BF2-9107699B8A5B}"/>
                </a:ext>
              </a:extLst>
            </p:cNvPr>
            <p:cNvSpPr/>
            <p:nvPr/>
          </p:nvSpPr>
          <p:spPr>
            <a:xfrm>
              <a:off x="1182672" y="3206612"/>
              <a:ext cx="120670" cy="85986"/>
            </a:xfrm>
            <a:custGeom>
              <a:avLst/>
              <a:gdLst/>
              <a:ahLst/>
              <a:cxnLst/>
              <a:rect l="l" t="t" r="r" b="b"/>
              <a:pathLst>
                <a:path w="6405" h="4564" extrusionOk="0">
                  <a:moveTo>
                    <a:pt x="5828" y="1"/>
                  </a:moveTo>
                  <a:cubicBezTo>
                    <a:pt x="5736" y="1"/>
                    <a:pt x="5647" y="31"/>
                    <a:pt x="5571" y="94"/>
                  </a:cubicBezTo>
                  <a:lnTo>
                    <a:pt x="301" y="3663"/>
                  </a:lnTo>
                  <a:cubicBezTo>
                    <a:pt x="100" y="3830"/>
                    <a:pt x="0" y="4130"/>
                    <a:pt x="167" y="4330"/>
                  </a:cubicBezTo>
                  <a:cubicBezTo>
                    <a:pt x="301" y="4497"/>
                    <a:pt x="467" y="4563"/>
                    <a:pt x="601" y="4563"/>
                  </a:cubicBezTo>
                  <a:cubicBezTo>
                    <a:pt x="667" y="4563"/>
                    <a:pt x="768" y="4497"/>
                    <a:pt x="834" y="4463"/>
                  </a:cubicBezTo>
                  <a:lnTo>
                    <a:pt x="6105" y="894"/>
                  </a:lnTo>
                  <a:cubicBezTo>
                    <a:pt x="6305" y="727"/>
                    <a:pt x="6405" y="427"/>
                    <a:pt x="6238" y="227"/>
                  </a:cubicBezTo>
                  <a:cubicBezTo>
                    <a:pt x="6134" y="82"/>
                    <a:pt x="5979" y="1"/>
                    <a:pt x="5828" y="1"/>
                  </a:cubicBezTo>
                  <a:close/>
                </a:path>
              </a:pathLst>
            </a:custGeom>
            <a:solidFill>
              <a:srgbClr val="E131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1" name="Google Shape;1331;p47">
              <a:extLst>
                <a:ext uri="{FF2B5EF4-FFF2-40B4-BE49-F238E27FC236}">
                  <a16:creationId xmlns:a16="http://schemas.microsoft.com/office/drawing/2014/main" id="{F5FE822F-5BE1-9C48-7924-3C0F048ECBD6}"/>
                </a:ext>
              </a:extLst>
            </p:cNvPr>
            <p:cNvGrpSpPr/>
            <p:nvPr/>
          </p:nvGrpSpPr>
          <p:grpSpPr>
            <a:xfrm>
              <a:off x="601256" y="2560267"/>
              <a:ext cx="1475624" cy="2578650"/>
              <a:chOff x="2658725" y="2029250"/>
              <a:chExt cx="1958100" cy="3421775"/>
            </a:xfrm>
          </p:grpSpPr>
          <p:sp>
            <p:nvSpPr>
              <p:cNvPr id="1332" name="Google Shape;1332;p47">
                <a:extLst>
                  <a:ext uri="{FF2B5EF4-FFF2-40B4-BE49-F238E27FC236}">
                    <a16:creationId xmlns:a16="http://schemas.microsoft.com/office/drawing/2014/main" id="{A0675C20-B289-ACBE-107B-AD90BDF8FE40}"/>
                  </a:ext>
                </a:extLst>
              </p:cNvPr>
              <p:cNvSpPr/>
              <p:nvPr/>
            </p:nvSpPr>
            <p:spPr>
              <a:xfrm>
                <a:off x="4231650" y="4973225"/>
                <a:ext cx="29345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1738" h="17778" extrusionOk="0">
                    <a:moveTo>
                      <a:pt x="9293" y="1"/>
                    </a:moveTo>
                    <a:cubicBezTo>
                      <a:pt x="0" y="1"/>
                      <a:pt x="7134" y="17778"/>
                      <a:pt x="7134" y="17778"/>
                    </a:cubicBezTo>
                    <a:cubicBezTo>
                      <a:pt x="7134" y="17778"/>
                      <a:pt x="7801" y="16844"/>
                      <a:pt x="9502" y="11506"/>
                    </a:cubicBezTo>
                    <a:cubicBezTo>
                      <a:pt x="11270" y="6169"/>
                      <a:pt x="11737" y="332"/>
                      <a:pt x="11737" y="332"/>
                    </a:cubicBezTo>
                    <a:cubicBezTo>
                      <a:pt x="10818" y="106"/>
                      <a:pt x="10007" y="1"/>
                      <a:pt x="92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47">
                <a:extLst>
                  <a:ext uri="{FF2B5EF4-FFF2-40B4-BE49-F238E27FC236}">
                    <a16:creationId xmlns:a16="http://schemas.microsoft.com/office/drawing/2014/main" id="{482BC5A7-8704-87EE-E9EE-83046EC0414C}"/>
                  </a:ext>
                </a:extLst>
              </p:cNvPr>
              <p:cNvSpPr/>
              <p:nvPr/>
            </p:nvSpPr>
            <p:spPr>
              <a:xfrm>
                <a:off x="3700325" y="5024875"/>
                <a:ext cx="783900" cy="425325"/>
              </a:xfrm>
              <a:custGeom>
                <a:avLst/>
                <a:gdLst/>
                <a:ahLst/>
                <a:cxnLst/>
                <a:rect l="l" t="t" r="r" b="b"/>
                <a:pathLst>
                  <a:path w="31356" h="17013" extrusionOk="0">
                    <a:moveTo>
                      <a:pt x="31356" y="0"/>
                    </a:moveTo>
                    <a:lnTo>
                      <a:pt x="1434" y="1001"/>
                    </a:lnTo>
                    <a:lnTo>
                      <a:pt x="0" y="17013"/>
                    </a:lnTo>
                    <a:lnTo>
                      <a:pt x="28153" y="17013"/>
                    </a:lnTo>
                    <a:lnTo>
                      <a:pt x="3135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47">
                <a:extLst>
                  <a:ext uri="{FF2B5EF4-FFF2-40B4-BE49-F238E27FC236}">
                    <a16:creationId xmlns:a16="http://schemas.microsoft.com/office/drawing/2014/main" id="{36C0CC88-E53C-BA79-37CC-64D7BC341367}"/>
                  </a:ext>
                </a:extLst>
              </p:cNvPr>
              <p:cNvSpPr/>
              <p:nvPr/>
            </p:nvSpPr>
            <p:spPr>
              <a:xfrm>
                <a:off x="3054850" y="4877275"/>
                <a:ext cx="889825" cy="572925"/>
              </a:xfrm>
              <a:custGeom>
                <a:avLst/>
                <a:gdLst/>
                <a:ahLst/>
                <a:cxnLst/>
                <a:rect l="l" t="t" r="r" b="b"/>
                <a:pathLst>
                  <a:path w="35593" h="22917" extrusionOk="0">
                    <a:moveTo>
                      <a:pt x="3436" y="0"/>
                    </a:moveTo>
                    <a:lnTo>
                      <a:pt x="1" y="22917"/>
                    </a:lnTo>
                    <a:lnTo>
                      <a:pt x="31490" y="22917"/>
                    </a:lnTo>
                    <a:cubicBezTo>
                      <a:pt x="33925" y="14511"/>
                      <a:pt x="35593" y="8573"/>
                      <a:pt x="35593" y="8573"/>
                    </a:cubicBezTo>
                    <a:lnTo>
                      <a:pt x="343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47">
                <a:extLst>
                  <a:ext uri="{FF2B5EF4-FFF2-40B4-BE49-F238E27FC236}">
                    <a16:creationId xmlns:a16="http://schemas.microsoft.com/office/drawing/2014/main" id="{C307D682-D186-A383-2FCC-23C03C8B7976}"/>
                  </a:ext>
                </a:extLst>
              </p:cNvPr>
              <p:cNvSpPr/>
              <p:nvPr/>
            </p:nvSpPr>
            <p:spPr>
              <a:xfrm>
                <a:off x="3159100" y="4958900"/>
                <a:ext cx="102600" cy="491300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19652" extrusionOk="0">
                    <a:moveTo>
                      <a:pt x="3497" y="1"/>
                    </a:moveTo>
                    <a:cubicBezTo>
                      <a:pt x="3193" y="1"/>
                      <a:pt x="2928" y="195"/>
                      <a:pt x="2836" y="505"/>
                    </a:cubicBezTo>
                    <a:lnTo>
                      <a:pt x="0" y="19618"/>
                    </a:lnTo>
                    <a:lnTo>
                      <a:pt x="1268" y="19618"/>
                    </a:lnTo>
                    <a:lnTo>
                      <a:pt x="1268" y="19652"/>
                    </a:lnTo>
                    <a:lnTo>
                      <a:pt x="4070" y="738"/>
                    </a:lnTo>
                    <a:cubicBezTo>
                      <a:pt x="4103" y="404"/>
                      <a:pt x="3903" y="104"/>
                      <a:pt x="3569" y="4"/>
                    </a:cubicBezTo>
                    <a:cubicBezTo>
                      <a:pt x="3545" y="2"/>
                      <a:pt x="3521" y="1"/>
                      <a:pt x="3497" y="1"/>
                    </a:cubicBezTo>
                    <a:close/>
                  </a:path>
                </a:pathLst>
              </a:custGeom>
              <a:solidFill>
                <a:srgbClr val="3F35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47">
                <a:extLst>
                  <a:ext uri="{FF2B5EF4-FFF2-40B4-BE49-F238E27FC236}">
                    <a16:creationId xmlns:a16="http://schemas.microsoft.com/office/drawing/2014/main" id="{4F8E7C0D-8397-3D0E-B49E-D1548DE1AC32}"/>
                  </a:ext>
                </a:extLst>
              </p:cNvPr>
              <p:cNvSpPr/>
              <p:nvPr/>
            </p:nvSpPr>
            <p:spPr>
              <a:xfrm>
                <a:off x="3408450" y="4614425"/>
                <a:ext cx="947350" cy="194475"/>
              </a:xfrm>
              <a:custGeom>
                <a:avLst/>
                <a:gdLst/>
                <a:ahLst/>
                <a:cxnLst/>
                <a:rect l="l" t="t" r="r" b="b"/>
                <a:pathLst>
                  <a:path w="37894" h="7779" extrusionOk="0">
                    <a:moveTo>
                      <a:pt x="37172" y="1"/>
                    </a:moveTo>
                    <a:cubicBezTo>
                      <a:pt x="37078" y="1"/>
                      <a:pt x="36982" y="24"/>
                      <a:pt x="36893" y="73"/>
                    </a:cubicBezTo>
                    <a:cubicBezTo>
                      <a:pt x="36735" y="126"/>
                      <a:pt x="24474" y="6564"/>
                      <a:pt x="11301" y="6564"/>
                    </a:cubicBezTo>
                    <a:cubicBezTo>
                      <a:pt x="7818" y="6564"/>
                      <a:pt x="4271" y="6114"/>
                      <a:pt x="867" y="4977"/>
                    </a:cubicBezTo>
                    <a:cubicBezTo>
                      <a:pt x="808" y="4959"/>
                      <a:pt x="749" y="4951"/>
                      <a:pt x="692" y="4951"/>
                    </a:cubicBezTo>
                    <a:cubicBezTo>
                      <a:pt x="424" y="4951"/>
                      <a:pt x="188" y="5130"/>
                      <a:pt x="133" y="5377"/>
                    </a:cubicBezTo>
                    <a:cubicBezTo>
                      <a:pt x="0" y="5711"/>
                      <a:pt x="200" y="6044"/>
                      <a:pt x="500" y="6111"/>
                    </a:cubicBezTo>
                    <a:cubicBezTo>
                      <a:pt x="4036" y="7345"/>
                      <a:pt x="7806" y="7779"/>
                      <a:pt x="11375" y="7779"/>
                    </a:cubicBezTo>
                    <a:cubicBezTo>
                      <a:pt x="16612" y="7779"/>
                      <a:pt x="21515" y="6845"/>
                      <a:pt x="25351" y="5777"/>
                    </a:cubicBezTo>
                    <a:cubicBezTo>
                      <a:pt x="32356" y="3876"/>
                      <a:pt x="37393" y="1208"/>
                      <a:pt x="37493" y="1174"/>
                    </a:cubicBezTo>
                    <a:cubicBezTo>
                      <a:pt x="37794" y="1007"/>
                      <a:pt x="37894" y="607"/>
                      <a:pt x="37727" y="340"/>
                    </a:cubicBezTo>
                    <a:cubicBezTo>
                      <a:pt x="37610" y="129"/>
                      <a:pt x="37394" y="1"/>
                      <a:pt x="37172" y="1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47">
                <a:extLst>
                  <a:ext uri="{FF2B5EF4-FFF2-40B4-BE49-F238E27FC236}">
                    <a16:creationId xmlns:a16="http://schemas.microsoft.com/office/drawing/2014/main" id="{71DCFD38-447F-2189-914B-B1CE17194FC7}"/>
                  </a:ext>
                </a:extLst>
              </p:cNvPr>
              <p:cNvSpPr/>
              <p:nvPr/>
            </p:nvSpPr>
            <p:spPr>
              <a:xfrm>
                <a:off x="3521850" y="4893300"/>
                <a:ext cx="499550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2362" extrusionOk="0">
                    <a:moveTo>
                      <a:pt x="627" y="0"/>
                    </a:moveTo>
                    <a:cubicBezTo>
                      <a:pt x="360" y="0"/>
                      <a:pt x="128" y="185"/>
                      <a:pt x="101" y="460"/>
                    </a:cubicBezTo>
                    <a:cubicBezTo>
                      <a:pt x="1" y="794"/>
                      <a:pt x="234" y="1127"/>
                      <a:pt x="568" y="1194"/>
                    </a:cubicBezTo>
                    <a:cubicBezTo>
                      <a:pt x="935" y="1261"/>
                      <a:pt x="6105" y="2361"/>
                      <a:pt x="11509" y="2361"/>
                    </a:cubicBezTo>
                    <a:cubicBezTo>
                      <a:pt x="14344" y="2361"/>
                      <a:pt x="17246" y="2061"/>
                      <a:pt x="19515" y="1194"/>
                    </a:cubicBezTo>
                    <a:cubicBezTo>
                      <a:pt x="19848" y="1060"/>
                      <a:pt x="19982" y="727"/>
                      <a:pt x="19848" y="393"/>
                    </a:cubicBezTo>
                    <a:cubicBezTo>
                      <a:pt x="19774" y="146"/>
                      <a:pt x="19571" y="9"/>
                      <a:pt x="19335" y="9"/>
                    </a:cubicBezTo>
                    <a:cubicBezTo>
                      <a:pt x="19253" y="9"/>
                      <a:pt x="19167" y="25"/>
                      <a:pt x="19081" y="60"/>
                    </a:cubicBezTo>
                    <a:cubicBezTo>
                      <a:pt x="16951" y="881"/>
                      <a:pt x="14230" y="1156"/>
                      <a:pt x="11543" y="1156"/>
                    </a:cubicBezTo>
                    <a:cubicBezTo>
                      <a:pt x="6150" y="1156"/>
                      <a:pt x="890" y="49"/>
                      <a:pt x="801" y="26"/>
                    </a:cubicBezTo>
                    <a:cubicBezTo>
                      <a:pt x="743" y="9"/>
                      <a:pt x="684" y="0"/>
                      <a:pt x="627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47">
                <a:extLst>
                  <a:ext uri="{FF2B5EF4-FFF2-40B4-BE49-F238E27FC236}">
                    <a16:creationId xmlns:a16="http://schemas.microsoft.com/office/drawing/2014/main" id="{28A617EE-9272-E9F9-27AA-CF7A7B0BE594}"/>
                  </a:ext>
                </a:extLst>
              </p:cNvPr>
              <p:cNvSpPr/>
              <p:nvPr/>
            </p:nvSpPr>
            <p:spPr>
              <a:xfrm>
                <a:off x="3179100" y="5178975"/>
                <a:ext cx="370300" cy="272050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10882" extrusionOk="0">
                    <a:moveTo>
                      <a:pt x="8341" y="0"/>
                    </a:moveTo>
                    <a:cubicBezTo>
                      <a:pt x="4882" y="0"/>
                      <a:pt x="2213" y="1636"/>
                      <a:pt x="1" y="4110"/>
                    </a:cubicBezTo>
                    <a:cubicBezTo>
                      <a:pt x="1" y="4110"/>
                      <a:pt x="1" y="7846"/>
                      <a:pt x="1135" y="10882"/>
                    </a:cubicBezTo>
                    <a:lnTo>
                      <a:pt x="9141" y="10882"/>
                    </a:lnTo>
                    <a:lnTo>
                      <a:pt x="9141" y="10849"/>
                    </a:lnTo>
                    <a:lnTo>
                      <a:pt x="13177" y="8680"/>
                    </a:lnTo>
                    <a:lnTo>
                      <a:pt x="13210" y="8647"/>
                    </a:lnTo>
                    <a:cubicBezTo>
                      <a:pt x="14478" y="7946"/>
                      <a:pt x="14811" y="6279"/>
                      <a:pt x="13911" y="5144"/>
                    </a:cubicBezTo>
                    <a:cubicBezTo>
                      <a:pt x="12476" y="3276"/>
                      <a:pt x="9908" y="108"/>
                      <a:pt x="9908" y="108"/>
                    </a:cubicBezTo>
                    <a:cubicBezTo>
                      <a:pt x="9368" y="35"/>
                      <a:pt x="8846" y="0"/>
                      <a:pt x="83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47">
                <a:extLst>
                  <a:ext uri="{FF2B5EF4-FFF2-40B4-BE49-F238E27FC236}">
                    <a16:creationId xmlns:a16="http://schemas.microsoft.com/office/drawing/2014/main" id="{ED483872-8739-DC2C-A835-2385DCBACF41}"/>
                  </a:ext>
                </a:extLst>
              </p:cNvPr>
              <p:cNvSpPr/>
              <p:nvPr/>
            </p:nvSpPr>
            <p:spPr>
              <a:xfrm>
                <a:off x="3395100" y="3626625"/>
                <a:ext cx="826450" cy="746975"/>
              </a:xfrm>
              <a:custGeom>
                <a:avLst/>
                <a:gdLst/>
                <a:ahLst/>
                <a:cxnLst/>
                <a:rect l="l" t="t" r="r" b="b"/>
                <a:pathLst>
                  <a:path w="33058" h="29879" extrusionOk="0">
                    <a:moveTo>
                      <a:pt x="32398" y="0"/>
                    </a:moveTo>
                    <a:cubicBezTo>
                      <a:pt x="32132" y="0"/>
                      <a:pt x="31912" y="200"/>
                      <a:pt x="31856" y="424"/>
                    </a:cubicBezTo>
                    <a:cubicBezTo>
                      <a:pt x="28521" y="13667"/>
                      <a:pt x="20181" y="20605"/>
                      <a:pt x="13810" y="24174"/>
                    </a:cubicBezTo>
                    <a:cubicBezTo>
                      <a:pt x="6839" y="28010"/>
                      <a:pt x="567" y="28711"/>
                      <a:pt x="534" y="28711"/>
                    </a:cubicBezTo>
                    <a:cubicBezTo>
                      <a:pt x="234" y="28744"/>
                      <a:pt x="0" y="29011"/>
                      <a:pt x="34" y="29345"/>
                    </a:cubicBezTo>
                    <a:cubicBezTo>
                      <a:pt x="67" y="29612"/>
                      <a:pt x="334" y="29845"/>
                      <a:pt x="634" y="29845"/>
                    </a:cubicBezTo>
                    <a:cubicBezTo>
                      <a:pt x="634" y="29845"/>
                      <a:pt x="667" y="29845"/>
                      <a:pt x="634" y="29878"/>
                    </a:cubicBezTo>
                    <a:cubicBezTo>
                      <a:pt x="901" y="29845"/>
                      <a:pt x="7139" y="29111"/>
                      <a:pt x="14311" y="25208"/>
                    </a:cubicBezTo>
                    <a:cubicBezTo>
                      <a:pt x="18514" y="22873"/>
                      <a:pt x="22116" y="19905"/>
                      <a:pt x="25085" y="16402"/>
                    </a:cubicBezTo>
                    <a:cubicBezTo>
                      <a:pt x="28788" y="12032"/>
                      <a:pt x="31423" y="6729"/>
                      <a:pt x="32957" y="724"/>
                    </a:cubicBezTo>
                    <a:cubicBezTo>
                      <a:pt x="33057" y="391"/>
                      <a:pt x="32857" y="90"/>
                      <a:pt x="32557" y="24"/>
                    </a:cubicBezTo>
                    <a:cubicBezTo>
                      <a:pt x="32503" y="8"/>
                      <a:pt x="32450" y="0"/>
                      <a:pt x="32398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47">
                <a:extLst>
                  <a:ext uri="{FF2B5EF4-FFF2-40B4-BE49-F238E27FC236}">
                    <a16:creationId xmlns:a16="http://schemas.microsoft.com/office/drawing/2014/main" id="{BF32C2B5-19EC-963D-D8BA-8DEDD02E9AA9}"/>
                  </a:ext>
                </a:extLst>
              </p:cNvPr>
              <p:cNvSpPr/>
              <p:nvPr/>
            </p:nvSpPr>
            <p:spPr>
              <a:xfrm>
                <a:off x="3060700" y="2805300"/>
                <a:ext cx="476200" cy="2052800"/>
              </a:xfrm>
              <a:custGeom>
                <a:avLst/>
                <a:gdLst/>
                <a:ahLst/>
                <a:cxnLst/>
                <a:rect l="l" t="t" r="r" b="b"/>
                <a:pathLst>
                  <a:path w="19048" h="82112" extrusionOk="0">
                    <a:moveTo>
                      <a:pt x="18459" y="0"/>
                    </a:moveTo>
                    <a:cubicBezTo>
                      <a:pt x="18267" y="0"/>
                      <a:pt x="18095" y="117"/>
                      <a:pt x="18046" y="287"/>
                    </a:cubicBezTo>
                    <a:cubicBezTo>
                      <a:pt x="10841" y="16098"/>
                      <a:pt x="3336" y="32443"/>
                      <a:pt x="33" y="43885"/>
                    </a:cubicBezTo>
                    <a:cubicBezTo>
                      <a:pt x="0" y="43951"/>
                      <a:pt x="0" y="44051"/>
                      <a:pt x="33" y="44118"/>
                    </a:cubicBezTo>
                    <a:cubicBezTo>
                      <a:pt x="2368" y="55126"/>
                      <a:pt x="6938" y="68802"/>
                      <a:pt x="11408" y="81878"/>
                    </a:cubicBezTo>
                    <a:cubicBezTo>
                      <a:pt x="11508" y="81979"/>
                      <a:pt x="11675" y="82112"/>
                      <a:pt x="11875" y="82112"/>
                    </a:cubicBezTo>
                    <a:cubicBezTo>
                      <a:pt x="11909" y="82112"/>
                      <a:pt x="11942" y="82112"/>
                      <a:pt x="12042" y="82079"/>
                    </a:cubicBezTo>
                    <a:cubicBezTo>
                      <a:pt x="12276" y="81979"/>
                      <a:pt x="12409" y="81712"/>
                      <a:pt x="12342" y="81478"/>
                    </a:cubicBezTo>
                    <a:cubicBezTo>
                      <a:pt x="7872" y="68536"/>
                      <a:pt x="3336" y="54926"/>
                      <a:pt x="1001" y="43985"/>
                    </a:cubicBezTo>
                    <a:cubicBezTo>
                      <a:pt x="4270" y="32610"/>
                      <a:pt x="11742" y="16365"/>
                      <a:pt x="18914" y="687"/>
                    </a:cubicBezTo>
                    <a:cubicBezTo>
                      <a:pt x="19047" y="420"/>
                      <a:pt x="18914" y="120"/>
                      <a:pt x="18680" y="53"/>
                    </a:cubicBezTo>
                    <a:cubicBezTo>
                      <a:pt x="18607" y="17"/>
                      <a:pt x="18532" y="0"/>
                      <a:pt x="18459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47">
                <a:extLst>
                  <a:ext uri="{FF2B5EF4-FFF2-40B4-BE49-F238E27FC236}">
                    <a16:creationId xmlns:a16="http://schemas.microsoft.com/office/drawing/2014/main" id="{D4CB37AE-238A-D616-392B-78BC68873E9F}"/>
                  </a:ext>
                </a:extLst>
              </p:cNvPr>
              <p:cNvSpPr/>
              <p:nvPr/>
            </p:nvSpPr>
            <p:spPr>
              <a:xfrm>
                <a:off x="2658725" y="2029250"/>
                <a:ext cx="1958100" cy="3341150"/>
              </a:xfrm>
              <a:custGeom>
                <a:avLst/>
                <a:gdLst/>
                <a:ahLst/>
                <a:cxnLst/>
                <a:rect l="l" t="t" r="r" b="b"/>
                <a:pathLst>
                  <a:path w="78324" h="133646" extrusionOk="0">
                    <a:moveTo>
                      <a:pt x="22250" y="60650"/>
                    </a:moveTo>
                    <a:lnTo>
                      <a:pt x="19949" y="86401"/>
                    </a:lnTo>
                    <a:lnTo>
                      <a:pt x="17080" y="75060"/>
                    </a:lnTo>
                    <a:cubicBezTo>
                      <a:pt x="18548" y="70090"/>
                      <a:pt x="20282" y="65320"/>
                      <a:pt x="22250" y="60650"/>
                    </a:cubicBezTo>
                    <a:close/>
                    <a:moveTo>
                      <a:pt x="45518" y="1"/>
                    </a:moveTo>
                    <a:cubicBezTo>
                      <a:pt x="44010" y="1"/>
                      <a:pt x="42506" y="325"/>
                      <a:pt x="41130" y="974"/>
                    </a:cubicBezTo>
                    <a:cubicBezTo>
                      <a:pt x="37027" y="2942"/>
                      <a:pt x="30489" y="6378"/>
                      <a:pt x="25653" y="10380"/>
                    </a:cubicBezTo>
                    <a:cubicBezTo>
                      <a:pt x="25019" y="10881"/>
                      <a:pt x="24485" y="11381"/>
                      <a:pt x="23918" y="11915"/>
                    </a:cubicBezTo>
                    <a:cubicBezTo>
                      <a:pt x="23017" y="12749"/>
                      <a:pt x="22284" y="13583"/>
                      <a:pt x="21616" y="14417"/>
                    </a:cubicBezTo>
                    <a:cubicBezTo>
                      <a:pt x="20816" y="15150"/>
                      <a:pt x="20182" y="16084"/>
                      <a:pt x="19682" y="17085"/>
                    </a:cubicBezTo>
                    <a:cubicBezTo>
                      <a:pt x="19648" y="17219"/>
                      <a:pt x="19582" y="17319"/>
                      <a:pt x="19515" y="17452"/>
                    </a:cubicBezTo>
                    <a:cubicBezTo>
                      <a:pt x="18614" y="19654"/>
                      <a:pt x="17680" y="21822"/>
                      <a:pt x="16813" y="24057"/>
                    </a:cubicBezTo>
                    <a:lnTo>
                      <a:pt x="14144" y="30628"/>
                    </a:lnTo>
                    <a:cubicBezTo>
                      <a:pt x="12410" y="35065"/>
                      <a:pt x="10642" y="39435"/>
                      <a:pt x="8974" y="43904"/>
                    </a:cubicBezTo>
                    <a:cubicBezTo>
                      <a:pt x="7306" y="48341"/>
                      <a:pt x="5638" y="52811"/>
                      <a:pt x="4071" y="57414"/>
                    </a:cubicBezTo>
                    <a:cubicBezTo>
                      <a:pt x="3270" y="59682"/>
                      <a:pt x="2503" y="61984"/>
                      <a:pt x="1802" y="64419"/>
                    </a:cubicBezTo>
                    <a:lnTo>
                      <a:pt x="1802" y="64452"/>
                    </a:lnTo>
                    <a:cubicBezTo>
                      <a:pt x="1435" y="65653"/>
                      <a:pt x="1102" y="66921"/>
                      <a:pt x="768" y="68289"/>
                    </a:cubicBezTo>
                    <a:cubicBezTo>
                      <a:pt x="601" y="68989"/>
                      <a:pt x="435" y="69656"/>
                      <a:pt x="301" y="70490"/>
                    </a:cubicBezTo>
                    <a:cubicBezTo>
                      <a:pt x="268" y="70724"/>
                      <a:pt x="234" y="70924"/>
                      <a:pt x="234" y="71124"/>
                    </a:cubicBezTo>
                    <a:lnTo>
                      <a:pt x="168" y="71457"/>
                    </a:lnTo>
                    <a:lnTo>
                      <a:pt x="134" y="71658"/>
                    </a:lnTo>
                    <a:lnTo>
                      <a:pt x="101" y="71891"/>
                    </a:lnTo>
                    <a:lnTo>
                      <a:pt x="68" y="72325"/>
                    </a:lnTo>
                    <a:lnTo>
                      <a:pt x="68" y="72558"/>
                    </a:lnTo>
                    <a:lnTo>
                      <a:pt x="68" y="72758"/>
                    </a:lnTo>
                    <a:lnTo>
                      <a:pt x="1" y="73559"/>
                    </a:lnTo>
                    <a:cubicBezTo>
                      <a:pt x="1" y="73993"/>
                      <a:pt x="1" y="74493"/>
                      <a:pt x="68" y="74927"/>
                    </a:cubicBezTo>
                    <a:cubicBezTo>
                      <a:pt x="68" y="75127"/>
                      <a:pt x="101" y="75394"/>
                      <a:pt x="101" y="75560"/>
                    </a:cubicBezTo>
                    <a:lnTo>
                      <a:pt x="134" y="76127"/>
                    </a:lnTo>
                    <a:cubicBezTo>
                      <a:pt x="168" y="76561"/>
                      <a:pt x="234" y="76895"/>
                      <a:pt x="268" y="77295"/>
                    </a:cubicBezTo>
                    <a:lnTo>
                      <a:pt x="435" y="78396"/>
                    </a:lnTo>
                    <a:cubicBezTo>
                      <a:pt x="668" y="79797"/>
                      <a:pt x="935" y="81098"/>
                      <a:pt x="1269" y="82399"/>
                    </a:cubicBezTo>
                    <a:cubicBezTo>
                      <a:pt x="1402" y="82932"/>
                      <a:pt x="1569" y="83499"/>
                      <a:pt x="1669" y="84066"/>
                    </a:cubicBezTo>
                    <a:cubicBezTo>
                      <a:pt x="2169" y="85968"/>
                      <a:pt x="2770" y="87836"/>
                      <a:pt x="3303" y="89670"/>
                    </a:cubicBezTo>
                    <a:cubicBezTo>
                      <a:pt x="4804" y="94407"/>
                      <a:pt x="6439" y="98910"/>
                      <a:pt x="8140" y="103347"/>
                    </a:cubicBezTo>
                    <a:cubicBezTo>
                      <a:pt x="9841" y="107817"/>
                      <a:pt x="11643" y="112253"/>
                      <a:pt x="13477" y="116656"/>
                    </a:cubicBezTo>
                    <a:cubicBezTo>
                      <a:pt x="14411" y="118858"/>
                      <a:pt x="15312" y="121026"/>
                      <a:pt x="16279" y="123194"/>
                    </a:cubicBezTo>
                    <a:lnTo>
                      <a:pt x="17680" y="126463"/>
                    </a:lnTo>
                    <a:lnTo>
                      <a:pt x="19148" y="129766"/>
                    </a:lnTo>
                    <a:cubicBezTo>
                      <a:pt x="20238" y="132193"/>
                      <a:pt x="22652" y="133646"/>
                      <a:pt x="25188" y="133646"/>
                    </a:cubicBezTo>
                    <a:cubicBezTo>
                      <a:pt x="26068" y="133646"/>
                      <a:pt x="26962" y="133471"/>
                      <a:pt x="27821" y="133102"/>
                    </a:cubicBezTo>
                    <a:cubicBezTo>
                      <a:pt x="30856" y="131767"/>
                      <a:pt x="32357" y="128365"/>
                      <a:pt x="31457" y="125296"/>
                    </a:cubicBezTo>
                    <a:lnTo>
                      <a:pt x="31457" y="125296"/>
                    </a:lnTo>
                    <a:cubicBezTo>
                      <a:pt x="37903" y="126141"/>
                      <a:pt x="45757" y="126556"/>
                      <a:pt x="52807" y="126556"/>
                    </a:cubicBezTo>
                    <a:cubicBezTo>
                      <a:pt x="61335" y="126556"/>
                      <a:pt x="68687" y="125949"/>
                      <a:pt x="70952" y="124762"/>
                    </a:cubicBezTo>
                    <a:cubicBezTo>
                      <a:pt x="71952" y="124195"/>
                      <a:pt x="72553" y="122661"/>
                      <a:pt x="72853" y="120426"/>
                    </a:cubicBezTo>
                    <a:cubicBezTo>
                      <a:pt x="73187" y="120359"/>
                      <a:pt x="73487" y="120326"/>
                      <a:pt x="73787" y="120292"/>
                    </a:cubicBezTo>
                    <a:cubicBezTo>
                      <a:pt x="75288" y="119992"/>
                      <a:pt x="76389" y="118758"/>
                      <a:pt x="76622" y="117257"/>
                    </a:cubicBezTo>
                    <a:cubicBezTo>
                      <a:pt x="78324" y="106983"/>
                      <a:pt x="77123" y="87169"/>
                      <a:pt x="75188" y="73826"/>
                    </a:cubicBezTo>
                    <a:cubicBezTo>
                      <a:pt x="73253" y="60316"/>
                      <a:pt x="71018" y="43604"/>
                      <a:pt x="69350" y="30962"/>
                    </a:cubicBezTo>
                    <a:cubicBezTo>
                      <a:pt x="69317" y="28427"/>
                      <a:pt x="69217" y="25825"/>
                      <a:pt x="69217" y="23723"/>
                    </a:cubicBezTo>
                    <a:cubicBezTo>
                      <a:pt x="69217" y="19153"/>
                      <a:pt x="68450" y="15251"/>
                      <a:pt x="66849" y="11982"/>
                    </a:cubicBezTo>
                    <a:cubicBezTo>
                      <a:pt x="64680" y="7612"/>
                      <a:pt x="61045" y="4476"/>
                      <a:pt x="55707" y="2775"/>
                    </a:cubicBezTo>
                    <a:lnTo>
                      <a:pt x="48636" y="473"/>
                    </a:lnTo>
                    <a:cubicBezTo>
                      <a:pt x="47622" y="158"/>
                      <a:pt x="46569" y="1"/>
                      <a:pt x="455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2" name="Google Shape;1342;p47">
              <a:extLst>
                <a:ext uri="{FF2B5EF4-FFF2-40B4-BE49-F238E27FC236}">
                  <a16:creationId xmlns:a16="http://schemas.microsoft.com/office/drawing/2014/main" id="{93DDA5D0-D9B9-A4BD-122B-DA3CBBAB2A80}"/>
                </a:ext>
              </a:extLst>
            </p:cNvPr>
            <p:cNvSpPr/>
            <p:nvPr/>
          </p:nvSpPr>
          <p:spPr>
            <a:xfrm>
              <a:off x="1283225" y="1685600"/>
              <a:ext cx="706387" cy="382113"/>
            </a:xfrm>
            <a:custGeom>
              <a:avLst/>
              <a:gdLst/>
              <a:ahLst/>
              <a:cxnLst/>
              <a:rect l="l" t="t" r="r" b="b"/>
              <a:pathLst>
                <a:path w="37494" h="20282" extrusionOk="0">
                  <a:moveTo>
                    <a:pt x="33458" y="0"/>
                  </a:moveTo>
                  <a:cubicBezTo>
                    <a:pt x="33458" y="0"/>
                    <a:pt x="32190" y="2702"/>
                    <a:pt x="26986" y="3869"/>
                  </a:cubicBezTo>
                  <a:cubicBezTo>
                    <a:pt x="25668" y="4163"/>
                    <a:pt x="24091" y="4264"/>
                    <a:pt x="22417" y="4264"/>
                  </a:cubicBezTo>
                  <a:cubicBezTo>
                    <a:pt x="18731" y="4264"/>
                    <a:pt x="14574" y="3775"/>
                    <a:pt x="11667" y="3775"/>
                  </a:cubicBezTo>
                  <a:cubicBezTo>
                    <a:pt x="10346" y="3775"/>
                    <a:pt x="9283" y="3876"/>
                    <a:pt x="8640" y="4170"/>
                  </a:cubicBezTo>
                  <a:cubicBezTo>
                    <a:pt x="5938" y="5437"/>
                    <a:pt x="6739" y="9273"/>
                    <a:pt x="6739" y="9273"/>
                  </a:cubicBezTo>
                  <a:cubicBezTo>
                    <a:pt x="6739" y="9273"/>
                    <a:pt x="2302" y="9574"/>
                    <a:pt x="1135" y="13009"/>
                  </a:cubicBezTo>
                  <a:cubicBezTo>
                    <a:pt x="0" y="16512"/>
                    <a:pt x="2936" y="20281"/>
                    <a:pt x="2936" y="20281"/>
                  </a:cubicBezTo>
                  <a:cubicBezTo>
                    <a:pt x="6071" y="14444"/>
                    <a:pt x="20949" y="15178"/>
                    <a:pt x="29188" y="13810"/>
                  </a:cubicBezTo>
                  <a:cubicBezTo>
                    <a:pt x="37494" y="12442"/>
                    <a:pt x="33458" y="1"/>
                    <a:pt x="33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7">
              <a:extLst>
                <a:ext uri="{FF2B5EF4-FFF2-40B4-BE49-F238E27FC236}">
                  <a16:creationId xmlns:a16="http://schemas.microsoft.com/office/drawing/2014/main" id="{DBCB6405-26EB-B785-5BB5-0ACFADEAB985}"/>
                </a:ext>
              </a:extLst>
            </p:cNvPr>
            <p:cNvSpPr/>
            <p:nvPr/>
          </p:nvSpPr>
          <p:spPr>
            <a:xfrm>
              <a:off x="1266249" y="1860930"/>
              <a:ext cx="150230" cy="219354"/>
            </a:xfrm>
            <a:custGeom>
              <a:avLst/>
              <a:gdLst/>
              <a:ahLst/>
              <a:cxnLst/>
              <a:rect l="l" t="t" r="r" b="b"/>
              <a:pathLst>
                <a:path w="7974" h="11643" extrusionOk="0">
                  <a:moveTo>
                    <a:pt x="7873" y="1"/>
                  </a:moveTo>
                  <a:cubicBezTo>
                    <a:pt x="7640" y="101"/>
                    <a:pt x="7339" y="134"/>
                    <a:pt x="7039" y="201"/>
                  </a:cubicBezTo>
                  <a:cubicBezTo>
                    <a:pt x="4671" y="768"/>
                    <a:pt x="1702" y="1435"/>
                    <a:pt x="868" y="4804"/>
                  </a:cubicBezTo>
                  <a:cubicBezTo>
                    <a:pt x="1" y="8507"/>
                    <a:pt x="4037" y="11509"/>
                    <a:pt x="4204" y="11642"/>
                  </a:cubicBezTo>
                  <a:lnTo>
                    <a:pt x="4371" y="11342"/>
                  </a:lnTo>
                  <a:cubicBezTo>
                    <a:pt x="4337" y="11309"/>
                    <a:pt x="368" y="8373"/>
                    <a:pt x="1202" y="4938"/>
                  </a:cubicBezTo>
                  <a:cubicBezTo>
                    <a:pt x="2002" y="1802"/>
                    <a:pt x="4704" y="1168"/>
                    <a:pt x="7073" y="635"/>
                  </a:cubicBezTo>
                  <a:cubicBezTo>
                    <a:pt x="7406" y="534"/>
                    <a:pt x="7673" y="501"/>
                    <a:pt x="7973" y="434"/>
                  </a:cubicBezTo>
                  <a:lnTo>
                    <a:pt x="78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7">
              <a:extLst>
                <a:ext uri="{FF2B5EF4-FFF2-40B4-BE49-F238E27FC236}">
                  <a16:creationId xmlns:a16="http://schemas.microsoft.com/office/drawing/2014/main" id="{63A07501-7F96-9A0F-4497-5841CA290CD2}"/>
                </a:ext>
              </a:extLst>
            </p:cNvPr>
            <p:cNvSpPr/>
            <p:nvPr/>
          </p:nvSpPr>
          <p:spPr>
            <a:xfrm>
              <a:off x="1825590" y="1750958"/>
              <a:ext cx="124457" cy="198611"/>
            </a:xfrm>
            <a:custGeom>
              <a:avLst/>
              <a:gdLst/>
              <a:ahLst/>
              <a:cxnLst/>
              <a:rect l="l" t="t" r="r" b="b"/>
              <a:pathLst>
                <a:path w="6606" h="10542" extrusionOk="0">
                  <a:moveTo>
                    <a:pt x="5338" y="0"/>
                  </a:moveTo>
                  <a:lnTo>
                    <a:pt x="4904" y="134"/>
                  </a:lnTo>
                  <a:cubicBezTo>
                    <a:pt x="6172" y="4170"/>
                    <a:pt x="6038" y="7039"/>
                    <a:pt x="4604" y="8673"/>
                  </a:cubicBezTo>
                  <a:cubicBezTo>
                    <a:pt x="3543" y="9889"/>
                    <a:pt x="1925" y="10094"/>
                    <a:pt x="935" y="10094"/>
                  </a:cubicBezTo>
                  <a:cubicBezTo>
                    <a:pt x="431" y="10094"/>
                    <a:pt x="90" y="10041"/>
                    <a:pt x="67" y="10041"/>
                  </a:cubicBezTo>
                  <a:lnTo>
                    <a:pt x="1" y="10474"/>
                  </a:lnTo>
                  <a:cubicBezTo>
                    <a:pt x="34" y="10508"/>
                    <a:pt x="368" y="10541"/>
                    <a:pt x="901" y="10541"/>
                  </a:cubicBezTo>
                  <a:cubicBezTo>
                    <a:pt x="1935" y="10541"/>
                    <a:pt x="3670" y="10308"/>
                    <a:pt x="4938" y="8907"/>
                  </a:cubicBezTo>
                  <a:cubicBezTo>
                    <a:pt x="6439" y="7205"/>
                    <a:pt x="6605" y="4203"/>
                    <a:pt x="5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7">
              <a:extLst>
                <a:ext uri="{FF2B5EF4-FFF2-40B4-BE49-F238E27FC236}">
                  <a16:creationId xmlns:a16="http://schemas.microsoft.com/office/drawing/2014/main" id="{214602E2-EF44-380B-75E5-2C4A3B533F00}"/>
                </a:ext>
              </a:extLst>
            </p:cNvPr>
            <p:cNvSpPr/>
            <p:nvPr/>
          </p:nvSpPr>
          <p:spPr>
            <a:xfrm>
              <a:off x="1384399" y="2313422"/>
              <a:ext cx="275290" cy="362218"/>
            </a:xfrm>
            <a:custGeom>
              <a:avLst/>
              <a:gdLst/>
              <a:ahLst/>
              <a:cxnLst/>
              <a:rect l="l" t="t" r="r" b="b"/>
              <a:pathLst>
                <a:path w="14612" h="19226" extrusionOk="0">
                  <a:moveTo>
                    <a:pt x="335" y="1"/>
                  </a:moveTo>
                  <a:lnTo>
                    <a:pt x="168" y="8374"/>
                  </a:lnTo>
                  <a:lnTo>
                    <a:pt x="1" y="16213"/>
                  </a:lnTo>
                  <a:cubicBezTo>
                    <a:pt x="3804" y="18593"/>
                    <a:pt x="7435" y="19226"/>
                    <a:pt x="10124" y="19226"/>
                  </a:cubicBezTo>
                  <a:cubicBezTo>
                    <a:pt x="10336" y="19226"/>
                    <a:pt x="10542" y="19222"/>
                    <a:pt x="10742" y="19215"/>
                  </a:cubicBezTo>
                  <a:lnTo>
                    <a:pt x="10775" y="19215"/>
                  </a:lnTo>
                  <a:cubicBezTo>
                    <a:pt x="12810" y="19115"/>
                    <a:pt x="14311" y="18714"/>
                    <a:pt x="14578" y="18681"/>
                  </a:cubicBezTo>
                  <a:lnTo>
                    <a:pt x="14611" y="18681"/>
                  </a:lnTo>
                  <a:lnTo>
                    <a:pt x="14478" y="14011"/>
                  </a:lnTo>
                  <a:lnTo>
                    <a:pt x="14278" y="4271"/>
                  </a:lnTo>
                  <a:lnTo>
                    <a:pt x="2269" y="60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7">
              <a:extLst>
                <a:ext uri="{FF2B5EF4-FFF2-40B4-BE49-F238E27FC236}">
                  <a16:creationId xmlns:a16="http://schemas.microsoft.com/office/drawing/2014/main" id="{F14B9E91-37E4-6277-7191-E35660721C88}"/>
                </a:ext>
              </a:extLst>
            </p:cNvPr>
            <p:cNvSpPr/>
            <p:nvPr/>
          </p:nvSpPr>
          <p:spPr>
            <a:xfrm>
              <a:off x="1468617" y="2356793"/>
              <a:ext cx="188551" cy="236310"/>
            </a:xfrm>
            <a:custGeom>
              <a:avLst/>
              <a:gdLst/>
              <a:ahLst/>
              <a:cxnLst/>
              <a:rect l="l" t="t" r="r" b="b"/>
              <a:pathLst>
                <a:path w="10008" h="12543" extrusionOk="0">
                  <a:moveTo>
                    <a:pt x="1" y="1"/>
                  </a:moveTo>
                  <a:cubicBezTo>
                    <a:pt x="1" y="1"/>
                    <a:pt x="835" y="11075"/>
                    <a:pt x="10008" y="12543"/>
                  </a:cubicBezTo>
                  <a:lnTo>
                    <a:pt x="9774" y="19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7">
              <a:extLst>
                <a:ext uri="{FF2B5EF4-FFF2-40B4-BE49-F238E27FC236}">
                  <a16:creationId xmlns:a16="http://schemas.microsoft.com/office/drawing/2014/main" id="{E93C34B9-0822-4F58-B2E0-124F5C94DE04}"/>
                </a:ext>
              </a:extLst>
            </p:cNvPr>
            <p:cNvSpPr/>
            <p:nvPr/>
          </p:nvSpPr>
          <p:spPr>
            <a:xfrm>
              <a:off x="1807371" y="2194651"/>
              <a:ext cx="77319" cy="298539"/>
            </a:xfrm>
            <a:custGeom>
              <a:avLst/>
              <a:gdLst/>
              <a:ahLst/>
              <a:cxnLst/>
              <a:rect l="l" t="t" r="r" b="b"/>
              <a:pathLst>
                <a:path w="4104" h="15846" extrusionOk="0">
                  <a:moveTo>
                    <a:pt x="3136" y="0"/>
                  </a:moveTo>
                  <a:cubicBezTo>
                    <a:pt x="3136" y="1"/>
                    <a:pt x="2068" y="7773"/>
                    <a:pt x="901" y="9074"/>
                  </a:cubicBezTo>
                  <a:lnTo>
                    <a:pt x="0" y="15845"/>
                  </a:lnTo>
                  <a:cubicBezTo>
                    <a:pt x="0" y="15845"/>
                    <a:pt x="4103" y="9941"/>
                    <a:pt x="3136" y="0"/>
                  </a:cubicBezTo>
                  <a:close/>
                </a:path>
              </a:pathLst>
            </a:custGeom>
            <a:solidFill>
              <a:srgbClr val="211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7">
              <a:extLst>
                <a:ext uri="{FF2B5EF4-FFF2-40B4-BE49-F238E27FC236}">
                  <a16:creationId xmlns:a16="http://schemas.microsoft.com/office/drawing/2014/main" id="{EC79E8B3-7ABD-87FC-60E6-C52B0ED368EC}"/>
                </a:ext>
              </a:extLst>
            </p:cNvPr>
            <p:cNvSpPr/>
            <p:nvPr/>
          </p:nvSpPr>
          <p:spPr>
            <a:xfrm>
              <a:off x="1337900" y="1839112"/>
              <a:ext cx="531684" cy="712152"/>
            </a:xfrm>
            <a:custGeom>
              <a:avLst/>
              <a:gdLst/>
              <a:ahLst/>
              <a:cxnLst/>
              <a:rect l="l" t="t" r="r" b="b"/>
              <a:pathLst>
                <a:path w="28221" h="37800" extrusionOk="0">
                  <a:moveTo>
                    <a:pt x="14477" y="1"/>
                  </a:moveTo>
                  <a:cubicBezTo>
                    <a:pt x="11539" y="1"/>
                    <a:pt x="8747" y="444"/>
                    <a:pt x="6905" y="1292"/>
                  </a:cubicBezTo>
                  <a:cubicBezTo>
                    <a:pt x="3403" y="2860"/>
                    <a:pt x="1435" y="4761"/>
                    <a:pt x="568" y="8731"/>
                  </a:cubicBezTo>
                  <a:cubicBezTo>
                    <a:pt x="367" y="9765"/>
                    <a:pt x="201" y="10866"/>
                    <a:pt x="101" y="12167"/>
                  </a:cubicBezTo>
                  <a:cubicBezTo>
                    <a:pt x="67" y="12500"/>
                    <a:pt x="34" y="12834"/>
                    <a:pt x="34" y="13201"/>
                  </a:cubicBezTo>
                  <a:cubicBezTo>
                    <a:pt x="34" y="13734"/>
                    <a:pt x="1" y="14301"/>
                    <a:pt x="1" y="14902"/>
                  </a:cubicBezTo>
                  <a:lnTo>
                    <a:pt x="1" y="16570"/>
                  </a:lnTo>
                  <a:cubicBezTo>
                    <a:pt x="1" y="18204"/>
                    <a:pt x="401" y="20039"/>
                    <a:pt x="1168" y="21974"/>
                  </a:cubicBezTo>
                  <a:cubicBezTo>
                    <a:pt x="1368" y="22507"/>
                    <a:pt x="1568" y="23008"/>
                    <a:pt x="1835" y="23541"/>
                  </a:cubicBezTo>
                  <a:cubicBezTo>
                    <a:pt x="3503" y="27177"/>
                    <a:pt x="6205" y="30880"/>
                    <a:pt x="9207" y="33615"/>
                  </a:cubicBezTo>
                  <a:cubicBezTo>
                    <a:pt x="11976" y="36124"/>
                    <a:pt x="15060" y="37799"/>
                    <a:pt x="17912" y="37799"/>
                  </a:cubicBezTo>
                  <a:cubicBezTo>
                    <a:pt x="19801" y="37799"/>
                    <a:pt x="21589" y="37064"/>
                    <a:pt x="23117" y="35350"/>
                  </a:cubicBezTo>
                  <a:cubicBezTo>
                    <a:pt x="25085" y="33148"/>
                    <a:pt x="26319" y="30179"/>
                    <a:pt x="27087" y="26944"/>
                  </a:cubicBezTo>
                  <a:cubicBezTo>
                    <a:pt x="27353" y="26010"/>
                    <a:pt x="27487" y="25109"/>
                    <a:pt x="27620" y="24142"/>
                  </a:cubicBezTo>
                  <a:cubicBezTo>
                    <a:pt x="27820" y="22707"/>
                    <a:pt x="27954" y="21273"/>
                    <a:pt x="28054" y="19805"/>
                  </a:cubicBezTo>
                  <a:cubicBezTo>
                    <a:pt x="28221" y="16436"/>
                    <a:pt x="28087" y="13167"/>
                    <a:pt x="27887" y="10532"/>
                  </a:cubicBezTo>
                  <a:cubicBezTo>
                    <a:pt x="27787" y="9331"/>
                    <a:pt x="27520" y="8197"/>
                    <a:pt x="27053" y="7130"/>
                  </a:cubicBezTo>
                  <a:cubicBezTo>
                    <a:pt x="26920" y="6829"/>
                    <a:pt x="26786" y="6529"/>
                    <a:pt x="26620" y="6262"/>
                  </a:cubicBezTo>
                  <a:cubicBezTo>
                    <a:pt x="24952" y="2993"/>
                    <a:pt x="21716" y="625"/>
                    <a:pt x="17813" y="191"/>
                  </a:cubicBezTo>
                  <a:cubicBezTo>
                    <a:pt x="16709" y="64"/>
                    <a:pt x="15583" y="1"/>
                    <a:pt x="144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7">
              <a:extLst>
                <a:ext uri="{FF2B5EF4-FFF2-40B4-BE49-F238E27FC236}">
                  <a16:creationId xmlns:a16="http://schemas.microsoft.com/office/drawing/2014/main" id="{D9D83150-679B-C7DD-9450-241174AC0D70}"/>
                </a:ext>
              </a:extLst>
            </p:cNvPr>
            <p:cNvSpPr/>
            <p:nvPr/>
          </p:nvSpPr>
          <p:spPr>
            <a:xfrm>
              <a:off x="1335394" y="1837115"/>
              <a:ext cx="526032" cy="722646"/>
            </a:xfrm>
            <a:custGeom>
              <a:avLst/>
              <a:gdLst/>
              <a:ahLst/>
              <a:cxnLst/>
              <a:rect l="l" t="t" r="r" b="b"/>
              <a:pathLst>
                <a:path w="27921" h="38357" extrusionOk="0">
                  <a:moveTo>
                    <a:pt x="26619" y="6168"/>
                  </a:moveTo>
                  <a:cubicBezTo>
                    <a:pt x="26637" y="6197"/>
                    <a:pt x="26659" y="6221"/>
                    <a:pt x="26686" y="6235"/>
                  </a:cubicBezTo>
                  <a:lnTo>
                    <a:pt x="26619" y="6168"/>
                  </a:lnTo>
                  <a:close/>
                  <a:moveTo>
                    <a:pt x="14391" y="0"/>
                  </a:moveTo>
                  <a:cubicBezTo>
                    <a:pt x="11477" y="0"/>
                    <a:pt x="8726" y="426"/>
                    <a:pt x="6905" y="1265"/>
                  </a:cubicBezTo>
                  <a:cubicBezTo>
                    <a:pt x="3403" y="2866"/>
                    <a:pt x="1434" y="4734"/>
                    <a:pt x="567" y="8737"/>
                  </a:cubicBezTo>
                  <a:cubicBezTo>
                    <a:pt x="367" y="9737"/>
                    <a:pt x="200" y="10872"/>
                    <a:pt x="100" y="12139"/>
                  </a:cubicBezTo>
                  <a:cubicBezTo>
                    <a:pt x="67" y="12473"/>
                    <a:pt x="33" y="12806"/>
                    <a:pt x="33" y="13207"/>
                  </a:cubicBezTo>
                  <a:cubicBezTo>
                    <a:pt x="0" y="13473"/>
                    <a:pt x="0" y="13774"/>
                    <a:pt x="0" y="14074"/>
                  </a:cubicBezTo>
                  <a:lnTo>
                    <a:pt x="0" y="14941"/>
                  </a:lnTo>
                  <a:cubicBezTo>
                    <a:pt x="1735" y="15275"/>
                    <a:pt x="3569" y="15775"/>
                    <a:pt x="5104" y="15875"/>
                  </a:cubicBezTo>
                  <a:cubicBezTo>
                    <a:pt x="5170" y="16209"/>
                    <a:pt x="6605" y="25649"/>
                    <a:pt x="6938" y="28651"/>
                  </a:cubicBezTo>
                  <a:cubicBezTo>
                    <a:pt x="7105" y="29985"/>
                    <a:pt x="7539" y="32087"/>
                    <a:pt x="8873" y="33821"/>
                  </a:cubicBezTo>
                  <a:cubicBezTo>
                    <a:pt x="10608" y="36156"/>
                    <a:pt x="13543" y="38058"/>
                    <a:pt x="16278" y="38258"/>
                  </a:cubicBezTo>
                  <a:cubicBezTo>
                    <a:pt x="17147" y="38323"/>
                    <a:pt x="17920" y="38357"/>
                    <a:pt x="18613" y="38357"/>
                  </a:cubicBezTo>
                  <a:cubicBezTo>
                    <a:pt x="22204" y="38357"/>
                    <a:pt x="23626" y="37438"/>
                    <a:pt x="24885" y="35089"/>
                  </a:cubicBezTo>
                  <a:cubicBezTo>
                    <a:pt x="26286" y="32554"/>
                    <a:pt x="27920" y="28117"/>
                    <a:pt x="27119" y="27083"/>
                  </a:cubicBezTo>
                  <a:cubicBezTo>
                    <a:pt x="27086" y="26983"/>
                    <a:pt x="27019" y="26916"/>
                    <a:pt x="26886" y="26883"/>
                  </a:cubicBezTo>
                  <a:cubicBezTo>
                    <a:pt x="25618" y="26383"/>
                    <a:pt x="22083" y="25916"/>
                    <a:pt x="22083" y="25916"/>
                  </a:cubicBezTo>
                  <a:cubicBezTo>
                    <a:pt x="20363" y="25754"/>
                    <a:pt x="18996" y="25704"/>
                    <a:pt x="17885" y="25704"/>
                  </a:cubicBezTo>
                  <a:cubicBezTo>
                    <a:pt x="16015" y="25704"/>
                    <a:pt x="14869" y="25847"/>
                    <a:pt x="13978" y="25847"/>
                  </a:cubicBezTo>
                  <a:cubicBezTo>
                    <a:pt x="13428" y="25847"/>
                    <a:pt x="12975" y="25793"/>
                    <a:pt x="12509" y="25615"/>
                  </a:cubicBezTo>
                  <a:cubicBezTo>
                    <a:pt x="10875" y="24982"/>
                    <a:pt x="8206" y="15041"/>
                    <a:pt x="8206" y="15041"/>
                  </a:cubicBezTo>
                  <a:cubicBezTo>
                    <a:pt x="8206" y="15041"/>
                    <a:pt x="7772" y="13073"/>
                    <a:pt x="9073" y="11806"/>
                  </a:cubicBezTo>
                  <a:cubicBezTo>
                    <a:pt x="9540" y="11372"/>
                    <a:pt x="10207" y="11038"/>
                    <a:pt x="11208" y="10872"/>
                  </a:cubicBezTo>
                  <a:cubicBezTo>
                    <a:pt x="11842" y="10772"/>
                    <a:pt x="12209" y="10104"/>
                    <a:pt x="12442" y="9537"/>
                  </a:cubicBezTo>
                  <a:cubicBezTo>
                    <a:pt x="12676" y="8937"/>
                    <a:pt x="12709" y="8303"/>
                    <a:pt x="12576" y="7703"/>
                  </a:cubicBezTo>
                  <a:cubicBezTo>
                    <a:pt x="12542" y="7536"/>
                    <a:pt x="12542" y="7369"/>
                    <a:pt x="12542" y="7236"/>
                  </a:cubicBezTo>
                  <a:cubicBezTo>
                    <a:pt x="12542" y="6235"/>
                    <a:pt x="13276" y="5368"/>
                    <a:pt x="14277" y="5201"/>
                  </a:cubicBezTo>
                  <a:cubicBezTo>
                    <a:pt x="15569" y="4985"/>
                    <a:pt x="18064" y="4671"/>
                    <a:pt x="20512" y="4671"/>
                  </a:cubicBezTo>
                  <a:cubicBezTo>
                    <a:pt x="22993" y="4671"/>
                    <a:pt x="25428" y="4994"/>
                    <a:pt x="26519" y="6068"/>
                  </a:cubicBezTo>
                  <a:lnTo>
                    <a:pt x="26619" y="6168"/>
                  </a:lnTo>
                  <a:lnTo>
                    <a:pt x="26619" y="6168"/>
                  </a:lnTo>
                  <a:cubicBezTo>
                    <a:pt x="26592" y="6126"/>
                    <a:pt x="26572" y="6074"/>
                    <a:pt x="26552" y="6035"/>
                  </a:cubicBezTo>
                  <a:cubicBezTo>
                    <a:pt x="24784" y="2866"/>
                    <a:pt x="21582" y="598"/>
                    <a:pt x="17846" y="197"/>
                  </a:cubicBezTo>
                  <a:cubicBezTo>
                    <a:pt x="16700" y="66"/>
                    <a:pt x="15533" y="0"/>
                    <a:pt x="14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7">
              <a:extLst>
                <a:ext uri="{FF2B5EF4-FFF2-40B4-BE49-F238E27FC236}">
                  <a16:creationId xmlns:a16="http://schemas.microsoft.com/office/drawing/2014/main" id="{15D0B851-4C65-7B17-6B2B-E6480972BDA3}"/>
                </a:ext>
              </a:extLst>
            </p:cNvPr>
            <p:cNvSpPr/>
            <p:nvPr/>
          </p:nvSpPr>
          <p:spPr>
            <a:xfrm>
              <a:off x="1336638" y="1794875"/>
              <a:ext cx="499637" cy="308656"/>
            </a:xfrm>
            <a:custGeom>
              <a:avLst/>
              <a:gdLst/>
              <a:ahLst/>
              <a:cxnLst/>
              <a:rect l="l" t="t" r="r" b="b"/>
              <a:pathLst>
                <a:path w="26520" h="16383" extrusionOk="0">
                  <a:moveTo>
                    <a:pt x="16306" y="1"/>
                  </a:moveTo>
                  <a:cubicBezTo>
                    <a:pt x="12698" y="1"/>
                    <a:pt x="8993" y="1434"/>
                    <a:pt x="6739" y="2473"/>
                  </a:cubicBezTo>
                  <a:cubicBezTo>
                    <a:pt x="3236" y="4040"/>
                    <a:pt x="1469" y="7043"/>
                    <a:pt x="601" y="11045"/>
                  </a:cubicBezTo>
                  <a:cubicBezTo>
                    <a:pt x="401" y="12046"/>
                    <a:pt x="234" y="13180"/>
                    <a:pt x="134" y="14481"/>
                  </a:cubicBezTo>
                  <a:cubicBezTo>
                    <a:pt x="101" y="14815"/>
                    <a:pt x="101" y="15148"/>
                    <a:pt x="68" y="15515"/>
                  </a:cubicBezTo>
                  <a:cubicBezTo>
                    <a:pt x="68" y="15816"/>
                    <a:pt x="1" y="16116"/>
                    <a:pt x="1" y="16383"/>
                  </a:cubicBezTo>
                  <a:cubicBezTo>
                    <a:pt x="401" y="16283"/>
                    <a:pt x="4804" y="14615"/>
                    <a:pt x="9074" y="14048"/>
                  </a:cubicBezTo>
                  <a:cubicBezTo>
                    <a:pt x="9508" y="13614"/>
                    <a:pt x="10175" y="13280"/>
                    <a:pt x="11175" y="13114"/>
                  </a:cubicBezTo>
                  <a:cubicBezTo>
                    <a:pt x="11809" y="13014"/>
                    <a:pt x="12243" y="12346"/>
                    <a:pt x="12443" y="11779"/>
                  </a:cubicBezTo>
                  <a:cubicBezTo>
                    <a:pt x="12643" y="11179"/>
                    <a:pt x="12677" y="10545"/>
                    <a:pt x="12576" y="9945"/>
                  </a:cubicBezTo>
                  <a:cubicBezTo>
                    <a:pt x="12510" y="9778"/>
                    <a:pt x="12510" y="9644"/>
                    <a:pt x="12510" y="9478"/>
                  </a:cubicBezTo>
                  <a:cubicBezTo>
                    <a:pt x="12510" y="8477"/>
                    <a:pt x="13244" y="7610"/>
                    <a:pt x="14278" y="7443"/>
                  </a:cubicBezTo>
                  <a:cubicBezTo>
                    <a:pt x="14645" y="7376"/>
                    <a:pt x="15145" y="7309"/>
                    <a:pt x="15679" y="7209"/>
                  </a:cubicBezTo>
                  <a:cubicBezTo>
                    <a:pt x="15879" y="7196"/>
                    <a:pt x="16118" y="7185"/>
                    <a:pt x="16382" y="7185"/>
                  </a:cubicBezTo>
                  <a:cubicBezTo>
                    <a:pt x="17441" y="7185"/>
                    <a:pt x="18914" y="7356"/>
                    <a:pt x="19982" y="8210"/>
                  </a:cubicBezTo>
                  <a:cubicBezTo>
                    <a:pt x="21754" y="9698"/>
                    <a:pt x="22265" y="10014"/>
                    <a:pt x="23282" y="10014"/>
                  </a:cubicBezTo>
                  <a:cubicBezTo>
                    <a:pt x="23337" y="10014"/>
                    <a:pt x="23393" y="10013"/>
                    <a:pt x="23451" y="10011"/>
                  </a:cubicBezTo>
                  <a:cubicBezTo>
                    <a:pt x="24618" y="9978"/>
                    <a:pt x="24185" y="7776"/>
                    <a:pt x="25686" y="7776"/>
                  </a:cubicBezTo>
                  <a:cubicBezTo>
                    <a:pt x="25986" y="7943"/>
                    <a:pt x="26253" y="8110"/>
                    <a:pt x="26453" y="8310"/>
                  </a:cubicBezTo>
                  <a:cubicBezTo>
                    <a:pt x="26470" y="8327"/>
                    <a:pt x="26486" y="8335"/>
                    <a:pt x="26499" y="8335"/>
                  </a:cubicBezTo>
                  <a:cubicBezTo>
                    <a:pt x="26511" y="8335"/>
                    <a:pt x="26520" y="8327"/>
                    <a:pt x="26520" y="8310"/>
                  </a:cubicBezTo>
                  <a:cubicBezTo>
                    <a:pt x="24785" y="5141"/>
                    <a:pt x="21416" y="538"/>
                    <a:pt x="17647" y="71"/>
                  </a:cubicBezTo>
                  <a:cubicBezTo>
                    <a:pt x="17203" y="23"/>
                    <a:pt x="16755" y="1"/>
                    <a:pt x="16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7">
              <a:extLst>
                <a:ext uri="{FF2B5EF4-FFF2-40B4-BE49-F238E27FC236}">
                  <a16:creationId xmlns:a16="http://schemas.microsoft.com/office/drawing/2014/main" id="{39B3797E-3443-F12A-7C2D-F2689EBE5D1F}"/>
                </a:ext>
              </a:extLst>
            </p:cNvPr>
            <p:cNvSpPr/>
            <p:nvPr/>
          </p:nvSpPr>
          <p:spPr>
            <a:xfrm>
              <a:off x="1296997" y="2075184"/>
              <a:ext cx="160272" cy="215247"/>
            </a:xfrm>
            <a:custGeom>
              <a:avLst/>
              <a:gdLst/>
              <a:ahLst/>
              <a:cxnLst/>
              <a:rect l="l" t="t" r="r" b="b"/>
              <a:pathLst>
                <a:path w="8507" h="11425" extrusionOk="0">
                  <a:moveTo>
                    <a:pt x="4055" y="0"/>
                  </a:moveTo>
                  <a:cubicBezTo>
                    <a:pt x="2875" y="0"/>
                    <a:pt x="1463" y="571"/>
                    <a:pt x="937" y="3072"/>
                  </a:cubicBezTo>
                  <a:cubicBezTo>
                    <a:pt x="0" y="7499"/>
                    <a:pt x="4164" y="11424"/>
                    <a:pt x="8064" y="11424"/>
                  </a:cubicBezTo>
                  <a:cubicBezTo>
                    <a:pt x="8191" y="11424"/>
                    <a:pt x="8317" y="11420"/>
                    <a:pt x="8443" y="11412"/>
                  </a:cubicBezTo>
                  <a:cubicBezTo>
                    <a:pt x="8443" y="11412"/>
                    <a:pt x="8443" y="11412"/>
                    <a:pt x="8443" y="11412"/>
                  </a:cubicBezTo>
                  <a:cubicBezTo>
                    <a:pt x="8507" y="11412"/>
                    <a:pt x="7839" y="2335"/>
                    <a:pt x="5874" y="404"/>
                  </a:cubicBezTo>
                  <a:cubicBezTo>
                    <a:pt x="5874" y="404"/>
                    <a:pt x="5046" y="0"/>
                    <a:pt x="40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7">
              <a:extLst>
                <a:ext uri="{FF2B5EF4-FFF2-40B4-BE49-F238E27FC236}">
                  <a16:creationId xmlns:a16="http://schemas.microsoft.com/office/drawing/2014/main" id="{29F638EB-8880-ADB1-23D2-F87A1F5AAE6A}"/>
                </a:ext>
              </a:extLst>
            </p:cNvPr>
            <p:cNvSpPr/>
            <p:nvPr/>
          </p:nvSpPr>
          <p:spPr>
            <a:xfrm>
              <a:off x="1762116" y="2099130"/>
              <a:ext cx="160272" cy="175984"/>
            </a:xfrm>
            <a:custGeom>
              <a:avLst/>
              <a:gdLst/>
              <a:ahLst/>
              <a:cxnLst/>
              <a:rect l="l" t="t" r="r" b="b"/>
              <a:pathLst>
                <a:path w="8507" h="9341" extrusionOk="0">
                  <a:moveTo>
                    <a:pt x="4237" y="534"/>
                  </a:moveTo>
                  <a:cubicBezTo>
                    <a:pt x="6272" y="534"/>
                    <a:pt x="7940" y="2368"/>
                    <a:pt x="7940" y="4670"/>
                  </a:cubicBezTo>
                  <a:cubicBezTo>
                    <a:pt x="7940" y="6938"/>
                    <a:pt x="6272" y="8773"/>
                    <a:pt x="4237" y="8773"/>
                  </a:cubicBezTo>
                  <a:cubicBezTo>
                    <a:pt x="2202" y="8773"/>
                    <a:pt x="534" y="6972"/>
                    <a:pt x="534" y="4670"/>
                  </a:cubicBezTo>
                  <a:cubicBezTo>
                    <a:pt x="534" y="2368"/>
                    <a:pt x="2202" y="534"/>
                    <a:pt x="4237" y="534"/>
                  </a:cubicBezTo>
                  <a:close/>
                  <a:moveTo>
                    <a:pt x="4237" y="0"/>
                  </a:moveTo>
                  <a:cubicBezTo>
                    <a:pt x="1902" y="0"/>
                    <a:pt x="1" y="2068"/>
                    <a:pt x="1" y="4670"/>
                  </a:cubicBezTo>
                  <a:cubicBezTo>
                    <a:pt x="1" y="7205"/>
                    <a:pt x="1902" y="9340"/>
                    <a:pt x="4237" y="9340"/>
                  </a:cubicBezTo>
                  <a:cubicBezTo>
                    <a:pt x="6572" y="9340"/>
                    <a:pt x="8507" y="7239"/>
                    <a:pt x="8507" y="4670"/>
                  </a:cubicBezTo>
                  <a:cubicBezTo>
                    <a:pt x="8507" y="2068"/>
                    <a:pt x="6572" y="0"/>
                    <a:pt x="4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7">
              <a:extLst>
                <a:ext uri="{FF2B5EF4-FFF2-40B4-BE49-F238E27FC236}">
                  <a16:creationId xmlns:a16="http://schemas.microsoft.com/office/drawing/2014/main" id="{6F2305AD-98DB-00AC-B44F-A01B99B38953}"/>
                </a:ext>
              </a:extLst>
            </p:cNvPr>
            <p:cNvSpPr/>
            <p:nvPr/>
          </p:nvSpPr>
          <p:spPr>
            <a:xfrm>
              <a:off x="1563517" y="2099130"/>
              <a:ext cx="160272" cy="175984"/>
            </a:xfrm>
            <a:custGeom>
              <a:avLst/>
              <a:gdLst/>
              <a:ahLst/>
              <a:cxnLst/>
              <a:rect l="l" t="t" r="r" b="b"/>
              <a:pathLst>
                <a:path w="8507" h="9341" extrusionOk="0">
                  <a:moveTo>
                    <a:pt x="4270" y="534"/>
                  </a:moveTo>
                  <a:cubicBezTo>
                    <a:pt x="6305" y="534"/>
                    <a:pt x="7973" y="2368"/>
                    <a:pt x="7973" y="4670"/>
                  </a:cubicBezTo>
                  <a:cubicBezTo>
                    <a:pt x="7973" y="6938"/>
                    <a:pt x="6305" y="8773"/>
                    <a:pt x="4270" y="8773"/>
                  </a:cubicBezTo>
                  <a:cubicBezTo>
                    <a:pt x="2236" y="8773"/>
                    <a:pt x="568" y="6972"/>
                    <a:pt x="568" y="4670"/>
                  </a:cubicBezTo>
                  <a:cubicBezTo>
                    <a:pt x="568" y="2368"/>
                    <a:pt x="2236" y="534"/>
                    <a:pt x="4270" y="534"/>
                  </a:cubicBezTo>
                  <a:close/>
                  <a:moveTo>
                    <a:pt x="4270" y="0"/>
                  </a:moveTo>
                  <a:cubicBezTo>
                    <a:pt x="1935" y="0"/>
                    <a:pt x="1" y="2068"/>
                    <a:pt x="1" y="4670"/>
                  </a:cubicBezTo>
                  <a:cubicBezTo>
                    <a:pt x="1" y="7205"/>
                    <a:pt x="1935" y="9340"/>
                    <a:pt x="4270" y="9340"/>
                  </a:cubicBezTo>
                  <a:cubicBezTo>
                    <a:pt x="6605" y="9340"/>
                    <a:pt x="8507" y="7239"/>
                    <a:pt x="8507" y="4670"/>
                  </a:cubicBezTo>
                  <a:cubicBezTo>
                    <a:pt x="8507" y="2068"/>
                    <a:pt x="6605" y="0"/>
                    <a:pt x="42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7">
              <a:extLst>
                <a:ext uri="{FF2B5EF4-FFF2-40B4-BE49-F238E27FC236}">
                  <a16:creationId xmlns:a16="http://schemas.microsoft.com/office/drawing/2014/main" id="{CB560E7F-E1C8-69B0-8EF6-F51EB43B05C6}"/>
                </a:ext>
              </a:extLst>
            </p:cNvPr>
            <p:cNvSpPr/>
            <p:nvPr/>
          </p:nvSpPr>
          <p:spPr>
            <a:xfrm>
              <a:off x="1489360" y="2102258"/>
              <a:ext cx="91770" cy="54071"/>
            </a:xfrm>
            <a:custGeom>
              <a:avLst/>
              <a:gdLst/>
              <a:ahLst/>
              <a:cxnLst/>
              <a:rect l="l" t="t" r="r" b="b"/>
              <a:pathLst>
                <a:path w="4871" h="2870" extrusionOk="0">
                  <a:moveTo>
                    <a:pt x="1" y="1"/>
                  </a:moveTo>
                  <a:lnTo>
                    <a:pt x="1" y="535"/>
                  </a:lnTo>
                  <a:cubicBezTo>
                    <a:pt x="2169" y="1068"/>
                    <a:pt x="3703" y="2202"/>
                    <a:pt x="4237" y="2669"/>
                  </a:cubicBezTo>
                  <a:cubicBezTo>
                    <a:pt x="4404" y="2803"/>
                    <a:pt x="4504" y="2870"/>
                    <a:pt x="4504" y="2870"/>
                  </a:cubicBezTo>
                  <a:lnTo>
                    <a:pt x="4871" y="2503"/>
                  </a:lnTo>
                  <a:cubicBezTo>
                    <a:pt x="4871" y="2469"/>
                    <a:pt x="4704" y="2336"/>
                    <a:pt x="4504" y="2169"/>
                  </a:cubicBezTo>
                  <a:cubicBezTo>
                    <a:pt x="3837" y="1569"/>
                    <a:pt x="2236" y="5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7">
              <a:extLst>
                <a:ext uri="{FF2B5EF4-FFF2-40B4-BE49-F238E27FC236}">
                  <a16:creationId xmlns:a16="http://schemas.microsoft.com/office/drawing/2014/main" id="{770D6BBB-B4C0-03F1-14E7-5D014CDE7F9F}"/>
                </a:ext>
              </a:extLst>
            </p:cNvPr>
            <p:cNvSpPr/>
            <p:nvPr/>
          </p:nvSpPr>
          <p:spPr>
            <a:xfrm>
              <a:off x="1704294" y="2126788"/>
              <a:ext cx="76698" cy="22005"/>
            </a:xfrm>
            <a:custGeom>
              <a:avLst/>
              <a:gdLst/>
              <a:ahLst/>
              <a:cxnLst/>
              <a:rect l="l" t="t" r="r" b="b"/>
              <a:pathLst>
                <a:path w="4071" h="1168" extrusionOk="0">
                  <a:moveTo>
                    <a:pt x="1963" y="1"/>
                  </a:moveTo>
                  <a:cubicBezTo>
                    <a:pt x="1339" y="1"/>
                    <a:pt x="649" y="180"/>
                    <a:pt x="1" y="734"/>
                  </a:cubicBezTo>
                  <a:lnTo>
                    <a:pt x="401" y="1167"/>
                  </a:lnTo>
                  <a:cubicBezTo>
                    <a:pt x="935" y="704"/>
                    <a:pt x="1504" y="554"/>
                    <a:pt x="2018" y="554"/>
                  </a:cubicBezTo>
                  <a:cubicBezTo>
                    <a:pt x="2949" y="554"/>
                    <a:pt x="3706" y="1046"/>
                    <a:pt x="3770" y="1067"/>
                  </a:cubicBezTo>
                  <a:lnTo>
                    <a:pt x="4070" y="600"/>
                  </a:lnTo>
                  <a:cubicBezTo>
                    <a:pt x="4027" y="600"/>
                    <a:pt x="3105" y="1"/>
                    <a:pt x="19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7">
              <a:extLst>
                <a:ext uri="{FF2B5EF4-FFF2-40B4-BE49-F238E27FC236}">
                  <a16:creationId xmlns:a16="http://schemas.microsoft.com/office/drawing/2014/main" id="{D9471CEF-F2BE-53C1-1493-6E3EB891124E}"/>
                </a:ext>
              </a:extLst>
            </p:cNvPr>
            <p:cNvSpPr/>
            <p:nvPr/>
          </p:nvSpPr>
          <p:spPr>
            <a:xfrm>
              <a:off x="1294529" y="2600645"/>
              <a:ext cx="519758" cy="1020619"/>
            </a:xfrm>
            <a:custGeom>
              <a:avLst/>
              <a:gdLst/>
              <a:ahLst/>
              <a:cxnLst/>
              <a:rect l="l" t="t" r="r" b="b"/>
              <a:pathLst>
                <a:path w="27588" h="54173" extrusionOk="0">
                  <a:moveTo>
                    <a:pt x="351" y="0"/>
                  </a:moveTo>
                  <a:cubicBezTo>
                    <a:pt x="268" y="0"/>
                    <a:pt x="184" y="34"/>
                    <a:pt x="134" y="100"/>
                  </a:cubicBezTo>
                  <a:cubicBezTo>
                    <a:pt x="1" y="234"/>
                    <a:pt x="1" y="434"/>
                    <a:pt x="134" y="567"/>
                  </a:cubicBezTo>
                  <a:cubicBezTo>
                    <a:pt x="5071" y="5104"/>
                    <a:pt x="10875" y="15778"/>
                    <a:pt x="16846" y="31423"/>
                  </a:cubicBezTo>
                  <a:cubicBezTo>
                    <a:pt x="21383" y="43264"/>
                    <a:pt x="24418" y="53839"/>
                    <a:pt x="24485" y="53972"/>
                  </a:cubicBezTo>
                  <a:cubicBezTo>
                    <a:pt x="24518" y="54106"/>
                    <a:pt x="24652" y="54172"/>
                    <a:pt x="24752" y="54172"/>
                  </a:cubicBezTo>
                  <a:cubicBezTo>
                    <a:pt x="24885" y="54172"/>
                    <a:pt x="25019" y="54106"/>
                    <a:pt x="25085" y="53972"/>
                  </a:cubicBezTo>
                  <a:cubicBezTo>
                    <a:pt x="26520" y="47267"/>
                    <a:pt x="27187" y="40296"/>
                    <a:pt x="27087" y="33191"/>
                  </a:cubicBezTo>
                  <a:cubicBezTo>
                    <a:pt x="27020" y="27520"/>
                    <a:pt x="26420" y="21782"/>
                    <a:pt x="25386" y="16112"/>
                  </a:cubicBezTo>
                  <a:cubicBezTo>
                    <a:pt x="23584" y="6438"/>
                    <a:pt x="21016" y="267"/>
                    <a:pt x="20949" y="234"/>
                  </a:cubicBezTo>
                  <a:cubicBezTo>
                    <a:pt x="20901" y="113"/>
                    <a:pt x="20800" y="27"/>
                    <a:pt x="20685" y="27"/>
                  </a:cubicBezTo>
                  <a:cubicBezTo>
                    <a:pt x="20641" y="27"/>
                    <a:pt x="20595" y="39"/>
                    <a:pt x="20549" y="67"/>
                  </a:cubicBezTo>
                  <a:cubicBezTo>
                    <a:pt x="20382" y="134"/>
                    <a:pt x="20315" y="300"/>
                    <a:pt x="20382" y="467"/>
                  </a:cubicBezTo>
                  <a:cubicBezTo>
                    <a:pt x="20415" y="534"/>
                    <a:pt x="22984" y="6638"/>
                    <a:pt x="24752" y="16245"/>
                  </a:cubicBezTo>
                  <a:cubicBezTo>
                    <a:pt x="26353" y="24818"/>
                    <a:pt x="27587" y="38061"/>
                    <a:pt x="24719" y="52604"/>
                  </a:cubicBezTo>
                  <a:cubicBezTo>
                    <a:pt x="23818" y="49469"/>
                    <a:pt x="21083" y="40763"/>
                    <a:pt x="17480" y="31223"/>
                  </a:cubicBezTo>
                  <a:cubicBezTo>
                    <a:pt x="14778" y="24184"/>
                    <a:pt x="12176" y="18213"/>
                    <a:pt x="9641" y="13276"/>
                  </a:cubicBezTo>
                  <a:cubicBezTo>
                    <a:pt x="6405" y="7105"/>
                    <a:pt x="3370" y="2669"/>
                    <a:pt x="568" y="100"/>
                  </a:cubicBezTo>
                  <a:cubicBezTo>
                    <a:pt x="518" y="34"/>
                    <a:pt x="435" y="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7">
              <a:extLst>
                <a:ext uri="{FF2B5EF4-FFF2-40B4-BE49-F238E27FC236}">
                  <a16:creationId xmlns:a16="http://schemas.microsoft.com/office/drawing/2014/main" id="{BEC1C352-DC41-29C4-9441-09057D3A4FE6}"/>
                </a:ext>
              </a:extLst>
            </p:cNvPr>
            <p:cNvSpPr/>
            <p:nvPr/>
          </p:nvSpPr>
          <p:spPr>
            <a:xfrm>
              <a:off x="1609394" y="3583554"/>
              <a:ext cx="277174" cy="386521"/>
            </a:xfrm>
            <a:custGeom>
              <a:avLst/>
              <a:gdLst/>
              <a:ahLst/>
              <a:cxnLst/>
              <a:rect l="l" t="t" r="r" b="b"/>
              <a:pathLst>
                <a:path w="14712" h="20516" extrusionOk="0">
                  <a:moveTo>
                    <a:pt x="668" y="1"/>
                  </a:moveTo>
                  <a:cubicBezTo>
                    <a:pt x="334" y="1"/>
                    <a:pt x="34" y="301"/>
                    <a:pt x="34" y="635"/>
                  </a:cubicBezTo>
                  <a:lnTo>
                    <a:pt x="34" y="19915"/>
                  </a:lnTo>
                  <a:cubicBezTo>
                    <a:pt x="1" y="20249"/>
                    <a:pt x="301" y="20516"/>
                    <a:pt x="668" y="20516"/>
                  </a:cubicBezTo>
                  <a:lnTo>
                    <a:pt x="14111" y="20516"/>
                  </a:lnTo>
                  <a:cubicBezTo>
                    <a:pt x="14444" y="20516"/>
                    <a:pt x="14711" y="20249"/>
                    <a:pt x="14711" y="19915"/>
                  </a:cubicBezTo>
                  <a:lnTo>
                    <a:pt x="14711" y="635"/>
                  </a:lnTo>
                  <a:cubicBezTo>
                    <a:pt x="14711" y="301"/>
                    <a:pt x="14444" y="1"/>
                    <a:pt x="14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7">
              <a:extLst>
                <a:ext uri="{FF2B5EF4-FFF2-40B4-BE49-F238E27FC236}">
                  <a16:creationId xmlns:a16="http://schemas.microsoft.com/office/drawing/2014/main" id="{7EF8C872-B114-106C-BBE1-C5870129A6E2}"/>
                </a:ext>
              </a:extLst>
            </p:cNvPr>
            <p:cNvSpPr/>
            <p:nvPr/>
          </p:nvSpPr>
          <p:spPr>
            <a:xfrm>
              <a:off x="1665954" y="3645784"/>
              <a:ext cx="160291" cy="6293"/>
            </a:xfrm>
            <a:custGeom>
              <a:avLst/>
              <a:gdLst/>
              <a:ahLst/>
              <a:cxnLst/>
              <a:rect l="l" t="t" r="r" b="b"/>
              <a:pathLst>
                <a:path w="8508" h="334" extrusionOk="0">
                  <a:moveTo>
                    <a:pt x="168" y="0"/>
                  </a:moveTo>
                  <a:cubicBezTo>
                    <a:pt x="101" y="0"/>
                    <a:pt x="1" y="100"/>
                    <a:pt x="1" y="167"/>
                  </a:cubicBezTo>
                  <a:cubicBezTo>
                    <a:pt x="1" y="267"/>
                    <a:pt x="34" y="334"/>
                    <a:pt x="168" y="334"/>
                  </a:cubicBezTo>
                  <a:lnTo>
                    <a:pt x="8340" y="334"/>
                  </a:lnTo>
                  <a:cubicBezTo>
                    <a:pt x="8440" y="334"/>
                    <a:pt x="8507" y="267"/>
                    <a:pt x="8507" y="167"/>
                  </a:cubicBezTo>
                  <a:cubicBezTo>
                    <a:pt x="8507" y="100"/>
                    <a:pt x="8440" y="0"/>
                    <a:pt x="8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7">
              <a:extLst>
                <a:ext uri="{FF2B5EF4-FFF2-40B4-BE49-F238E27FC236}">
                  <a16:creationId xmlns:a16="http://schemas.microsoft.com/office/drawing/2014/main" id="{19C59F3B-D4C6-F24D-CCA3-EC94AE78E67E}"/>
                </a:ext>
              </a:extLst>
            </p:cNvPr>
            <p:cNvSpPr/>
            <p:nvPr/>
          </p:nvSpPr>
          <p:spPr>
            <a:xfrm>
              <a:off x="1665954" y="3699818"/>
              <a:ext cx="160291" cy="6311"/>
            </a:xfrm>
            <a:custGeom>
              <a:avLst/>
              <a:gdLst/>
              <a:ahLst/>
              <a:cxnLst/>
              <a:rect l="l" t="t" r="r" b="b"/>
              <a:pathLst>
                <a:path w="8508" h="335" extrusionOk="0">
                  <a:moveTo>
                    <a:pt x="168" y="1"/>
                  </a:moveTo>
                  <a:cubicBezTo>
                    <a:pt x="101" y="1"/>
                    <a:pt x="1" y="101"/>
                    <a:pt x="1" y="168"/>
                  </a:cubicBezTo>
                  <a:cubicBezTo>
                    <a:pt x="1" y="268"/>
                    <a:pt x="34" y="334"/>
                    <a:pt x="168" y="334"/>
                  </a:cubicBezTo>
                  <a:lnTo>
                    <a:pt x="8340" y="334"/>
                  </a:lnTo>
                  <a:cubicBezTo>
                    <a:pt x="8440" y="334"/>
                    <a:pt x="8507" y="268"/>
                    <a:pt x="8507" y="168"/>
                  </a:cubicBezTo>
                  <a:cubicBezTo>
                    <a:pt x="8507" y="101"/>
                    <a:pt x="8440" y="1"/>
                    <a:pt x="8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7">
              <a:extLst>
                <a:ext uri="{FF2B5EF4-FFF2-40B4-BE49-F238E27FC236}">
                  <a16:creationId xmlns:a16="http://schemas.microsoft.com/office/drawing/2014/main" id="{FECA116A-7390-74C5-2C7D-BF0506806CD7}"/>
                </a:ext>
              </a:extLst>
            </p:cNvPr>
            <p:cNvSpPr/>
            <p:nvPr/>
          </p:nvSpPr>
          <p:spPr>
            <a:xfrm>
              <a:off x="1665332" y="3753250"/>
              <a:ext cx="160912" cy="6293"/>
            </a:xfrm>
            <a:custGeom>
              <a:avLst/>
              <a:gdLst/>
              <a:ahLst/>
              <a:cxnLst/>
              <a:rect l="l" t="t" r="r" b="b"/>
              <a:pathLst>
                <a:path w="8541" h="334" extrusionOk="0">
                  <a:moveTo>
                    <a:pt x="201" y="0"/>
                  </a:moveTo>
                  <a:cubicBezTo>
                    <a:pt x="134" y="0"/>
                    <a:pt x="34" y="100"/>
                    <a:pt x="34" y="167"/>
                  </a:cubicBezTo>
                  <a:cubicBezTo>
                    <a:pt x="1" y="267"/>
                    <a:pt x="67" y="334"/>
                    <a:pt x="201" y="334"/>
                  </a:cubicBezTo>
                  <a:lnTo>
                    <a:pt x="8373" y="334"/>
                  </a:lnTo>
                  <a:cubicBezTo>
                    <a:pt x="8473" y="334"/>
                    <a:pt x="8540" y="267"/>
                    <a:pt x="8540" y="167"/>
                  </a:cubicBezTo>
                  <a:cubicBezTo>
                    <a:pt x="8540" y="100"/>
                    <a:pt x="8473" y="0"/>
                    <a:pt x="8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>
              <a:extLst>
                <a:ext uri="{FF2B5EF4-FFF2-40B4-BE49-F238E27FC236}">
                  <a16:creationId xmlns:a16="http://schemas.microsoft.com/office/drawing/2014/main" id="{8D5E1CB2-1A6A-C98F-C599-4EED50BA0F6F}"/>
                </a:ext>
              </a:extLst>
            </p:cNvPr>
            <p:cNvSpPr/>
            <p:nvPr/>
          </p:nvSpPr>
          <p:spPr>
            <a:xfrm>
              <a:off x="1628875" y="3602413"/>
              <a:ext cx="238213" cy="348182"/>
            </a:xfrm>
            <a:custGeom>
              <a:avLst/>
              <a:gdLst/>
              <a:ahLst/>
              <a:cxnLst/>
              <a:rect l="l" t="t" r="r" b="b"/>
              <a:pathLst>
                <a:path w="12644" h="18481" extrusionOk="0">
                  <a:moveTo>
                    <a:pt x="12343" y="301"/>
                  </a:moveTo>
                  <a:lnTo>
                    <a:pt x="12343" y="18147"/>
                  </a:lnTo>
                  <a:lnTo>
                    <a:pt x="334" y="18147"/>
                  </a:lnTo>
                  <a:lnTo>
                    <a:pt x="334" y="301"/>
                  </a:lnTo>
                  <a:close/>
                  <a:moveTo>
                    <a:pt x="168" y="1"/>
                  </a:moveTo>
                  <a:cubicBezTo>
                    <a:pt x="101" y="1"/>
                    <a:pt x="1" y="101"/>
                    <a:pt x="1" y="167"/>
                  </a:cubicBezTo>
                  <a:lnTo>
                    <a:pt x="1" y="18314"/>
                  </a:lnTo>
                  <a:cubicBezTo>
                    <a:pt x="1" y="18414"/>
                    <a:pt x="101" y="18480"/>
                    <a:pt x="168" y="18480"/>
                  </a:cubicBezTo>
                  <a:lnTo>
                    <a:pt x="12476" y="18480"/>
                  </a:lnTo>
                  <a:cubicBezTo>
                    <a:pt x="12577" y="18480"/>
                    <a:pt x="12643" y="18414"/>
                    <a:pt x="12643" y="18314"/>
                  </a:cubicBezTo>
                  <a:lnTo>
                    <a:pt x="12643" y="167"/>
                  </a:lnTo>
                  <a:cubicBezTo>
                    <a:pt x="12643" y="101"/>
                    <a:pt x="12577" y="1"/>
                    <a:pt x="124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>
              <a:extLst>
                <a:ext uri="{FF2B5EF4-FFF2-40B4-BE49-F238E27FC236}">
                  <a16:creationId xmlns:a16="http://schemas.microsoft.com/office/drawing/2014/main" id="{BA9B9FF1-838C-5D09-E049-AFCBB83F6F1F}"/>
                </a:ext>
              </a:extLst>
            </p:cNvPr>
            <p:cNvSpPr/>
            <p:nvPr/>
          </p:nvSpPr>
          <p:spPr>
            <a:xfrm>
              <a:off x="1747665" y="2444156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11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7">
              <a:extLst>
                <a:ext uri="{FF2B5EF4-FFF2-40B4-BE49-F238E27FC236}">
                  <a16:creationId xmlns:a16="http://schemas.microsoft.com/office/drawing/2014/main" id="{3BDE8D8B-F9D7-507A-798B-22E42124921E}"/>
                </a:ext>
              </a:extLst>
            </p:cNvPr>
            <p:cNvSpPr/>
            <p:nvPr/>
          </p:nvSpPr>
          <p:spPr>
            <a:xfrm>
              <a:off x="1654027" y="2361201"/>
              <a:ext cx="162156" cy="60156"/>
            </a:xfrm>
            <a:custGeom>
              <a:avLst/>
              <a:gdLst/>
              <a:ahLst/>
              <a:cxnLst/>
              <a:rect l="l" t="t" r="r" b="b"/>
              <a:pathLst>
                <a:path w="8607" h="3193" extrusionOk="0">
                  <a:moveTo>
                    <a:pt x="0" y="0"/>
                  </a:moveTo>
                  <a:cubicBezTo>
                    <a:pt x="0" y="0"/>
                    <a:pt x="501" y="2735"/>
                    <a:pt x="3303" y="3136"/>
                  </a:cubicBezTo>
                  <a:cubicBezTo>
                    <a:pt x="3565" y="3175"/>
                    <a:pt x="3817" y="3193"/>
                    <a:pt x="4059" y="3193"/>
                  </a:cubicBezTo>
                  <a:cubicBezTo>
                    <a:pt x="7117" y="3193"/>
                    <a:pt x="8606" y="300"/>
                    <a:pt x="8606" y="300"/>
                  </a:cubicBezTo>
                  <a:lnTo>
                    <a:pt x="8606" y="300"/>
                  </a:lnTo>
                  <a:cubicBezTo>
                    <a:pt x="7603" y="482"/>
                    <a:pt x="6542" y="549"/>
                    <a:pt x="5520" y="549"/>
                  </a:cubicBezTo>
                  <a:cubicBezTo>
                    <a:pt x="2599" y="5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4" name="Google Shape;1364;p47">
            <a:extLst>
              <a:ext uri="{FF2B5EF4-FFF2-40B4-BE49-F238E27FC236}">
                <a16:creationId xmlns:a16="http://schemas.microsoft.com/office/drawing/2014/main" id="{DC42B0C5-9DEE-9535-FBF6-6966C8F3FB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952" y="500027"/>
            <a:ext cx="5282644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CURRICULUM</a:t>
            </a:r>
            <a:endParaRPr dirty="0"/>
          </a:p>
        </p:txBody>
      </p:sp>
      <p:sp>
        <p:nvSpPr>
          <p:cNvPr id="1365" name="Google Shape;1365;p47">
            <a:extLst>
              <a:ext uri="{FF2B5EF4-FFF2-40B4-BE49-F238E27FC236}">
                <a16:creationId xmlns:a16="http://schemas.microsoft.com/office/drawing/2014/main" id="{D7E55A04-80F9-7B09-DDB5-07DB6C0451C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00598" y="1679536"/>
            <a:ext cx="16641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WORK SHOP</a:t>
            </a:r>
            <a:endParaRPr dirty="0"/>
          </a:p>
        </p:txBody>
      </p:sp>
      <p:sp>
        <p:nvSpPr>
          <p:cNvPr id="1366" name="Google Shape;1366;p47">
            <a:extLst>
              <a:ext uri="{FF2B5EF4-FFF2-40B4-BE49-F238E27FC236}">
                <a16:creationId xmlns:a16="http://schemas.microsoft.com/office/drawing/2014/main" id="{AE9566A9-5C43-842D-C2AD-1E9B2388621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216059" y="3051658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on "Photoshop" at PSG PTC</a:t>
            </a:r>
            <a:endParaRPr dirty="0"/>
          </a:p>
        </p:txBody>
      </p:sp>
      <p:sp>
        <p:nvSpPr>
          <p:cNvPr id="1369" name="Google Shape;1369;p47">
            <a:extLst>
              <a:ext uri="{FF2B5EF4-FFF2-40B4-BE49-F238E27FC236}">
                <a16:creationId xmlns:a16="http://schemas.microsoft.com/office/drawing/2014/main" id="{8737ADDA-8E8F-645D-D798-A7527031E32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05031" y="1748674"/>
            <a:ext cx="2206315" cy="618463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 Development &amp; Entrepreneurship</a:t>
            </a:r>
            <a:endParaRPr dirty="0"/>
          </a:p>
        </p:txBody>
      </p:sp>
      <p:sp>
        <p:nvSpPr>
          <p:cNvPr id="1370" name="Google Shape;1370;p47">
            <a:extLst>
              <a:ext uri="{FF2B5EF4-FFF2-40B4-BE49-F238E27FC236}">
                <a16:creationId xmlns:a16="http://schemas.microsoft.com/office/drawing/2014/main" id="{2381A60A-8100-6D24-93F5-8F134ED8F6C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018742" y="3162116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IHFC- Technology Innovation Hub of IIT Delhi</a:t>
            </a:r>
            <a:endParaRPr dirty="0"/>
          </a:p>
        </p:txBody>
      </p:sp>
      <p:grpSp>
        <p:nvGrpSpPr>
          <p:cNvPr id="6" name="Google Shape;1329;p47">
            <a:extLst>
              <a:ext uri="{FF2B5EF4-FFF2-40B4-BE49-F238E27FC236}">
                <a16:creationId xmlns:a16="http://schemas.microsoft.com/office/drawing/2014/main" id="{BD6D83A5-CEAF-B683-7414-3315DAE6A693}"/>
              </a:ext>
            </a:extLst>
          </p:cNvPr>
          <p:cNvGrpSpPr/>
          <p:nvPr/>
        </p:nvGrpSpPr>
        <p:grpSpPr>
          <a:xfrm>
            <a:off x="-53273" y="1433499"/>
            <a:ext cx="1577147" cy="3690905"/>
            <a:chOff x="601256" y="1685600"/>
            <a:chExt cx="1475624" cy="3453317"/>
          </a:xfrm>
        </p:grpSpPr>
        <p:sp>
          <p:nvSpPr>
            <p:cNvPr id="7" name="Google Shape;1330;p47">
              <a:extLst>
                <a:ext uri="{FF2B5EF4-FFF2-40B4-BE49-F238E27FC236}">
                  <a16:creationId xmlns:a16="http://schemas.microsoft.com/office/drawing/2014/main" id="{E3DCE1AA-C1CD-8FB6-9487-CC96065904D3}"/>
                </a:ext>
              </a:extLst>
            </p:cNvPr>
            <p:cNvSpPr/>
            <p:nvPr/>
          </p:nvSpPr>
          <p:spPr>
            <a:xfrm>
              <a:off x="1182672" y="3206612"/>
              <a:ext cx="120670" cy="85986"/>
            </a:xfrm>
            <a:custGeom>
              <a:avLst/>
              <a:gdLst/>
              <a:ahLst/>
              <a:cxnLst/>
              <a:rect l="l" t="t" r="r" b="b"/>
              <a:pathLst>
                <a:path w="6405" h="4564" extrusionOk="0">
                  <a:moveTo>
                    <a:pt x="5828" y="1"/>
                  </a:moveTo>
                  <a:cubicBezTo>
                    <a:pt x="5736" y="1"/>
                    <a:pt x="5647" y="31"/>
                    <a:pt x="5571" y="94"/>
                  </a:cubicBezTo>
                  <a:lnTo>
                    <a:pt x="301" y="3663"/>
                  </a:lnTo>
                  <a:cubicBezTo>
                    <a:pt x="100" y="3830"/>
                    <a:pt x="0" y="4130"/>
                    <a:pt x="167" y="4330"/>
                  </a:cubicBezTo>
                  <a:cubicBezTo>
                    <a:pt x="301" y="4497"/>
                    <a:pt x="467" y="4563"/>
                    <a:pt x="601" y="4563"/>
                  </a:cubicBezTo>
                  <a:cubicBezTo>
                    <a:pt x="667" y="4563"/>
                    <a:pt x="768" y="4497"/>
                    <a:pt x="834" y="4463"/>
                  </a:cubicBezTo>
                  <a:lnTo>
                    <a:pt x="6105" y="894"/>
                  </a:lnTo>
                  <a:cubicBezTo>
                    <a:pt x="6305" y="727"/>
                    <a:pt x="6405" y="427"/>
                    <a:pt x="6238" y="227"/>
                  </a:cubicBezTo>
                  <a:cubicBezTo>
                    <a:pt x="6134" y="82"/>
                    <a:pt x="5979" y="1"/>
                    <a:pt x="5828" y="1"/>
                  </a:cubicBezTo>
                  <a:close/>
                </a:path>
              </a:pathLst>
            </a:custGeom>
            <a:solidFill>
              <a:srgbClr val="E131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1331;p47">
              <a:extLst>
                <a:ext uri="{FF2B5EF4-FFF2-40B4-BE49-F238E27FC236}">
                  <a16:creationId xmlns:a16="http://schemas.microsoft.com/office/drawing/2014/main" id="{0C1F40FD-6B3D-91F4-3F8E-0769EDE3839C}"/>
                </a:ext>
              </a:extLst>
            </p:cNvPr>
            <p:cNvGrpSpPr/>
            <p:nvPr/>
          </p:nvGrpSpPr>
          <p:grpSpPr>
            <a:xfrm>
              <a:off x="601256" y="2560267"/>
              <a:ext cx="1475624" cy="2578650"/>
              <a:chOff x="2658725" y="2029250"/>
              <a:chExt cx="1958100" cy="3421775"/>
            </a:xfrm>
          </p:grpSpPr>
          <p:sp>
            <p:nvSpPr>
              <p:cNvPr id="31" name="Google Shape;1332;p47">
                <a:extLst>
                  <a:ext uri="{FF2B5EF4-FFF2-40B4-BE49-F238E27FC236}">
                    <a16:creationId xmlns:a16="http://schemas.microsoft.com/office/drawing/2014/main" id="{47D57661-805F-BEFD-C307-B0875AD2E970}"/>
                  </a:ext>
                </a:extLst>
              </p:cNvPr>
              <p:cNvSpPr/>
              <p:nvPr/>
            </p:nvSpPr>
            <p:spPr>
              <a:xfrm>
                <a:off x="4231650" y="4973225"/>
                <a:ext cx="29345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1738" h="17778" extrusionOk="0">
                    <a:moveTo>
                      <a:pt x="9293" y="1"/>
                    </a:moveTo>
                    <a:cubicBezTo>
                      <a:pt x="0" y="1"/>
                      <a:pt x="7134" y="17778"/>
                      <a:pt x="7134" y="17778"/>
                    </a:cubicBezTo>
                    <a:cubicBezTo>
                      <a:pt x="7134" y="17778"/>
                      <a:pt x="7801" y="16844"/>
                      <a:pt x="9502" y="11506"/>
                    </a:cubicBezTo>
                    <a:cubicBezTo>
                      <a:pt x="11270" y="6169"/>
                      <a:pt x="11737" y="332"/>
                      <a:pt x="11737" y="332"/>
                    </a:cubicBezTo>
                    <a:cubicBezTo>
                      <a:pt x="10818" y="106"/>
                      <a:pt x="10007" y="1"/>
                      <a:pt x="92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333;p47">
                <a:extLst>
                  <a:ext uri="{FF2B5EF4-FFF2-40B4-BE49-F238E27FC236}">
                    <a16:creationId xmlns:a16="http://schemas.microsoft.com/office/drawing/2014/main" id="{EFBF6419-381F-0881-74BE-457F94EE8FCA}"/>
                  </a:ext>
                </a:extLst>
              </p:cNvPr>
              <p:cNvSpPr/>
              <p:nvPr/>
            </p:nvSpPr>
            <p:spPr>
              <a:xfrm>
                <a:off x="3700325" y="5024875"/>
                <a:ext cx="783900" cy="425325"/>
              </a:xfrm>
              <a:custGeom>
                <a:avLst/>
                <a:gdLst/>
                <a:ahLst/>
                <a:cxnLst/>
                <a:rect l="l" t="t" r="r" b="b"/>
                <a:pathLst>
                  <a:path w="31356" h="17013" extrusionOk="0">
                    <a:moveTo>
                      <a:pt x="31356" y="0"/>
                    </a:moveTo>
                    <a:lnTo>
                      <a:pt x="1434" y="1001"/>
                    </a:lnTo>
                    <a:lnTo>
                      <a:pt x="0" y="17013"/>
                    </a:lnTo>
                    <a:lnTo>
                      <a:pt x="28153" y="17013"/>
                    </a:lnTo>
                    <a:lnTo>
                      <a:pt x="3135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334;p47">
                <a:extLst>
                  <a:ext uri="{FF2B5EF4-FFF2-40B4-BE49-F238E27FC236}">
                    <a16:creationId xmlns:a16="http://schemas.microsoft.com/office/drawing/2014/main" id="{5FE3BCE9-B65B-DFE8-B5B5-80A2C35001CA}"/>
                  </a:ext>
                </a:extLst>
              </p:cNvPr>
              <p:cNvSpPr/>
              <p:nvPr/>
            </p:nvSpPr>
            <p:spPr>
              <a:xfrm>
                <a:off x="3054850" y="4877275"/>
                <a:ext cx="889825" cy="572925"/>
              </a:xfrm>
              <a:custGeom>
                <a:avLst/>
                <a:gdLst/>
                <a:ahLst/>
                <a:cxnLst/>
                <a:rect l="l" t="t" r="r" b="b"/>
                <a:pathLst>
                  <a:path w="35593" h="22917" extrusionOk="0">
                    <a:moveTo>
                      <a:pt x="3436" y="0"/>
                    </a:moveTo>
                    <a:lnTo>
                      <a:pt x="1" y="22917"/>
                    </a:lnTo>
                    <a:lnTo>
                      <a:pt x="31490" y="22917"/>
                    </a:lnTo>
                    <a:cubicBezTo>
                      <a:pt x="33925" y="14511"/>
                      <a:pt x="35593" y="8573"/>
                      <a:pt x="35593" y="8573"/>
                    </a:cubicBezTo>
                    <a:lnTo>
                      <a:pt x="343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335;p47">
                <a:extLst>
                  <a:ext uri="{FF2B5EF4-FFF2-40B4-BE49-F238E27FC236}">
                    <a16:creationId xmlns:a16="http://schemas.microsoft.com/office/drawing/2014/main" id="{2CF0F883-0660-5D3A-4D0F-11A5149C04B1}"/>
                  </a:ext>
                </a:extLst>
              </p:cNvPr>
              <p:cNvSpPr/>
              <p:nvPr/>
            </p:nvSpPr>
            <p:spPr>
              <a:xfrm>
                <a:off x="3159100" y="4958900"/>
                <a:ext cx="102600" cy="491300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19652" extrusionOk="0">
                    <a:moveTo>
                      <a:pt x="3497" y="1"/>
                    </a:moveTo>
                    <a:cubicBezTo>
                      <a:pt x="3193" y="1"/>
                      <a:pt x="2928" y="195"/>
                      <a:pt x="2836" y="505"/>
                    </a:cubicBezTo>
                    <a:lnTo>
                      <a:pt x="0" y="19618"/>
                    </a:lnTo>
                    <a:lnTo>
                      <a:pt x="1268" y="19618"/>
                    </a:lnTo>
                    <a:lnTo>
                      <a:pt x="1268" y="19652"/>
                    </a:lnTo>
                    <a:lnTo>
                      <a:pt x="4070" y="738"/>
                    </a:lnTo>
                    <a:cubicBezTo>
                      <a:pt x="4103" y="404"/>
                      <a:pt x="3903" y="104"/>
                      <a:pt x="3569" y="4"/>
                    </a:cubicBezTo>
                    <a:cubicBezTo>
                      <a:pt x="3545" y="2"/>
                      <a:pt x="3521" y="1"/>
                      <a:pt x="3497" y="1"/>
                    </a:cubicBezTo>
                    <a:close/>
                  </a:path>
                </a:pathLst>
              </a:custGeom>
              <a:solidFill>
                <a:srgbClr val="3F35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336;p47">
                <a:extLst>
                  <a:ext uri="{FF2B5EF4-FFF2-40B4-BE49-F238E27FC236}">
                    <a16:creationId xmlns:a16="http://schemas.microsoft.com/office/drawing/2014/main" id="{C96B3878-614C-F9CB-AC8C-6AD151583FF1}"/>
                  </a:ext>
                </a:extLst>
              </p:cNvPr>
              <p:cNvSpPr/>
              <p:nvPr/>
            </p:nvSpPr>
            <p:spPr>
              <a:xfrm>
                <a:off x="3408450" y="4614425"/>
                <a:ext cx="947350" cy="194475"/>
              </a:xfrm>
              <a:custGeom>
                <a:avLst/>
                <a:gdLst/>
                <a:ahLst/>
                <a:cxnLst/>
                <a:rect l="l" t="t" r="r" b="b"/>
                <a:pathLst>
                  <a:path w="37894" h="7779" extrusionOk="0">
                    <a:moveTo>
                      <a:pt x="37172" y="1"/>
                    </a:moveTo>
                    <a:cubicBezTo>
                      <a:pt x="37078" y="1"/>
                      <a:pt x="36982" y="24"/>
                      <a:pt x="36893" y="73"/>
                    </a:cubicBezTo>
                    <a:cubicBezTo>
                      <a:pt x="36735" y="126"/>
                      <a:pt x="24474" y="6564"/>
                      <a:pt x="11301" y="6564"/>
                    </a:cubicBezTo>
                    <a:cubicBezTo>
                      <a:pt x="7818" y="6564"/>
                      <a:pt x="4271" y="6114"/>
                      <a:pt x="867" y="4977"/>
                    </a:cubicBezTo>
                    <a:cubicBezTo>
                      <a:pt x="808" y="4959"/>
                      <a:pt x="749" y="4951"/>
                      <a:pt x="692" y="4951"/>
                    </a:cubicBezTo>
                    <a:cubicBezTo>
                      <a:pt x="424" y="4951"/>
                      <a:pt x="188" y="5130"/>
                      <a:pt x="133" y="5377"/>
                    </a:cubicBezTo>
                    <a:cubicBezTo>
                      <a:pt x="0" y="5711"/>
                      <a:pt x="200" y="6044"/>
                      <a:pt x="500" y="6111"/>
                    </a:cubicBezTo>
                    <a:cubicBezTo>
                      <a:pt x="4036" y="7345"/>
                      <a:pt x="7806" y="7779"/>
                      <a:pt x="11375" y="7779"/>
                    </a:cubicBezTo>
                    <a:cubicBezTo>
                      <a:pt x="16612" y="7779"/>
                      <a:pt x="21515" y="6845"/>
                      <a:pt x="25351" y="5777"/>
                    </a:cubicBezTo>
                    <a:cubicBezTo>
                      <a:pt x="32356" y="3876"/>
                      <a:pt x="37393" y="1208"/>
                      <a:pt x="37493" y="1174"/>
                    </a:cubicBezTo>
                    <a:cubicBezTo>
                      <a:pt x="37794" y="1007"/>
                      <a:pt x="37894" y="607"/>
                      <a:pt x="37727" y="340"/>
                    </a:cubicBezTo>
                    <a:cubicBezTo>
                      <a:pt x="37610" y="129"/>
                      <a:pt x="37394" y="1"/>
                      <a:pt x="37172" y="1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337;p47">
                <a:extLst>
                  <a:ext uri="{FF2B5EF4-FFF2-40B4-BE49-F238E27FC236}">
                    <a16:creationId xmlns:a16="http://schemas.microsoft.com/office/drawing/2014/main" id="{364F4353-985D-83D6-7F78-CB41AF875BB0}"/>
                  </a:ext>
                </a:extLst>
              </p:cNvPr>
              <p:cNvSpPr/>
              <p:nvPr/>
            </p:nvSpPr>
            <p:spPr>
              <a:xfrm>
                <a:off x="3521850" y="4893300"/>
                <a:ext cx="499550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2362" extrusionOk="0">
                    <a:moveTo>
                      <a:pt x="627" y="0"/>
                    </a:moveTo>
                    <a:cubicBezTo>
                      <a:pt x="360" y="0"/>
                      <a:pt x="128" y="185"/>
                      <a:pt x="101" y="460"/>
                    </a:cubicBezTo>
                    <a:cubicBezTo>
                      <a:pt x="1" y="794"/>
                      <a:pt x="234" y="1127"/>
                      <a:pt x="568" y="1194"/>
                    </a:cubicBezTo>
                    <a:cubicBezTo>
                      <a:pt x="935" y="1261"/>
                      <a:pt x="6105" y="2361"/>
                      <a:pt x="11509" y="2361"/>
                    </a:cubicBezTo>
                    <a:cubicBezTo>
                      <a:pt x="14344" y="2361"/>
                      <a:pt x="17246" y="2061"/>
                      <a:pt x="19515" y="1194"/>
                    </a:cubicBezTo>
                    <a:cubicBezTo>
                      <a:pt x="19848" y="1060"/>
                      <a:pt x="19982" y="727"/>
                      <a:pt x="19848" y="393"/>
                    </a:cubicBezTo>
                    <a:cubicBezTo>
                      <a:pt x="19774" y="146"/>
                      <a:pt x="19571" y="9"/>
                      <a:pt x="19335" y="9"/>
                    </a:cubicBezTo>
                    <a:cubicBezTo>
                      <a:pt x="19253" y="9"/>
                      <a:pt x="19167" y="25"/>
                      <a:pt x="19081" y="60"/>
                    </a:cubicBezTo>
                    <a:cubicBezTo>
                      <a:pt x="16951" y="881"/>
                      <a:pt x="14230" y="1156"/>
                      <a:pt x="11543" y="1156"/>
                    </a:cubicBezTo>
                    <a:cubicBezTo>
                      <a:pt x="6150" y="1156"/>
                      <a:pt x="890" y="49"/>
                      <a:pt x="801" y="26"/>
                    </a:cubicBezTo>
                    <a:cubicBezTo>
                      <a:pt x="743" y="9"/>
                      <a:pt x="684" y="0"/>
                      <a:pt x="627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338;p47">
                <a:extLst>
                  <a:ext uri="{FF2B5EF4-FFF2-40B4-BE49-F238E27FC236}">
                    <a16:creationId xmlns:a16="http://schemas.microsoft.com/office/drawing/2014/main" id="{59FE593F-495A-A2CA-1DC9-B896E950F37F}"/>
                  </a:ext>
                </a:extLst>
              </p:cNvPr>
              <p:cNvSpPr/>
              <p:nvPr/>
            </p:nvSpPr>
            <p:spPr>
              <a:xfrm>
                <a:off x="3179100" y="5178975"/>
                <a:ext cx="370300" cy="272050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10882" extrusionOk="0">
                    <a:moveTo>
                      <a:pt x="8341" y="0"/>
                    </a:moveTo>
                    <a:cubicBezTo>
                      <a:pt x="4882" y="0"/>
                      <a:pt x="2213" y="1636"/>
                      <a:pt x="1" y="4110"/>
                    </a:cubicBezTo>
                    <a:cubicBezTo>
                      <a:pt x="1" y="4110"/>
                      <a:pt x="1" y="7846"/>
                      <a:pt x="1135" y="10882"/>
                    </a:cubicBezTo>
                    <a:lnTo>
                      <a:pt x="9141" y="10882"/>
                    </a:lnTo>
                    <a:lnTo>
                      <a:pt x="9141" y="10849"/>
                    </a:lnTo>
                    <a:lnTo>
                      <a:pt x="13177" y="8680"/>
                    </a:lnTo>
                    <a:lnTo>
                      <a:pt x="13210" y="8647"/>
                    </a:lnTo>
                    <a:cubicBezTo>
                      <a:pt x="14478" y="7946"/>
                      <a:pt x="14811" y="6279"/>
                      <a:pt x="13911" y="5144"/>
                    </a:cubicBezTo>
                    <a:cubicBezTo>
                      <a:pt x="12476" y="3276"/>
                      <a:pt x="9908" y="108"/>
                      <a:pt x="9908" y="108"/>
                    </a:cubicBezTo>
                    <a:cubicBezTo>
                      <a:pt x="9368" y="35"/>
                      <a:pt x="8846" y="0"/>
                      <a:pt x="83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339;p47">
                <a:extLst>
                  <a:ext uri="{FF2B5EF4-FFF2-40B4-BE49-F238E27FC236}">
                    <a16:creationId xmlns:a16="http://schemas.microsoft.com/office/drawing/2014/main" id="{94F3F00B-7648-E3CC-DAEE-98A85E172833}"/>
                  </a:ext>
                </a:extLst>
              </p:cNvPr>
              <p:cNvSpPr/>
              <p:nvPr/>
            </p:nvSpPr>
            <p:spPr>
              <a:xfrm>
                <a:off x="3395100" y="3626625"/>
                <a:ext cx="826450" cy="746975"/>
              </a:xfrm>
              <a:custGeom>
                <a:avLst/>
                <a:gdLst/>
                <a:ahLst/>
                <a:cxnLst/>
                <a:rect l="l" t="t" r="r" b="b"/>
                <a:pathLst>
                  <a:path w="33058" h="29879" extrusionOk="0">
                    <a:moveTo>
                      <a:pt x="32398" y="0"/>
                    </a:moveTo>
                    <a:cubicBezTo>
                      <a:pt x="32132" y="0"/>
                      <a:pt x="31912" y="200"/>
                      <a:pt x="31856" y="424"/>
                    </a:cubicBezTo>
                    <a:cubicBezTo>
                      <a:pt x="28521" y="13667"/>
                      <a:pt x="20181" y="20605"/>
                      <a:pt x="13810" y="24174"/>
                    </a:cubicBezTo>
                    <a:cubicBezTo>
                      <a:pt x="6839" y="28010"/>
                      <a:pt x="567" y="28711"/>
                      <a:pt x="534" y="28711"/>
                    </a:cubicBezTo>
                    <a:cubicBezTo>
                      <a:pt x="234" y="28744"/>
                      <a:pt x="0" y="29011"/>
                      <a:pt x="34" y="29345"/>
                    </a:cubicBezTo>
                    <a:cubicBezTo>
                      <a:pt x="67" y="29612"/>
                      <a:pt x="334" y="29845"/>
                      <a:pt x="634" y="29845"/>
                    </a:cubicBezTo>
                    <a:cubicBezTo>
                      <a:pt x="634" y="29845"/>
                      <a:pt x="667" y="29845"/>
                      <a:pt x="634" y="29878"/>
                    </a:cubicBezTo>
                    <a:cubicBezTo>
                      <a:pt x="901" y="29845"/>
                      <a:pt x="7139" y="29111"/>
                      <a:pt x="14311" y="25208"/>
                    </a:cubicBezTo>
                    <a:cubicBezTo>
                      <a:pt x="18514" y="22873"/>
                      <a:pt x="22116" y="19905"/>
                      <a:pt x="25085" y="16402"/>
                    </a:cubicBezTo>
                    <a:cubicBezTo>
                      <a:pt x="28788" y="12032"/>
                      <a:pt x="31423" y="6729"/>
                      <a:pt x="32957" y="724"/>
                    </a:cubicBezTo>
                    <a:cubicBezTo>
                      <a:pt x="33057" y="391"/>
                      <a:pt x="32857" y="90"/>
                      <a:pt x="32557" y="24"/>
                    </a:cubicBezTo>
                    <a:cubicBezTo>
                      <a:pt x="32503" y="8"/>
                      <a:pt x="32450" y="0"/>
                      <a:pt x="32398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340;p47">
                <a:extLst>
                  <a:ext uri="{FF2B5EF4-FFF2-40B4-BE49-F238E27FC236}">
                    <a16:creationId xmlns:a16="http://schemas.microsoft.com/office/drawing/2014/main" id="{A3D9D71C-5254-7F7C-BCB5-4C5703AAC483}"/>
                  </a:ext>
                </a:extLst>
              </p:cNvPr>
              <p:cNvSpPr/>
              <p:nvPr/>
            </p:nvSpPr>
            <p:spPr>
              <a:xfrm>
                <a:off x="3060700" y="2805300"/>
                <a:ext cx="476200" cy="2052800"/>
              </a:xfrm>
              <a:custGeom>
                <a:avLst/>
                <a:gdLst/>
                <a:ahLst/>
                <a:cxnLst/>
                <a:rect l="l" t="t" r="r" b="b"/>
                <a:pathLst>
                  <a:path w="19048" h="82112" extrusionOk="0">
                    <a:moveTo>
                      <a:pt x="18459" y="0"/>
                    </a:moveTo>
                    <a:cubicBezTo>
                      <a:pt x="18267" y="0"/>
                      <a:pt x="18095" y="117"/>
                      <a:pt x="18046" y="287"/>
                    </a:cubicBezTo>
                    <a:cubicBezTo>
                      <a:pt x="10841" y="16098"/>
                      <a:pt x="3336" y="32443"/>
                      <a:pt x="33" y="43885"/>
                    </a:cubicBezTo>
                    <a:cubicBezTo>
                      <a:pt x="0" y="43951"/>
                      <a:pt x="0" y="44051"/>
                      <a:pt x="33" y="44118"/>
                    </a:cubicBezTo>
                    <a:cubicBezTo>
                      <a:pt x="2368" y="55126"/>
                      <a:pt x="6938" y="68802"/>
                      <a:pt x="11408" y="81878"/>
                    </a:cubicBezTo>
                    <a:cubicBezTo>
                      <a:pt x="11508" y="81979"/>
                      <a:pt x="11675" y="82112"/>
                      <a:pt x="11875" y="82112"/>
                    </a:cubicBezTo>
                    <a:cubicBezTo>
                      <a:pt x="11909" y="82112"/>
                      <a:pt x="11942" y="82112"/>
                      <a:pt x="12042" y="82079"/>
                    </a:cubicBezTo>
                    <a:cubicBezTo>
                      <a:pt x="12276" y="81979"/>
                      <a:pt x="12409" y="81712"/>
                      <a:pt x="12342" y="81478"/>
                    </a:cubicBezTo>
                    <a:cubicBezTo>
                      <a:pt x="7872" y="68536"/>
                      <a:pt x="3336" y="54926"/>
                      <a:pt x="1001" y="43985"/>
                    </a:cubicBezTo>
                    <a:cubicBezTo>
                      <a:pt x="4270" y="32610"/>
                      <a:pt x="11742" y="16365"/>
                      <a:pt x="18914" y="687"/>
                    </a:cubicBezTo>
                    <a:cubicBezTo>
                      <a:pt x="19047" y="420"/>
                      <a:pt x="18914" y="120"/>
                      <a:pt x="18680" y="53"/>
                    </a:cubicBezTo>
                    <a:cubicBezTo>
                      <a:pt x="18607" y="17"/>
                      <a:pt x="18532" y="0"/>
                      <a:pt x="18459" y="0"/>
                    </a:cubicBezTo>
                    <a:close/>
                  </a:path>
                </a:pathLst>
              </a:custGeom>
              <a:solidFill>
                <a:srgbClr val="E131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341;p47">
                <a:extLst>
                  <a:ext uri="{FF2B5EF4-FFF2-40B4-BE49-F238E27FC236}">
                    <a16:creationId xmlns:a16="http://schemas.microsoft.com/office/drawing/2014/main" id="{947E0CF0-CEA9-9352-68E6-5C3CBCCC0CF0}"/>
                  </a:ext>
                </a:extLst>
              </p:cNvPr>
              <p:cNvSpPr/>
              <p:nvPr/>
            </p:nvSpPr>
            <p:spPr>
              <a:xfrm>
                <a:off x="2658725" y="2029250"/>
                <a:ext cx="1958100" cy="3341150"/>
              </a:xfrm>
              <a:custGeom>
                <a:avLst/>
                <a:gdLst/>
                <a:ahLst/>
                <a:cxnLst/>
                <a:rect l="l" t="t" r="r" b="b"/>
                <a:pathLst>
                  <a:path w="78324" h="133646" extrusionOk="0">
                    <a:moveTo>
                      <a:pt x="22250" y="60650"/>
                    </a:moveTo>
                    <a:lnTo>
                      <a:pt x="19949" y="86401"/>
                    </a:lnTo>
                    <a:lnTo>
                      <a:pt x="17080" y="75060"/>
                    </a:lnTo>
                    <a:cubicBezTo>
                      <a:pt x="18548" y="70090"/>
                      <a:pt x="20282" y="65320"/>
                      <a:pt x="22250" y="60650"/>
                    </a:cubicBezTo>
                    <a:close/>
                    <a:moveTo>
                      <a:pt x="45518" y="1"/>
                    </a:moveTo>
                    <a:cubicBezTo>
                      <a:pt x="44010" y="1"/>
                      <a:pt x="42506" y="325"/>
                      <a:pt x="41130" y="974"/>
                    </a:cubicBezTo>
                    <a:cubicBezTo>
                      <a:pt x="37027" y="2942"/>
                      <a:pt x="30489" y="6378"/>
                      <a:pt x="25653" y="10380"/>
                    </a:cubicBezTo>
                    <a:cubicBezTo>
                      <a:pt x="25019" y="10881"/>
                      <a:pt x="24485" y="11381"/>
                      <a:pt x="23918" y="11915"/>
                    </a:cubicBezTo>
                    <a:cubicBezTo>
                      <a:pt x="23017" y="12749"/>
                      <a:pt x="22284" y="13583"/>
                      <a:pt x="21616" y="14417"/>
                    </a:cubicBezTo>
                    <a:cubicBezTo>
                      <a:pt x="20816" y="15150"/>
                      <a:pt x="20182" y="16084"/>
                      <a:pt x="19682" y="17085"/>
                    </a:cubicBezTo>
                    <a:cubicBezTo>
                      <a:pt x="19648" y="17219"/>
                      <a:pt x="19582" y="17319"/>
                      <a:pt x="19515" y="17452"/>
                    </a:cubicBezTo>
                    <a:cubicBezTo>
                      <a:pt x="18614" y="19654"/>
                      <a:pt x="17680" y="21822"/>
                      <a:pt x="16813" y="24057"/>
                    </a:cubicBezTo>
                    <a:lnTo>
                      <a:pt x="14144" y="30628"/>
                    </a:lnTo>
                    <a:cubicBezTo>
                      <a:pt x="12410" y="35065"/>
                      <a:pt x="10642" y="39435"/>
                      <a:pt x="8974" y="43904"/>
                    </a:cubicBezTo>
                    <a:cubicBezTo>
                      <a:pt x="7306" y="48341"/>
                      <a:pt x="5638" y="52811"/>
                      <a:pt x="4071" y="57414"/>
                    </a:cubicBezTo>
                    <a:cubicBezTo>
                      <a:pt x="3270" y="59682"/>
                      <a:pt x="2503" y="61984"/>
                      <a:pt x="1802" y="64419"/>
                    </a:cubicBezTo>
                    <a:lnTo>
                      <a:pt x="1802" y="64452"/>
                    </a:lnTo>
                    <a:cubicBezTo>
                      <a:pt x="1435" y="65653"/>
                      <a:pt x="1102" y="66921"/>
                      <a:pt x="768" y="68289"/>
                    </a:cubicBezTo>
                    <a:cubicBezTo>
                      <a:pt x="601" y="68989"/>
                      <a:pt x="435" y="69656"/>
                      <a:pt x="301" y="70490"/>
                    </a:cubicBezTo>
                    <a:cubicBezTo>
                      <a:pt x="268" y="70724"/>
                      <a:pt x="234" y="70924"/>
                      <a:pt x="234" y="71124"/>
                    </a:cubicBezTo>
                    <a:lnTo>
                      <a:pt x="168" y="71457"/>
                    </a:lnTo>
                    <a:lnTo>
                      <a:pt x="134" y="71658"/>
                    </a:lnTo>
                    <a:lnTo>
                      <a:pt x="101" y="71891"/>
                    </a:lnTo>
                    <a:lnTo>
                      <a:pt x="68" y="72325"/>
                    </a:lnTo>
                    <a:lnTo>
                      <a:pt x="68" y="72558"/>
                    </a:lnTo>
                    <a:lnTo>
                      <a:pt x="68" y="72758"/>
                    </a:lnTo>
                    <a:lnTo>
                      <a:pt x="1" y="73559"/>
                    </a:lnTo>
                    <a:cubicBezTo>
                      <a:pt x="1" y="73993"/>
                      <a:pt x="1" y="74493"/>
                      <a:pt x="68" y="74927"/>
                    </a:cubicBezTo>
                    <a:cubicBezTo>
                      <a:pt x="68" y="75127"/>
                      <a:pt x="101" y="75394"/>
                      <a:pt x="101" y="75560"/>
                    </a:cubicBezTo>
                    <a:lnTo>
                      <a:pt x="134" y="76127"/>
                    </a:lnTo>
                    <a:cubicBezTo>
                      <a:pt x="168" y="76561"/>
                      <a:pt x="234" y="76895"/>
                      <a:pt x="268" y="77295"/>
                    </a:cubicBezTo>
                    <a:lnTo>
                      <a:pt x="435" y="78396"/>
                    </a:lnTo>
                    <a:cubicBezTo>
                      <a:pt x="668" y="79797"/>
                      <a:pt x="935" y="81098"/>
                      <a:pt x="1269" y="82399"/>
                    </a:cubicBezTo>
                    <a:cubicBezTo>
                      <a:pt x="1402" y="82932"/>
                      <a:pt x="1569" y="83499"/>
                      <a:pt x="1669" y="84066"/>
                    </a:cubicBezTo>
                    <a:cubicBezTo>
                      <a:pt x="2169" y="85968"/>
                      <a:pt x="2770" y="87836"/>
                      <a:pt x="3303" y="89670"/>
                    </a:cubicBezTo>
                    <a:cubicBezTo>
                      <a:pt x="4804" y="94407"/>
                      <a:pt x="6439" y="98910"/>
                      <a:pt x="8140" y="103347"/>
                    </a:cubicBezTo>
                    <a:cubicBezTo>
                      <a:pt x="9841" y="107817"/>
                      <a:pt x="11643" y="112253"/>
                      <a:pt x="13477" y="116656"/>
                    </a:cubicBezTo>
                    <a:cubicBezTo>
                      <a:pt x="14411" y="118858"/>
                      <a:pt x="15312" y="121026"/>
                      <a:pt x="16279" y="123194"/>
                    </a:cubicBezTo>
                    <a:lnTo>
                      <a:pt x="17680" y="126463"/>
                    </a:lnTo>
                    <a:lnTo>
                      <a:pt x="19148" y="129766"/>
                    </a:lnTo>
                    <a:cubicBezTo>
                      <a:pt x="20238" y="132193"/>
                      <a:pt x="22652" y="133646"/>
                      <a:pt x="25188" y="133646"/>
                    </a:cubicBezTo>
                    <a:cubicBezTo>
                      <a:pt x="26068" y="133646"/>
                      <a:pt x="26962" y="133471"/>
                      <a:pt x="27821" y="133102"/>
                    </a:cubicBezTo>
                    <a:cubicBezTo>
                      <a:pt x="30856" y="131767"/>
                      <a:pt x="32357" y="128365"/>
                      <a:pt x="31457" y="125296"/>
                    </a:cubicBezTo>
                    <a:lnTo>
                      <a:pt x="31457" y="125296"/>
                    </a:lnTo>
                    <a:cubicBezTo>
                      <a:pt x="37903" y="126141"/>
                      <a:pt x="45757" y="126556"/>
                      <a:pt x="52807" y="126556"/>
                    </a:cubicBezTo>
                    <a:cubicBezTo>
                      <a:pt x="61335" y="126556"/>
                      <a:pt x="68687" y="125949"/>
                      <a:pt x="70952" y="124762"/>
                    </a:cubicBezTo>
                    <a:cubicBezTo>
                      <a:pt x="71952" y="124195"/>
                      <a:pt x="72553" y="122661"/>
                      <a:pt x="72853" y="120426"/>
                    </a:cubicBezTo>
                    <a:cubicBezTo>
                      <a:pt x="73187" y="120359"/>
                      <a:pt x="73487" y="120326"/>
                      <a:pt x="73787" y="120292"/>
                    </a:cubicBezTo>
                    <a:cubicBezTo>
                      <a:pt x="75288" y="119992"/>
                      <a:pt x="76389" y="118758"/>
                      <a:pt x="76622" y="117257"/>
                    </a:cubicBezTo>
                    <a:cubicBezTo>
                      <a:pt x="78324" y="106983"/>
                      <a:pt x="77123" y="87169"/>
                      <a:pt x="75188" y="73826"/>
                    </a:cubicBezTo>
                    <a:cubicBezTo>
                      <a:pt x="73253" y="60316"/>
                      <a:pt x="71018" y="43604"/>
                      <a:pt x="69350" y="30962"/>
                    </a:cubicBezTo>
                    <a:cubicBezTo>
                      <a:pt x="69317" y="28427"/>
                      <a:pt x="69217" y="25825"/>
                      <a:pt x="69217" y="23723"/>
                    </a:cubicBezTo>
                    <a:cubicBezTo>
                      <a:pt x="69217" y="19153"/>
                      <a:pt x="68450" y="15251"/>
                      <a:pt x="66849" y="11982"/>
                    </a:cubicBezTo>
                    <a:cubicBezTo>
                      <a:pt x="64680" y="7612"/>
                      <a:pt x="61045" y="4476"/>
                      <a:pt x="55707" y="2775"/>
                    </a:cubicBezTo>
                    <a:lnTo>
                      <a:pt x="48636" y="473"/>
                    </a:lnTo>
                    <a:cubicBezTo>
                      <a:pt x="47622" y="158"/>
                      <a:pt x="46569" y="1"/>
                      <a:pt x="455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1342;p47">
              <a:extLst>
                <a:ext uri="{FF2B5EF4-FFF2-40B4-BE49-F238E27FC236}">
                  <a16:creationId xmlns:a16="http://schemas.microsoft.com/office/drawing/2014/main" id="{95172FE1-A33C-5789-9688-E947D8A355CB}"/>
                </a:ext>
              </a:extLst>
            </p:cNvPr>
            <p:cNvSpPr/>
            <p:nvPr/>
          </p:nvSpPr>
          <p:spPr>
            <a:xfrm>
              <a:off x="1283225" y="1685600"/>
              <a:ext cx="706387" cy="382113"/>
            </a:xfrm>
            <a:custGeom>
              <a:avLst/>
              <a:gdLst/>
              <a:ahLst/>
              <a:cxnLst/>
              <a:rect l="l" t="t" r="r" b="b"/>
              <a:pathLst>
                <a:path w="37494" h="20282" extrusionOk="0">
                  <a:moveTo>
                    <a:pt x="33458" y="0"/>
                  </a:moveTo>
                  <a:cubicBezTo>
                    <a:pt x="33458" y="0"/>
                    <a:pt x="32190" y="2702"/>
                    <a:pt x="26986" y="3869"/>
                  </a:cubicBezTo>
                  <a:cubicBezTo>
                    <a:pt x="25668" y="4163"/>
                    <a:pt x="24091" y="4264"/>
                    <a:pt x="22417" y="4264"/>
                  </a:cubicBezTo>
                  <a:cubicBezTo>
                    <a:pt x="18731" y="4264"/>
                    <a:pt x="14574" y="3775"/>
                    <a:pt x="11667" y="3775"/>
                  </a:cubicBezTo>
                  <a:cubicBezTo>
                    <a:pt x="10346" y="3775"/>
                    <a:pt x="9283" y="3876"/>
                    <a:pt x="8640" y="4170"/>
                  </a:cubicBezTo>
                  <a:cubicBezTo>
                    <a:pt x="5938" y="5437"/>
                    <a:pt x="6739" y="9273"/>
                    <a:pt x="6739" y="9273"/>
                  </a:cubicBezTo>
                  <a:cubicBezTo>
                    <a:pt x="6739" y="9273"/>
                    <a:pt x="2302" y="9574"/>
                    <a:pt x="1135" y="13009"/>
                  </a:cubicBezTo>
                  <a:cubicBezTo>
                    <a:pt x="0" y="16512"/>
                    <a:pt x="2936" y="20281"/>
                    <a:pt x="2936" y="20281"/>
                  </a:cubicBezTo>
                  <a:cubicBezTo>
                    <a:pt x="6071" y="14444"/>
                    <a:pt x="20949" y="15178"/>
                    <a:pt x="29188" y="13810"/>
                  </a:cubicBezTo>
                  <a:cubicBezTo>
                    <a:pt x="37494" y="12442"/>
                    <a:pt x="33458" y="1"/>
                    <a:pt x="33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43;p47">
              <a:extLst>
                <a:ext uri="{FF2B5EF4-FFF2-40B4-BE49-F238E27FC236}">
                  <a16:creationId xmlns:a16="http://schemas.microsoft.com/office/drawing/2014/main" id="{2176958D-1CE0-71D8-7DBA-C492A5246D43}"/>
                </a:ext>
              </a:extLst>
            </p:cNvPr>
            <p:cNvSpPr/>
            <p:nvPr/>
          </p:nvSpPr>
          <p:spPr>
            <a:xfrm>
              <a:off x="1266249" y="1860930"/>
              <a:ext cx="150230" cy="219354"/>
            </a:xfrm>
            <a:custGeom>
              <a:avLst/>
              <a:gdLst/>
              <a:ahLst/>
              <a:cxnLst/>
              <a:rect l="l" t="t" r="r" b="b"/>
              <a:pathLst>
                <a:path w="7974" h="11643" extrusionOk="0">
                  <a:moveTo>
                    <a:pt x="7873" y="1"/>
                  </a:moveTo>
                  <a:cubicBezTo>
                    <a:pt x="7640" y="101"/>
                    <a:pt x="7339" y="134"/>
                    <a:pt x="7039" y="201"/>
                  </a:cubicBezTo>
                  <a:cubicBezTo>
                    <a:pt x="4671" y="768"/>
                    <a:pt x="1702" y="1435"/>
                    <a:pt x="868" y="4804"/>
                  </a:cubicBezTo>
                  <a:cubicBezTo>
                    <a:pt x="1" y="8507"/>
                    <a:pt x="4037" y="11509"/>
                    <a:pt x="4204" y="11642"/>
                  </a:cubicBezTo>
                  <a:lnTo>
                    <a:pt x="4371" y="11342"/>
                  </a:lnTo>
                  <a:cubicBezTo>
                    <a:pt x="4337" y="11309"/>
                    <a:pt x="368" y="8373"/>
                    <a:pt x="1202" y="4938"/>
                  </a:cubicBezTo>
                  <a:cubicBezTo>
                    <a:pt x="2002" y="1802"/>
                    <a:pt x="4704" y="1168"/>
                    <a:pt x="7073" y="635"/>
                  </a:cubicBezTo>
                  <a:cubicBezTo>
                    <a:pt x="7406" y="534"/>
                    <a:pt x="7673" y="501"/>
                    <a:pt x="7973" y="434"/>
                  </a:cubicBezTo>
                  <a:lnTo>
                    <a:pt x="78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44;p47">
              <a:extLst>
                <a:ext uri="{FF2B5EF4-FFF2-40B4-BE49-F238E27FC236}">
                  <a16:creationId xmlns:a16="http://schemas.microsoft.com/office/drawing/2014/main" id="{CD25B100-0C52-3CB7-8949-E854F36717F8}"/>
                </a:ext>
              </a:extLst>
            </p:cNvPr>
            <p:cNvSpPr/>
            <p:nvPr/>
          </p:nvSpPr>
          <p:spPr>
            <a:xfrm>
              <a:off x="1825590" y="1750958"/>
              <a:ext cx="124457" cy="198611"/>
            </a:xfrm>
            <a:custGeom>
              <a:avLst/>
              <a:gdLst/>
              <a:ahLst/>
              <a:cxnLst/>
              <a:rect l="l" t="t" r="r" b="b"/>
              <a:pathLst>
                <a:path w="6606" h="10542" extrusionOk="0">
                  <a:moveTo>
                    <a:pt x="5338" y="0"/>
                  </a:moveTo>
                  <a:lnTo>
                    <a:pt x="4904" y="134"/>
                  </a:lnTo>
                  <a:cubicBezTo>
                    <a:pt x="6172" y="4170"/>
                    <a:pt x="6038" y="7039"/>
                    <a:pt x="4604" y="8673"/>
                  </a:cubicBezTo>
                  <a:cubicBezTo>
                    <a:pt x="3543" y="9889"/>
                    <a:pt x="1925" y="10094"/>
                    <a:pt x="935" y="10094"/>
                  </a:cubicBezTo>
                  <a:cubicBezTo>
                    <a:pt x="431" y="10094"/>
                    <a:pt x="90" y="10041"/>
                    <a:pt x="67" y="10041"/>
                  </a:cubicBezTo>
                  <a:lnTo>
                    <a:pt x="1" y="10474"/>
                  </a:lnTo>
                  <a:cubicBezTo>
                    <a:pt x="34" y="10508"/>
                    <a:pt x="368" y="10541"/>
                    <a:pt x="901" y="10541"/>
                  </a:cubicBezTo>
                  <a:cubicBezTo>
                    <a:pt x="1935" y="10541"/>
                    <a:pt x="3670" y="10308"/>
                    <a:pt x="4938" y="8907"/>
                  </a:cubicBezTo>
                  <a:cubicBezTo>
                    <a:pt x="6439" y="7205"/>
                    <a:pt x="6605" y="4203"/>
                    <a:pt x="5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45;p47">
              <a:extLst>
                <a:ext uri="{FF2B5EF4-FFF2-40B4-BE49-F238E27FC236}">
                  <a16:creationId xmlns:a16="http://schemas.microsoft.com/office/drawing/2014/main" id="{FB881ADA-91AC-1A9D-6C35-2689BB3ECB75}"/>
                </a:ext>
              </a:extLst>
            </p:cNvPr>
            <p:cNvSpPr/>
            <p:nvPr/>
          </p:nvSpPr>
          <p:spPr>
            <a:xfrm>
              <a:off x="1384399" y="2313422"/>
              <a:ext cx="275290" cy="362218"/>
            </a:xfrm>
            <a:custGeom>
              <a:avLst/>
              <a:gdLst/>
              <a:ahLst/>
              <a:cxnLst/>
              <a:rect l="l" t="t" r="r" b="b"/>
              <a:pathLst>
                <a:path w="14612" h="19226" extrusionOk="0">
                  <a:moveTo>
                    <a:pt x="335" y="1"/>
                  </a:moveTo>
                  <a:lnTo>
                    <a:pt x="168" y="8374"/>
                  </a:lnTo>
                  <a:lnTo>
                    <a:pt x="1" y="16213"/>
                  </a:lnTo>
                  <a:cubicBezTo>
                    <a:pt x="3804" y="18593"/>
                    <a:pt x="7435" y="19226"/>
                    <a:pt x="10124" y="19226"/>
                  </a:cubicBezTo>
                  <a:cubicBezTo>
                    <a:pt x="10336" y="19226"/>
                    <a:pt x="10542" y="19222"/>
                    <a:pt x="10742" y="19215"/>
                  </a:cubicBezTo>
                  <a:lnTo>
                    <a:pt x="10775" y="19215"/>
                  </a:lnTo>
                  <a:cubicBezTo>
                    <a:pt x="12810" y="19115"/>
                    <a:pt x="14311" y="18714"/>
                    <a:pt x="14578" y="18681"/>
                  </a:cubicBezTo>
                  <a:lnTo>
                    <a:pt x="14611" y="18681"/>
                  </a:lnTo>
                  <a:lnTo>
                    <a:pt x="14478" y="14011"/>
                  </a:lnTo>
                  <a:lnTo>
                    <a:pt x="14278" y="4271"/>
                  </a:lnTo>
                  <a:lnTo>
                    <a:pt x="2269" y="60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46;p47">
              <a:extLst>
                <a:ext uri="{FF2B5EF4-FFF2-40B4-BE49-F238E27FC236}">
                  <a16:creationId xmlns:a16="http://schemas.microsoft.com/office/drawing/2014/main" id="{1348CACA-C0FE-9852-753C-1906639D9E1B}"/>
                </a:ext>
              </a:extLst>
            </p:cNvPr>
            <p:cNvSpPr/>
            <p:nvPr/>
          </p:nvSpPr>
          <p:spPr>
            <a:xfrm>
              <a:off x="1468617" y="2356793"/>
              <a:ext cx="188551" cy="236310"/>
            </a:xfrm>
            <a:custGeom>
              <a:avLst/>
              <a:gdLst/>
              <a:ahLst/>
              <a:cxnLst/>
              <a:rect l="l" t="t" r="r" b="b"/>
              <a:pathLst>
                <a:path w="10008" h="12543" extrusionOk="0">
                  <a:moveTo>
                    <a:pt x="1" y="1"/>
                  </a:moveTo>
                  <a:cubicBezTo>
                    <a:pt x="1" y="1"/>
                    <a:pt x="835" y="11075"/>
                    <a:pt x="10008" y="12543"/>
                  </a:cubicBezTo>
                  <a:lnTo>
                    <a:pt x="9774" y="19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47;p47">
              <a:extLst>
                <a:ext uri="{FF2B5EF4-FFF2-40B4-BE49-F238E27FC236}">
                  <a16:creationId xmlns:a16="http://schemas.microsoft.com/office/drawing/2014/main" id="{1BCDB7FA-4F1F-0C54-0186-8FAA2B139B13}"/>
                </a:ext>
              </a:extLst>
            </p:cNvPr>
            <p:cNvSpPr/>
            <p:nvPr/>
          </p:nvSpPr>
          <p:spPr>
            <a:xfrm>
              <a:off x="1807371" y="2194651"/>
              <a:ext cx="77319" cy="298539"/>
            </a:xfrm>
            <a:custGeom>
              <a:avLst/>
              <a:gdLst/>
              <a:ahLst/>
              <a:cxnLst/>
              <a:rect l="l" t="t" r="r" b="b"/>
              <a:pathLst>
                <a:path w="4104" h="15846" extrusionOk="0">
                  <a:moveTo>
                    <a:pt x="3136" y="0"/>
                  </a:moveTo>
                  <a:cubicBezTo>
                    <a:pt x="3136" y="1"/>
                    <a:pt x="2068" y="7773"/>
                    <a:pt x="901" y="9074"/>
                  </a:cubicBezTo>
                  <a:lnTo>
                    <a:pt x="0" y="15845"/>
                  </a:lnTo>
                  <a:cubicBezTo>
                    <a:pt x="0" y="15845"/>
                    <a:pt x="4103" y="9941"/>
                    <a:pt x="3136" y="0"/>
                  </a:cubicBezTo>
                  <a:close/>
                </a:path>
              </a:pathLst>
            </a:custGeom>
            <a:solidFill>
              <a:srgbClr val="211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48;p47">
              <a:extLst>
                <a:ext uri="{FF2B5EF4-FFF2-40B4-BE49-F238E27FC236}">
                  <a16:creationId xmlns:a16="http://schemas.microsoft.com/office/drawing/2014/main" id="{4A24D310-E73B-A7C6-D996-A4089A9C7E80}"/>
                </a:ext>
              </a:extLst>
            </p:cNvPr>
            <p:cNvSpPr/>
            <p:nvPr/>
          </p:nvSpPr>
          <p:spPr>
            <a:xfrm>
              <a:off x="1337900" y="1839112"/>
              <a:ext cx="531684" cy="712152"/>
            </a:xfrm>
            <a:custGeom>
              <a:avLst/>
              <a:gdLst/>
              <a:ahLst/>
              <a:cxnLst/>
              <a:rect l="l" t="t" r="r" b="b"/>
              <a:pathLst>
                <a:path w="28221" h="37800" extrusionOk="0">
                  <a:moveTo>
                    <a:pt x="14477" y="1"/>
                  </a:moveTo>
                  <a:cubicBezTo>
                    <a:pt x="11539" y="1"/>
                    <a:pt x="8747" y="444"/>
                    <a:pt x="6905" y="1292"/>
                  </a:cubicBezTo>
                  <a:cubicBezTo>
                    <a:pt x="3403" y="2860"/>
                    <a:pt x="1435" y="4761"/>
                    <a:pt x="568" y="8731"/>
                  </a:cubicBezTo>
                  <a:cubicBezTo>
                    <a:pt x="367" y="9765"/>
                    <a:pt x="201" y="10866"/>
                    <a:pt x="101" y="12167"/>
                  </a:cubicBezTo>
                  <a:cubicBezTo>
                    <a:pt x="67" y="12500"/>
                    <a:pt x="34" y="12834"/>
                    <a:pt x="34" y="13201"/>
                  </a:cubicBezTo>
                  <a:cubicBezTo>
                    <a:pt x="34" y="13734"/>
                    <a:pt x="1" y="14301"/>
                    <a:pt x="1" y="14902"/>
                  </a:cubicBezTo>
                  <a:lnTo>
                    <a:pt x="1" y="16570"/>
                  </a:lnTo>
                  <a:cubicBezTo>
                    <a:pt x="1" y="18204"/>
                    <a:pt x="401" y="20039"/>
                    <a:pt x="1168" y="21974"/>
                  </a:cubicBezTo>
                  <a:cubicBezTo>
                    <a:pt x="1368" y="22507"/>
                    <a:pt x="1568" y="23008"/>
                    <a:pt x="1835" y="23541"/>
                  </a:cubicBezTo>
                  <a:cubicBezTo>
                    <a:pt x="3503" y="27177"/>
                    <a:pt x="6205" y="30880"/>
                    <a:pt x="9207" y="33615"/>
                  </a:cubicBezTo>
                  <a:cubicBezTo>
                    <a:pt x="11976" y="36124"/>
                    <a:pt x="15060" y="37799"/>
                    <a:pt x="17912" y="37799"/>
                  </a:cubicBezTo>
                  <a:cubicBezTo>
                    <a:pt x="19801" y="37799"/>
                    <a:pt x="21589" y="37064"/>
                    <a:pt x="23117" y="35350"/>
                  </a:cubicBezTo>
                  <a:cubicBezTo>
                    <a:pt x="25085" y="33148"/>
                    <a:pt x="26319" y="30179"/>
                    <a:pt x="27087" y="26944"/>
                  </a:cubicBezTo>
                  <a:cubicBezTo>
                    <a:pt x="27353" y="26010"/>
                    <a:pt x="27487" y="25109"/>
                    <a:pt x="27620" y="24142"/>
                  </a:cubicBezTo>
                  <a:cubicBezTo>
                    <a:pt x="27820" y="22707"/>
                    <a:pt x="27954" y="21273"/>
                    <a:pt x="28054" y="19805"/>
                  </a:cubicBezTo>
                  <a:cubicBezTo>
                    <a:pt x="28221" y="16436"/>
                    <a:pt x="28087" y="13167"/>
                    <a:pt x="27887" y="10532"/>
                  </a:cubicBezTo>
                  <a:cubicBezTo>
                    <a:pt x="27787" y="9331"/>
                    <a:pt x="27520" y="8197"/>
                    <a:pt x="27053" y="7130"/>
                  </a:cubicBezTo>
                  <a:cubicBezTo>
                    <a:pt x="26920" y="6829"/>
                    <a:pt x="26786" y="6529"/>
                    <a:pt x="26620" y="6262"/>
                  </a:cubicBezTo>
                  <a:cubicBezTo>
                    <a:pt x="24952" y="2993"/>
                    <a:pt x="21716" y="625"/>
                    <a:pt x="17813" y="191"/>
                  </a:cubicBezTo>
                  <a:cubicBezTo>
                    <a:pt x="16709" y="64"/>
                    <a:pt x="15583" y="1"/>
                    <a:pt x="144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49;p47">
              <a:extLst>
                <a:ext uri="{FF2B5EF4-FFF2-40B4-BE49-F238E27FC236}">
                  <a16:creationId xmlns:a16="http://schemas.microsoft.com/office/drawing/2014/main" id="{C1011906-033E-C695-14BB-165E64FF9B7B}"/>
                </a:ext>
              </a:extLst>
            </p:cNvPr>
            <p:cNvSpPr/>
            <p:nvPr/>
          </p:nvSpPr>
          <p:spPr>
            <a:xfrm>
              <a:off x="1335394" y="1837115"/>
              <a:ext cx="526032" cy="722646"/>
            </a:xfrm>
            <a:custGeom>
              <a:avLst/>
              <a:gdLst/>
              <a:ahLst/>
              <a:cxnLst/>
              <a:rect l="l" t="t" r="r" b="b"/>
              <a:pathLst>
                <a:path w="27921" h="38357" extrusionOk="0">
                  <a:moveTo>
                    <a:pt x="26619" y="6168"/>
                  </a:moveTo>
                  <a:cubicBezTo>
                    <a:pt x="26637" y="6197"/>
                    <a:pt x="26659" y="6221"/>
                    <a:pt x="26686" y="6235"/>
                  </a:cubicBezTo>
                  <a:lnTo>
                    <a:pt x="26619" y="6168"/>
                  </a:lnTo>
                  <a:close/>
                  <a:moveTo>
                    <a:pt x="14391" y="0"/>
                  </a:moveTo>
                  <a:cubicBezTo>
                    <a:pt x="11477" y="0"/>
                    <a:pt x="8726" y="426"/>
                    <a:pt x="6905" y="1265"/>
                  </a:cubicBezTo>
                  <a:cubicBezTo>
                    <a:pt x="3403" y="2866"/>
                    <a:pt x="1434" y="4734"/>
                    <a:pt x="567" y="8737"/>
                  </a:cubicBezTo>
                  <a:cubicBezTo>
                    <a:pt x="367" y="9737"/>
                    <a:pt x="200" y="10872"/>
                    <a:pt x="100" y="12139"/>
                  </a:cubicBezTo>
                  <a:cubicBezTo>
                    <a:pt x="67" y="12473"/>
                    <a:pt x="33" y="12806"/>
                    <a:pt x="33" y="13207"/>
                  </a:cubicBezTo>
                  <a:cubicBezTo>
                    <a:pt x="0" y="13473"/>
                    <a:pt x="0" y="13774"/>
                    <a:pt x="0" y="14074"/>
                  </a:cubicBezTo>
                  <a:lnTo>
                    <a:pt x="0" y="14941"/>
                  </a:lnTo>
                  <a:cubicBezTo>
                    <a:pt x="1735" y="15275"/>
                    <a:pt x="3569" y="15775"/>
                    <a:pt x="5104" y="15875"/>
                  </a:cubicBezTo>
                  <a:cubicBezTo>
                    <a:pt x="5170" y="16209"/>
                    <a:pt x="6605" y="25649"/>
                    <a:pt x="6938" y="28651"/>
                  </a:cubicBezTo>
                  <a:cubicBezTo>
                    <a:pt x="7105" y="29985"/>
                    <a:pt x="7539" y="32087"/>
                    <a:pt x="8873" y="33821"/>
                  </a:cubicBezTo>
                  <a:cubicBezTo>
                    <a:pt x="10608" y="36156"/>
                    <a:pt x="13543" y="38058"/>
                    <a:pt x="16278" y="38258"/>
                  </a:cubicBezTo>
                  <a:cubicBezTo>
                    <a:pt x="17147" y="38323"/>
                    <a:pt x="17920" y="38357"/>
                    <a:pt x="18613" y="38357"/>
                  </a:cubicBezTo>
                  <a:cubicBezTo>
                    <a:pt x="22204" y="38357"/>
                    <a:pt x="23626" y="37438"/>
                    <a:pt x="24885" y="35089"/>
                  </a:cubicBezTo>
                  <a:cubicBezTo>
                    <a:pt x="26286" y="32554"/>
                    <a:pt x="27920" y="28117"/>
                    <a:pt x="27119" y="27083"/>
                  </a:cubicBezTo>
                  <a:cubicBezTo>
                    <a:pt x="27086" y="26983"/>
                    <a:pt x="27019" y="26916"/>
                    <a:pt x="26886" y="26883"/>
                  </a:cubicBezTo>
                  <a:cubicBezTo>
                    <a:pt x="25618" y="26383"/>
                    <a:pt x="22083" y="25916"/>
                    <a:pt x="22083" y="25916"/>
                  </a:cubicBezTo>
                  <a:cubicBezTo>
                    <a:pt x="20363" y="25754"/>
                    <a:pt x="18996" y="25704"/>
                    <a:pt x="17885" y="25704"/>
                  </a:cubicBezTo>
                  <a:cubicBezTo>
                    <a:pt x="16015" y="25704"/>
                    <a:pt x="14869" y="25847"/>
                    <a:pt x="13978" y="25847"/>
                  </a:cubicBezTo>
                  <a:cubicBezTo>
                    <a:pt x="13428" y="25847"/>
                    <a:pt x="12975" y="25793"/>
                    <a:pt x="12509" y="25615"/>
                  </a:cubicBezTo>
                  <a:cubicBezTo>
                    <a:pt x="10875" y="24982"/>
                    <a:pt x="8206" y="15041"/>
                    <a:pt x="8206" y="15041"/>
                  </a:cubicBezTo>
                  <a:cubicBezTo>
                    <a:pt x="8206" y="15041"/>
                    <a:pt x="7772" y="13073"/>
                    <a:pt x="9073" y="11806"/>
                  </a:cubicBezTo>
                  <a:cubicBezTo>
                    <a:pt x="9540" y="11372"/>
                    <a:pt x="10207" y="11038"/>
                    <a:pt x="11208" y="10872"/>
                  </a:cubicBezTo>
                  <a:cubicBezTo>
                    <a:pt x="11842" y="10772"/>
                    <a:pt x="12209" y="10104"/>
                    <a:pt x="12442" y="9537"/>
                  </a:cubicBezTo>
                  <a:cubicBezTo>
                    <a:pt x="12676" y="8937"/>
                    <a:pt x="12709" y="8303"/>
                    <a:pt x="12576" y="7703"/>
                  </a:cubicBezTo>
                  <a:cubicBezTo>
                    <a:pt x="12542" y="7536"/>
                    <a:pt x="12542" y="7369"/>
                    <a:pt x="12542" y="7236"/>
                  </a:cubicBezTo>
                  <a:cubicBezTo>
                    <a:pt x="12542" y="6235"/>
                    <a:pt x="13276" y="5368"/>
                    <a:pt x="14277" y="5201"/>
                  </a:cubicBezTo>
                  <a:cubicBezTo>
                    <a:pt x="15569" y="4985"/>
                    <a:pt x="18064" y="4671"/>
                    <a:pt x="20512" y="4671"/>
                  </a:cubicBezTo>
                  <a:cubicBezTo>
                    <a:pt x="22993" y="4671"/>
                    <a:pt x="25428" y="4994"/>
                    <a:pt x="26519" y="6068"/>
                  </a:cubicBezTo>
                  <a:lnTo>
                    <a:pt x="26619" y="6168"/>
                  </a:lnTo>
                  <a:lnTo>
                    <a:pt x="26619" y="6168"/>
                  </a:lnTo>
                  <a:cubicBezTo>
                    <a:pt x="26592" y="6126"/>
                    <a:pt x="26572" y="6074"/>
                    <a:pt x="26552" y="6035"/>
                  </a:cubicBezTo>
                  <a:cubicBezTo>
                    <a:pt x="24784" y="2866"/>
                    <a:pt x="21582" y="598"/>
                    <a:pt x="17846" y="197"/>
                  </a:cubicBezTo>
                  <a:cubicBezTo>
                    <a:pt x="16700" y="66"/>
                    <a:pt x="15533" y="0"/>
                    <a:pt x="14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50;p47">
              <a:extLst>
                <a:ext uri="{FF2B5EF4-FFF2-40B4-BE49-F238E27FC236}">
                  <a16:creationId xmlns:a16="http://schemas.microsoft.com/office/drawing/2014/main" id="{97A6EEEB-3B33-5A72-20CD-BDC629568033}"/>
                </a:ext>
              </a:extLst>
            </p:cNvPr>
            <p:cNvSpPr/>
            <p:nvPr/>
          </p:nvSpPr>
          <p:spPr>
            <a:xfrm>
              <a:off x="1336638" y="1794875"/>
              <a:ext cx="499637" cy="308656"/>
            </a:xfrm>
            <a:custGeom>
              <a:avLst/>
              <a:gdLst/>
              <a:ahLst/>
              <a:cxnLst/>
              <a:rect l="l" t="t" r="r" b="b"/>
              <a:pathLst>
                <a:path w="26520" h="16383" extrusionOk="0">
                  <a:moveTo>
                    <a:pt x="16306" y="1"/>
                  </a:moveTo>
                  <a:cubicBezTo>
                    <a:pt x="12698" y="1"/>
                    <a:pt x="8993" y="1434"/>
                    <a:pt x="6739" y="2473"/>
                  </a:cubicBezTo>
                  <a:cubicBezTo>
                    <a:pt x="3236" y="4040"/>
                    <a:pt x="1469" y="7043"/>
                    <a:pt x="601" y="11045"/>
                  </a:cubicBezTo>
                  <a:cubicBezTo>
                    <a:pt x="401" y="12046"/>
                    <a:pt x="234" y="13180"/>
                    <a:pt x="134" y="14481"/>
                  </a:cubicBezTo>
                  <a:cubicBezTo>
                    <a:pt x="101" y="14815"/>
                    <a:pt x="101" y="15148"/>
                    <a:pt x="68" y="15515"/>
                  </a:cubicBezTo>
                  <a:cubicBezTo>
                    <a:pt x="68" y="15816"/>
                    <a:pt x="1" y="16116"/>
                    <a:pt x="1" y="16383"/>
                  </a:cubicBezTo>
                  <a:cubicBezTo>
                    <a:pt x="401" y="16283"/>
                    <a:pt x="4804" y="14615"/>
                    <a:pt x="9074" y="14048"/>
                  </a:cubicBezTo>
                  <a:cubicBezTo>
                    <a:pt x="9508" y="13614"/>
                    <a:pt x="10175" y="13280"/>
                    <a:pt x="11175" y="13114"/>
                  </a:cubicBezTo>
                  <a:cubicBezTo>
                    <a:pt x="11809" y="13014"/>
                    <a:pt x="12243" y="12346"/>
                    <a:pt x="12443" y="11779"/>
                  </a:cubicBezTo>
                  <a:cubicBezTo>
                    <a:pt x="12643" y="11179"/>
                    <a:pt x="12677" y="10545"/>
                    <a:pt x="12576" y="9945"/>
                  </a:cubicBezTo>
                  <a:cubicBezTo>
                    <a:pt x="12510" y="9778"/>
                    <a:pt x="12510" y="9644"/>
                    <a:pt x="12510" y="9478"/>
                  </a:cubicBezTo>
                  <a:cubicBezTo>
                    <a:pt x="12510" y="8477"/>
                    <a:pt x="13244" y="7610"/>
                    <a:pt x="14278" y="7443"/>
                  </a:cubicBezTo>
                  <a:cubicBezTo>
                    <a:pt x="14645" y="7376"/>
                    <a:pt x="15145" y="7309"/>
                    <a:pt x="15679" y="7209"/>
                  </a:cubicBezTo>
                  <a:cubicBezTo>
                    <a:pt x="15879" y="7196"/>
                    <a:pt x="16118" y="7185"/>
                    <a:pt x="16382" y="7185"/>
                  </a:cubicBezTo>
                  <a:cubicBezTo>
                    <a:pt x="17441" y="7185"/>
                    <a:pt x="18914" y="7356"/>
                    <a:pt x="19982" y="8210"/>
                  </a:cubicBezTo>
                  <a:cubicBezTo>
                    <a:pt x="21754" y="9698"/>
                    <a:pt x="22265" y="10014"/>
                    <a:pt x="23282" y="10014"/>
                  </a:cubicBezTo>
                  <a:cubicBezTo>
                    <a:pt x="23337" y="10014"/>
                    <a:pt x="23393" y="10013"/>
                    <a:pt x="23451" y="10011"/>
                  </a:cubicBezTo>
                  <a:cubicBezTo>
                    <a:pt x="24618" y="9978"/>
                    <a:pt x="24185" y="7776"/>
                    <a:pt x="25686" y="7776"/>
                  </a:cubicBezTo>
                  <a:cubicBezTo>
                    <a:pt x="25986" y="7943"/>
                    <a:pt x="26253" y="8110"/>
                    <a:pt x="26453" y="8310"/>
                  </a:cubicBezTo>
                  <a:cubicBezTo>
                    <a:pt x="26470" y="8327"/>
                    <a:pt x="26486" y="8335"/>
                    <a:pt x="26499" y="8335"/>
                  </a:cubicBezTo>
                  <a:cubicBezTo>
                    <a:pt x="26511" y="8335"/>
                    <a:pt x="26520" y="8327"/>
                    <a:pt x="26520" y="8310"/>
                  </a:cubicBezTo>
                  <a:cubicBezTo>
                    <a:pt x="24785" y="5141"/>
                    <a:pt x="21416" y="538"/>
                    <a:pt x="17647" y="71"/>
                  </a:cubicBezTo>
                  <a:cubicBezTo>
                    <a:pt x="17203" y="23"/>
                    <a:pt x="16755" y="1"/>
                    <a:pt x="16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51;p47">
              <a:extLst>
                <a:ext uri="{FF2B5EF4-FFF2-40B4-BE49-F238E27FC236}">
                  <a16:creationId xmlns:a16="http://schemas.microsoft.com/office/drawing/2014/main" id="{7C2E99BE-2A12-C8DD-F5E0-ECD688E4D6EC}"/>
                </a:ext>
              </a:extLst>
            </p:cNvPr>
            <p:cNvSpPr/>
            <p:nvPr/>
          </p:nvSpPr>
          <p:spPr>
            <a:xfrm>
              <a:off x="1296997" y="2075184"/>
              <a:ext cx="160272" cy="215247"/>
            </a:xfrm>
            <a:custGeom>
              <a:avLst/>
              <a:gdLst/>
              <a:ahLst/>
              <a:cxnLst/>
              <a:rect l="l" t="t" r="r" b="b"/>
              <a:pathLst>
                <a:path w="8507" h="11425" extrusionOk="0">
                  <a:moveTo>
                    <a:pt x="4055" y="0"/>
                  </a:moveTo>
                  <a:cubicBezTo>
                    <a:pt x="2875" y="0"/>
                    <a:pt x="1463" y="571"/>
                    <a:pt x="937" y="3072"/>
                  </a:cubicBezTo>
                  <a:cubicBezTo>
                    <a:pt x="0" y="7499"/>
                    <a:pt x="4164" y="11424"/>
                    <a:pt x="8064" y="11424"/>
                  </a:cubicBezTo>
                  <a:cubicBezTo>
                    <a:pt x="8191" y="11424"/>
                    <a:pt x="8317" y="11420"/>
                    <a:pt x="8443" y="11412"/>
                  </a:cubicBezTo>
                  <a:cubicBezTo>
                    <a:pt x="8443" y="11412"/>
                    <a:pt x="8443" y="11412"/>
                    <a:pt x="8443" y="11412"/>
                  </a:cubicBezTo>
                  <a:cubicBezTo>
                    <a:pt x="8507" y="11412"/>
                    <a:pt x="7839" y="2335"/>
                    <a:pt x="5874" y="404"/>
                  </a:cubicBezTo>
                  <a:cubicBezTo>
                    <a:pt x="5874" y="404"/>
                    <a:pt x="5046" y="0"/>
                    <a:pt x="40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52;p47">
              <a:extLst>
                <a:ext uri="{FF2B5EF4-FFF2-40B4-BE49-F238E27FC236}">
                  <a16:creationId xmlns:a16="http://schemas.microsoft.com/office/drawing/2014/main" id="{D679BBF0-56A6-5F2B-6143-AA9BD917FBF3}"/>
                </a:ext>
              </a:extLst>
            </p:cNvPr>
            <p:cNvSpPr/>
            <p:nvPr/>
          </p:nvSpPr>
          <p:spPr>
            <a:xfrm>
              <a:off x="1762116" y="2099130"/>
              <a:ext cx="160272" cy="175984"/>
            </a:xfrm>
            <a:custGeom>
              <a:avLst/>
              <a:gdLst/>
              <a:ahLst/>
              <a:cxnLst/>
              <a:rect l="l" t="t" r="r" b="b"/>
              <a:pathLst>
                <a:path w="8507" h="9341" extrusionOk="0">
                  <a:moveTo>
                    <a:pt x="4237" y="534"/>
                  </a:moveTo>
                  <a:cubicBezTo>
                    <a:pt x="6272" y="534"/>
                    <a:pt x="7940" y="2368"/>
                    <a:pt x="7940" y="4670"/>
                  </a:cubicBezTo>
                  <a:cubicBezTo>
                    <a:pt x="7940" y="6938"/>
                    <a:pt x="6272" y="8773"/>
                    <a:pt x="4237" y="8773"/>
                  </a:cubicBezTo>
                  <a:cubicBezTo>
                    <a:pt x="2202" y="8773"/>
                    <a:pt x="534" y="6972"/>
                    <a:pt x="534" y="4670"/>
                  </a:cubicBezTo>
                  <a:cubicBezTo>
                    <a:pt x="534" y="2368"/>
                    <a:pt x="2202" y="534"/>
                    <a:pt x="4237" y="534"/>
                  </a:cubicBezTo>
                  <a:close/>
                  <a:moveTo>
                    <a:pt x="4237" y="0"/>
                  </a:moveTo>
                  <a:cubicBezTo>
                    <a:pt x="1902" y="0"/>
                    <a:pt x="1" y="2068"/>
                    <a:pt x="1" y="4670"/>
                  </a:cubicBezTo>
                  <a:cubicBezTo>
                    <a:pt x="1" y="7205"/>
                    <a:pt x="1902" y="9340"/>
                    <a:pt x="4237" y="9340"/>
                  </a:cubicBezTo>
                  <a:cubicBezTo>
                    <a:pt x="6572" y="9340"/>
                    <a:pt x="8507" y="7239"/>
                    <a:pt x="8507" y="4670"/>
                  </a:cubicBezTo>
                  <a:cubicBezTo>
                    <a:pt x="8507" y="2068"/>
                    <a:pt x="6572" y="0"/>
                    <a:pt x="4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53;p47">
              <a:extLst>
                <a:ext uri="{FF2B5EF4-FFF2-40B4-BE49-F238E27FC236}">
                  <a16:creationId xmlns:a16="http://schemas.microsoft.com/office/drawing/2014/main" id="{51F6A106-0C14-3140-97C3-164CB43D7BD6}"/>
                </a:ext>
              </a:extLst>
            </p:cNvPr>
            <p:cNvSpPr/>
            <p:nvPr/>
          </p:nvSpPr>
          <p:spPr>
            <a:xfrm>
              <a:off x="1563517" y="2099130"/>
              <a:ext cx="160272" cy="175984"/>
            </a:xfrm>
            <a:custGeom>
              <a:avLst/>
              <a:gdLst/>
              <a:ahLst/>
              <a:cxnLst/>
              <a:rect l="l" t="t" r="r" b="b"/>
              <a:pathLst>
                <a:path w="8507" h="9341" extrusionOk="0">
                  <a:moveTo>
                    <a:pt x="4270" y="534"/>
                  </a:moveTo>
                  <a:cubicBezTo>
                    <a:pt x="6305" y="534"/>
                    <a:pt x="7973" y="2368"/>
                    <a:pt x="7973" y="4670"/>
                  </a:cubicBezTo>
                  <a:cubicBezTo>
                    <a:pt x="7973" y="6938"/>
                    <a:pt x="6305" y="8773"/>
                    <a:pt x="4270" y="8773"/>
                  </a:cubicBezTo>
                  <a:cubicBezTo>
                    <a:pt x="2236" y="8773"/>
                    <a:pt x="568" y="6972"/>
                    <a:pt x="568" y="4670"/>
                  </a:cubicBezTo>
                  <a:cubicBezTo>
                    <a:pt x="568" y="2368"/>
                    <a:pt x="2236" y="534"/>
                    <a:pt x="4270" y="534"/>
                  </a:cubicBezTo>
                  <a:close/>
                  <a:moveTo>
                    <a:pt x="4270" y="0"/>
                  </a:moveTo>
                  <a:cubicBezTo>
                    <a:pt x="1935" y="0"/>
                    <a:pt x="1" y="2068"/>
                    <a:pt x="1" y="4670"/>
                  </a:cubicBezTo>
                  <a:cubicBezTo>
                    <a:pt x="1" y="7205"/>
                    <a:pt x="1935" y="9340"/>
                    <a:pt x="4270" y="9340"/>
                  </a:cubicBezTo>
                  <a:cubicBezTo>
                    <a:pt x="6605" y="9340"/>
                    <a:pt x="8507" y="7239"/>
                    <a:pt x="8507" y="4670"/>
                  </a:cubicBezTo>
                  <a:cubicBezTo>
                    <a:pt x="8507" y="2068"/>
                    <a:pt x="6605" y="0"/>
                    <a:pt x="42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54;p47">
              <a:extLst>
                <a:ext uri="{FF2B5EF4-FFF2-40B4-BE49-F238E27FC236}">
                  <a16:creationId xmlns:a16="http://schemas.microsoft.com/office/drawing/2014/main" id="{CBE1B477-A62A-32E9-A8B6-EAE5D04226B3}"/>
                </a:ext>
              </a:extLst>
            </p:cNvPr>
            <p:cNvSpPr/>
            <p:nvPr/>
          </p:nvSpPr>
          <p:spPr>
            <a:xfrm>
              <a:off x="1489360" y="2102258"/>
              <a:ext cx="91770" cy="54071"/>
            </a:xfrm>
            <a:custGeom>
              <a:avLst/>
              <a:gdLst/>
              <a:ahLst/>
              <a:cxnLst/>
              <a:rect l="l" t="t" r="r" b="b"/>
              <a:pathLst>
                <a:path w="4871" h="2870" extrusionOk="0">
                  <a:moveTo>
                    <a:pt x="1" y="1"/>
                  </a:moveTo>
                  <a:lnTo>
                    <a:pt x="1" y="535"/>
                  </a:lnTo>
                  <a:cubicBezTo>
                    <a:pt x="2169" y="1068"/>
                    <a:pt x="3703" y="2202"/>
                    <a:pt x="4237" y="2669"/>
                  </a:cubicBezTo>
                  <a:cubicBezTo>
                    <a:pt x="4404" y="2803"/>
                    <a:pt x="4504" y="2870"/>
                    <a:pt x="4504" y="2870"/>
                  </a:cubicBezTo>
                  <a:lnTo>
                    <a:pt x="4871" y="2503"/>
                  </a:lnTo>
                  <a:cubicBezTo>
                    <a:pt x="4871" y="2469"/>
                    <a:pt x="4704" y="2336"/>
                    <a:pt x="4504" y="2169"/>
                  </a:cubicBezTo>
                  <a:cubicBezTo>
                    <a:pt x="3837" y="1569"/>
                    <a:pt x="2236" y="5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55;p47">
              <a:extLst>
                <a:ext uri="{FF2B5EF4-FFF2-40B4-BE49-F238E27FC236}">
                  <a16:creationId xmlns:a16="http://schemas.microsoft.com/office/drawing/2014/main" id="{C5D07EC3-4A28-DCF7-B747-D1F3AC4F6198}"/>
                </a:ext>
              </a:extLst>
            </p:cNvPr>
            <p:cNvSpPr/>
            <p:nvPr/>
          </p:nvSpPr>
          <p:spPr>
            <a:xfrm>
              <a:off x="1704294" y="2126788"/>
              <a:ext cx="76698" cy="22005"/>
            </a:xfrm>
            <a:custGeom>
              <a:avLst/>
              <a:gdLst/>
              <a:ahLst/>
              <a:cxnLst/>
              <a:rect l="l" t="t" r="r" b="b"/>
              <a:pathLst>
                <a:path w="4071" h="1168" extrusionOk="0">
                  <a:moveTo>
                    <a:pt x="1963" y="1"/>
                  </a:moveTo>
                  <a:cubicBezTo>
                    <a:pt x="1339" y="1"/>
                    <a:pt x="649" y="180"/>
                    <a:pt x="1" y="734"/>
                  </a:cubicBezTo>
                  <a:lnTo>
                    <a:pt x="401" y="1167"/>
                  </a:lnTo>
                  <a:cubicBezTo>
                    <a:pt x="935" y="704"/>
                    <a:pt x="1504" y="554"/>
                    <a:pt x="2018" y="554"/>
                  </a:cubicBezTo>
                  <a:cubicBezTo>
                    <a:pt x="2949" y="554"/>
                    <a:pt x="3706" y="1046"/>
                    <a:pt x="3770" y="1067"/>
                  </a:cubicBezTo>
                  <a:lnTo>
                    <a:pt x="4070" y="600"/>
                  </a:lnTo>
                  <a:cubicBezTo>
                    <a:pt x="4027" y="600"/>
                    <a:pt x="3105" y="1"/>
                    <a:pt x="19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56;p47">
              <a:extLst>
                <a:ext uri="{FF2B5EF4-FFF2-40B4-BE49-F238E27FC236}">
                  <a16:creationId xmlns:a16="http://schemas.microsoft.com/office/drawing/2014/main" id="{153A2349-D330-1047-CDD2-05FCCD1E2D05}"/>
                </a:ext>
              </a:extLst>
            </p:cNvPr>
            <p:cNvSpPr/>
            <p:nvPr/>
          </p:nvSpPr>
          <p:spPr>
            <a:xfrm>
              <a:off x="1294529" y="2600645"/>
              <a:ext cx="519758" cy="1020619"/>
            </a:xfrm>
            <a:custGeom>
              <a:avLst/>
              <a:gdLst/>
              <a:ahLst/>
              <a:cxnLst/>
              <a:rect l="l" t="t" r="r" b="b"/>
              <a:pathLst>
                <a:path w="27588" h="54173" extrusionOk="0">
                  <a:moveTo>
                    <a:pt x="351" y="0"/>
                  </a:moveTo>
                  <a:cubicBezTo>
                    <a:pt x="268" y="0"/>
                    <a:pt x="184" y="34"/>
                    <a:pt x="134" y="100"/>
                  </a:cubicBezTo>
                  <a:cubicBezTo>
                    <a:pt x="1" y="234"/>
                    <a:pt x="1" y="434"/>
                    <a:pt x="134" y="567"/>
                  </a:cubicBezTo>
                  <a:cubicBezTo>
                    <a:pt x="5071" y="5104"/>
                    <a:pt x="10875" y="15778"/>
                    <a:pt x="16846" y="31423"/>
                  </a:cubicBezTo>
                  <a:cubicBezTo>
                    <a:pt x="21383" y="43264"/>
                    <a:pt x="24418" y="53839"/>
                    <a:pt x="24485" y="53972"/>
                  </a:cubicBezTo>
                  <a:cubicBezTo>
                    <a:pt x="24518" y="54106"/>
                    <a:pt x="24652" y="54172"/>
                    <a:pt x="24752" y="54172"/>
                  </a:cubicBezTo>
                  <a:cubicBezTo>
                    <a:pt x="24885" y="54172"/>
                    <a:pt x="25019" y="54106"/>
                    <a:pt x="25085" y="53972"/>
                  </a:cubicBezTo>
                  <a:cubicBezTo>
                    <a:pt x="26520" y="47267"/>
                    <a:pt x="27187" y="40296"/>
                    <a:pt x="27087" y="33191"/>
                  </a:cubicBezTo>
                  <a:cubicBezTo>
                    <a:pt x="27020" y="27520"/>
                    <a:pt x="26420" y="21782"/>
                    <a:pt x="25386" y="16112"/>
                  </a:cubicBezTo>
                  <a:cubicBezTo>
                    <a:pt x="23584" y="6438"/>
                    <a:pt x="21016" y="267"/>
                    <a:pt x="20949" y="234"/>
                  </a:cubicBezTo>
                  <a:cubicBezTo>
                    <a:pt x="20901" y="113"/>
                    <a:pt x="20800" y="27"/>
                    <a:pt x="20685" y="27"/>
                  </a:cubicBezTo>
                  <a:cubicBezTo>
                    <a:pt x="20641" y="27"/>
                    <a:pt x="20595" y="39"/>
                    <a:pt x="20549" y="67"/>
                  </a:cubicBezTo>
                  <a:cubicBezTo>
                    <a:pt x="20382" y="134"/>
                    <a:pt x="20315" y="300"/>
                    <a:pt x="20382" y="467"/>
                  </a:cubicBezTo>
                  <a:cubicBezTo>
                    <a:pt x="20415" y="534"/>
                    <a:pt x="22984" y="6638"/>
                    <a:pt x="24752" y="16245"/>
                  </a:cubicBezTo>
                  <a:cubicBezTo>
                    <a:pt x="26353" y="24818"/>
                    <a:pt x="27587" y="38061"/>
                    <a:pt x="24719" y="52604"/>
                  </a:cubicBezTo>
                  <a:cubicBezTo>
                    <a:pt x="23818" y="49469"/>
                    <a:pt x="21083" y="40763"/>
                    <a:pt x="17480" y="31223"/>
                  </a:cubicBezTo>
                  <a:cubicBezTo>
                    <a:pt x="14778" y="24184"/>
                    <a:pt x="12176" y="18213"/>
                    <a:pt x="9641" y="13276"/>
                  </a:cubicBezTo>
                  <a:cubicBezTo>
                    <a:pt x="6405" y="7105"/>
                    <a:pt x="3370" y="2669"/>
                    <a:pt x="568" y="100"/>
                  </a:cubicBezTo>
                  <a:cubicBezTo>
                    <a:pt x="518" y="34"/>
                    <a:pt x="435" y="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57;p47">
              <a:extLst>
                <a:ext uri="{FF2B5EF4-FFF2-40B4-BE49-F238E27FC236}">
                  <a16:creationId xmlns:a16="http://schemas.microsoft.com/office/drawing/2014/main" id="{22D51AC0-E468-4682-B82E-D54D67F29093}"/>
                </a:ext>
              </a:extLst>
            </p:cNvPr>
            <p:cNvSpPr/>
            <p:nvPr/>
          </p:nvSpPr>
          <p:spPr>
            <a:xfrm>
              <a:off x="1609394" y="3583554"/>
              <a:ext cx="277174" cy="386521"/>
            </a:xfrm>
            <a:custGeom>
              <a:avLst/>
              <a:gdLst/>
              <a:ahLst/>
              <a:cxnLst/>
              <a:rect l="l" t="t" r="r" b="b"/>
              <a:pathLst>
                <a:path w="14712" h="20516" extrusionOk="0">
                  <a:moveTo>
                    <a:pt x="668" y="1"/>
                  </a:moveTo>
                  <a:cubicBezTo>
                    <a:pt x="334" y="1"/>
                    <a:pt x="34" y="301"/>
                    <a:pt x="34" y="635"/>
                  </a:cubicBezTo>
                  <a:lnTo>
                    <a:pt x="34" y="19915"/>
                  </a:lnTo>
                  <a:cubicBezTo>
                    <a:pt x="1" y="20249"/>
                    <a:pt x="301" y="20516"/>
                    <a:pt x="668" y="20516"/>
                  </a:cubicBezTo>
                  <a:lnTo>
                    <a:pt x="14111" y="20516"/>
                  </a:lnTo>
                  <a:cubicBezTo>
                    <a:pt x="14444" y="20516"/>
                    <a:pt x="14711" y="20249"/>
                    <a:pt x="14711" y="19915"/>
                  </a:cubicBezTo>
                  <a:lnTo>
                    <a:pt x="14711" y="635"/>
                  </a:lnTo>
                  <a:cubicBezTo>
                    <a:pt x="14711" y="301"/>
                    <a:pt x="14444" y="1"/>
                    <a:pt x="14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58;p47">
              <a:extLst>
                <a:ext uri="{FF2B5EF4-FFF2-40B4-BE49-F238E27FC236}">
                  <a16:creationId xmlns:a16="http://schemas.microsoft.com/office/drawing/2014/main" id="{D9A0E8BF-A127-0526-CD00-BCF7675F9814}"/>
                </a:ext>
              </a:extLst>
            </p:cNvPr>
            <p:cNvSpPr/>
            <p:nvPr/>
          </p:nvSpPr>
          <p:spPr>
            <a:xfrm>
              <a:off x="1665954" y="3645784"/>
              <a:ext cx="160291" cy="6293"/>
            </a:xfrm>
            <a:custGeom>
              <a:avLst/>
              <a:gdLst/>
              <a:ahLst/>
              <a:cxnLst/>
              <a:rect l="l" t="t" r="r" b="b"/>
              <a:pathLst>
                <a:path w="8508" h="334" extrusionOk="0">
                  <a:moveTo>
                    <a:pt x="168" y="0"/>
                  </a:moveTo>
                  <a:cubicBezTo>
                    <a:pt x="101" y="0"/>
                    <a:pt x="1" y="100"/>
                    <a:pt x="1" y="167"/>
                  </a:cubicBezTo>
                  <a:cubicBezTo>
                    <a:pt x="1" y="267"/>
                    <a:pt x="34" y="334"/>
                    <a:pt x="168" y="334"/>
                  </a:cubicBezTo>
                  <a:lnTo>
                    <a:pt x="8340" y="334"/>
                  </a:lnTo>
                  <a:cubicBezTo>
                    <a:pt x="8440" y="334"/>
                    <a:pt x="8507" y="267"/>
                    <a:pt x="8507" y="167"/>
                  </a:cubicBezTo>
                  <a:cubicBezTo>
                    <a:pt x="8507" y="100"/>
                    <a:pt x="8440" y="0"/>
                    <a:pt x="8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59;p47">
              <a:extLst>
                <a:ext uri="{FF2B5EF4-FFF2-40B4-BE49-F238E27FC236}">
                  <a16:creationId xmlns:a16="http://schemas.microsoft.com/office/drawing/2014/main" id="{F7C69A3E-0452-6CFD-812B-D019C71E1361}"/>
                </a:ext>
              </a:extLst>
            </p:cNvPr>
            <p:cNvSpPr/>
            <p:nvPr/>
          </p:nvSpPr>
          <p:spPr>
            <a:xfrm>
              <a:off x="1665954" y="3699818"/>
              <a:ext cx="160291" cy="6311"/>
            </a:xfrm>
            <a:custGeom>
              <a:avLst/>
              <a:gdLst/>
              <a:ahLst/>
              <a:cxnLst/>
              <a:rect l="l" t="t" r="r" b="b"/>
              <a:pathLst>
                <a:path w="8508" h="335" extrusionOk="0">
                  <a:moveTo>
                    <a:pt x="168" y="1"/>
                  </a:moveTo>
                  <a:cubicBezTo>
                    <a:pt x="101" y="1"/>
                    <a:pt x="1" y="101"/>
                    <a:pt x="1" y="168"/>
                  </a:cubicBezTo>
                  <a:cubicBezTo>
                    <a:pt x="1" y="268"/>
                    <a:pt x="34" y="334"/>
                    <a:pt x="168" y="334"/>
                  </a:cubicBezTo>
                  <a:lnTo>
                    <a:pt x="8340" y="334"/>
                  </a:lnTo>
                  <a:cubicBezTo>
                    <a:pt x="8440" y="334"/>
                    <a:pt x="8507" y="268"/>
                    <a:pt x="8507" y="168"/>
                  </a:cubicBezTo>
                  <a:cubicBezTo>
                    <a:pt x="8507" y="101"/>
                    <a:pt x="8440" y="1"/>
                    <a:pt x="8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60;p47">
              <a:extLst>
                <a:ext uri="{FF2B5EF4-FFF2-40B4-BE49-F238E27FC236}">
                  <a16:creationId xmlns:a16="http://schemas.microsoft.com/office/drawing/2014/main" id="{F2785F9E-E1E0-BE84-3DD4-C781763C7978}"/>
                </a:ext>
              </a:extLst>
            </p:cNvPr>
            <p:cNvSpPr/>
            <p:nvPr/>
          </p:nvSpPr>
          <p:spPr>
            <a:xfrm>
              <a:off x="1665332" y="3753250"/>
              <a:ext cx="160912" cy="6293"/>
            </a:xfrm>
            <a:custGeom>
              <a:avLst/>
              <a:gdLst/>
              <a:ahLst/>
              <a:cxnLst/>
              <a:rect l="l" t="t" r="r" b="b"/>
              <a:pathLst>
                <a:path w="8541" h="334" extrusionOk="0">
                  <a:moveTo>
                    <a:pt x="201" y="0"/>
                  </a:moveTo>
                  <a:cubicBezTo>
                    <a:pt x="134" y="0"/>
                    <a:pt x="34" y="100"/>
                    <a:pt x="34" y="167"/>
                  </a:cubicBezTo>
                  <a:cubicBezTo>
                    <a:pt x="1" y="267"/>
                    <a:pt x="67" y="334"/>
                    <a:pt x="201" y="334"/>
                  </a:cubicBezTo>
                  <a:lnTo>
                    <a:pt x="8373" y="334"/>
                  </a:lnTo>
                  <a:cubicBezTo>
                    <a:pt x="8473" y="334"/>
                    <a:pt x="8540" y="267"/>
                    <a:pt x="8540" y="167"/>
                  </a:cubicBezTo>
                  <a:cubicBezTo>
                    <a:pt x="8540" y="100"/>
                    <a:pt x="8473" y="0"/>
                    <a:pt x="8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61;p47">
              <a:extLst>
                <a:ext uri="{FF2B5EF4-FFF2-40B4-BE49-F238E27FC236}">
                  <a16:creationId xmlns:a16="http://schemas.microsoft.com/office/drawing/2014/main" id="{C0C21905-4D7F-A2D2-C09C-870C6C5B3C5F}"/>
                </a:ext>
              </a:extLst>
            </p:cNvPr>
            <p:cNvSpPr/>
            <p:nvPr/>
          </p:nvSpPr>
          <p:spPr>
            <a:xfrm>
              <a:off x="1628875" y="3602413"/>
              <a:ext cx="238213" cy="348182"/>
            </a:xfrm>
            <a:custGeom>
              <a:avLst/>
              <a:gdLst/>
              <a:ahLst/>
              <a:cxnLst/>
              <a:rect l="l" t="t" r="r" b="b"/>
              <a:pathLst>
                <a:path w="12644" h="18481" extrusionOk="0">
                  <a:moveTo>
                    <a:pt x="12343" y="301"/>
                  </a:moveTo>
                  <a:lnTo>
                    <a:pt x="12343" y="18147"/>
                  </a:lnTo>
                  <a:lnTo>
                    <a:pt x="334" y="18147"/>
                  </a:lnTo>
                  <a:lnTo>
                    <a:pt x="334" y="301"/>
                  </a:lnTo>
                  <a:close/>
                  <a:moveTo>
                    <a:pt x="168" y="1"/>
                  </a:moveTo>
                  <a:cubicBezTo>
                    <a:pt x="101" y="1"/>
                    <a:pt x="1" y="101"/>
                    <a:pt x="1" y="167"/>
                  </a:cubicBezTo>
                  <a:lnTo>
                    <a:pt x="1" y="18314"/>
                  </a:lnTo>
                  <a:cubicBezTo>
                    <a:pt x="1" y="18414"/>
                    <a:pt x="101" y="18480"/>
                    <a:pt x="168" y="18480"/>
                  </a:cubicBezTo>
                  <a:lnTo>
                    <a:pt x="12476" y="18480"/>
                  </a:lnTo>
                  <a:cubicBezTo>
                    <a:pt x="12577" y="18480"/>
                    <a:pt x="12643" y="18414"/>
                    <a:pt x="12643" y="18314"/>
                  </a:cubicBezTo>
                  <a:lnTo>
                    <a:pt x="12643" y="167"/>
                  </a:lnTo>
                  <a:cubicBezTo>
                    <a:pt x="12643" y="101"/>
                    <a:pt x="12577" y="1"/>
                    <a:pt x="124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62;p47">
              <a:extLst>
                <a:ext uri="{FF2B5EF4-FFF2-40B4-BE49-F238E27FC236}">
                  <a16:creationId xmlns:a16="http://schemas.microsoft.com/office/drawing/2014/main" id="{57715E07-D0C8-1A0E-51A1-B44549023562}"/>
                </a:ext>
              </a:extLst>
            </p:cNvPr>
            <p:cNvSpPr/>
            <p:nvPr/>
          </p:nvSpPr>
          <p:spPr>
            <a:xfrm>
              <a:off x="1747665" y="2444156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11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63;p47">
              <a:extLst>
                <a:ext uri="{FF2B5EF4-FFF2-40B4-BE49-F238E27FC236}">
                  <a16:creationId xmlns:a16="http://schemas.microsoft.com/office/drawing/2014/main" id="{FCEAB5E5-16B9-AC04-EDDA-268BEDAB59D3}"/>
                </a:ext>
              </a:extLst>
            </p:cNvPr>
            <p:cNvSpPr/>
            <p:nvPr/>
          </p:nvSpPr>
          <p:spPr>
            <a:xfrm>
              <a:off x="1654027" y="2361201"/>
              <a:ext cx="162156" cy="60156"/>
            </a:xfrm>
            <a:custGeom>
              <a:avLst/>
              <a:gdLst/>
              <a:ahLst/>
              <a:cxnLst/>
              <a:rect l="l" t="t" r="r" b="b"/>
              <a:pathLst>
                <a:path w="8607" h="3193" extrusionOk="0">
                  <a:moveTo>
                    <a:pt x="0" y="0"/>
                  </a:moveTo>
                  <a:cubicBezTo>
                    <a:pt x="0" y="0"/>
                    <a:pt x="501" y="2735"/>
                    <a:pt x="3303" y="3136"/>
                  </a:cubicBezTo>
                  <a:cubicBezTo>
                    <a:pt x="3565" y="3175"/>
                    <a:pt x="3817" y="3193"/>
                    <a:pt x="4059" y="3193"/>
                  </a:cubicBezTo>
                  <a:cubicBezTo>
                    <a:pt x="7117" y="3193"/>
                    <a:pt x="8606" y="300"/>
                    <a:pt x="8606" y="300"/>
                  </a:cubicBezTo>
                  <a:lnTo>
                    <a:pt x="8606" y="300"/>
                  </a:lnTo>
                  <a:cubicBezTo>
                    <a:pt x="7603" y="482"/>
                    <a:pt x="6542" y="549"/>
                    <a:pt x="5520" y="549"/>
                  </a:cubicBezTo>
                  <a:cubicBezTo>
                    <a:pt x="2599" y="5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1366;p47">
            <a:extLst>
              <a:ext uri="{FF2B5EF4-FFF2-40B4-BE49-F238E27FC236}">
                <a16:creationId xmlns:a16="http://schemas.microsoft.com/office/drawing/2014/main" id="{8D26EDA7-C3D3-B1E9-673A-BC17996D4A71}"/>
              </a:ext>
            </a:extLst>
          </p:cNvPr>
          <p:cNvSpPr txBox="1">
            <a:spLocks/>
          </p:cNvSpPr>
          <p:nvPr/>
        </p:nvSpPr>
        <p:spPr>
          <a:xfrm>
            <a:off x="3547137" y="4392511"/>
            <a:ext cx="1664100" cy="73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/>
              <a:t>I AM ONE OF THE VOLUNTEER IN THE NBA </a:t>
            </a:r>
          </a:p>
        </p:txBody>
      </p:sp>
    </p:spTree>
    <p:extLst>
      <p:ext uri="{BB962C8B-B14F-4D97-AF65-F5344CB8AC3E}">
        <p14:creationId xmlns:p14="http://schemas.microsoft.com/office/powerpoint/2010/main" val="362544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51"/>
          <p:cNvSpPr txBox="1">
            <a:spLocks noGrp="1"/>
          </p:cNvSpPr>
          <p:nvPr>
            <p:ph type="title"/>
          </p:nvPr>
        </p:nvSpPr>
        <p:spPr>
          <a:xfrm>
            <a:off x="622176" y="159795"/>
            <a:ext cx="77175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EXTRA CURRICULAR</a:t>
            </a:r>
            <a:endParaRPr dirty="0"/>
          </a:p>
        </p:txBody>
      </p:sp>
      <p:sp>
        <p:nvSpPr>
          <p:cNvPr id="1525" name="Google Shape;1525;p51"/>
          <p:cNvSpPr txBox="1">
            <a:spLocks noGrp="1"/>
          </p:cNvSpPr>
          <p:nvPr>
            <p:ph type="subTitle" idx="1"/>
          </p:nvPr>
        </p:nvSpPr>
        <p:spPr>
          <a:xfrm>
            <a:off x="786053" y="2248382"/>
            <a:ext cx="1931797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Topic Silent Sound Technology [ECE Dept]</a:t>
            </a:r>
            <a:endParaRPr dirty="0"/>
          </a:p>
        </p:txBody>
      </p:sp>
      <p:sp>
        <p:nvSpPr>
          <p:cNvPr id="1526" name="Google Shape;1526;p51"/>
          <p:cNvSpPr txBox="1">
            <a:spLocks noGrp="1"/>
          </p:cNvSpPr>
          <p:nvPr>
            <p:ph type="subTitle" idx="3"/>
          </p:nvPr>
        </p:nvSpPr>
        <p:spPr>
          <a:xfrm>
            <a:off x="837113" y="3639486"/>
            <a:ext cx="18288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Topic Big Data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[CSE Dept]</a:t>
            </a:r>
            <a:endParaRPr dirty="0"/>
          </a:p>
        </p:txBody>
      </p:sp>
      <p:sp>
        <p:nvSpPr>
          <p:cNvPr id="1527" name="Google Shape;1527;p51"/>
          <p:cNvSpPr txBox="1">
            <a:spLocks noGrp="1"/>
          </p:cNvSpPr>
          <p:nvPr>
            <p:ph type="subTitle" idx="2"/>
          </p:nvPr>
        </p:nvSpPr>
        <p:spPr>
          <a:xfrm>
            <a:off x="852980" y="1706591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SANKARA POLYTECHNIC COLLEGE</a:t>
            </a:r>
          </a:p>
        </p:txBody>
      </p:sp>
      <p:sp>
        <p:nvSpPr>
          <p:cNvPr id="1528" name="Google Shape;1528;p51"/>
          <p:cNvSpPr txBox="1">
            <a:spLocks noGrp="1"/>
          </p:cNvSpPr>
          <p:nvPr>
            <p:ph type="subTitle" idx="4"/>
          </p:nvPr>
        </p:nvSpPr>
        <p:spPr>
          <a:xfrm>
            <a:off x="839955" y="3096614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KIT COLLEGE</a:t>
            </a:r>
            <a:endParaRPr dirty="0"/>
          </a:p>
        </p:txBody>
      </p:sp>
      <p:sp>
        <p:nvSpPr>
          <p:cNvPr id="1529" name="Google Shape;1529;p51"/>
          <p:cNvSpPr txBox="1">
            <a:spLocks noGrp="1"/>
          </p:cNvSpPr>
          <p:nvPr>
            <p:ph type="subTitle" idx="5"/>
          </p:nvPr>
        </p:nvSpPr>
        <p:spPr>
          <a:xfrm>
            <a:off x="6208980" y="2456646"/>
            <a:ext cx="2490095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Project Presentation is held by NPC college as an 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Symposium</a:t>
            </a:r>
            <a:endParaRPr dirty="0">
              <a:latin typeface="+mn-lt"/>
            </a:endParaRPr>
          </a:p>
        </p:txBody>
      </p:sp>
      <p:sp>
        <p:nvSpPr>
          <p:cNvPr id="1530" name="Google Shape;1530;p51"/>
          <p:cNvSpPr txBox="1">
            <a:spLocks noGrp="1"/>
          </p:cNvSpPr>
          <p:nvPr>
            <p:ph type="subTitle" idx="6"/>
          </p:nvPr>
        </p:nvSpPr>
        <p:spPr>
          <a:xfrm>
            <a:off x="6720916" y="1668766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NACHIMUTHU POLYTECHNIC COLLEGE</a:t>
            </a:r>
            <a:endParaRPr b="1" dirty="0"/>
          </a:p>
        </p:txBody>
      </p:sp>
      <p:sp>
        <p:nvSpPr>
          <p:cNvPr id="1531" name="Google Shape;1531;p51"/>
          <p:cNvSpPr txBox="1">
            <a:spLocks noGrp="1"/>
          </p:cNvSpPr>
          <p:nvPr>
            <p:ph type="subTitle" idx="7"/>
          </p:nvPr>
        </p:nvSpPr>
        <p:spPr>
          <a:xfrm>
            <a:off x="5940674" y="4231835"/>
            <a:ext cx="2609042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Project Presentation is held by SPC college as an 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Symposium</a:t>
            </a:r>
            <a:endParaRPr lang="en-US" dirty="0">
              <a:latin typeface="+mn-lt"/>
            </a:endParaRPr>
          </a:p>
        </p:txBody>
      </p:sp>
      <p:sp>
        <p:nvSpPr>
          <p:cNvPr id="1532" name="Google Shape;1532;p51"/>
          <p:cNvSpPr txBox="1">
            <a:spLocks noGrp="1"/>
          </p:cNvSpPr>
          <p:nvPr>
            <p:ph type="subTitle" idx="8"/>
          </p:nvPr>
        </p:nvSpPr>
        <p:spPr>
          <a:xfrm>
            <a:off x="6592652" y="3544090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SAKTHI POLYTECHNIC COLEGE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33" name="Google Shape;1533;p51"/>
          <p:cNvGrpSpPr/>
          <p:nvPr/>
        </p:nvGrpSpPr>
        <p:grpSpPr>
          <a:xfrm>
            <a:off x="3378918" y="1411877"/>
            <a:ext cx="2386157" cy="3657864"/>
            <a:chOff x="3542978" y="1517900"/>
            <a:chExt cx="2386157" cy="3657864"/>
          </a:xfrm>
        </p:grpSpPr>
        <p:sp>
          <p:nvSpPr>
            <p:cNvPr id="1534" name="Google Shape;1534;p51"/>
            <p:cNvSpPr/>
            <p:nvPr/>
          </p:nvSpPr>
          <p:spPr>
            <a:xfrm>
              <a:off x="4318339" y="2860092"/>
              <a:ext cx="68226" cy="96303"/>
            </a:xfrm>
            <a:custGeom>
              <a:avLst/>
              <a:gdLst/>
              <a:ahLst/>
              <a:cxnLst/>
              <a:rect l="l" t="t" r="r" b="b"/>
              <a:pathLst>
                <a:path w="3170" h="4474" extrusionOk="0">
                  <a:moveTo>
                    <a:pt x="1835" y="0"/>
                  </a:moveTo>
                  <a:cubicBezTo>
                    <a:pt x="1835" y="0"/>
                    <a:pt x="1435" y="267"/>
                    <a:pt x="1068" y="601"/>
                  </a:cubicBezTo>
                  <a:cubicBezTo>
                    <a:pt x="701" y="901"/>
                    <a:pt x="234" y="2035"/>
                    <a:pt x="100" y="2602"/>
                  </a:cubicBezTo>
                  <a:cubicBezTo>
                    <a:pt x="0" y="3203"/>
                    <a:pt x="1435" y="4437"/>
                    <a:pt x="1735" y="4470"/>
                  </a:cubicBezTo>
                  <a:cubicBezTo>
                    <a:pt x="1746" y="4473"/>
                    <a:pt x="1758" y="4474"/>
                    <a:pt x="1769" y="4474"/>
                  </a:cubicBezTo>
                  <a:cubicBezTo>
                    <a:pt x="2048" y="4474"/>
                    <a:pt x="2202" y="3703"/>
                    <a:pt x="2202" y="3703"/>
                  </a:cubicBezTo>
                  <a:cubicBezTo>
                    <a:pt x="2202" y="3703"/>
                    <a:pt x="2277" y="3731"/>
                    <a:pt x="2381" y="3731"/>
                  </a:cubicBezTo>
                  <a:cubicBezTo>
                    <a:pt x="2555" y="3731"/>
                    <a:pt x="2811" y="3653"/>
                    <a:pt x="2936" y="3236"/>
                  </a:cubicBezTo>
                  <a:cubicBezTo>
                    <a:pt x="3169" y="2569"/>
                    <a:pt x="2736" y="1768"/>
                    <a:pt x="2602" y="1535"/>
                  </a:cubicBezTo>
                  <a:cubicBezTo>
                    <a:pt x="2535" y="1268"/>
                    <a:pt x="2836" y="701"/>
                    <a:pt x="2836" y="701"/>
                  </a:cubicBezTo>
                  <a:lnTo>
                    <a:pt x="18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1"/>
            <p:cNvSpPr/>
            <p:nvPr/>
          </p:nvSpPr>
          <p:spPr>
            <a:xfrm>
              <a:off x="4227880" y="2952714"/>
              <a:ext cx="725846" cy="567248"/>
            </a:xfrm>
            <a:custGeom>
              <a:avLst/>
              <a:gdLst/>
              <a:ahLst/>
              <a:cxnLst/>
              <a:rect l="l" t="t" r="r" b="b"/>
              <a:pathLst>
                <a:path w="33725" h="26353" extrusionOk="0">
                  <a:moveTo>
                    <a:pt x="11775" y="0"/>
                  </a:moveTo>
                  <a:cubicBezTo>
                    <a:pt x="11775" y="0"/>
                    <a:pt x="10474" y="1802"/>
                    <a:pt x="9440" y="4303"/>
                  </a:cubicBezTo>
                  <a:cubicBezTo>
                    <a:pt x="8340" y="6805"/>
                    <a:pt x="6238" y="13177"/>
                    <a:pt x="6238" y="13177"/>
                  </a:cubicBezTo>
                  <a:lnTo>
                    <a:pt x="4403" y="14944"/>
                  </a:lnTo>
                  <a:lnTo>
                    <a:pt x="0" y="25085"/>
                  </a:lnTo>
                  <a:lnTo>
                    <a:pt x="1301" y="26353"/>
                  </a:lnTo>
                  <a:lnTo>
                    <a:pt x="9807" y="15345"/>
                  </a:lnTo>
                  <a:lnTo>
                    <a:pt x="16646" y="7973"/>
                  </a:lnTo>
                  <a:lnTo>
                    <a:pt x="28120" y="6805"/>
                  </a:lnTo>
                  <a:lnTo>
                    <a:pt x="26086" y="10108"/>
                  </a:lnTo>
                  <a:lnTo>
                    <a:pt x="23250" y="20915"/>
                  </a:lnTo>
                  <a:lnTo>
                    <a:pt x="25085" y="21416"/>
                  </a:lnTo>
                  <a:lnTo>
                    <a:pt x="33091" y="5805"/>
                  </a:lnTo>
                  <a:cubicBezTo>
                    <a:pt x="33057" y="5738"/>
                    <a:pt x="33724" y="3770"/>
                    <a:pt x="32290" y="3436"/>
                  </a:cubicBezTo>
                  <a:cubicBezTo>
                    <a:pt x="30889" y="3103"/>
                    <a:pt x="19014" y="467"/>
                    <a:pt x="19014" y="467"/>
                  </a:cubicBezTo>
                  <a:lnTo>
                    <a:pt x="117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1"/>
            <p:cNvSpPr/>
            <p:nvPr/>
          </p:nvSpPr>
          <p:spPr>
            <a:xfrm>
              <a:off x="4672277" y="2358473"/>
              <a:ext cx="197447" cy="268998"/>
            </a:xfrm>
            <a:custGeom>
              <a:avLst/>
              <a:gdLst/>
              <a:ahLst/>
              <a:cxnLst/>
              <a:rect l="l" t="t" r="r" b="b"/>
              <a:pathLst>
                <a:path w="9174" h="12497" extrusionOk="0">
                  <a:moveTo>
                    <a:pt x="4551" y="1"/>
                  </a:moveTo>
                  <a:cubicBezTo>
                    <a:pt x="3071" y="1"/>
                    <a:pt x="2228" y="769"/>
                    <a:pt x="1668" y="1889"/>
                  </a:cubicBezTo>
                  <a:cubicBezTo>
                    <a:pt x="1001" y="3190"/>
                    <a:pt x="1768" y="7226"/>
                    <a:pt x="1768" y="7226"/>
                  </a:cubicBezTo>
                  <a:lnTo>
                    <a:pt x="0" y="11329"/>
                  </a:lnTo>
                  <a:lnTo>
                    <a:pt x="3836" y="12497"/>
                  </a:lnTo>
                  <a:lnTo>
                    <a:pt x="5237" y="9194"/>
                  </a:lnTo>
                  <a:cubicBezTo>
                    <a:pt x="5237" y="9194"/>
                    <a:pt x="6653" y="9916"/>
                    <a:pt x="7408" y="9916"/>
                  </a:cubicBezTo>
                  <a:cubicBezTo>
                    <a:pt x="7481" y="9916"/>
                    <a:pt x="7547" y="9909"/>
                    <a:pt x="7606" y="9895"/>
                  </a:cubicBezTo>
                  <a:cubicBezTo>
                    <a:pt x="8273" y="9728"/>
                    <a:pt x="8173" y="7693"/>
                    <a:pt x="8173" y="7693"/>
                  </a:cubicBezTo>
                  <a:lnTo>
                    <a:pt x="8173" y="7693"/>
                  </a:lnTo>
                  <a:lnTo>
                    <a:pt x="8973" y="7727"/>
                  </a:lnTo>
                  <a:lnTo>
                    <a:pt x="8406" y="6025"/>
                  </a:lnTo>
                  <a:cubicBezTo>
                    <a:pt x="8406" y="6025"/>
                    <a:pt x="9174" y="3090"/>
                    <a:pt x="8506" y="1689"/>
                  </a:cubicBezTo>
                  <a:cubicBezTo>
                    <a:pt x="7839" y="255"/>
                    <a:pt x="6171" y="221"/>
                    <a:pt x="5471" y="88"/>
                  </a:cubicBezTo>
                  <a:cubicBezTo>
                    <a:pt x="5140" y="29"/>
                    <a:pt x="4834" y="1"/>
                    <a:pt x="45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1"/>
            <p:cNvSpPr/>
            <p:nvPr/>
          </p:nvSpPr>
          <p:spPr>
            <a:xfrm>
              <a:off x="4644986" y="2338089"/>
              <a:ext cx="256333" cy="185266"/>
            </a:xfrm>
            <a:custGeom>
              <a:avLst/>
              <a:gdLst/>
              <a:ahLst/>
              <a:cxnLst/>
              <a:rect l="l" t="t" r="r" b="b"/>
              <a:pathLst>
                <a:path w="11910" h="8607" extrusionOk="0">
                  <a:moveTo>
                    <a:pt x="9441" y="1"/>
                  </a:moveTo>
                  <a:cubicBezTo>
                    <a:pt x="9441" y="1"/>
                    <a:pt x="9107" y="468"/>
                    <a:pt x="8040" y="468"/>
                  </a:cubicBezTo>
                  <a:cubicBezTo>
                    <a:pt x="7336" y="446"/>
                    <a:pt x="6115" y="262"/>
                    <a:pt x="5073" y="262"/>
                  </a:cubicBezTo>
                  <a:cubicBezTo>
                    <a:pt x="4484" y="262"/>
                    <a:pt x="3953" y="320"/>
                    <a:pt x="3603" y="501"/>
                  </a:cubicBezTo>
                  <a:cubicBezTo>
                    <a:pt x="1" y="2369"/>
                    <a:pt x="2569" y="8607"/>
                    <a:pt x="2569" y="8607"/>
                  </a:cubicBezTo>
                  <a:lnTo>
                    <a:pt x="4437" y="7606"/>
                  </a:lnTo>
                  <a:lnTo>
                    <a:pt x="5338" y="6772"/>
                  </a:lnTo>
                  <a:lnTo>
                    <a:pt x="6205" y="6939"/>
                  </a:lnTo>
                  <a:lnTo>
                    <a:pt x="6405" y="5004"/>
                  </a:lnTo>
                  <a:cubicBezTo>
                    <a:pt x="6405" y="5004"/>
                    <a:pt x="6674" y="5070"/>
                    <a:pt x="7019" y="5070"/>
                  </a:cubicBezTo>
                  <a:cubicBezTo>
                    <a:pt x="7490" y="5070"/>
                    <a:pt x="8104" y="4948"/>
                    <a:pt x="8373" y="4370"/>
                  </a:cubicBezTo>
                  <a:cubicBezTo>
                    <a:pt x="8584" y="4493"/>
                    <a:pt x="8962" y="4626"/>
                    <a:pt x="9404" y="4626"/>
                  </a:cubicBezTo>
                  <a:cubicBezTo>
                    <a:pt x="9801" y="4626"/>
                    <a:pt x="10249" y="4519"/>
                    <a:pt x="10675" y="4204"/>
                  </a:cubicBezTo>
                  <a:cubicBezTo>
                    <a:pt x="11542" y="3603"/>
                    <a:pt x="11909" y="2969"/>
                    <a:pt x="11442" y="1702"/>
                  </a:cubicBezTo>
                  <a:cubicBezTo>
                    <a:pt x="11042" y="434"/>
                    <a:pt x="9441" y="1"/>
                    <a:pt x="9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1"/>
            <p:cNvSpPr/>
            <p:nvPr/>
          </p:nvSpPr>
          <p:spPr>
            <a:xfrm>
              <a:off x="5030519" y="2562293"/>
              <a:ext cx="75415" cy="90319"/>
            </a:xfrm>
            <a:custGeom>
              <a:avLst/>
              <a:gdLst/>
              <a:ahLst/>
              <a:cxnLst/>
              <a:rect l="l" t="t" r="r" b="b"/>
              <a:pathLst>
                <a:path w="3504" h="4196" extrusionOk="0">
                  <a:moveTo>
                    <a:pt x="2258" y="1"/>
                  </a:moveTo>
                  <a:cubicBezTo>
                    <a:pt x="2012" y="1"/>
                    <a:pt x="1635" y="593"/>
                    <a:pt x="1635" y="593"/>
                  </a:cubicBezTo>
                  <a:cubicBezTo>
                    <a:pt x="1635" y="593"/>
                    <a:pt x="1479" y="470"/>
                    <a:pt x="1269" y="470"/>
                  </a:cubicBezTo>
                  <a:cubicBezTo>
                    <a:pt x="1117" y="470"/>
                    <a:pt x="936" y="535"/>
                    <a:pt x="768" y="759"/>
                  </a:cubicBezTo>
                  <a:cubicBezTo>
                    <a:pt x="334" y="1293"/>
                    <a:pt x="468" y="2194"/>
                    <a:pt x="468" y="2461"/>
                  </a:cubicBezTo>
                  <a:cubicBezTo>
                    <a:pt x="501" y="2761"/>
                    <a:pt x="1" y="3194"/>
                    <a:pt x="1" y="3194"/>
                  </a:cubicBezTo>
                  <a:lnTo>
                    <a:pt x="668" y="4195"/>
                  </a:lnTo>
                  <a:cubicBezTo>
                    <a:pt x="668" y="4195"/>
                    <a:pt x="1135" y="4062"/>
                    <a:pt x="1602" y="3895"/>
                  </a:cubicBezTo>
                  <a:cubicBezTo>
                    <a:pt x="2035" y="3728"/>
                    <a:pt x="2936" y="2861"/>
                    <a:pt x="3203" y="2360"/>
                  </a:cubicBezTo>
                  <a:cubicBezTo>
                    <a:pt x="3503" y="1860"/>
                    <a:pt x="2602" y="192"/>
                    <a:pt x="2336" y="25"/>
                  </a:cubicBezTo>
                  <a:cubicBezTo>
                    <a:pt x="2312" y="8"/>
                    <a:pt x="2286" y="1"/>
                    <a:pt x="22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1"/>
            <p:cNvSpPr/>
            <p:nvPr/>
          </p:nvSpPr>
          <p:spPr>
            <a:xfrm>
              <a:off x="4734735" y="2463709"/>
              <a:ext cx="28022" cy="41027"/>
            </a:xfrm>
            <a:custGeom>
              <a:avLst/>
              <a:gdLst/>
              <a:ahLst/>
              <a:cxnLst/>
              <a:rect l="l" t="t" r="r" b="b"/>
              <a:pathLst>
                <a:path w="1302" h="1906" extrusionOk="0">
                  <a:moveTo>
                    <a:pt x="539" y="0"/>
                  </a:moveTo>
                  <a:cubicBezTo>
                    <a:pt x="526" y="0"/>
                    <a:pt x="513" y="1"/>
                    <a:pt x="501" y="2"/>
                  </a:cubicBezTo>
                  <a:cubicBezTo>
                    <a:pt x="167" y="69"/>
                    <a:pt x="0" y="536"/>
                    <a:pt x="67" y="1036"/>
                  </a:cubicBezTo>
                  <a:cubicBezTo>
                    <a:pt x="163" y="1547"/>
                    <a:pt x="473" y="1906"/>
                    <a:pt x="763" y="1906"/>
                  </a:cubicBezTo>
                  <a:cubicBezTo>
                    <a:pt x="776" y="1906"/>
                    <a:pt x="788" y="1905"/>
                    <a:pt x="801" y="1904"/>
                  </a:cubicBezTo>
                  <a:cubicBezTo>
                    <a:pt x="1135" y="1837"/>
                    <a:pt x="1301" y="1370"/>
                    <a:pt x="1235" y="869"/>
                  </a:cubicBezTo>
                  <a:cubicBezTo>
                    <a:pt x="1139" y="358"/>
                    <a:pt x="829" y="0"/>
                    <a:pt x="539" y="0"/>
                  </a:cubicBezTo>
                  <a:close/>
                </a:path>
              </a:pathLst>
            </a:custGeom>
            <a:solidFill>
              <a:srgbClr val="FBB9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1"/>
            <p:cNvSpPr/>
            <p:nvPr/>
          </p:nvSpPr>
          <p:spPr>
            <a:xfrm>
              <a:off x="4180488" y="3491226"/>
              <a:ext cx="89770" cy="142904"/>
            </a:xfrm>
            <a:custGeom>
              <a:avLst/>
              <a:gdLst/>
              <a:ahLst/>
              <a:cxnLst/>
              <a:rect l="l" t="t" r="r" b="b"/>
              <a:pathLst>
                <a:path w="4171" h="6639" extrusionOk="0">
                  <a:moveTo>
                    <a:pt x="2169" y="0"/>
                  </a:moveTo>
                  <a:lnTo>
                    <a:pt x="1" y="401"/>
                  </a:lnTo>
                  <a:lnTo>
                    <a:pt x="2169" y="5971"/>
                  </a:lnTo>
                  <a:lnTo>
                    <a:pt x="4170" y="6638"/>
                  </a:lnTo>
                  <a:lnTo>
                    <a:pt x="3603" y="4837"/>
                  </a:lnTo>
                  <a:lnTo>
                    <a:pt x="3470" y="1301"/>
                  </a:lnTo>
                  <a:lnTo>
                    <a:pt x="21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1"/>
            <p:cNvSpPr/>
            <p:nvPr/>
          </p:nvSpPr>
          <p:spPr>
            <a:xfrm>
              <a:off x="4693089" y="3400757"/>
              <a:ext cx="147924" cy="99811"/>
            </a:xfrm>
            <a:custGeom>
              <a:avLst/>
              <a:gdLst/>
              <a:ahLst/>
              <a:cxnLst/>
              <a:rect l="l" t="t" r="r" b="b"/>
              <a:pathLst>
                <a:path w="6873" h="4637" extrusionOk="0">
                  <a:moveTo>
                    <a:pt x="1602" y="0"/>
                  </a:moveTo>
                  <a:lnTo>
                    <a:pt x="1" y="834"/>
                  </a:lnTo>
                  <a:lnTo>
                    <a:pt x="3203" y="3970"/>
                  </a:lnTo>
                  <a:lnTo>
                    <a:pt x="6872" y="4637"/>
                  </a:lnTo>
                  <a:lnTo>
                    <a:pt x="6872" y="4637"/>
                  </a:lnTo>
                  <a:lnTo>
                    <a:pt x="5004" y="2836"/>
                  </a:lnTo>
                  <a:lnTo>
                    <a:pt x="3470" y="5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1"/>
            <p:cNvSpPr/>
            <p:nvPr/>
          </p:nvSpPr>
          <p:spPr>
            <a:xfrm>
              <a:off x="4330543" y="2553382"/>
              <a:ext cx="738050" cy="496711"/>
            </a:xfrm>
            <a:custGeom>
              <a:avLst/>
              <a:gdLst/>
              <a:ahLst/>
              <a:cxnLst/>
              <a:rect l="l" t="t" r="r" b="b"/>
              <a:pathLst>
                <a:path w="34292" h="23076" extrusionOk="0">
                  <a:moveTo>
                    <a:pt x="14048" y="1"/>
                  </a:moveTo>
                  <a:cubicBezTo>
                    <a:pt x="12806" y="1"/>
                    <a:pt x="11398" y="186"/>
                    <a:pt x="9874" y="606"/>
                  </a:cubicBezTo>
                  <a:cubicBezTo>
                    <a:pt x="4604" y="2007"/>
                    <a:pt x="5304" y="1807"/>
                    <a:pt x="4837" y="2374"/>
                  </a:cubicBezTo>
                  <a:cubicBezTo>
                    <a:pt x="4370" y="2975"/>
                    <a:pt x="0" y="15017"/>
                    <a:pt x="0" y="15017"/>
                  </a:cubicBezTo>
                  <a:lnTo>
                    <a:pt x="2536" y="14983"/>
                  </a:lnTo>
                  <a:cubicBezTo>
                    <a:pt x="2536" y="14983"/>
                    <a:pt x="7539" y="5476"/>
                    <a:pt x="8006" y="5210"/>
                  </a:cubicBezTo>
                  <a:cubicBezTo>
                    <a:pt x="8206" y="5109"/>
                    <a:pt x="9807" y="4976"/>
                    <a:pt x="11642" y="4809"/>
                  </a:cubicBezTo>
                  <a:lnTo>
                    <a:pt x="11642" y="4809"/>
                  </a:lnTo>
                  <a:cubicBezTo>
                    <a:pt x="9874" y="9046"/>
                    <a:pt x="9140" y="13849"/>
                    <a:pt x="9140" y="13849"/>
                  </a:cubicBezTo>
                  <a:lnTo>
                    <a:pt x="5037" y="21988"/>
                  </a:lnTo>
                  <a:cubicBezTo>
                    <a:pt x="5037" y="21988"/>
                    <a:pt x="6005" y="22789"/>
                    <a:pt x="9941" y="23056"/>
                  </a:cubicBezTo>
                  <a:cubicBezTo>
                    <a:pt x="10113" y="23069"/>
                    <a:pt x="10285" y="23076"/>
                    <a:pt x="10458" y="23076"/>
                  </a:cubicBezTo>
                  <a:cubicBezTo>
                    <a:pt x="14145" y="23076"/>
                    <a:pt x="17980" y="20154"/>
                    <a:pt x="17980" y="20154"/>
                  </a:cubicBezTo>
                  <a:lnTo>
                    <a:pt x="19815" y="12548"/>
                  </a:lnTo>
                  <a:lnTo>
                    <a:pt x="21149" y="9479"/>
                  </a:lnTo>
                  <a:cubicBezTo>
                    <a:pt x="24291" y="11694"/>
                    <a:pt x="24669" y="11980"/>
                    <a:pt x="25016" y="11980"/>
                  </a:cubicBezTo>
                  <a:cubicBezTo>
                    <a:pt x="25118" y="11980"/>
                    <a:pt x="25218" y="11955"/>
                    <a:pt x="25385" y="11948"/>
                  </a:cubicBezTo>
                  <a:cubicBezTo>
                    <a:pt x="26152" y="11881"/>
                    <a:pt x="34292" y="4976"/>
                    <a:pt x="34292" y="4976"/>
                  </a:cubicBezTo>
                  <a:lnTo>
                    <a:pt x="32524" y="3008"/>
                  </a:lnTo>
                  <a:cubicBezTo>
                    <a:pt x="32524" y="3008"/>
                    <a:pt x="26205" y="7682"/>
                    <a:pt x="25516" y="7682"/>
                  </a:cubicBezTo>
                  <a:cubicBezTo>
                    <a:pt x="25504" y="7682"/>
                    <a:pt x="25494" y="7681"/>
                    <a:pt x="25485" y="7678"/>
                  </a:cubicBezTo>
                  <a:cubicBezTo>
                    <a:pt x="25118" y="7545"/>
                    <a:pt x="22316" y="4609"/>
                    <a:pt x="20515" y="2808"/>
                  </a:cubicBezTo>
                  <a:cubicBezTo>
                    <a:pt x="20348" y="2441"/>
                    <a:pt x="20148" y="2041"/>
                    <a:pt x="19948" y="1840"/>
                  </a:cubicBezTo>
                  <a:cubicBezTo>
                    <a:pt x="18547" y="339"/>
                    <a:pt x="17680" y="6"/>
                    <a:pt x="16779" y="6"/>
                  </a:cubicBezTo>
                  <a:cubicBezTo>
                    <a:pt x="16512" y="6"/>
                    <a:pt x="16212" y="39"/>
                    <a:pt x="15812" y="139"/>
                  </a:cubicBezTo>
                  <a:cubicBezTo>
                    <a:pt x="15271" y="49"/>
                    <a:pt x="14681" y="1"/>
                    <a:pt x="14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1"/>
            <p:cNvSpPr/>
            <p:nvPr/>
          </p:nvSpPr>
          <p:spPr>
            <a:xfrm>
              <a:off x="3845950" y="3878713"/>
              <a:ext cx="546370" cy="1297046"/>
            </a:xfrm>
            <a:custGeom>
              <a:avLst/>
              <a:gdLst/>
              <a:ahLst/>
              <a:cxnLst/>
              <a:rect l="l" t="t" r="r" b="b"/>
              <a:pathLst>
                <a:path w="25386" h="47234" extrusionOk="0">
                  <a:moveTo>
                    <a:pt x="0" y="0"/>
                  </a:moveTo>
                  <a:lnTo>
                    <a:pt x="0" y="47234"/>
                  </a:lnTo>
                  <a:lnTo>
                    <a:pt x="25385" y="47234"/>
                  </a:lnTo>
                  <a:lnTo>
                    <a:pt x="253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1"/>
            <p:cNvSpPr/>
            <p:nvPr/>
          </p:nvSpPr>
          <p:spPr>
            <a:xfrm>
              <a:off x="4473413" y="3595658"/>
              <a:ext cx="546370" cy="1580103"/>
            </a:xfrm>
            <a:custGeom>
              <a:avLst/>
              <a:gdLst/>
              <a:ahLst/>
              <a:cxnLst/>
              <a:rect l="l" t="t" r="r" b="b"/>
              <a:pathLst>
                <a:path w="25386" h="57542" extrusionOk="0">
                  <a:moveTo>
                    <a:pt x="0" y="1"/>
                  </a:moveTo>
                  <a:lnTo>
                    <a:pt x="0" y="57542"/>
                  </a:lnTo>
                  <a:lnTo>
                    <a:pt x="25385" y="57542"/>
                  </a:lnTo>
                  <a:lnTo>
                    <a:pt x="253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1"/>
            <p:cNvSpPr/>
            <p:nvPr/>
          </p:nvSpPr>
          <p:spPr>
            <a:xfrm>
              <a:off x="5099434" y="3311724"/>
              <a:ext cx="547102" cy="1864040"/>
            </a:xfrm>
            <a:custGeom>
              <a:avLst/>
              <a:gdLst/>
              <a:ahLst/>
              <a:cxnLst/>
              <a:rect l="l" t="t" r="r" b="b"/>
              <a:pathLst>
                <a:path w="25420" h="67882" extrusionOk="0">
                  <a:moveTo>
                    <a:pt x="1" y="0"/>
                  </a:moveTo>
                  <a:lnTo>
                    <a:pt x="1" y="67882"/>
                  </a:lnTo>
                  <a:lnTo>
                    <a:pt x="25419" y="67882"/>
                  </a:lnTo>
                  <a:lnTo>
                    <a:pt x="254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1"/>
            <p:cNvSpPr/>
            <p:nvPr/>
          </p:nvSpPr>
          <p:spPr>
            <a:xfrm>
              <a:off x="3844061" y="1661167"/>
              <a:ext cx="418570" cy="415820"/>
            </a:xfrm>
            <a:custGeom>
              <a:avLst/>
              <a:gdLst/>
              <a:ahLst/>
              <a:cxnLst/>
              <a:rect l="l" t="t" r="r" b="b"/>
              <a:pathLst>
                <a:path w="19448" h="19318" extrusionOk="0">
                  <a:moveTo>
                    <a:pt x="18310" y="0"/>
                  </a:moveTo>
                  <a:cubicBezTo>
                    <a:pt x="16124" y="0"/>
                    <a:pt x="13961" y="409"/>
                    <a:pt x="11942" y="1205"/>
                  </a:cubicBezTo>
                  <a:cubicBezTo>
                    <a:pt x="9540" y="2105"/>
                    <a:pt x="7339" y="3540"/>
                    <a:pt x="5504" y="5374"/>
                  </a:cubicBezTo>
                  <a:cubicBezTo>
                    <a:pt x="3703" y="7209"/>
                    <a:pt x="2235" y="9411"/>
                    <a:pt x="1334" y="11812"/>
                  </a:cubicBezTo>
                  <a:cubicBezTo>
                    <a:pt x="400" y="14214"/>
                    <a:pt x="0" y="16816"/>
                    <a:pt x="167" y="19318"/>
                  </a:cubicBezTo>
                  <a:cubicBezTo>
                    <a:pt x="334" y="16749"/>
                    <a:pt x="934" y="14314"/>
                    <a:pt x="1935" y="12046"/>
                  </a:cubicBezTo>
                  <a:cubicBezTo>
                    <a:pt x="2936" y="9811"/>
                    <a:pt x="4337" y="7709"/>
                    <a:pt x="6104" y="5975"/>
                  </a:cubicBezTo>
                  <a:cubicBezTo>
                    <a:pt x="7839" y="4207"/>
                    <a:pt x="9941" y="2806"/>
                    <a:pt x="12175" y="1772"/>
                  </a:cubicBezTo>
                  <a:cubicBezTo>
                    <a:pt x="14477" y="771"/>
                    <a:pt x="16946" y="204"/>
                    <a:pt x="19447" y="37"/>
                  </a:cubicBezTo>
                  <a:cubicBezTo>
                    <a:pt x="19068" y="13"/>
                    <a:pt x="18689" y="0"/>
                    <a:pt x="18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51"/>
            <p:cNvSpPr/>
            <p:nvPr/>
          </p:nvSpPr>
          <p:spPr>
            <a:xfrm>
              <a:off x="3798821" y="1615684"/>
              <a:ext cx="339604" cy="336371"/>
            </a:xfrm>
            <a:custGeom>
              <a:avLst/>
              <a:gdLst/>
              <a:ahLst/>
              <a:cxnLst/>
              <a:rect l="l" t="t" r="r" b="b"/>
              <a:pathLst>
                <a:path w="15779" h="15627" extrusionOk="0">
                  <a:moveTo>
                    <a:pt x="15336" y="1"/>
                  </a:moveTo>
                  <a:cubicBezTo>
                    <a:pt x="14483" y="1"/>
                    <a:pt x="13634" y="160"/>
                    <a:pt x="12810" y="416"/>
                  </a:cubicBezTo>
                  <a:cubicBezTo>
                    <a:pt x="11876" y="683"/>
                    <a:pt x="10942" y="1116"/>
                    <a:pt x="10074" y="1583"/>
                  </a:cubicBezTo>
                  <a:cubicBezTo>
                    <a:pt x="8273" y="2517"/>
                    <a:pt x="6705" y="3785"/>
                    <a:pt x="5271" y="5152"/>
                  </a:cubicBezTo>
                  <a:cubicBezTo>
                    <a:pt x="3870" y="6587"/>
                    <a:pt x="2602" y="8155"/>
                    <a:pt x="1635" y="9923"/>
                  </a:cubicBezTo>
                  <a:cubicBezTo>
                    <a:pt x="668" y="11657"/>
                    <a:pt x="1" y="13625"/>
                    <a:pt x="167" y="15627"/>
                  </a:cubicBezTo>
                  <a:cubicBezTo>
                    <a:pt x="401" y="13659"/>
                    <a:pt x="1201" y="11857"/>
                    <a:pt x="2236" y="10156"/>
                  </a:cubicBezTo>
                  <a:cubicBezTo>
                    <a:pt x="3270" y="8522"/>
                    <a:pt x="4504" y="7020"/>
                    <a:pt x="5905" y="5686"/>
                  </a:cubicBezTo>
                  <a:cubicBezTo>
                    <a:pt x="7272" y="4352"/>
                    <a:pt x="8774" y="3151"/>
                    <a:pt x="10408" y="2117"/>
                  </a:cubicBezTo>
                  <a:cubicBezTo>
                    <a:pt x="12009" y="1116"/>
                    <a:pt x="13810" y="249"/>
                    <a:pt x="15779" y="15"/>
                  </a:cubicBezTo>
                  <a:cubicBezTo>
                    <a:pt x="15631" y="6"/>
                    <a:pt x="15483" y="1"/>
                    <a:pt x="153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8" name="Google Shape;1548;p51"/>
            <p:cNvGrpSpPr/>
            <p:nvPr/>
          </p:nvGrpSpPr>
          <p:grpSpPr>
            <a:xfrm>
              <a:off x="3542978" y="2174782"/>
              <a:ext cx="636835" cy="636384"/>
              <a:chOff x="3542978" y="2174782"/>
              <a:chExt cx="636835" cy="636384"/>
            </a:xfrm>
          </p:grpSpPr>
          <p:sp>
            <p:nvSpPr>
              <p:cNvPr id="1549" name="Google Shape;1549;p51"/>
              <p:cNvSpPr/>
              <p:nvPr/>
            </p:nvSpPr>
            <p:spPr>
              <a:xfrm>
                <a:off x="3542978" y="2174782"/>
                <a:ext cx="636835" cy="636384"/>
              </a:xfrm>
              <a:custGeom>
                <a:avLst/>
                <a:gdLst/>
                <a:ahLst/>
                <a:cxnLst/>
                <a:rect l="l" t="t" r="r" b="b"/>
                <a:pathLst>
                  <a:path w="38462" h="38429" extrusionOk="0">
                    <a:moveTo>
                      <a:pt x="23451" y="1"/>
                    </a:moveTo>
                    <a:lnTo>
                      <a:pt x="20349" y="5171"/>
                    </a:lnTo>
                    <a:lnTo>
                      <a:pt x="20515" y="5238"/>
                    </a:lnTo>
                    <a:cubicBezTo>
                      <a:pt x="20076" y="5212"/>
                      <a:pt x="19647" y="5196"/>
                      <a:pt x="19221" y="5196"/>
                    </a:cubicBezTo>
                    <a:cubicBezTo>
                      <a:pt x="18549" y="5196"/>
                      <a:pt x="17887" y="5236"/>
                      <a:pt x="17213" y="5338"/>
                    </a:cubicBezTo>
                    <a:lnTo>
                      <a:pt x="17380" y="5238"/>
                    </a:lnTo>
                    <a:lnTo>
                      <a:pt x="14044" y="201"/>
                    </a:lnTo>
                    <a:lnTo>
                      <a:pt x="8607" y="2636"/>
                    </a:lnTo>
                    <a:lnTo>
                      <a:pt x="10041" y="8507"/>
                    </a:lnTo>
                    <a:lnTo>
                      <a:pt x="10208" y="8407"/>
                    </a:lnTo>
                    <a:lnTo>
                      <a:pt x="10208" y="8407"/>
                    </a:lnTo>
                    <a:cubicBezTo>
                      <a:pt x="9374" y="9141"/>
                      <a:pt x="8640" y="9908"/>
                      <a:pt x="7973" y="10809"/>
                    </a:cubicBezTo>
                    <a:lnTo>
                      <a:pt x="8040" y="10642"/>
                    </a:lnTo>
                    <a:lnTo>
                      <a:pt x="2136" y="9474"/>
                    </a:lnTo>
                    <a:lnTo>
                      <a:pt x="1" y="15012"/>
                    </a:lnTo>
                    <a:lnTo>
                      <a:pt x="5171" y="18081"/>
                    </a:lnTo>
                    <a:lnTo>
                      <a:pt x="5271" y="17914"/>
                    </a:lnTo>
                    <a:lnTo>
                      <a:pt x="5271" y="17914"/>
                    </a:lnTo>
                    <a:cubicBezTo>
                      <a:pt x="5171" y="19048"/>
                      <a:pt x="5171" y="20149"/>
                      <a:pt x="5338" y="21216"/>
                    </a:cubicBezTo>
                    <a:lnTo>
                      <a:pt x="5271" y="21049"/>
                    </a:lnTo>
                    <a:lnTo>
                      <a:pt x="234" y="24385"/>
                    </a:lnTo>
                    <a:lnTo>
                      <a:pt x="2636" y="29856"/>
                    </a:lnTo>
                    <a:lnTo>
                      <a:pt x="8507" y="28388"/>
                    </a:lnTo>
                    <a:lnTo>
                      <a:pt x="8440" y="28221"/>
                    </a:lnTo>
                    <a:lnTo>
                      <a:pt x="8440" y="28221"/>
                    </a:lnTo>
                    <a:cubicBezTo>
                      <a:pt x="9141" y="29055"/>
                      <a:pt x="9941" y="29822"/>
                      <a:pt x="10808" y="30489"/>
                    </a:cubicBezTo>
                    <a:lnTo>
                      <a:pt x="10642" y="30389"/>
                    </a:lnTo>
                    <a:lnTo>
                      <a:pt x="9474" y="36327"/>
                    </a:lnTo>
                    <a:lnTo>
                      <a:pt x="15011" y="38428"/>
                    </a:lnTo>
                    <a:lnTo>
                      <a:pt x="18114" y="33258"/>
                    </a:lnTo>
                    <a:lnTo>
                      <a:pt x="17947" y="33191"/>
                    </a:lnTo>
                    <a:lnTo>
                      <a:pt x="17947" y="33191"/>
                    </a:lnTo>
                    <a:cubicBezTo>
                      <a:pt x="18386" y="33217"/>
                      <a:pt x="18816" y="33233"/>
                      <a:pt x="19241" y="33233"/>
                    </a:cubicBezTo>
                    <a:cubicBezTo>
                      <a:pt x="19913" y="33233"/>
                      <a:pt x="20575" y="33193"/>
                      <a:pt x="21249" y="33091"/>
                    </a:cubicBezTo>
                    <a:lnTo>
                      <a:pt x="21249" y="33091"/>
                    </a:lnTo>
                    <a:lnTo>
                      <a:pt x="21049" y="33191"/>
                    </a:lnTo>
                    <a:lnTo>
                      <a:pt x="24385" y="38228"/>
                    </a:lnTo>
                    <a:lnTo>
                      <a:pt x="29855" y="35827"/>
                    </a:lnTo>
                    <a:lnTo>
                      <a:pt x="28388" y="29922"/>
                    </a:lnTo>
                    <a:lnTo>
                      <a:pt x="28221" y="30022"/>
                    </a:lnTo>
                    <a:cubicBezTo>
                      <a:pt x="29055" y="29322"/>
                      <a:pt x="29822" y="28521"/>
                      <a:pt x="30489" y="27654"/>
                    </a:cubicBezTo>
                    <a:lnTo>
                      <a:pt x="30489" y="27654"/>
                    </a:lnTo>
                    <a:lnTo>
                      <a:pt x="30422" y="27821"/>
                    </a:lnTo>
                    <a:lnTo>
                      <a:pt x="36327" y="28988"/>
                    </a:lnTo>
                    <a:lnTo>
                      <a:pt x="38462" y="23418"/>
                    </a:lnTo>
                    <a:lnTo>
                      <a:pt x="33291" y="20349"/>
                    </a:lnTo>
                    <a:lnTo>
                      <a:pt x="33191" y="20516"/>
                    </a:lnTo>
                    <a:cubicBezTo>
                      <a:pt x="33291" y="19381"/>
                      <a:pt x="33291" y="18314"/>
                      <a:pt x="33124" y="17213"/>
                    </a:cubicBezTo>
                    <a:lnTo>
                      <a:pt x="33124" y="17213"/>
                    </a:lnTo>
                    <a:lnTo>
                      <a:pt x="33191" y="17380"/>
                    </a:lnTo>
                    <a:lnTo>
                      <a:pt x="38228" y="14044"/>
                    </a:lnTo>
                    <a:lnTo>
                      <a:pt x="35826" y="8574"/>
                    </a:lnTo>
                    <a:lnTo>
                      <a:pt x="29955" y="10041"/>
                    </a:lnTo>
                    <a:lnTo>
                      <a:pt x="30022" y="10208"/>
                    </a:lnTo>
                    <a:cubicBezTo>
                      <a:pt x="29322" y="9374"/>
                      <a:pt x="28521" y="8640"/>
                      <a:pt x="27654" y="7973"/>
                    </a:cubicBezTo>
                    <a:lnTo>
                      <a:pt x="27654" y="7973"/>
                    </a:lnTo>
                    <a:lnTo>
                      <a:pt x="27821" y="8040"/>
                    </a:lnTo>
                    <a:lnTo>
                      <a:pt x="28988" y="2136"/>
                    </a:lnTo>
                    <a:lnTo>
                      <a:pt x="2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51"/>
              <p:cNvSpPr/>
              <p:nvPr/>
            </p:nvSpPr>
            <p:spPr>
              <a:xfrm>
                <a:off x="3706464" y="2356186"/>
                <a:ext cx="309311" cy="273505"/>
              </a:xfrm>
              <a:custGeom>
                <a:avLst/>
                <a:gdLst/>
                <a:ahLst/>
                <a:cxnLst/>
                <a:rect l="l" t="t" r="r" b="b"/>
                <a:pathLst>
                  <a:path w="18681" h="16516" extrusionOk="0">
                    <a:moveTo>
                      <a:pt x="9348" y="0"/>
                    </a:moveTo>
                    <a:cubicBezTo>
                      <a:pt x="6044" y="0"/>
                      <a:pt x="2919" y="2002"/>
                      <a:pt x="1635" y="5291"/>
                    </a:cubicBezTo>
                    <a:cubicBezTo>
                      <a:pt x="0" y="9527"/>
                      <a:pt x="2135" y="14297"/>
                      <a:pt x="6372" y="15965"/>
                    </a:cubicBezTo>
                    <a:cubicBezTo>
                      <a:pt x="7347" y="16338"/>
                      <a:pt x="8348" y="16515"/>
                      <a:pt x="9332" y="16515"/>
                    </a:cubicBezTo>
                    <a:cubicBezTo>
                      <a:pt x="12656" y="16515"/>
                      <a:pt x="15785" y="14497"/>
                      <a:pt x="17046" y="11228"/>
                    </a:cubicBezTo>
                    <a:cubicBezTo>
                      <a:pt x="18680" y="6959"/>
                      <a:pt x="16579" y="2189"/>
                      <a:pt x="12309" y="554"/>
                    </a:cubicBezTo>
                    <a:cubicBezTo>
                      <a:pt x="11336" y="178"/>
                      <a:pt x="10334" y="0"/>
                      <a:pt x="93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51" name="Google Shape;1551;p51"/>
            <p:cNvSpPr/>
            <p:nvPr/>
          </p:nvSpPr>
          <p:spPr>
            <a:xfrm>
              <a:off x="5468209" y="1827407"/>
              <a:ext cx="417859" cy="415110"/>
            </a:xfrm>
            <a:custGeom>
              <a:avLst/>
              <a:gdLst/>
              <a:ahLst/>
              <a:cxnLst/>
              <a:rect l="l" t="t" r="r" b="b"/>
              <a:pathLst>
                <a:path w="19415" h="19285" extrusionOk="0">
                  <a:moveTo>
                    <a:pt x="1112" y="0"/>
                  </a:moveTo>
                  <a:cubicBezTo>
                    <a:pt x="741" y="0"/>
                    <a:pt x="370" y="13"/>
                    <a:pt x="0" y="37"/>
                  </a:cubicBezTo>
                  <a:cubicBezTo>
                    <a:pt x="2502" y="204"/>
                    <a:pt x="4970" y="804"/>
                    <a:pt x="7239" y="1772"/>
                  </a:cubicBezTo>
                  <a:cubicBezTo>
                    <a:pt x="9507" y="2773"/>
                    <a:pt x="11575" y="4207"/>
                    <a:pt x="13343" y="5941"/>
                  </a:cubicBezTo>
                  <a:cubicBezTo>
                    <a:pt x="15078" y="7709"/>
                    <a:pt x="16512" y="9778"/>
                    <a:pt x="17513" y="12046"/>
                  </a:cubicBezTo>
                  <a:cubicBezTo>
                    <a:pt x="18513" y="14347"/>
                    <a:pt x="19080" y="16783"/>
                    <a:pt x="19247" y="19284"/>
                  </a:cubicBezTo>
                  <a:cubicBezTo>
                    <a:pt x="19414" y="16749"/>
                    <a:pt x="19014" y="14181"/>
                    <a:pt x="18080" y="11779"/>
                  </a:cubicBezTo>
                  <a:cubicBezTo>
                    <a:pt x="17179" y="9411"/>
                    <a:pt x="15745" y="7209"/>
                    <a:pt x="13910" y="5374"/>
                  </a:cubicBezTo>
                  <a:cubicBezTo>
                    <a:pt x="12075" y="3573"/>
                    <a:pt x="9874" y="2139"/>
                    <a:pt x="7506" y="1205"/>
                  </a:cubicBezTo>
                  <a:cubicBezTo>
                    <a:pt x="5430" y="409"/>
                    <a:pt x="3258" y="0"/>
                    <a:pt x="1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51"/>
            <p:cNvSpPr/>
            <p:nvPr/>
          </p:nvSpPr>
          <p:spPr>
            <a:xfrm>
              <a:off x="5591684" y="1782936"/>
              <a:ext cx="337451" cy="336070"/>
            </a:xfrm>
            <a:custGeom>
              <a:avLst/>
              <a:gdLst/>
              <a:ahLst/>
              <a:cxnLst/>
              <a:rect l="l" t="t" r="r" b="b"/>
              <a:pathLst>
                <a:path w="15679" h="15613" extrusionOk="0">
                  <a:moveTo>
                    <a:pt x="696" y="1"/>
                  </a:moveTo>
                  <a:cubicBezTo>
                    <a:pt x="465" y="1"/>
                    <a:pt x="233" y="12"/>
                    <a:pt x="1" y="35"/>
                  </a:cubicBezTo>
                  <a:cubicBezTo>
                    <a:pt x="2002" y="202"/>
                    <a:pt x="3803" y="1036"/>
                    <a:pt x="5471" y="2070"/>
                  </a:cubicBezTo>
                  <a:cubicBezTo>
                    <a:pt x="7106" y="3104"/>
                    <a:pt x="8607" y="4372"/>
                    <a:pt x="9941" y="5739"/>
                  </a:cubicBezTo>
                  <a:cubicBezTo>
                    <a:pt x="11275" y="7107"/>
                    <a:pt x="12476" y="8608"/>
                    <a:pt x="13510" y="10242"/>
                  </a:cubicBezTo>
                  <a:cubicBezTo>
                    <a:pt x="14511" y="11877"/>
                    <a:pt x="15412" y="13645"/>
                    <a:pt x="15612" y="15613"/>
                  </a:cubicBezTo>
                  <a:cubicBezTo>
                    <a:pt x="15678" y="14612"/>
                    <a:pt x="15512" y="13611"/>
                    <a:pt x="15245" y="12644"/>
                  </a:cubicBezTo>
                  <a:cubicBezTo>
                    <a:pt x="14945" y="11710"/>
                    <a:pt x="14511" y="10776"/>
                    <a:pt x="14077" y="9909"/>
                  </a:cubicBezTo>
                  <a:cubicBezTo>
                    <a:pt x="13110" y="8108"/>
                    <a:pt x="11842" y="6540"/>
                    <a:pt x="10475" y="5105"/>
                  </a:cubicBezTo>
                  <a:cubicBezTo>
                    <a:pt x="9074" y="3704"/>
                    <a:pt x="7473" y="2437"/>
                    <a:pt x="5738" y="1469"/>
                  </a:cubicBezTo>
                  <a:cubicBezTo>
                    <a:pt x="4175" y="644"/>
                    <a:pt x="2456" y="1"/>
                    <a:pt x="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3" name="Google Shape;1553;p51"/>
            <p:cNvGrpSpPr/>
            <p:nvPr/>
          </p:nvGrpSpPr>
          <p:grpSpPr>
            <a:xfrm>
              <a:off x="4053883" y="1747665"/>
              <a:ext cx="457502" cy="457178"/>
              <a:chOff x="3542978" y="2293007"/>
              <a:chExt cx="636835" cy="636384"/>
            </a:xfrm>
          </p:grpSpPr>
          <p:sp>
            <p:nvSpPr>
              <p:cNvPr id="1554" name="Google Shape;1554;p51"/>
              <p:cNvSpPr/>
              <p:nvPr/>
            </p:nvSpPr>
            <p:spPr>
              <a:xfrm>
                <a:off x="3542978" y="2293007"/>
                <a:ext cx="636835" cy="636384"/>
              </a:xfrm>
              <a:custGeom>
                <a:avLst/>
                <a:gdLst/>
                <a:ahLst/>
                <a:cxnLst/>
                <a:rect l="l" t="t" r="r" b="b"/>
                <a:pathLst>
                  <a:path w="38462" h="38429" extrusionOk="0">
                    <a:moveTo>
                      <a:pt x="23451" y="1"/>
                    </a:moveTo>
                    <a:lnTo>
                      <a:pt x="20349" y="5171"/>
                    </a:lnTo>
                    <a:lnTo>
                      <a:pt x="20515" y="5238"/>
                    </a:lnTo>
                    <a:cubicBezTo>
                      <a:pt x="20076" y="5212"/>
                      <a:pt x="19647" y="5196"/>
                      <a:pt x="19221" y="5196"/>
                    </a:cubicBezTo>
                    <a:cubicBezTo>
                      <a:pt x="18549" y="5196"/>
                      <a:pt x="17887" y="5236"/>
                      <a:pt x="17213" y="5338"/>
                    </a:cubicBezTo>
                    <a:lnTo>
                      <a:pt x="17380" y="5238"/>
                    </a:lnTo>
                    <a:lnTo>
                      <a:pt x="14044" y="201"/>
                    </a:lnTo>
                    <a:lnTo>
                      <a:pt x="8607" y="2636"/>
                    </a:lnTo>
                    <a:lnTo>
                      <a:pt x="10041" y="8507"/>
                    </a:lnTo>
                    <a:lnTo>
                      <a:pt x="10208" y="8407"/>
                    </a:lnTo>
                    <a:lnTo>
                      <a:pt x="10208" y="8407"/>
                    </a:lnTo>
                    <a:cubicBezTo>
                      <a:pt x="9374" y="9141"/>
                      <a:pt x="8640" y="9908"/>
                      <a:pt x="7973" y="10809"/>
                    </a:cubicBezTo>
                    <a:lnTo>
                      <a:pt x="8040" y="10642"/>
                    </a:lnTo>
                    <a:lnTo>
                      <a:pt x="2136" y="9474"/>
                    </a:lnTo>
                    <a:lnTo>
                      <a:pt x="1" y="15012"/>
                    </a:lnTo>
                    <a:lnTo>
                      <a:pt x="5171" y="18081"/>
                    </a:lnTo>
                    <a:lnTo>
                      <a:pt x="5271" y="17914"/>
                    </a:lnTo>
                    <a:lnTo>
                      <a:pt x="5271" y="17914"/>
                    </a:lnTo>
                    <a:cubicBezTo>
                      <a:pt x="5171" y="19048"/>
                      <a:pt x="5171" y="20149"/>
                      <a:pt x="5338" y="21216"/>
                    </a:cubicBezTo>
                    <a:lnTo>
                      <a:pt x="5271" y="21049"/>
                    </a:lnTo>
                    <a:lnTo>
                      <a:pt x="234" y="24385"/>
                    </a:lnTo>
                    <a:lnTo>
                      <a:pt x="2636" y="29856"/>
                    </a:lnTo>
                    <a:lnTo>
                      <a:pt x="8507" y="28388"/>
                    </a:lnTo>
                    <a:lnTo>
                      <a:pt x="8440" y="28221"/>
                    </a:lnTo>
                    <a:lnTo>
                      <a:pt x="8440" y="28221"/>
                    </a:lnTo>
                    <a:cubicBezTo>
                      <a:pt x="9141" y="29055"/>
                      <a:pt x="9941" y="29822"/>
                      <a:pt x="10808" y="30489"/>
                    </a:cubicBezTo>
                    <a:lnTo>
                      <a:pt x="10642" y="30389"/>
                    </a:lnTo>
                    <a:lnTo>
                      <a:pt x="9474" y="36327"/>
                    </a:lnTo>
                    <a:lnTo>
                      <a:pt x="15011" y="38428"/>
                    </a:lnTo>
                    <a:lnTo>
                      <a:pt x="18114" y="33258"/>
                    </a:lnTo>
                    <a:lnTo>
                      <a:pt x="17947" y="33191"/>
                    </a:lnTo>
                    <a:lnTo>
                      <a:pt x="17947" y="33191"/>
                    </a:lnTo>
                    <a:cubicBezTo>
                      <a:pt x="18386" y="33217"/>
                      <a:pt x="18816" y="33233"/>
                      <a:pt x="19241" y="33233"/>
                    </a:cubicBezTo>
                    <a:cubicBezTo>
                      <a:pt x="19913" y="33233"/>
                      <a:pt x="20575" y="33193"/>
                      <a:pt x="21249" y="33091"/>
                    </a:cubicBezTo>
                    <a:lnTo>
                      <a:pt x="21249" y="33091"/>
                    </a:lnTo>
                    <a:lnTo>
                      <a:pt x="21049" y="33191"/>
                    </a:lnTo>
                    <a:lnTo>
                      <a:pt x="24385" y="38228"/>
                    </a:lnTo>
                    <a:lnTo>
                      <a:pt x="29855" y="35827"/>
                    </a:lnTo>
                    <a:lnTo>
                      <a:pt x="28388" y="29922"/>
                    </a:lnTo>
                    <a:lnTo>
                      <a:pt x="28221" y="30022"/>
                    </a:lnTo>
                    <a:cubicBezTo>
                      <a:pt x="29055" y="29322"/>
                      <a:pt x="29822" y="28521"/>
                      <a:pt x="30489" y="27654"/>
                    </a:cubicBezTo>
                    <a:lnTo>
                      <a:pt x="30489" y="27654"/>
                    </a:lnTo>
                    <a:lnTo>
                      <a:pt x="30422" y="27821"/>
                    </a:lnTo>
                    <a:lnTo>
                      <a:pt x="36327" y="28988"/>
                    </a:lnTo>
                    <a:lnTo>
                      <a:pt x="38462" y="23418"/>
                    </a:lnTo>
                    <a:lnTo>
                      <a:pt x="33291" y="20349"/>
                    </a:lnTo>
                    <a:lnTo>
                      <a:pt x="33191" y="20516"/>
                    </a:lnTo>
                    <a:cubicBezTo>
                      <a:pt x="33291" y="19381"/>
                      <a:pt x="33291" y="18314"/>
                      <a:pt x="33124" y="17213"/>
                    </a:cubicBezTo>
                    <a:lnTo>
                      <a:pt x="33124" y="17213"/>
                    </a:lnTo>
                    <a:lnTo>
                      <a:pt x="33191" y="17380"/>
                    </a:lnTo>
                    <a:lnTo>
                      <a:pt x="38228" y="14044"/>
                    </a:lnTo>
                    <a:lnTo>
                      <a:pt x="35826" y="8574"/>
                    </a:lnTo>
                    <a:lnTo>
                      <a:pt x="29955" y="10041"/>
                    </a:lnTo>
                    <a:lnTo>
                      <a:pt x="30022" y="10208"/>
                    </a:lnTo>
                    <a:cubicBezTo>
                      <a:pt x="29322" y="9374"/>
                      <a:pt x="28521" y="8640"/>
                      <a:pt x="27654" y="7973"/>
                    </a:cubicBezTo>
                    <a:lnTo>
                      <a:pt x="27654" y="7973"/>
                    </a:lnTo>
                    <a:lnTo>
                      <a:pt x="27821" y="8040"/>
                    </a:lnTo>
                    <a:lnTo>
                      <a:pt x="28988" y="2136"/>
                    </a:lnTo>
                    <a:lnTo>
                      <a:pt x="23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51"/>
              <p:cNvSpPr/>
              <p:nvPr/>
            </p:nvSpPr>
            <p:spPr>
              <a:xfrm>
                <a:off x="3706464" y="2474411"/>
                <a:ext cx="309311" cy="273505"/>
              </a:xfrm>
              <a:custGeom>
                <a:avLst/>
                <a:gdLst/>
                <a:ahLst/>
                <a:cxnLst/>
                <a:rect l="l" t="t" r="r" b="b"/>
                <a:pathLst>
                  <a:path w="18681" h="16516" extrusionOk="0">
                    <a:moveTo>
                      <a:pt x="9348" y="0"/>
                    </a:moveTo>
                    <a:cubicBezTo>
                      <a:pt x="6044" y="0"/>
                      <a:pt x="2919" y="2002"/>
                      <a:pt x="1635" y="5291"/>
                    </a:cubicBezTo>
                    <a:cubicBezTo>
                      <a:pt x="0" y="9527"/>
                      <a:pt x="2135" y="14297"/>
                      <a:pt x="6372" y="15965"/>
                    </a:cubicBezTo>
                    <a:cubicBezTo>
                      <a:pt x="7347" y="16338"/>
                      <a:pt x="8348" y="16515"/>
                      <a:pt x="9332" y="16515"/>
                    </a:cubicBezTo>
                    <a:cubicBezTo>
                      <a:pt x="12656" y="16515"/>
                      <a:pt x="15785" y="14497"/>
                      <a:pt x="17046" y="11228"/>
                    </a:cubicBezTo>
                    <a:cubicBezTo>
                      <a:pt x="18680" y="6959"/>
                      <a:pt x="16579" y="2189"/>
                      <a:pt x="12309" y="554"/>
                    </a:cubicBezTo>
                    <a:cubicBezTo>
                      <a:pt x="11336" y="178"/>
                      <a:pt x="10334" y="0"/>
                      <a:pt x="93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6" name="Google Shape;1556;p51"/>
            <p:cNvGrpSpPr/>
            <p:nvPr/>
          </p:nvGrpSpPr>
          <p:grpSpPr>
            <a:xfrm>
              <a:off x="4605016" y="1517900"/>
              <a:ext cx="657341" cy="656876"/>
              <a:chOff x="4605016" y="1517900"/>
              <a:chExt cx="657341" cy="656876"/>
            </a:xfrm>
          </p:grpSpPr>
          <p:sp>
            <p:nvSpPr>
              <p:cNvPr id="1557" name="Google Shape;1557;p51"/>
              <p:cNvSpPr/>
              <p:nvPr/>
            </p:nvSpPr>
            <p:spPr>
              <a:xfrm>
                <a:off x="4605016" y="1517900"/>
                <a:ext cx="657341" cy="656876"/>
              </a:xfrm>
              <a:custGeom>
                <a:avLst/>
                <a:gdLst/>
                <a:ahLst/>
                <a:cxnLst/>
                <a:rect l="l" t="t" r="r" b="b"/>
                <a:pathLst>
                  <a:path w="38462" h="38429" extrusionOk="0">
                    <a:moveTo>
                      <a:pt x="23451" y="1"/>
                    </a:moveTo>
                    <a:lnTo>
                      <a:pt x="20349" y="5171"/>
                    </a:lnTo>
                    <a:lnTo>
                      <a:pt x="20515" y="5238"/>
                    </a:lnTo>
                    <a:cubicBezTo>
                      <a:pt x="20076" y="5212"/>
                      <a:pt x="19647" y="5196"/>
                      <a:pt x="19221" y="5196"/>
                    </a:cubicBezTo>
                    <a:cubicBezTo>
                      <a:pt x="18549" y="5196"/>
                      <a:pt x="17887" y="5236"/>
                      <a:pt x="17213" y="5338"/>
                    </a:cubicBezTo>
                    <a:lnTo>
                      <a:pt x="17380" y="5238"/>
                    </a:lnTo>
                    <a:lnTo>
                      <a:pt x="14044" y="201"/>
                    </a:lnTo>
                    <a:lnTo>
                      <a:pt x="8607" y="2636"/>
                    </a:lnTo>
                    <a:lnTo>
                      <a:pt x="10041" y="8507"/>
                    </a:lnTo>
                    <a:lnTo>
                      <a:pt x="10208" y="8407"/>
                    </a:lnTo>
                    <a:lnTo>
                      <a:pt x="10208" y="8407"/>
                    </a:lnTo>
                    <a:cubicBezTo>
                      <a:pt x="9374" y="9141"/>
                      <a:pt x="8640" y="9908"/>
                      <a:pt x="7973" y="10809"/>
                    </a:cubicBezTo>
                    <a:lnTo>
                      <a:pt x="8040" y="10642"/>
                    </a:lnTo>
                    <a:lnTo>
                      <a:pt x="2136" y="9474"/>
                    </a:lnTo>
                    <a:lnTo>
                      <a:pt x="1" y="15012"/>
                    </a:lnTo>
                    <a:lnTo>
                      <a:pt x="5171" y="18081"/>
                    </a:lnTo>
                    <a:lnTo>
                      <a:pt x="5271" y="17914"/>
                    </a:lnTo>
                    <a:lnTo>
                      <a:pt x="5271" y="17914"/>
                    </a:lnTo>
                    <a:cubicBezTo>
                      <a:pt x="5171" y="19048"/>
                      <a:pt x="5171" y="20149"/>
                      <a:pt x="5338" y="21216"/>
                    </a:cubicBezTo>
                    <a:lnTo>
                      <a:pt x="5271" y="21049"/>
                    </a:lnTo>
                    <a:lnTo>
                      <a:pt x="234" y="24385"/>
                    </a:lnTo>
                    <a:lnTo>
                      <a:pt x="2636" y="29856"/>
                    </a:lnTo>
                    <a:lnTo>
                      <a:pt x="8507" y="28388"/>
                    </a:lnTo>
                    <a:lnTo>
                      <a:pt x="8440" y="28221"/>
                    </a:lnTo>
                    <a:lnTo>
                      <a:pt x="8440" y="28221"/>
                    </a:lnTo>
                    <a:cubicBezTo>
                      <a:pt x="9141" y="29055"/>
                      <a:pt x="9941" y="29822"/>
                      <a:pt x="10808" y="30489"/>
                    </a:cubicBezTo>
                    <a:lnTo>
                      <a:pt x="10642" y="30389"/>
                    </a:lnTo>
                    <a:lnTo>
                      <a:pt x="9474" y="36327"/>
                    </a:lnTo>
                    <a:lnTo>
                      <a:pt x="15011" y="38428"/>
                    </a:lnTo>
                    <a:lnTo>
                      <a:pt x="18114" y="33258"/>
                    </a:lnTo>
                    <a:lnTo>
                      <a:pt x="17947" y="33191"/>
                    </a:lnTo>
                    <a:lnTo>
                      <a:pt x="17947" y="33191"/>
                    </a:lnTo>
                    <a:cubicBezTo>
                      <a:pt x="18386" y="33217"/>
                      <a:pt x="18816" y="33233"/>
                      <a:pt x="19241" y="33233"/>
                    </a:cubicBezTo>
                    <a:cubicBezTo>
                      <a:pt x="19913" y="33233"/>
                      <a:pt x="20575" y="33193"/>
                      <a:pt x="21249" y="33091"/>
                    </a:cubicBezTo>
                    <a:lnTo>
                      <a:pt x="21249" y="33091"/>
                    </a:lnTo>
                    <a:lnTo>
                      <a:pt x="21049" y="33191"/>
                    </a:lnTo>
                    <a:lnTo>
                      <a:pt x="24385" y="38228"/>
                    </a:lnTo>
                    <a:lnTo>
                      <a:pt x="29855" y="35827"/>
                    </a:lnTo>
                    <a:lnTo>
                      <a:pt x="28388" y="29922"/>
                    </a:lnTo>
                    <a:lnTo>
                      <a:pt x="28221" y="30022"/>
                    </a:lnTo>
                    <a:cubicBezTo>
                      <a:pt x="29055" y="29322"/>
                      <a:pt x="29822" y="28521"/>
                      <a:pt x="30489" y="27654"/>
                    </a:cubicBezTo>
                    <a:lnTo>
                      <a:pt x="30489" y="27654"/>
                    </a:lnTo>
                    <a:lnTo>
                      <a:pt x="30422" y="27821"/>
                    </a:lnTo>
                    <a:lnTo>
                      <a:pt x="36327" y="28988"/>
                    </a:lnTo>
                    <a:lnTo>
                      <a:pt x="38462" y="23418"/>
                    </a:lnTo>
                    <a:lnTo>
                      <a:pt x="33291" y="20349"/>
                    </a:lnTo>
                    <a:lnTo>
                      <a:pt x="33191" y="20516"/>
                    </a:lnTo>
                    <a:cubicBezTo>
                      <a:pt x="33291" y="19381"/>
                      <a:pt x="33291" y="18314"/>
                      <a:pt x="33124" y="17213"/>
                    </a:cubicBezTo>
                    <a:lnTo>
                      <a:pt x="33124" y="17213"/>
                    </a:lnTo>
                    <a:lnTo>
                      <a:pt x="33191" y="17380"/>
                    </a:lnTo>
                    <a:lnTo>
                      <a:pt x="38228" y="14044"/>
                    </a:lnTo>
                    <a:lnTo>
                      <a:pt x="35826" y="8574"/>
                    </a:lnTo>
                    <a:lnTo>
                      <a:pt x="29955" y="10041"/>
                    </a:lnTo>
                    <a:lnTo>
                      <a:pt x="30022" y="10208"/>
                    </a:lnTo>
                    <a:cubicBezTo>
                      <a:pt x="29322" y="9374"/>
                      <a:pt x="28521" y="8640"/>
                      <a:pt x="27654" y="7973"/>
                    </a:cubicBezTo>
                    <a:lnTo>
                      <a:pt x="27654" y="7973"/>
                    </a:lnTo>
                    <a:lnTo>
                      <a:pt x="27821" y="8040"/>
                    </a:lnTo>
                    <a:lnTo>
                      <a:pt x="28988" y="2136"/>
                    </a:lnTo>
                    <a:lnTo>
                      <a:pt x="2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51"/>
              <p:cNvSpPr/>
              <p:nvPr/>
            </p:nvSpPr>
            <p:spPr>
              <a:xfrm>
                <a:off x="4773767" y="1705144"/>
                <a:ext cx="319270" cy="282312"/>
              </a:xfrm>
              <a:custGeom>
                <a:avLst/>
                <a:gdLst/>
                <a:ahLst/>
                <a:cxnLst/>
                <a:rect l="l" t="t" r="r" b="b"/>
                <a:pathLst>
                  <a:path w="18681" h="16516" extrusionOk="0">
                    <a:moveTo>
                      <a:pt x="9348" y="0"/>
                    </a:moveTo>
                    <a:cubicBezTo>
                      <a:pt x="6044" y="0"/>
                      <a:pt x="2919" y="2002"/>
                      <a:pt x="1635" y="5291"/>
                    </a:cubicBezTo>
                    <a:cubicBezTo>
                      <a:pt x="0" y="9527"/>
                      <a:pt x="2135" y="14297"/>
                      <a:pt x="6372" y="15965"/>
                    </a:cubicBezTo>
                    <a:cubicBezTo>
                      <a:pt x="7347" y="16338"/>
                      <a:pt x="8348" y="16515"/>
                      <a:pt x="9332" y="16515"/>
                    </a:cubicBezTo>
                    <a:cubicBezTo>
                      <a:pt x="12656" y="16515"/>
                      <a:pt x="15785" y="14497"/>
                      <a:pt x="17046" y="11228"/>
                    </a:cubicBezTo>
                    <a:cubicBezTo>
                      <a:pt x="18680" y="6959"/>
                      <a:pt x="16579" y="2189"/>
                      <a:pt x="12309" y="554"/>
                    </a:cubicBezTo>
                    <a:cubicBezTo>
                      <a:pt x="11336" y="178"/>
                      <a:pt x="10334" y="0"/>
                      <a:pt x="93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9" name="Google Shape;1559;p51"/>
            <p:cNvGrpSpPr/>
            <p:nvPr/>
          </p:nvGrpSpPr>
          <p:grpSpPr>
            <a:xfrm>
              <a:off x="5191510" y="2018418"/>
              <a:ext cx="563917" cy="563582"/>
              <a:chOff x="3542978" y="2293007"/>
              <a:chExt cx="636835" cy="636384"/>
            </a:xfrm>
          </p:grpSpPr>
          <p:sp>
            <p:nvSpPr>
              <p:cNvPr id="1560" name="Google Shape;1560;p51"/>
              <p:cNvSpPr/>
              <p:nvPr/>
            </p:nvSpPr>
            <p:spPr>
              <a:xfrm>
                <a:off x="3542978" y="2293007"/>
                <a:ext cx="636835" cy="636384"/>
              </a:xfrm>
              <a:custGeom>
                <a:avLst/>
                <a:gdLst/>
                <a:ahLst/>
                <a:cxnLst/>
                <a:rect l="l" t="t" r="r" b="b"/>
                <a:pathLst>
                  <a:path w="38462" h="38429" extrusionOk="0">
                    <a:moveTo>
                      <a:pt x="23451" y="1"/>
                    </a:moveTo>
                    <a:lnTo>
                      <a:pt x="20349" y="5171"/>
                    </a:lnTo>
                    <a:lnTo>
                      <a:pt x="20515" y="5238"/>
                    </a:lnTo>
                    <a:cubicBezTo>
                      <a:pt x="20076" y="5212"/>
                      <a:pt x="19647" y="5196"/>
                      <a:pt x="19221" y="5196"/>
                    </a:cubicBezTo>
                    <a:cubicBezTo>
                      <a:pt x="18549" y="5196"/>
                      <a:pt x="17887" y="5236"/>
                      <a:pt x="17213" y="5338"/>
                    </a:cubicBezTo>
                    <a:lnTo>
                      <a:pt x="17380" y="5238"/>
                    </a:lnTo>
                    <a:lnTo>
                      <a:pt x="14044" y="201"/>
                    </a:lnTo>
                    <a:lnTo>
                      <a:pt x="8607" y="2636"/>
                    </a:lnTo>
                    <a:lnTo>
                      <a:pt x="10041" y="8507"/>
                    </a:lnTo>
                    <a:lnTo>
                      <a:pt x="10208" y="8407"/>
                    </a:lnTo>
                    <a:lnTo>
                      <a:pt x="10208" y="8407"/>
                    </a:lnTo>
                    <a:cubicBezTo>
                      <a:pt x="9374" y="9141"/>
                      <a:pt x="8640" y="9908"/>
                      <a:pt x="7973" y="10809"/>
                    </a:cubicBezTo>
                    <a:lnTo>
                      <a:pt x="8040" y="10642"/>
                    </a:lnTo>
                    <a:lnTo>
                      <a:pt x="2136" y="9474"/>
                    </a:lnTo>
                    <a:lnTo>
                      <a:pt x="1" y="15012"/>
                    </a:lnTo>
                    <a:lnTo>
                      <a:pt x="5171" y="18081"/>
                    </a:lnTo>
                    <a:lnTo>
                      <a:pt x="5271" y="17914"/>
                    </a:lnTo>
                    <a:lnTo>
                      <a:pt x="5271" y="17914"/>
                    </a:lnTo>
                    <a:cubicBezTo>
                      <a:pt x="5171" y="19048"/>
                      <a:pt x="5171" y="20149"/>
                      <a:pt x="5338" y="21216"/>
                    </a:cubicBezTo>
                    <a:lnTo>
                      <a:pt x="5271" y="21049"/>
                    </a:lnTo>
                    <a:lnTo>
                      <a:pt x="234" y="24385"/>
                    </a:lnTo>
                    <a:lnTo>
                      <a:pt x="2636" y="29856"/>
                    </a:lnTo>
                    <a:lnTo>
                      <a:pt x="8507" y="28388"/>
                    </a:lnTo>
                    <a:lnTo>
                      <a:pt x="8440" y="28221"/>
                    </a:lnTo>
                    <a:lnTo>
                      <a:pt x="8440" y="28221"/>
                    </a:lnTo>
                    <a:cubicBezTo>
                      <a:pt x="9141" y="29055"/>
                      <a:pt x="9941" y="29822"/>
                      <a:pt x="10808" y="30489"/>
                    </a:cubicBezTo>
                    <a:lnTo>
                      <a:pt x="10642" y="30389"/>
                    </a:lnTo>
                    <a:lnTo>
                      <a:pt x="9474" y="36327"/>
                    </a:lnTo>
                    <a:lnTo>
                      <a:pt x="15011" y="38428"/>
                    </a:lnTo>
                    <a:lnTo>
                      <a:pt x="18114" y="33258"/>
                    </a:lnTo>
                    <a:lnTo>
                      <a:pt x="17947" y="33191"/>
                    </a:lnTo>
                    <a:lnTo>
                      <a:pt x="17947" y="33191"/>
                    </a:lnTo>
                    <a:cubicBezTo>
                      <a:pt x="18386" y="33217"/>
                      <a:pt x="18816" y="33233"/>
                      <a:pt x="19241" y="33233"/>
                    </a:cubicBezTo>
                    <a:cubicBezTo>
                      <a:pt x="19913" y="33233"/>
                      <a:pt x="20575" y="33193"/>
                      <a:pt x="21249" y="33091"/>
                    </a:cubicBezTo>
                    <a:lnTo>
                      <a:pt x="21249" y="33091"/>
                    </a:lnTo>
                    <a:lnTo>
                      <a:pt x="21049" y="33191"/>
                    </a:lnTo>
                    <a:lnTo>
                      <a:pt x="24385" y="38228"/>
                    </a:lnTo>
                    <a:lnTo>
                      <a:pt x="29855" y="35827"/>
                    </a:lnTo>
                    <a:lnTo>
                      <a:pt x="28388" y="29922"/>
                    </a:lnTo>
                    <a:lnTo>
                      <a:pt x="28221" y="30022"/>
                    </a:lnTo>
                    <a:cubicBezTo>
                      <a:pt x="29055" y="29322"/>
                      <a:pt x="29822" y="28521"/>
                      <a:pt x="30489" y="27654"/>
                    </a:cubicBezTo>
                    <a:lnTo>
                      <a:pt x="30489" y="27654"/>
                    </a:lnTo>
                    <a:lnTo>
                      <a:pt x="30422" y="27821"/>
                    </a:lnTo>
                    <a:lnTo>
                      <a:pt x="36327" y="28988"/>
                    </a:lnTo>
                    <a:lnTo>
                      <a:pt x="38462" y="23418"/>
                    </a:lnTo>
                    <a:lnTo>
                      <a:pt x="33291" y="20349"/>
                    </a:lnTo>
                    <a:lnTo>
                      <a:pt x="33191" y="20516"/>
                    </a:lnTo>
                    <a:cubicBezTo>
                      <a:pt x="33291" y="19381"/>
                      <a:pt x="33291" y="18314"/>
                      <a:pt x="33124" y="17213"/>
                    </a:cubicBezTo>
                    <a:lnTo>
                      <a:pt x="33124" y="17213"/>
                    </a:lnTo>
                    <a:lnTo>
                      <a:pt x="33191" y="17380"/>
                    </a:lnTo>
                    <a:lnTo>
                      <a:pt x="38228" y="14044"/>
                    </a:lnTo>
                    <a:lnTo>
                      <a:pt x="35826" y="8574"/>
                    </a:lnTo>
                    <a:lnTo>
                      <a:pt x="29955" y="10041"/>
                    </a:lnTo>
                    <a:lnTo>
                      <a:pt x="30022" y="10208"/>
                    </a:lnTo>
                    <a:cubicBezTo>
                      <a:pt x="29322" y="9374"/>
                      <a:pt x="28521" y="8640"/>
                      <a:pt x="27654" y="7973"/>
                    </a:cubicBezTo>
                    <a:lnTo>
                      <a:pt x="27654" y="7973"/>
                    </a:lnTo>
                    <a:lnTo>
                      <a:pt x="27821" y="8040"/>
                    </a:lnTo>
                    <a:lnTo>
                      <a:pt x="28988" y="2136"/>
                    </a:lnTo>
                    <a:lnTo>
                      <a:pt x="23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51"/>
              <p:cNvSpPr/>
              <p:nvPr/>
            </p:nvSpPr>
            <p:spPr>
              <a:xfrm>
                <a:off x="3706464" y="2474411"/>
                <a:ext cx="309311" cy="273505"/>
              </a:xfrm>
              <a:custGeom>
                <a:avLst/>
                <a:gdLst/>
                <a:ahLst/>
                <a:cxnLst/>
                <a:rect l="l" t="t" r="r" b="b"/>
                <a:pathLst>
                  <a:path w="18681" h="16516" extrusionOk="0">
                    <a:moveTo>
                      <a:pt x="9348" y="0"/>
                    </a:moveTo>
                    <a:cubicBezTo>
                      <a:pt x="6044" y="0"/>
                      <a:pt x="2919" y="2002"/>
                      <a:pt x="1635" y="5291"/>
                    </a:cubicBezTo>
                    <a:cubicBezTo>
                      <a:pt x="0" y="9527"/>
                      <a:pt x="2135" y="14297"/>
                      <a:pt x="6372" y="15965"/>
                    </a:cubicBezTo>
                    <a:cubicBezTo>
                      <a:pt x="7347" y="16338"/>
                      <a:pt x="8348" y="16515"/>
                      <a:pt x="9332" y="16515"/>
                    </a:cubicBezTo>
                    <a:cubicBezTo>
                      <a:pt x="12656" y="16515"/>
                      <a:pt x="15785" y="14497"/>
                      <a:pt x="17046" y="11228"/>
                    </a:cubicBezTo>
                    <a:cubicBezTo>
                      <a:pt x="18680" y="6959"/>
                      <a:pt x="16579" y="2189"/>
                      <a:pt x="12309" y="554"/>
                    </a:cubicBezTo>
                    <a:cubicBezTo>
                      <a:pt x="11336" y="178"/>
                      <a:pt x="10334" y="0"/>
                      <a:pt x="93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525;p51">
            <a:extLst>
              <a:ext uri="{FF2B5EF4-FFF2-40B4-BE49-F238E27FC236}">
                <a16:creationId xmlns:a16="http://schemas.microsoft.com/office/drawing/2014/main" id="{895E80B6-309D-6D7A-3FD1-64490E59B6F6}"/>
              </a:ext>
            </a:extLst>
          </p:cNvPr>
          <p:cNvSpPr txBox="1">
            <a:spLocks/>
          </p:cNvSpPr>
          <p:nvPr/>
        </p:nvSpPr>
        <p:spPr>
          <a:xfrm>
            <a:off x="837113" y="642516"/>
            <a:ext cx="1931797" cy="32572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/>
              <a:t>Paper Presentation</a:t>
            </a:r>
          </a:p>
        </p:txBody>
      </p:sp>
      <p:sp>
        <p:nvSpPr>
          <p:cNvPr id="4" name="Google Shape;1525;p51">
            <a:extLst>
              <a:ext uri="{FF2B5EF4-FFF2-40B4-BE49-F238E27FC236}">
                <a16:creationId xmlns:a16="http://schemas.microsoft.com/office/drawing/2014/main" id="{EBEC371F-5D58-D69F-E0E2-FD468AA12BD3}"/>
              </a:ext>
            </a:extLst>
          </p:cNvPr>
          <p:cNvSpPr txBox="1">
            <a:spLocks/>
          </p:cNvSpPr>
          <p:nvPr/>
        </p:nvSpPr>
        <p:spPr>
          <a:xfrm>
            <a:off x="6767278" y="637133"/>
            <a:ext cx="1931797" cy="32572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/>
              <a:t>Project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3">
          <a:extLst>
            <a:ext uri="{FF2B5EF4-FFF2-40B4-BE49-F238E27FC236}">
              <a16:creationId xmlns:a16="http://schemas.microsoft.com/office/drawing/2014/main" id="{38A379B2-0EF1-2983-96DA-4C288BD83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51">
            <a:extLst>
              <a:ext uri="{FF2B5EF4-FFF2-40B4-BE49-F238E27FC236}">
                <a16:creationId xmlns:a16="http://schemas.microsoft.com/office/drawing/2014/main" id="{8A1761DA-ECFA-A7D2-2234-5E9CC54BE9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4742" y="315642"/>
            <a:ext cx="77175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EXTRA CURRICULAR</a:t>
            </a:r>
            <a:endParaRPr dirty="0"/>
          </a:p>
        </p:txBody>
      </p:sp>
      <p:sp>
        <p:nvSpPr>
          <p:cNvPr id="1525" name="Google Shape;1525;p51">
            <a:extLst>
              <a:ext uri="{FF2B5EF4-FFF2-40B4-BE49-F238E27FC236}">
                <a16:creationId xmlns:a16="http://schemas.microsoft.com/office/drawing/2014/main" id="{900503EE-E38B-3394-11AE-7A6249450A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97405" y="2779164"/>
            <a:ext cx="2268607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INTERNATION PROJECT PRESENTATION IS HELD BY THE KPR INSTITUTION</a:t>
            </a:r>
            <a:endParaRPr dirty="0"/>
          </a:p>
        </p:txBody>
      </p:sp>
      <p:sp>
        <p:nvSpPr>
          <p:cNvPr id="1527" name="Google Shape;1527;p51">
            <a:extLst>
              <a:ext uri="{FF2B5EF4-FFF2-40B4-BE49-F238E27FC236}">
                <a16:creationId xmlns:a16="http://schemas.microsoft.com/office/drawing/2014/main" id="{04F8DF8C-114F-67B3-A4F3-F517FA22259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58153" y="2142217"/>
            <a:ext cx="1828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KPR INSTITUTION</a:t>
            </a:r>
            <a:r>
              <a:rPr lang="en-US" b="1" dirty="0"/>
              <a:t> </a:t>
            </a:r>
          </a:p>
        </p:txBody>
      </p:sp>
      <p:grpSp>
        <p:nvGrpSpPr>
          <p:cNvPr id="1533" name="Google Shape;1533;p51">
            <a:extLst>
              <a:ext uri="{FF2B5EF4-FFF2-40B4-BE49-F238E27FC236}">
                <a16:creationId xmlns:a16="http://schemas.microsoft.com/office/drawing/2014/main" id="{61559194-7283-C70B-83EC-09936DB67D57}"/>
              </a:ext>
            </a:extLst>
          </p:cNvPr>
          <p:cNvGrpSpPr/>
          <p:nvPr/>
        </p:nvGrpSpPr>
        <p:grpSpPr>
          <a:xfrm>
            <a:off x="6475247" y="1267682"/>
            <a:ext cx="2386157" cy="3657864"/>
            <a:chOff x="3542978" y="1517900"/>
            <a:chExt cx="2386157" cy="3657864"/>
          </a:xfrm>
        </p:grpSpPr>
        <p:sp>
          <p:nvSpPr>
            <p:cNvPr id="1534" name="Google Shape;1534;p51">
              <a:extLst>
                <a:ext uri="{FF2B5EF4-FFF2-40B4-BE49-F238E27FC236}">
                  <a16:creationId xmlns:a16="http://schemas.microsoft.com/office/drawing/2014/main" id="{B093C1FD-47A0-8D67-EF73-9E3EE673B9B3}"/>
                </a:ext>
              </a:extLst>
            </p:cNvPr>
            <p:cNvSpPr/>
            <p:nvPr/>
          </p:nvSpPr>
          <p:spPr>
            <a:xfrm>
              <a:off x="4318339" y="2860092"/>
              <a:ext cx="68226" cy="96303"/>
            </a:xfrm>
            <a:custGeom>
              <a:avLst/>
              <a:gdLst/>
              <a:ahLst/>
              <a:cxnLst/>
              <a:rect l="l" t="t" r="r" b="b"/>
              <a:pathLst>
                <a:path w="3170" h="4474" extrusionOk="0">
                  <a:moveTo>
                    <a:pt x="1835" y="0"/>
                  </a:moveTo>
                  <a:cubicBezTo>
                    <a:pt x="1835" y="0"/>
                    <a:pt x="1435" y="267"/>
                    <a:pt x="1068" y="601"/>
                  </a:cubicBezTo>
                  <a:cubicBezTo>
                    <a:pt x="701" y="901"/>
                    <a:pt x="234" y="2035"/>
                    <a:pt x="100" y="2602"/>
                  </a:cubicBezTo>
                  <a:cubicBezTo>
                    <a:pt x="0" y="3203"/>
                    <a:pt x="1435" y="4437"/>
                    <a:pt x="1735" y="4470"/>
                  </a:cubicBezTo>
                  <a:cubicBezTo>
                    <a:pt x="1746" y="4473"/>
                    <a:pt x="1758" y="4474"/>
                    <a:pt x="1769" y="4474"/>
                  </a:cubicBezTo>
                  <a:cubicBezTo>
                    <a:pt x="2048" y="4474"/>
                    <a:pt x="2202" y="3703"/>
                    <a:pt x="2202" y="3703"/>
                  </a:cubicBezTo>
                  <a:cubicBezTo>
                    <a:pt x="2202" y="3703"/>
                    <a:pt x="2277" y="3731"/>
                    <a:pt x="2381" y="3731"/>
                  </a:cubicBezTo>
                  <a:cubicBezTo>
                    <a:pt x="2555" y="3731"/>
                    <a:pt x="2811" y="3653"/>
                    <a:pt x="2936" y="3236"/>
                  </a:cubicBezTo>
                  <a:cubicBezTo>
                    <a:pt x="3169" y="2569"/>
                    <a:pt x="2736" y="1768"/>
                    <a:pt x="2602" y="1535"/>
                  </a:cubicBezTo>
                  <a:cubicBezTo>
                    <a:pt x="2535" y="1268"/>
                    <a:pt x="2836" y="701"/>
                    <a:pt x="2836" y="701"/>
                  </a:cubicBezTo>
                  <a:lnTo>
                    <a:pt x="18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51">
              <a:extLst>
                <a:ext uri="{FF2B5EF4-FFF2-40B4-BE49-F238E27FC236}">
                  <a16:creationId xmlns:a16="http://schemas.microsoft.com/office/drawing/2014/main" id="{6D00459E-9EEA-4789-639C-E405E2EA504B}"/>
                </a:ext>
              </a:extLst>
            </p:cNvPr>
            <p:cNvSpPr/>
            <p:nvPr/>
          </p:nvSpPr>
          <p:spPr>
            <a:xfrm>
              <a:off x="4227880" y="2952714"/>
              <a:ext cx="725846" cy="567248"/>
            </a:xfrm>
            <a:custGeom>
              <a:avLst/>
              <a:gdLst/>
              <a:ahLst/>
              <a:cxnLst/>
              <a:rect l="l" t="t" r="r" b="b"/>
              <a:pathLst>
                <a:path w="33725" h="26353" extrusionOk="0">
                  <a:moveTo>
                    <a:pt x="11775" y="0"/>
                  </a:moveTo>
                  <a:cubicBezTo>
                    <a:pt x="11775" y="0"/>
                    <a:pt x="10474" y="1802"/>
                    <a:pt x="9440" y="4303"/>
                  </a:cubicBezTo>
                  <a:cubicBezTo>
                    <a:pt x="8340" y="6805"/>
                    <a:pt x="6238" y="13177"/>
                    <a:pt x="6238" y="13177"/>
                  </a:cubicBezTo>
                  <a:lnTo>
                    <a:pt x="4403" y="14944"/>
                  </a:lnTo>
                  <a:lnTo>
                    <a:pt x="0" y="25085"/>
                  </a:lnTo>
                  <a:lnTo>
                    <a:pt x="1301" y="26353"/>
                  </a:lnTo>
                  <a:lnTo>
                    <a:pt x="9807" y="15345"/>
                  </a:lnTo>
                  <a:lnTo>
                    <a:pt x="16646" y="7973"/>
                  </a:lnTo>
                  <a:lnTo>
                    <a:pt x="28120" y="6805"/>
                  </a:lnTo>
                  <a:lnTo>
                    <a:pt x="26086" y="10108"/>
                  </a:lnTo>
                  <a:lnTo>
                    <a:pt x="23250" y="20915"/>
                  </a:lnTo>
                  <a:lnTo>
                    <a:pt x="25085" y="21416"/>
                  </a:lnTo>
                  <a:lnTo>
                    <a:pt x="33091" y="5805"/>
                  </a:lnTo>
                  <a:cubicBezTo>
                    <a:pt x="33057" y="5738"/>
                    <a:pt x="33724" y="3770"/>
                    <a:pt x="32290" y="3436"/>
                  </a:cubicBezTo>
                  <a:cubicBezTo>
                    <a:pt x="30889" y="3103"/>
                    <a:pt x="19014" y="467"/>
                    <a:pt x="19014" y="467"/>
                  </a:cubicBezTo>
                  <a:lnTo>
                    <a:pt x="117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51">
              <a:extLst>
                <a:ext uri="{FF2B5EF4-FFF2-40B4-BE49-F238E27FC236}">
                  <a16:creationId xmlns:a16="http://schemas.microsoft.com/office/drawing/2014/main" id="{5DF11981-6B5D-275C-FED3-F9B5BC1CCDDF}"/>
                </a:ext>
              </a:extLst>
            </p:cNvPr>
            <p:cNvSpPr/>
            <p:nvPr/>
          </p:nvSpPr>
          <p:spPr>
            <a:xfrm>
              <a:off x="4672277" y="2358473"/>
              <a:ext cx="197447" cy="268998"/>
            </a:xfrm>
            <a:custGeom>
              <a:avLst/>
              <a:gdLst/>
              <a:ahLst/>
              <a:cxnLst/>
              <a:rect l="l" t="t" r="r" b="b"/>
              <a:pathLst>
                <a:path w="9174" h="12497" extrusionOk="0">
                  <a:moveTo>
                    <a:pt x="4551" y="1"/>
                  </a:moveTo>
                  <a:cubicBezTo>
                    <a:pt x="3071" y="1"/>
                    <a:pt x="2228" y="769"/>
                    <a:pt x="1668" y="1889"/>
                  </a:cubicBezTo>
                  <a:cubicBezTo>
                    <a:pt x="1001" y="3190"/>
                    <a:pt x="1768" y="7226"/>
                    <a:pt x="1768" y="7226"/>
                  </a:cubicBezTo>
                  <a:lnTo>
                    <a:pt x="0" y="11329"/>
                  </a:lnTo>
                  <a:lnTo>
                    <a:pt x="3836" y="12497"/>
                  </a:lnTo>
                  <a:lnTo>
                    <a:pt x="5237" y="9194"/>
                  </a:lnTo>
                  <a:cubicBezTo>
                    <a:pt x="5237" y="9194"/>
                    <a:pt x="6653" y="9916"/>
                    <a:pt x="7408" y="9916"/>
                  </a:cubicBezTo>
                  <a:cubicBezTo>
                    <a:pt x="7481" y="9916"/>
                    <a:pt x="7547" y="9909"/>
                    <a:pt x="7606" y="9895"/>
                  </a:cubicBezTo>
                  <a:cubicBezTo>
                    <a:pt x="8273" y="9728"/>
                    <a:pt x="8173" y="7693"/>
                    <a:pt x="8173" y="7693"/>
                  </a:cubicBezTo>
                  <a:lnTo>
                    <a:pt x="8173" y="7693"/>
                  </a:lnTo>
                  <a:lnTo>
                    <a:pt x="8973" y="7727"/>
                  </a:lnTo>
                  <a:lnTo>
                    <a:pt x="8406" y="6025"/>
                  </a:lnTo>
                  <a:cubicBezTo>
                    <a:pt x="8406" y="6025"/>
                    <a:pt x="9174" y="3090"/>
                    <a:pt x="8506" y="1689"/>
                  </a:cubicBezTo>
                  <a:cubicBezTo>
                    <a:pt x="7839" y="255"/>
                    <a:pt x="6171" y="221"/>
                    <a:pt x="5471" y="88"/>
                  </a:cubicBezTo>
                  <a:cubicBezTo>
                    <a:pt x="5140" y="29"/>
                    <a:pt x="4834" y="1"/>
                    <a:pt x="45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51">
              <a:extLst>
                <a:ext uri="{FF2B5EF4-FFF2-40B4-BE49-F238E27FC236}">
                  <a16:creationId xmlns:a16="http://schemas.microsoft.com/office/drawing/2014/main" id="{8869DF91-EAD3-6F92-954A-BDD11B3F08B8}"/>
                </a:ext>
              </a:extLst>
            </p:cNvPr>
            <p:cNvSpPr/>
            <p:nvPr/>
          </p:nvSpPr>
          <p:spPr>
            <a:xfrm>
              <a:off x="4644986" y="2338089"/>
              <a:ext cx="256333" cy="185266"/>
            </a:xfrm>
            <a:custGeom>
              <a:avLst/>
              <a:gdLst/>
              <a:ahLst/>
              <a:cxnLst/>
              <a:rect l="l" t="t" r="r" b="b"/>
              <a:pathLst>
                <a:path w="11910" h="8607" extrusionOk="0">
                  <a:moveTo>
                    <a:pt x="9441" y="1"/>
                  </a:moveTo>
                  <a:cubicBezTo>
                    <a:pt x="9441" y="1"/>
                    <a:pt x="9107" y="468"/>
                    <a:pt x="8040" y="468"/>
                  </a:cubicBezTo>
                  <a:cubicBezTo>
                    <a:pt x="7336" y="446"/>
                    <a:pt x="6115" y="262"/>
                    <a:pt x="5073" y="262"/>
                  </a:cubicBezTo>
                  <a:cubicBezTo>
                    <a:pt x="4484" y="262"/>
                    <a:pt x="3953" y="320"/>
                    <a:pt x="3603" y="501"/>
                  </a:cubicBezTo>
                  <a:cubicBezTo>
                    <a:pt x="1" y="2369"/>
                    <a:pt x="2569" y="8607"/>
                    <a:pt x="2569" y="8607"/>
                  </a:cubicBezTo>
                  <a:lnTo>
                    <a:pt x="4437" y="7606"/>
                  </a:lnTo>
                  <a:lnTo>
                    <a:pt x="5338" y="6772"/>
                  </a:lnTo>
                  <a:lnTo>
                    <a:pt x="6205" y="6939"/>
                  </a:lnTo>
                  <a:lnTo>
                    <a:pt x="6405" y="5004"/>
                  </a:lnTo>
                  <a:cubicBezTo>
                    <a:pt x="6405" y="5004"/>
                    <a:pt x="6674" y="5070"/>
                    <a:pt x="7019" y="5070"/>
                  </a:cubicBezTo>
                  <a:cubicBezTo>
                    <a:pt x="7490" y="5070"/>
                    <a:pt x="8104" y="4948"/>
                    <a:pt x="8373" y="4370"/>
                  </a:cubicBezTo>
                  <a:cubicBezTo>
                    <a:pt x="8584" y="4493"/>
                    <a:pt x="8962" y="4626"/>
                    <a:pt x="9404" y="4626"/>
                  </a:cubicBezTo>
                  <a:cubicBezTo>
                    <a:pt x="9801" y="4626"/>
                    <a:pt x="10249" y="4519"/>
                    <a:pt x="10675" y="4204"/>
                  </a:cubicBezTo>
                  <a:cubicBezTo>
                    <a:pt x="11542" y="3603"/>
                    <a:pt x="11909" y="2969"/>
                    <a:pt x="11442" y="1702"/>
                  </a:cubicBezTo>
                  <a:cubicBezTo>
                    <a:pt x="11042" y="434"/>
                    <a:pt x="9441" y="1"/>
                    <a:pt x="9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51">
              <a:extLst>
                <a:ext uri="{FF2B5EF4-FFF2-40B4-BE49-F238E27FC236}">
                  <a16:creationId xmlns:a16="http://schemas.microsoft.com/office/drawing/2014/main" id="{665B6F01-3347-646D-A36F-962709F4A286}"/>
                </a:ext>
              </a:extLst>
            </p:cNvPr>
            <p:cNvSpPr/>
            <p:nvPr/>
          </p:nvSpPr>
          <p:spPr>
            <a:xfrm>
              <a:off x="5030519" y="2562293"/>
              <a:ext cx="75415" cy="90319"/>
            </a:xfrm>
            <a:custGeom>
              <a:avLst/>
              <a:gdLst/>
              <a:ahLst/>
              <a:cxnLst/>
              <a:rect l="l" t="t" r="r" b="b"/>
              <a:pathLst>
                <a:path w="3504" h="4196" extrusionOk="0">
                  <a:moveTo>
                    <a:pt x="2258" y="1"/>
                  </a:moveTo>
                  <a:cubicBezTo>
                    <a:pt x="2012" y="1"/>
                    <a:pt x="1635" y="593"/>
                    <a:pt x="1635" y="593"/>
                  </a:cubicBezTo>
                  <a:cubicBezTo>
                    <a:pt x="1635" y="593"/>
                    <a:pt x="1479" y="470"/>
                    <a:pt x="1269" y="470"/>
                  </a:cubicBezTo>
                  <a:cubicBezTo>
                    <a:pt x="1117" y="470"/>
                    <a:pt x="936" y="535"/>
                    <a:pt x="768" y="759"/>
                  </a:cubicBezTo>
                  <a:cubicBezTo>
                    <a:pt x="334" y="1293"/>
                    <a:pt x="468" y="2194"/>
                    <a:pt x="468" y="2461"/>
                  </a:cubicBezTo>
                  <a:cubicBezTo>
                    <a:pt x="501" y="2761"/>
                    <a:pt x="1" y="3194"/>
                    <a:pt x="1" y="3194"/>
                  </a:cubicBezTo>
                  <a:lnTo>
                    <a:pt x="668" y="4195"/>
                  </a:lnTo>
                  <a:cubicBezTo>
                    <a:pt x="668" y="4195"/>
                    <a:pt x="1135" y="4062"/>
                    <a:pt x="1602" y="3895"/>
                  </a:cubicBezTo>
                  <a:cubicBezTo>
                    <a:pt x="2035" y="3728"/>
                    <a:pt x="2936" y="2861"/>
                    <a:pt x="3203" y="2360"/>
                  </a:cubicBezTo>
                  <a:cubicBezTo>
                    <a:pt x="3503" y="1860"/>
                    <a:pt x="2602" y="192"/>
                    <a:pt x="2336" y="25"/>
                  </a:cubicBezTo>
                  <a:cubicBezTo>
                    <a:pt x="2312" y="8"/>
                    <a:pt x="2286" y="1"/>
                    <a:pt x="22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51">
              <a:extLst>
                <a:ext uri="{FF2B5EF4-FFF2-40B4-BE49-F238E27FC236}">
                  <a16:creationId xmlns:a16="http://schemas.microsoft.com/office/drawing/2014/main" id="{CC30B424-D259-094A-26E0-DAD47B9389BE}"/>
                </a:ext>
              </a:extLst>
            </p:cNvPr>
            <p:cNvSpPr/>
            <p:nvPr/>
          </p:nvSpPr>
          <p:spPr>
            <a:xfrm>
              <a:off x="4734735" y="2463709"/>
              <a:ext cx="28022" cy="41027"/>
            </a:xfrm>
            <a:custGeom>
              <a:avLst/>
              <a:gdLst/>
              <a:ahLst/>
              <a:cxnLst/>
              <a:rect l="l" t="t" r="r" b="b"/>
              <a:pathLst>
                <a:path w="1302" h="1906" extrusionOk="0">
                  <a:moveTo>
                    <a:pt x="539" y="0"/>
                  </a:moveTo>
                  <a:cubicBezTo>
                    <a:pt x="526" y="0"/>
                    <a:pt x="513" y="1"/>
                    <a:pt x="501" y="2"/>
                  </a:cubicBezTo>
                  <a:cubicBezTo>
                    <a:pt x="167" y="69"/>
                    <a:pt x="0" y="536"/>
                    <a:pt x="67" y="1036"/>
                  </a:cubicBezTo>
                  <a:cubicBezTo>
                    <a:pt x="163" y="1547"/>
                    <a:pt x="473" y="1906"/>
                    <a:pt x="763" y="1906"/>
                  </a:cubicBezTo>
                  <a:cubicBezTo>
                    <a:pt x="776" y="1906"/>
                    <a:pt x="788" y="1905"/>
                    <a:pt x="801" y="1904"/>
                  </a:cubicBezTo>
                  <a:cubicBezTo>
                    <a:pt x="1135" y="1837"/>
                    <a:pt x="1301" y="1370"/>
                    <a:pt x="1235" y="869"/>
                  </a:cubicBezTo>
                  <a:cubicBezTo>
                    <a:pt x="1139" y="358"/>
                    <a:pt x="829" y="0"/>
                    <a:pt x="539" y="0"/>
                  </a:cubicBezTo>
                  <a:close/>
                </a:path>
              </a:pathLst>
            </a:custGeom>
            <a:solidFill>
              <a:srgbClr val="FBB9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51">
              <a:extLst>
                <a:ext uri="{FF2B5EF4-FFF2-40B4-BE49-F238E27FC236}">
                  <a16:creationId xmlns:a16="http://schemas.microsoft.com/office/drawing/2014/main" id="{92864720-7A99-16F8-8A70-7C55FCA7ACA6}"/>
                </a:ext>
              </a:extLst>
            </p:cNvPr>
            <p:cNvSpPr/>
            <p:nvPr/>
          </p:nvSpPr>
          <p:spPr>
            <a:xfrm>
              <a:off x="4180488" y="3491226"/>
              <a:ext cx="89770" cy="142904"/>
            </a:xfrm>
            <a:custGeom>
              <a:avLst/>
              <a:gdLst/>
              <a:ahLst/>
              <a:cxnLst/>
              <a:rect l="l" t="t" r="r" b="b"/>
              <a:pathLst>
                <a:path w="4171" h="6639" extrusionOk="0">
                  <a:moveTo>
                    <a:pt x="2169" y="0"/>
                  </a:moveTo>
                  <a:lnTo>
                    <a:pt x="1" y="401"/>
                  </a:lnTo>
                  <a:lnTo>
                    <a:pt x="2169" y="5971"/>
                  </a:lnTo>
                  <a:lnTo>
                    <a:pt x="4170" y="6638"/>
                  </a:lnTo>
                  <a:lnTo>
                    <a:pt x="3603" y="4837"/>
                  </a:lnTo>
                  <a:lnTo>
                    <a:pt x="3470" y="1301"/>
                  </a:lnTo>
                  <a:lnTo>
                    <a:pt x="21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51">
              <a:extLst>
                <a:ext uri="{FF2B5EF4-FFF2-40B4-BE49-F238E27FC236}">
                  <a16:creationId xmlns:a16="http://schemas.microsoft.com/office/drawing/2014/main" id="{8D38DA51-E1EB-74CF-D931-58ECED4D6C63}"/>
                </a:ext>
              </a:extLst>
            </p:cNvPr>
            <p:cNvSpPr/>
            <p:nvPr/>
          </p:nvSpPr>
          <p:spPr>
            <a:xfrm>
              <a:off x="4693089" y="3400757"/>
              <a:ext cx="147924" cy="99811"/>
            </a:xfrm>
            <a:custGeom>
              <a:avLst/>
              <a:gdLst/>
              <a:ahLst/>
              <a:cxnLst/>
              <a:rect l="l" t="t" r="r" b="b"/>
              <a:pathLst>
                <a:path w="6873" h="4637" extrusionOk="0">
                  <a:moveTo>
                    <a:pt x="1602" y="0"/>
                  </a:moveTo>
                  <a:lnTo>
                    <a:pt x="1" y="834"/>
                  </a:lnTo>
                  <a:lnTo>
                    <a:pt x="3203" y="3970"/>
                  </a:lnTo>
                  <a:lnTo>
                    <a:pt x="6872" y="4637"/>
                  </a:lnTo>
                  <a:lnTo>
                    <a:pt x="6872" y="4637"/>
                  </a:lnTo>
                  <a:lnTo>
                    <a:pt x="5004" y="2836"/>
                  </a:lnTo>
                  <a:lnTo>
                    <a:pt x="3470" y="5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51">
              <a:extLst>
                <a:ext uri="{FF2B5EF4-FFF2-40B4-BE49-F238E27FC236}">
                  <a16:creationId xmlns:a16="http://schemas.microsoft.com/office/drawing/2014/main" id="{AD3929C4-E6A9-C128-5731-7176E730253D}"/>
                </a:ext>
              </a:extLst>
            </p:cNvPr>
            <p:cNvSpPr/>
            <p:nvPr/>
          </p:nvSpPr>
          <p:spPr>
            <a:xfrm>
              <a:off x="4330543" y="2553382"/>
              <a:ext cx="738050" cy="496711"/>
            </a:xfrm>
            <a:custGeom>
              <a:avLst/>
              <a:gdLst/>
              <a:ahLst/>
              <a:cxnLst/>
              <a:rect l="l" t="t" r="r" b="b"/>
              <a:pathLst>
                <a:path w="34292" h="23076" extrusionOk="0">
                  <a:moveTo>
                    <a:pt x="14048" y="1"/>
                  </a:moveTo>
                  <a:cubicBezTo>
                    <a:pt x="12806" y="1"/>
                    <a:pt x="11398" y="186"/>
                    <a:pt x="9874" y="606"/>
                  </a:cubicBezTo>
                  <a:cubicBezTo>
                    <a:pt x="4604" y="2007"/>
                    <a:pt x="5304" y="1807"/>
                    <a:pt x="4837" y="2374"/>
                  </a:cubicBezTo>
                  <a:cubicBezTo>
                    <a:pt x="4370" y="2975"/>
                    <a:pt x="0" y="15017"/>
                    <a:pt x="0" y="15017"/>
                  </a:cubicBezTo>
                  <a:lnTo>
                    <a:pt x="2536" y="14983"/>
                  </a:lnTo>
                  <a:cubicBezTo>
                    <a:pt x="2536" y="14983"/>
                    <a:pt x="7539" y="5476"/>
                    <a:pt x="8006" y="5210"/>
                  </a:cubicBezTo>
                  <a:cubicBezTo>
                    <a:pt x="8206" y="5109"/>
                    <a:pt x="9807" y="4976"/>
                    <a:pt x="11642" y="4809"/>
                  </a:cubicBezTo>
                  <a:lnTo>
                    <a:pt x="11642" y="4809"/>
                  </a:lnTo>
                  <a:cubicBezTo>
                    <a:pt x="9874" y="9046"/>
                    <a:pt x="9140" y="13849"/>
                    <a:pt x="9140" y="13849"/>
                  </a:cubicBezTo>
                  <a:lnTo>
                    <a:pt x="5037" y="21988"/>
                  </a:lnTo>
                  <a:cubicBezTo>
                    <a:pt x="5037" y="21988"/>
                    <a:pt x="6005" y="22789"/>
                    <a:pt x="9941" y="23056"/>
                  </a:cubicBezTo>
                  <a:cubicBezTo>
                    <a:pt x="10113" y="23069"/>
                    <a:pt x="10285" y="23076"/>
                    <a:pt x="10458" y="23076"/>
                  </a:cubicBezTo>
                  <a:cubicBezTo>
                    <a:pt x="14145" y="23076"/>
                    <a:pt x="17980" y="20154"/>
                    <a:pt x="17980" y="20154"/>
                  </a:cubicBezTo>
                  <a:lnTo>
                    <a:pt x="19815" y="12548"/>
                  </a:lnTo>
                  <a:lnTo>
                    <a:pt x="21149" y="9479"/>
                  </a:lnTo>
                  <a:cubicBezTo>
                    <a:pt x="24291" y="11694"/>
                    <a:pt x="24669" y="11980"/>
                    <a:pt x="25016" y="11980"/>
                  </a:cubicBezTo>
                  <a:cubicBezTo>
                    <a:pt x="25118" y="11980"/>
                    <a:pt x="25218" y="11955"/>
                    <a:pt x="25385" y="11948"/>
                  </a:cubicBezTo>
                  <a:cubicBezTo>
                    <a:pt x="26152" y="11881"/>
                    <a:pt x="34292" y="4976"/>
                    <a:pt x="34292" y="4976"/>
                  </a:cubicBezTo>
                  <a:lnTo>
                    <a:pt x="32524" y="3008"/>
                  </a:lnTo>
                  <a:cubicBezTo>
                    <a:pt x="32524" y="3008"/>
                    <a:pt x="26205" y="7682"/>
                    <a:pt x="25516" y="7682"/>
                  </a:cubicBezTo>
                  <a:cubicBezTo>
                    <a:pt x="25504" y="7682"/>
                    <a:pt x="25494" y="7681"/>
                    <a:pt x="25485" y="7678"/>
                  </a:cubicBezTo>
                  <a:cubicBezTo>
                    <a:pt x="25118" y="7545"/>
                    <a:pt x="22316" y="4609"/>
                    <a:pt x="20515" y="2808"/>
                  </a:cubicBezTo>
                  <a:cubicBezTo>
                    <a:pt x="20348" y="2441"/>
                    <a:pt x="20148" y="2041"/>
                    <a:pt x="19948" y="1840"/>
                  </a:cubicBezTo>
                  <a:cubicBezTo>
                    <a:pt x="18547" y="339"/>
                    <a:pt x="17680" y="6"/>
                    <a:pt x="16779" y="6"/>
                  </a:cubicBezTo>
                  <a:cubicBezTo>
                    <a:pt x="16512" y="6"/>
                    <a:pt x="16212" y="39"/>
                    <a:pt x="15812" y="139"/>
                  </a:cubicBezTo>
                  <a:cubicBezTo>
                    <a:pt x="15271" y="49"/>
                    <a:pt x="14681" y="1"/>
                    <a:pt x="14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51">
              <a:extLst>
                <a:ext uri="{FF2B5EF4-FFF2-40B4-BE49-F238E27FC236}">
                  <a16:creationId xmlns:a16="http://schemas.microsoft.com/office/drawing/2014/main" id="{EAB67322-3DEA-8D9C-371B-2BC9970C3BC1}"/>
                </a:ext>
              </a:extLst>
            </p:cNvPr>
            <p:cNvSpPr/>
            <p:nvPr/>
          </p:nvSpPr>
          <p:spPr>
            <a:xfrm>
              <a:off x="3845950" y="3878713"/>
              <a:ext cx="546370" cy="1297046"/>
            </a:xfrm>
            <a:custGeom>
              <a:avLst/>
              <a:gdLst/>
              <a:ahLst/>
              <a:cxnLst/>
              <a:rect l="l" t="t" r="r" b="b"/>
              <a:pathLst>
                <a:path w="25386" h="47234" extrusionOk="0">
                  <a:moveTo>
                    <a:pt x="0" y="0"/>
                  </a:moveTo>
                  <a:lnTo>
                    <a:pt x="0" y="47234"/>
                  </a:lnTo>
                  <a:lnTo>
                    <a:pt x="25385" y="47234"/>
                  </a:lnTo>
                  <a:lnTo>
                    <a:pt x="2538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1">
              <a:extLst>
                <a:ext uri="{FF2B5EF4-FFF2-40B4-BE49-F238E27FC236}">
                  <a16:creationId xmlns:a16="http://schemas.microsoft.com/office/drawing/2014/main" id="{58BFA9FD-EF66-9BF8-130A-FD7BB1787380}"/>
                </a:ext>
              </a:extLst>
            </p:cNvPr>
            <p:cNvSpPr/>
            <p:nvPr/>
          </p:nvSpPr>
          <p:spPr>
            <a:xfrm>
              <a:off x="4473413" y="3595658"/>
              <a:ext cx="546370" cy="1580103"/>
            </a:xfrm>
            <a:custGeom>
              <a:avLst/>
              <a:gdLst/>
              <a:ahLst/>
              <a:cxnLst/>
              <a:rect l="l" t="t" r="r" b="b"/>
              <a:pathLst>
                <a:path w="25386" h="57542" extrusionOk="0">
                  <a:moveTo>
                    <a:pt x="0" y="1"/>
                  </a:moveTo>
                  <a:lnTo>
                    <a:pt x="0" y="57542"/>
                  </a:lnTo>
                  <a:lnTo>
                    <a:pt x="25385" y="57542"/>
                  </a:lnTo>
                  <a:lnTo>
                    <a:pt x="253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51">
              <a:extLst>
                <a:ext uri="{FF2B5EF4-FFF2-40B4-BE49-F238E27FC236}">
                  <a16:creationId xmlns:a16="http://schemas.microsoft.com/office/drawing/2014/main" id="{31B8EB64-A2DD-6144-B369-2D2286F681B6}"/>
                </a:ext>
              </a:extLst>
            </p:cNvPr>
            <p:cNvSpPr/>
            <p:nvPr/>
          </p:nvSpPr>
          <p:spPr>
            <a:xfrm>
              <a:off x="5099434" y="3311724"/>
              <a:ext cx="547102" cy="1864040"/>
            </a:xfrm>
            <a:custGeom>
              <a:avLst/>
              <a:gdLst/>
              <a:ahLst/>
              <a:cxnLst/>
              <a:rect l="l" t="t" r="r" b="b"/>
              <a:pathLst>
                <a:path w="25420" h="67882" extrusionOk="0">
                  <a:moveTo>
                    <a:pt x="1" y="0"/>
                  </a:moveTo>
                  <a:lnTo>
                    <a:pt x="1" y="67882"/>
                  </a:lnTo>
                  <a:lnTo>
                    <a:pt x="25419" y="67882"/>
                  </a:lnTo>
                  <a:lnTo>
                    <a:pt x="254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51">
              <a:extLst>
                <a:ext uri="{FF2B5EF4-FFF2-40B4-BE49-F238E27FC236}">
                  <a16:creationId xmlns:a16="http://schemas.microsoft.com/office/drawing/2014/main" id="{18C93849-693A-8015-D0C1-95E0AB7239FB}"/>
                </a:ext>
              </a:extLst>
            </p:cNvPr>
            <p:cNvSpPr/>
            <p:nvPr/>
          </p:nvSpPr>
          <p:spPr>
            <a:xfrm>
              <a:off x="3844061" y="1661167"/>
              <a:ext cx="418570" cy="415820"/>
            </a:xfrm>
            <a:custGeom>
              <a:avLst/>
              <a:gdLst/>
              <a:ahLst/>
              <a:cxnLst/>
              <a:rect l="l" t="t" r="r" b="b"/>
              <a:pathLst>
                <a:path w="19448" h="19318" extrusionOk="0">
                  <a:moveTo>
                    <a:pt x="18310" y="0"/>
                  </a:moveTo>
                  <a:cubicBezTo>
                    <a:pt x="16124" y="0"/>
                    <a:pt x="13961" y="409"/>
                    <a:pt x="11942" y="1205"/>
                  </a:cubicBezTo>
                  <a:cubicBezTo>
                    <a:pt x="9540" y="2105"/>
                    <a:pt x="7339" y="3540"/>
                    <a:pt x="5504" y="5374"/>
                  </a:cubicBezTo>
                  <a:cubicBezTo>
                    <a:pt x="3703" y="7209"/>
                    <a:pt x="2235" y="9411"/>
                    <a:pt x="1334" y="11812"/>
                  </a:cubicBezTo>
                  <a:cubicBezTo>
                    <a:pt x="400" y="14214"/>
                    <a:pt x="0" y="16816"/>
                    <a:pt x="167" y="19318"/>
                  </a:cubicBezTo>
                  <a:cubicBezTo>
                    <a:pt x="334" y="16749"/>
                    <a:pt x="934" y="14314"/>
                    <a:pt x="1935" y="12046"/>
                  </a:cubicBezTo>
                  <a:cubicBezTo>
                    <a:pt x="2936" y="9811"/>
                    <a:pt x="4337" y="7709"/>
                    <a:pt x="6104" y="5975"/>
                  </a:cubicBezTo>
                  <a:cubicBezTo>
                    <a:pt x="7839" y="4207"/>
                    <a:pt x="9941" y="2806"/>
                    <a:pt x="12175" y="1772"/>
                  </a:cubicBezTo>
                  <a:cubicBezTo>
                    <a:pt x="14477" y="771"/>
                    <a:pt x="16946" y="204"/>
                    <a:pt x="19447" y="37"/>
                  </a:cubicBezTo>
                  <a:cubicBezTo>
                    <a:pt x="19068" y="13"/>
                    <a:pt x="18689" y="0"/>
                    <a:pt x="18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51">
              <a:extLst>
                <a:ext uri="{FF2B5EF4-FFF2-40B4-BE49-F238E27FC236}">
                  <a16:creationId xmlns:a16="http://schemas.microsoft.com/office/drawing/2014/main" id="{76D7B1BF-EDF9-95E0-9382-26F3C1FFE73F}"/>
                </a:ext>
              </a:extLst>
            </p:cNvPr>
            <p:cNvSpPr/>
            <p:nvPr/>
          </p:nvSpPr>
          <p:spPr>
            <a:xfrm>
              <a:off x="3798821" y="1615684"/>
              <a:ext cx="339604" cy="336371"/>
            </a:xfrm>
            <a:custGeom>
              <a:avLst/>
              <a:gdLst/>
              <a:ahLst/>
              <a:cxnLst/>
              <a:rect l="l" t="t" r="r" b="b"/>
              <a:pathLst>
                <a:path w="15779" h="15627" extrusionOk="0">
                  <a:moveTo>
                    <a:pt x="15336" y="1"/>
                  </a:moveTo>
                  <a:cubicBezTo>
                    <a:pt x="14483" y="1"/>
                    <a:pt x="13634" y="160"/>
                    <a:pt x="12810" y="416"/>
                  </a:cubicBezTo>
                  <a:cubicBezTo>
                    <a:pt x="11876" y="683"/>
                    <a:pt x="10942" y="1116"/>
                    <a:pt x="10074" y="1583"/>
                  </a:cubicBezTo>
                  <a:cubicBezTo>
                    <a:pt x="8273" y="2517"/>
                    <a:pt x="6705" y="3785"/>
                    <a:pt x="5271" y="5152"/>
                  </a:cubicBezTo>
                  <a:cubicBezTo>
                    <a:pt x="3870" y="6587"/>
                    <a:pt x="2602" y="8155"/>
                    <a:pt x="1635" y="9923"/>
                  </a:cubicBezTo>
                  <a:cubicBezTo>
                    <a:pt x="668" y="11657"/>
                    <a:pt x="1" y="13625"/>
                    <a:pt x="167" y="15627"/>
                  </a:cubicBezTo>
                  <a:cubicBezTo>
                    <a:pt x="401" y="13659"/>
                    <a:pt x="1201" y="11857"/>
                    <a:pt x="2236" y="10156"/>
                  </a:cubicBezTo>
                  <a:cubicBezTo>
                    <a:pt x="3270" y="8522"/>
                    <a:pt x="4504" y="7020"/>
                    <a:pt x="5905" y="5686"/>
                  </a:cubicBezTo>
                  <a:cubicBezTo>
                    <a:pt x="7272" y="4352"/>
                    <a:pt x="8774" y="3151"/>
                    <a:pt x="10408" y="2117"/>
                  </a:cubicBezTo>
                  <a:cubicBezTo>
                    <a:pt x="12009" y="1116"/>
                    <a:pt x="13810" y="249"/>
                    <a:pt x="15779" y="15"/>
                  </a:cubicBezTo>
                  <a:cubicBezTo>
                    <a:pt x="15631" y="6"/>
                    <a:pt x="15483" y="1"/>
                    <a:pt x="153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8" name="Google Shape;1548;p51">
              <a:extLst>
                <a:ext uri="{FF2B5EF4-FFF2-40B4-BE49-F238E27FC236}">
                  <a16:creationId xmlns:a16="http://schemas.microsoft.com/office/drawing/2014/main" id="{1B568EAD-2E63-C3F5-563D-3953D4300462}"/>
                </a:ext>
              </a:extLst>
            </p:cNvPr>
            <p:cNvGrpSpPr/>
            <p:nvPr/>
          </p:nvGrpSpPr>
          <p:grpSpPr>
            <a:xfrm>
              <a:off x="3542978" y="2174782"/>
              <a:ext cx="636835" cy="636384"/>
              <a:chOff x="3542978" y="2174782"/>
              <a:chExt cx="636835" cy="636384"/>
            </a:xfrm>
          </p:grpSpPr>
          <p:sp>
            <p:nvSpPr>
              <p:cNvPr id="1549" name="Google Shape;1549;p51">
                <a:extLst>
                  <a:ext uri="{FF2B5EF4-FFF2-40B4-BE49-F238E27FC236}">
                    <a16:creationId xmlns:a16="http://schemas.microsoft.com/office/drawing/2014/main" id="{F1723B44-E538-5C39-7048-1FE6FF0EAAF4}"/>
                  </a:ext>
                </a:extLst>
              </p:cNvPr>
              <p:cNvSpPr/>
              <p:nvPr/>
            </p:nvSpPr>
            <p:spPr>
              <a:xfrm>
                <a:off x="3542978" y="2174782"/>
                <a:ext cx="636835" cy="636384"/>
              </a:xfrm>
              <a:custGeom>
                <a:avLst/>
                <a:gdLst/>
                <a:ahLst/>
                <a:cxnLst/>
                <a:rect l="l" t="t" r="r" b="b"/>
                <a:pathLst>
                  <a:path w="38462" h="38429" extrusionOk="0">
                    <a:moveTo>
                      <a:pt x="23451" y="1"/>
                    </a:moveTo>
                    <a:lnTo>
                      <a:pt x="20349" y="5171"/>
                    </a:lnTo>
                    <a:lnTo>
                      <a:pt x="20515" y="5238"/>
                    </a:lnTo>
                    <a:cubicBezTo>
                      <a:pt x="20076" y="5212"/>
                      <a:pt x="19647" y="5196"/>
                      <a:pt x="19221" y="5196"/>
                    </a:cubicBezTo>
                    <a:cubicBezTo>
                      <a:pt x="18549" y="5196"/>
                      <a:pt x="17887" y="5236"/>
                      <a:pt x="17213" y="5338"/>
                    </a:cubicBezTo>
                    <a:lnTo>
                      <a:pt x="17380" y="5238"/>
                    </a:lnTo>
                    <a:lnTo>
                      <a:pt x="14044" y="201"/>
                    </a:lnTo>
                    <a:lnTo>
                      <a:pt x="8607" y="2636"/>
                    </a:lnTo>
                    <a:lnTo>
                      <a:pt x="10041" y="8507"/>
                    </a:lnTo>
                    <a:lnTo>
                      <a:pt x="10208" y="8407"/>
                    </a:lnTo>
                    <a:lnTo>
                      <a:pt x="10208" y="8407"/>
                    </a:lnTo>
                    <a:cubicBezTo>
                      <a:pt x="9374" y="9141"/>
                      <a:pt x="8640" y="9908"/>
                      <a:pt x="7973" y="10809"/>
                    </a:cubicBezTo>
                    <a:lnTo>
                      <a:pt x="8040" y="10642"/>
                    </a:lnTo>
                    <a:lnTo>
                      <a:pt x="2136" y="9474"/>
                    </a:lnTo>
                    <a:lnTo>
                      <a:pt x="1" y="15012"/>
                    </a:lnTo>
                    <a:lnTo>
                      <a:pt x="5171" y="18081"/>
                    </a:lnTo>
                    <a:lnTo>
                      <a:pt x="5271" y="17914"/>
                    </a:lnTo>
                    <a:lnTo>
                      <a:pt x="5271" y="17914"/>
                    </a:lnTo>
                    <a:cubicBezTo>
                      <a:pt x="5171" y="19048"/>
                      <a:pt x="5171" y="20149"/>
                      <a:pt x="5338" y="21216"/>
                    </a:cubicBezTo>
                    <a:lnTo>
                      <a:pt x="5271" y="21049"/>
                    </a:lnTo>
                    <a:lnTo>
                      <a:pt x="234" y="24385"/>
                    </a:lnTo>
                    <a:lnTo>
                      <a:pt x="2636" y="29856"/>
                    </a:lnTo>
                    <a:lnTo>
                      <a:pt x="8507" y="28388"/>
                    </a:lnTo>
                    <a:lnTo>
                      <a:pt x="8440" y="28221"/>
                    </a:lnTo>
                    <a:lnTo>
                      <a:pt x="8440" y="28221"/>
                    </a:lnTo>
                    <a:cubicBezTo>
                      <a:pt x="9141" y="29055"/>
                      <a:pt x="9941" y="29822"/>
                      <a:pt x="10808" y="30489"/>
                    </a:cubicBezTo>
                    <a:lnTo>
                      <a:pt x="10642" y="30389"/>
                    </a:lnTo>
                    <a:lnTo>
                      <a:pt x="9474" y="36327"/>
                    </a:lnTo>
                    <a:lnTo>
                      <a:pt x="15011" y="38428"/>
                    </a:lnTo>
                    <a:lnTo>
                      <a:pt x="18114" y="33258"/>
                    </a:lnTo>
                    <a:lnTo>
                      <a:pt x="17947" y="33191"/>
                    </a:lnTo>
                    <a:lnTo>
                      <a:pt x="17947" y="33191"/>
                    </a:lnTo>
                    <a:cubicBezTo>
                      <a:pt x="18386" y="33217"/>
                      <a:pt x="18816" y="33233"/>
                      <a:pt x="19241" y="33233"/>
                    </a:cubicBezTo>
                    <a:cubicBezTo>
                      <a:pt x="19913" y="33233"/>
                      <a:pt x="20575" y="33193"/>
                      <a:pt x="21249" y="33091"/>
                    </a:cubicBezTo>
                    <a:lnTo>
                      <a:pt x="21249" y="33091"/>
                    </a:lnTo>
                    <a:lnTo>
                      <a:pt x="21049" y="33191"/>
                    </a:lnTo>
                    <a:lnTo>
                      <a:pt x="24385" y="38228"/>
                    </a:lnTo>
                    <a:lnTo>
                      <a:pt x="29855" y="35827"/>
                    </a:lnTo>
                    <a:lnTo>
                      <a:pt x="28388" y="29922"/>
                    </a:lnTo>
                    <a:lnTo>
                      <a:pt x="28221" y="30022"/>
                    </a:lnTo>
                    <a:cubicBezTo>
                      <a:pt x="29055" y="29322"/>
                      <a:pt x="29822" y="28521"/>
                      <a:pt x="30489" y="27654"/>
                    </a:cubicBezTo>
                    <a:lnTo>
                      <a:pt x="30489" y="27654"/>
                    </a:lnTo>
                    <a:lnTo>
                      <a:pt x="30422" y="27821"/>
                    </a:lnTo>
                    <a:lnTo>
                      <a:pt x="36327" y="28988"/>
                    </a:lnTo>
                    <a:lnTo>
                      <a:pt x="38462" y="23418"/>
                    </a:lnTo>
                    <a:lnTo>
                      <a:pt x="33291" y="20349"/>
                    </a:lnTo>
                    <a:lnTo>
                      <a:pt x="33191" y="20516"/>
                    </a:lnTo>
                    <a:cubicBezTo>
                      <a:pt x="33291" y="19381"/>
                      <a:pt x="33291" y="18314"/>
                      <a:pt x="33124" y="17213"/>
                    </a:cubicBezTo>
                    <a:lnTo>
                      <a:pt x="33124" y="17213"/>
                    </a:lnTo>
                    <a:lnTo>
                      <a:pt x="33191" y="17380"/>
                    </a:lnTo>
                    <a:lnTo>
                      <a:pt x="38228" y="14044"/>
                    </a:lnTo>
                    <a:lnTo>
                      <a:pt x="35826" y="8574"/>
                    </a:lnTo>
                    <a:lnTo>
                      <a:pt x="29955" y="10041"/>
                    </a:lnTo>
                    <a:lnTo>
                      <a:pt x="30022" y="10208"/>
                    </a:lnTo>
                    <a:cubicBezTo>
                      <a:pt x="29322" y="9374"/>
                      <a:pt x="28521" y="8640"/>
                      <a:pt x="27654" y="7973"/>
                    </a:cubicBezTo>
                    <a:lnTo>
                      <a:pt x="27654" y="7973"/>
                    </a:lnTo>
                    <a:lnTo>
                      <a:pt x="27821" y="8040"/>
                    </a:lnTo>
                    <a:lnTo>
                      <a:pt x="28988" y="2136"/>
                    </a:lnTo>
                    <a:lnTo>
                      <a:pt x="2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51">
                <a:extLst>
                  <a:ext uri="{FF2B5EF4-FFF2-40B4-BE49-F238E27FC236}">
                    <a16:creationId xmlns:a16="http://schemas.microsoft.com/office/drawing/2014/main" id="{6E077124-ABB6-1EC1-D8B6-90D9BF48E59E}"/>
                  </a:ext>
                </a:extLst>
              </p:cNvPr>
              <p:cNvSpPr/>
              <p:nvPr/>
            </p:nvSpPr>
            <p:spPr>
              <a:xfrm>
                <a:off x="3706464" y="2356186"/>
                <a:ext cx="309311" cy="273505"/>
              </a:xfrm>
              <a:custGeom>
                <a:avLst/>
                <a:gdLst/>
                <a:ahLst/>
                <a:cxnLst/>
                <a:rect l="l" t="t" r="r" b="b"/>
                <a:pathLst>
                  <a:path w="18681" h="16516" extrusionOk="0">
                    <a:moveTo>
                      <a:pt x="9348" y="0"/>
                    </a:moveTo>
                    <a:cubicBezTo>
                      <a:pt x="6044" y="0"/>
                      <a:pt x="2919" y="2002"/>
                      <a:pt x="1635" y="5291"/>
                    </a:cubicBezTo>
                    <a:cubicBezTo>
                      <a:pt x="0" y="9527"/>
                      <a:pt x="2135" y="14297"/>
                      <a:pt x="6372" y="15965"/>
                    </a:cubicBezTo>
                    <a:cubicBezTo>
                      <a:pt x="7347" y="16338"/>
                      <a:pt x="8348" y="16515"/>
                      <a:pt x="9332" y="16515"/>
                    </a:cubicBezTo>
                    <a:cubicBezTo>
                      <a:pt x="12656" y="16515"/>
                      <a:pt x="15785" y="14497"/>
                      <a:pt x="17046" y="11228"/>
                    </a:cubicBezTo>
                    <a:cubicBezTo>
                      <a:pt x="18680" y="6959"/>
                      <a:pt x="16579" y="2189"/>
                      <a:pt x="12309" y="554"/>
                    </a:cubicBezTo>
                    <a:cubicBezTo>
                      <a:pt x="11336" y="178"/>
                      <a:pt x="10334" y="0"/>
                      <a:pt x="93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51" name="Google Shape;1551;p51">
              <a:extLst>
                <a:ext uri="{FF2B5EF4-FFF2-40B4-BE49-F238E27FC236}">
                  <a16:creationId xmlns:a16="http://schemas.microsoft.com/office/drawing/2014/main" id="{31FB6579-724A-BB05-5116-D70CD81F275A}"/>
                </a:ext>
              </a:extLst>
            </p:cNvPr>
            <p:cNvSpPr/>
            <p:nvPr/>
          </p:nvSpPr>
          <p:spPr>
            <a:xfrm>
              <a:off x="5468209" y="1827407"/>
              <a:ext cx="417859" cy="415110"/>
            </a:xfrm>
            <a:custGeom>
              <a:avLst/>
              <a:gdLst/>
              <a:ahLst/>
              <a:cxnLst/>
              <a:rect l="l" t="t" r="r" b="b"/>
              <a:pathLst>
                <a:path w="19415" h="19285" extrusionOk="0">
                  <a:moveTo>
                    <a:pt x="1112" y="0"/>
                  </a:moveTo>
                  <a:cubicBezTo>
                    <a:pt x="741" y="0"/>
                    <a:pt x="370" y="13"/>
                    <a:pt x="0" y="37"/>
                  </a:cubicBezTo>
                  <a:cubicBezTo>
                    <a:pt x="2502" y="204"/>
                    <a:pt x="4970" y="804"/>
                    <a:pt x="7239" y="1772"/>
                  </a:cubicBezTo>
                  <a:cubicBezTo>
                    <a:pt x="9507" y="2773"/>
                    <a:pt x="11575" y="4207"/>
                    <a:pt x="13343" y="5941"/>
                  </a:cubicBezTo>
                  <a:cubicBezTo>
                    <a:pt x="15078" y="7709"/>
                    <a:pt x="16512" y="9778"/>
                    <a:pt x="17513" y="12046"/>
                  </a:cubicBezTo>
                  <a:cubicBezTo>
                    <a:pt x="18513" y="14347"/>
                    <a:pt x="19080" y="16783"/>
                    <a:pt x="19247" y="19284"/>
                  </a:cubicBezTo>
                  <a:cubicBezTo>
                    <a:pt x="19414" y="16749"/>
                    <a:pt x="19014" y="14181"/>
                    <a:pt x="18080" y="11779"/>
                  </a:cubicBezTo>
                  <a:cubicBezTo>
                    <a:pt x="17179" y="9411"/>
                    <a:pt x="15745" y="7209"/>
                    <a:pt x="13910" y="5374"/>
                  </a:cubicBezTo>
                  <a:cubicBezTo>
                    <a:pt x="12075" y="3573"/>
                    <a:pt x="9874" y="2139"/>
                    <a:pt x="7506" y="1205"/>
                  </a:cubicBezTo>
                  <a:cubicBezTo>
                    <a:pt x="5430" y="409"/>
                    <a:pt x="3258" y="0"/>
                    <a:pt x="1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51">
              <a:extLst>
                <a:ext uri="{FF2B5EF4-FFF2-40B4-BE49-F238E27FC236}">
                  <a16:creationId xmlns:a16="http://schemas.microsoft.com/office/drawing/2014/main" id="{BD700A11-9353-71DA-DECA-72C49F62E7A7}"/>
                </a:ext>
              </a:extLst>
            </p:cNvPr>
            <p:cNvSpPr/>
            <p:nvPr/>
          </p:nvSpPr>
          <p:spPr>
            <a:xfrm>
              <a:off x="5591684" y="1782936"/>
              <a:ext cx="337451" cy="336070"/>
            </a:xfrm>
            <a:custGeom>
              <a:avLst/>
              <a:gdLst/>
              <a:ahLst/>
              <a:cxnLst/>
              <a:rect l="l" t="t" r="r" b="b"/>
              <a:pathLst>
                <a:path w="15679" h="15613" extrusionOk="0">
                  <a:moveTo>
                    <a:pt x="696" y="1"/>
                  </a:moveTo>
                  <a:cubicBezTo>
                    <a:pt x="465" y="1"/>
                    <a:pt x="233" y="12"/>
                    <a:pt x="1" y="35"/>
                  </a:cubicBezTo>
                  <a:cubicBezTo>
                    <a:pt x="2002" y="202"/>
                    <a:pt x="3803" y="1036"/>
                    <a:pt x="5471" y="2070"/>
                  </a:cubicBezTo>
                  <a:cubicBezTo>
                    <a:pt x="7106" y="3104"/>
                    <a:pt x="8607" y="4372"/>
                    <a:pt x="9941" y="5739"/>
                  </a:cubicBezTo>
                  <a:cubicBezTo>
                    <a:pt x="11275" y="7107"/>
                    <a:pt x="12476" y="8608"/>
                    <a:pt x="13510" y="10242"/>
                  </a:cubicBezTo>
                  <a:cubicBezTo>
                    <a:pt x="14511" y="11877"/>
                    <a:pt x="15412" y="13645"/>
                    <a:pt x="15612" y="15613"/>
                  </a:cubicBezTo>
                  <a:cubicBezTo>
                    <a:pt x="15678" y="14612"/>
                    <a:pt x="15512" y="13611"/>
                    <a:pt x="15245" y="12644"/>
                  </a:cubicBezTo>
                  <a:cubicBezTo>
                    <a:pt x="14945" y="11710"/>
                    <a:pt x="14511" y="10776"/>
                    <a:pt x="14077" y="9909"/>
                  </a:cubicBezTo>
                  <a:cubicBezTo>
                    <a:pt x="13110" y="8108"/>
                    <a:pt x="11842" y="6540"/>
                    <a:pt x="10475" y="5105"/>
                  </a:cubicBezTo>
                  <a:cubicBezTo>
                    <a:pt x="9074" y="3704"/>
                    <a:pt x="7473" y="2437"/>
                    <a:pt x="5738" y="1469"/>
                  </a:cubicBezTo>
                  <a:cubicBezTo>
                    <a:pt x="4175" y="644"/>
                    <a:pt x="2456" y="1"/>
                    <a:pt x="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3" name="Google Shape;1553;p51">
              <a:extLst>
                <a:ext uri="{FF2B5EF4-FFF2-40B4-BE49-F238E27FC236}">
                  <a16:creationId xmlns:a16="http://schemas.microsoft.com/office/drawing/2014/main" id="{7D9DFBD5-A64F-6499-E668-7BAE48FA1650}"/>
                </a:ext>
              </a:extLst>
            </p:cNvPr>
            <p:cNvGrpSpPr/>
            <p:nvPr/>
          </p:nvGrpSpPr>
          <p:grpSpPr>
            <a:xfrm>
              <a:off x="4053883" y="1747665"/>
              <a:ext cx="457502" cy="457178"/>
              <a:chOff x="3542978" y="2293007"/>
              <a:chExt cx="636835" cy="636384"/>
            </a:xfrm>
          </p:grpSpPr>
          <p:sp>
            <p:nvSpPr>
              <p:cNvPr id="1554" name="Google Shape;1554;p51">
                <a:extLst>
                  <a:ext uri="{FF2B5EF4-FFF2-40B4-BE49-F238E27FC236}">
                    <a16:creationId xmlns:a16="http://schemas.microsoft.com/office/drawing/2014/main" id="{01EC3F16-6E01-176B-0AB9-E19E272592A0}"/>
                  </a:ext>
                </a:extLst>
              </p:cNvPr>
              <p:cNvSpPr/>
              <p:nvPr/>
            </p:nvSpPr>
            <p:spPr>
              <a:xfrm>
                <a:off x="3542978" y="2293007"/>
                <a:ext cx="636835" cy="636384"/>
              </a:xfrm>
              <a:custGeom>
                <a:avLst/>
                <a:gdLst/>
                <a:ahLst/>
                <a:cxnLst/>
                <a:rect l="l" t="t" r="r" b="b"/>
                <a:pathLst>
                  <a:path w="38462" h="38429" extrusionOk="0">
                    <a:moveTo>
                      <a:pt x="23451" y="1"/>
                    </a:moveTo>
                    <a:lnTo>
                      <a:pt x="20349" y="5171"/>
                    </a:lnTo>
                    <a:lnTo>
                      <a:pt x="20515" y="5238"/>
                    </a:lnTo>
                    <a:cubicBezTo>
                      <a:pt x="20076" y="5212"/>
                      <a:pt x="19647" y="5196"/>
                      <a:pt x="19221" y="5196"/>
                    </a:cubicBezTo>
                    <a:cubicBezTo>
                      <a:pt x="18549" y="5196"/>
                      <a:pt x="17887" y="5236"/>
                      <a:pt x="17213" y="5338"/>
                    </a:cubicBezTo>
                    <a:lnTo>
                      <a:pt x="17380" y="5238"/>
                    </a:lnTo>
                    <a:lnTo>
                      <a:pt x="14044" y="201"/>
                    </a:lnTo>
                    <a:lnTo>
                      <a:pt x="8607" y="2636"/>
                    </a:lnTo>
                    <a:lnTo>
                      <a:pt x="10041" y="8507"/>
                    </a:lnTo>
                    <a:lnTo>
                      <a:pt x="10208" y="8407"/>
                    </a:lnTo>
                    <a:lnTo>
                      <a:pt x="10208" y="8407"/>
                    </a:lnTo>
                    <a:cubicBezTo>
                      <a:pt x="9374" y="9141"/>
                      <a:pt x="8640" y="9908"/>
                      <a:pt x="7973" y="10809"/>
                    </a:cubicBezTo>
                    <a:lnTo>
                      <a:pt x="8040" y="10642"/>
                    </a:lnTo>
                    <a:lnTo>
                      <a:pt x="2136" y="9474"/>
                    </a:lnTo>
                    <a:lnTo>
                      <a:pt x="1" y="15012"/>
                    </a:lnTo>
                    <a:lnTo>
                      <a:pt x="5171" y="18081"/>
                    </a:lnTo>
                    <a:lnTo>
                      <a:pt x="5271" y="17914"/>
                    </a:lnTo>
                    <a:lnTo>
                      <a:pt x="5271" y="17914"/>
                    </a:lnTo>
                    <a:cubicBezTo>
                      <a:pt x="5171" y="19048"/>
                      <a:pt x="5171" y="20149"/>
                      <a:pt x="5338" y="21216"/>
                    </a:cubicBezTo>
                    <a:lnTo>
                      <a:pt x="5271" y="21049"/>
                    </a:lnTo>
                    <a:lnTo>
                      <a:pt x="234" y="24385"/>
                    </a:lnTo>
                    <a:lnTo>
                      <a:pt x="2636" y="29856"/>
                    </a:lnTo>
                    <a:lnTo>
                      <a:pt x="8507" y="28388"/>
                    </a:lnTo>
                    <a:lnTo>
                      <a:pt x="8440" y="28221"/>
                    </a:lnTo>
                    <a:lnTo>
                      <a:pt x="8440" y="28221"/>
                    </a:lnTo>
                    <a:cubicBezTo>
                      <a:pt x="9141" y="29055"/>
                      <a:pt x="9941" y="29822"/>
                      <a:pt x="10808" y="30489"/>
                    </a:cubicBezTo>
                    <a:lnTo>
                      <a:pt x="10642" y="30389"/>
                    </a:lnTo>
                    <a:lnTo>
                      <a:pt x="9474" y="36327"/>
                    </a:lnTo>
                    <a:lnTo>
                      <a:pt x="15011" y="38428"/>
                    </a:lnTo>
                    <a:lnTo>
                      <a:pt x="18114" y="33258"/>
                    </a:lnTo>
                    <a:lnTo>
                      <a:pt x="17947" y="33191"/>
                    </a:lnTo>
                    <a:lnTo>
                      <a:pt x="17947" y="33191"/>
                    </a:lnTo>
                    <a:cubicBezTo>
                      <a:pt x="18386" y="33217"/>
                      <a:pt x="18816" y="33233"/>
                      <a:pt x="19241" y="33233"/>
                    </a:cubicBezTo>
                    <a:cubicBezTo>
                      <a:pt x="19913" y="33233"/>
                      <a:pt x="20575" y="33193"/>
                      <a:pt x="21249" y="33091"/>
                    </a:cubicBezTo>
                    <a:lnTo>
                      <a:pt x="21249" y="33091"/>
                    </a:lnTo>
                    <a:lnTo>
                      <a:pt x="21049" y="33191"/>
                    </a:lnTo>
                    <a:lnTo>
                      <a:pt x="24385" y="38228"/>
                    </a:lnTo>
                    <a:lnTo>
                      <a:pt x="29855" y="35827"/>
                    </a:lnTo>
                    <a:lnTo>
                      <a:pt x="28388" y="29922"/>
                    </a:lnTo>
                    <a:lnTo>
                      <a:pt x="28221" y="30022"/>
                    </a:lnTo>
                    <a:cubicBezTo>
                      <a:pt x="29055" y="29322"/>
                      <a:pt x="29822" y="28521"/>
                      <a:pt x="30489" y="27654"/>
                    </a:cubicBezTo>
                    <a:lnTo>
                      <a:pt x="30489" y="27654"/>
                    </a:lnTo>
                    <a:lnTo>
                      <a:pt x="30422" y="27821"/>
                    </a:lnTo>
                    <a:lnTo>
                      <a:pt x="36327" y="28988"/>
                    </a:lnTo>
                    <a:lnTo>
                      <a:pt x="38462" y="23418"/>
                    </a:lnTo>
                    <a:lnTo>
                      <a:pt x="33291" y="20349"/>
                    </a:lnTo>
                    <a:lnTo>
                      <a:pt x="33191" y="20516"/>
                    </a:lnTo>
                    <a:cubicBezTo>
                      <a:pt x="33291" y="19381"/>
                      <a:pt x="33291" y="18314"/>
                      <a:pt x="33124" y="17213"/>
                    </a:cubicBezTo>
                    <a:lnTo>
                      <a:pt x="33124" y="17213"/>
                    </a:lnTo>
                    <a:lnTo>
                      <a:pt x="33191" y="17380"/>
                    </a:lnTo>
                    <a:lnTo>
                      <a:pt x="38228" y="14044"/>
                    </a:lnTo>
                    <a:lnTo>
                      <a:pt x="35826" y="8574"/>
                    </a:lnTo>
                    <a:lnTo>
                      <a:pt x="29955" y="10041"/>
                    </a:lnTo>
                    <a:lnTo>
                      <a:pt x="30022" y="10208"/>
                    </a:lnTo>
                    <a:cubicBezTo>
                      <a:pt x="29322" y="9374"/>
                      <a:pt x="28521" y="8640"/>
                      <a:pt x="27654" y="7973"/>
                    </a:cubicBezTo>
                    <a:lnTo>
                      <a:pt x="27654" y="7973"/>
                    </a:lnTo>
                    <a:lnTo>
                      <a:pt x="27821" y="8040"/>
                    </a:lnTo>
                    <a:lnTo>
                      <a:pt x="28988" y="2136"/>
                    </a:lnTo>
                    <a:lnTo>
                      <a:pt x="23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51">
                <a:extLst>
                  <a:ext uri="{FF2B5EF4-FFF2-40B4-BE49-F238E27FC236}">
                    <a16:creationId xmlns:a16="http://schemas.microsoft.com/office/drawing/2014/main" id="{8835DD89-227E-FD1D-D0BC-FBD02BFA7251}"/>
                  </a:ext>
                </a:extLst>
              </p:cNvPr>
              <p:cNvSpPr/>
              <p:nvPr/>
            </p:nvSpPr>
            <p:spPr>
              <a:xfrm>
                <a:off x="3706464" y="2474411"/>
                <a:ext cx="309311" cy="273505"/>
              </a:xfrm>
              <a:custGeom>
                <a:avLst/>
                <a:gdLst/>
                <a:ahLst/>
                <a:cxnLst/>
                <a:rect l="l" t="t" r="r" b="b"/>
                <a:pathLst>
                  <a:path w="18681" h="16516" extrusionOk="0">
                    <a:moveTo>
                      <a:pt x="9348" y="0"/>
                    </a:moveTo>
                    <a:cubicBezTo>
                      <a:pt x="6044" y="0"/>
                      <a:pt x="2919" y="2002"/>
                      <a:pt x="1635" y="5291"/>
                    </a:cubicBezTo>
                    <a:cubicBezTo>
                      <a:pt x="0" y="9527"/>
                      <a:pt x="2135" y="14297"/>
                      <a:pt x="6372" y="15965"/>
                    </a:cubicBezTo>
                    <a:cubicBezTo>
                      <a:pt x="7347" y="16338"/>
                      <a:pt x="8348" y="16515"/>
                      <a:pt x="9332" y="16515"/>
                    </a:cubicBezTo>
                    <a:cubicBezTo>
                      <a:pt x="12656" y="16515"/>
                      <a:pt x="15785" y="14497"/>
                      <a:pt x="17046" y="11228"/>
                    </a:cubicBezTo>
                    <a:cubicBezTo>
                      <a:pt x="18680" y="6959"/>
                      <a:pt x="16579" y="2189"/>
                      <a:pt x="12309" y="554"/>
                    </a:cubicBezTo>
                    <a:cubicBezTo>
                      <a:pt x="11336" y="178"/>
                      <a:pt x="10334" y="0"/>
                      <a:pt x="93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6" name="Google Shape;1556;p51">
              <a:extLst>
                <a:ext uri="{FF2B5EF4-FFF2-40B4-BE49-F238E27FC236}">
                  <a16:creationId xmlns:a16="http://schemas.microsoft.com/office/drawing/2014/main" id="{C6A90B1E-C08A-11D0-DBC6-9655E328711F}"/>
                </a:ext>
              </a:extLst>
            </p:cNvPr>
            <p:cNvGrpSpPr/>
            <p:nvPr/>
          </p:nvGrpSpPr>
          <p:grpSpPr>
            <a:xfrm>
              <a:off x="4605016" y="1517900"/>
              <a:ext cx="657341" cy="656876"/>
              <a:chOff x="4605016" y="1517900"/>
              <a:chExt cx="657341" cy="656876"/>
            </a:xfrm>
          </p:grpSpPr>
          <p:sp>
            <p:nvSpPr>
              <p:cNvPr id="1557" name="Google Shape;1557;p51">
                <a:extLst>
                  <a:ext uri="{FF2B5EF4-FFF2-40B4-BE49-F238E27FC236}">
                    <a16:creationId xmlns:a16="http://schemas.microsoft.com/office/drawing/2014/main" id="{4366FDF6-6A1A-60F2-DC0E-5DB6006DACB0}"/>
                  </a:ext>
                </a:extLst>
              </p:cNvPr>
              <p:cNvSpPr/>
              <p:nvPr/>
            </p:nvSpPr>
            <p:spPr>
              <a:xfrm>
                <a:off x="4605016" y="1517900"/>
                <a:ext cx="657341" cy="656876"/>
              </a:xfrm>
              <a:custGeom>
                <a:avLst/>
                <a:gdLst/>
                <a:ahLst/>
                <a:cxnLst/>
                <a:rect l="l" t="t" r="r" b="b"/>
                <a:pathLst>
                  <a:path w="38462" h="38429" extrusionOk="0">
                    <a:moveTo>
                      <a:pt x="23451" y="1"/>
                    </a:moveTo>
                    <a:lnTo>
                      <a:pt x="20349" y="5171"/>
                    </a:lnTo>
                    <a:lnTo>
                      <a:pt x="20515" y="5238"/>
                    </a:lnTo>
                    <a:cubicBezTo>
                      <a:pt x="20076" y="5212"/>
                      <a:pt x="19647" y="5196"/>
                      <a:pt x="19221" y="5196"/>
                    </a:cubicBezTo>
                    <a:cubicBezTo>
                      <a:pt x="18549" y="5196"/>
                      <a:pt x="17887" y="5236"/>
                      <a:pt x="17213" y="5338"/>
                    </a:cubicBezTo>
                    <a:lnTo>
                      <a:pt x="17380" y="5238"/>
                    </a:lnTo>
                    <a:lnTo>
                      <a:pt x="14044" y="201"/>
                    </a:lnTo>
                    <a:lnTo>
                      <a:pt x="8607" y="2636"/>
                    </a:lnTo>
                    <a:lnTo>
                      <a:pt x="10041" y="8507"/>
                    </a:lnTo>
                    <a:lnTo>
                      <a:pt x="10208" y="8407"/>
                    </a:lnTo>
                    <a:lnTo>
                      <a:pt x="10208" y="8407"/>
                    </a:lnTo>
                    <a:cubicBezTo>
                      <a:pt x="9374" y="9141"/>
                      <a:pt x="8640" y="9908"/>
                      <a:pt x="7973" y="10809"/>
                    </a:cubicBezTo>
                    <a:lnTo>
                      <a:pt x="8040" y="10642"/>
                    </a:lnTo>
                    <a:lnTo>
                      <a:pt x="2136" y="9474"/>
                    </a:lnTo>
                    <a:lnTo>
                      <a:pt x="1" y="15012"/>
                    </a:lnTo>
                    <a:lnTo>
                      <a:pt x="5171" y="18081"/>
                    </a:lnTo>
                    <a:lnTo>
                      <a:pt x="5271" y="17914"/>
                    </a:lnTo>
                    <a:lnTo>
                      <a:pt x="5271" y="17914"/>
                    </a:lnTo>
                    <a:cubicBezTo>
                      <a:pt x="5171" y="19048"/>
                      <a:pt x="5171" y="20149"/>
                      <a:pt x="5338" y="21216"/>
                    </a:cubicBezTo>
                    <a:lnTo>
                      <a:pt x="5271" y="21049"/>
                    </a:lnTo>
                    <a:lnTo>
                      <a:pt x="234" y="24385"/>
                    </a:lnTo>
                    <a:lnTo>
                      <a:pt x="2636" y="29856"/>
                    </a:lnTo>
                    <a:lnTo>
                      <a:pt x="8507" y="28388"/>
                    </a:lnTo>
                    <a:lnTo>
                      <a:pt x="8440" y="28221"/>
                    </a:lnTo>
                    <a:lnTo>
                      <a:pt x="8440" y="28221"/>
                    </a:lnTo>
                    <a:cubicBezTo>
                      <a:pt x="9141" y="29055"/>
                      <a:pt x="9941" y="29822"/>
                      <a:pt x="10808" y="30489"/>
                    </a:cubicBezTo>
                    <a:lnTo>
                      <a:pt x="10642" y="30389"/>
                    </a:lnTo>
                    <a:lnTo>
                      <a:pt x="9474" y="36327"/>
                    </a:lnTo>
                    <a:lnTo>
                      <a:pt x="15011" y="38428"/>
                    </a:lnTo>
                    <a:lnTo>
                      <a:pt x="18114" y="33258"/>
                    </a:lnTo>
                    <a:lnTo>
                      <a:pt x="17947" y="33191"/>
                    </a:lnTo>
                    <a:lnTo>
                      <a:pt x="17947" y="33191"/>
                    </a:lnTo>
                    <a:cubicBezTo>
                      <a:pt x="18386" y="33217"/>
                      <a:pt x="18816" y="33233"/>
                      <a:pt x="19241" y="33233"/>
                    </a:cubicBezTo>
                    <a:cubicBezTo>
                      <a:pt x="19913" y="33233"/>
                      <a:pt x="20575" y="33193"/>
                      <a:pt x="21249" y="33091"/>
                    </a:cubicBezTo>
                    <a:lnTo>
                      <a:pt x="21249" y="33091"/>
                    </a:lnTo>
                    <a:lnTo>
                      <a:pt x="21049" y="33191"/>
                    </a:lnTo>
                    <a:lnTo>
                      <a:pt x="24385" y="38228"/>
                    </a:lnTo>
                    <a:lnTo>
                      <a:pt x="29855" y="35827"/>
                    </a:lnTo>
                    <a:lnTo>
                      <a:pt x="28388" y="29922"/>
                    </a:lnTo>
                    <a:lnTo>
                      <a:pt x="28221" y="30022"/>
                    </a:lnTo>
                    <a:cubicBezTo>
                      <a:pt x="29055" y="29322"/>
                      <a:pt x="29822" y="28521"/>
                      <a:pt x="30489" y="27654"/>
                    </a:cubicBezTo>
                    <a:lnTo>
                      <a:pt x="30489" y="27654"/>
                    </a:lnTo>
                    <a:lnTo>
                      <a:pt x="30422" y="27821"/>
                    </a:lnTo>
                    <a:lnTo>
                      <a:pt x="36327" y="28988"/>
                    </a:lnTo>
                    <a:lnTo>
                      <a:pt x="38462" y="23418"/>
                    </a:lnTo>
                    <a:lnTo>
                      <a:pt x="33291" y="20349"/>
                    </a:lnTo>
                    <a:lnTo>
                      <a:pt x="33191" y="20516"/>
                    </a:lnTo>
                    <a:cubicBezTo>
                      <a:pt x="33291" y="19381"/>
                      <a:pt x="33291" y="18314"/>
                      <a:pt x="33124" y="17213"/>
                    </a:cubicBezTo>
                    <a:lnTo>
                      <a:pt x="33124" y="17213"/>
                    </a:lnTo>
                    <a:lnTo>
                      <a:pt x="33191" y="17380"/>
                    </a:lnTo>
                    <a:lnTo>
                      <a:pt x="38228" y="14044"/>
                    </a:lnTo>
                    <a:lnTo>
                      <a:pt x="35826" y="8574"/>
                    </a:lnTo>
                    <a:lnTo>
                      <a:pt x="29955" y="10041"/>
                    </a:lnTo>
                    <a:lnTo>
                      <a:pt x="30022" y="10208"/>
                    </a:lnTo>
                    <a:cubicBezTo>
                      <a:pt x="29322" y="9374"/>
                      <a:pt x="28521" y="8640"/>
                      <a:pt x="27654" y="7973"/>
                    </a:cubicBezTo>
                    <a:lnTo>
                      <a:pt x="27654" y="7973"/>
                    </a:lnTo>
                    <a:lnTo>
                      <a:pt x="27821" y="8040"/>
                    </a:lnTo>
                    <a:lnTo>
                      <a:pt x="28988" y="2136"/>
                    </a:lnTo>
                    <a:lnTo>
                      <a:pt x="2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51">
                <a:extLst>
                  <a:ext uri="{FF2B5EF4-FFF2-40B4-BE49-F238E27FC236}">
                    <a16:creationId xmlns:a16="http://schemas.microsoft.com/office/drawing/2014/main" id="{51FC1768-DC58-ED55-8358-33184AD2005C}"/>
                  </a:ext>
                </a:extLst>
              </p:cNvPr>
              <p:cNvSpPr/>
              <p:nvPr/>
            </p:nvSpPr>
            <p:spPr>
              <a:xfrm>
                <a:off x="4773767" y="1705144"/>
                <a:ext cx="319270" cy="282312"/>
              </a:xfrm>
              <a:custGeom>
                <a:avLst/>
                <a:gdLst/>
                <a:ahLst/>
                <a:cxnLst/>
                <a:rect l="l" t="t" r="r" b="b"/>
                <a:pathLst>
                  <a:path w="18681" h="16516" extrusionOk="0">
                    <a:moveTo>
                      <a:pt x="9348" y="0"/>
                    </a:moveTo>
                    <a:cubicBezTo>
                      <a:pt x="6044" y="0"/>
                      <a:pt x="2919" y="2002"/>
                      <a:pt x="1635" y="5291"/>
                    </a:cubicBezTo>
                    <a:cubicBezTo>
                      <a:pt x="0" y="9527"/>
                      <a:pt x="2135" y="14297"/>
                      <a:pt x="6372" y="15965"/>
                    </a:cubicBezTo>
                    <a:cubicBezTo>
                      <a:pt x="7347" y="16338"/>
                      <a:pt x="8348" y="16515"/>
                      <a:pt x="9332" y="16515"/>
                    </a:cubicBezTo>
                    <a:cubicBezTo>
                      <a:pt x="12656" y="16515"/>
                      <a:pt x="15785" y="14497"/>
                      <a:pt x="17046" y="11228"/>
                    </a:cubicBezTo>
                    <a:cubicBezTo>
                      <a:pt x="18680" y="6959"/>
                      <a:pt x="16579" y="2189"/>
                      <a:pt x="12309" y="554"/>
                    </a:cubicBezTo>
                    <a:cubicBezTo>
                      <a:pt x="11336" y="178"/>
                      <a:pt x="10334" y="0"/>
                      <a:pt x="93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9" name="Google Shape;1559;p51">
              <a:extLst>
                <a:ext uri="{FF2B5EF4-FFF2-40B4-BE49-F238E27FC236}">
                  <a16:creationId xmlns:a16="http://schemas.microsoft.com/office/drawing/2014/main" id="{7A295CF3-6B96-7FE3-9B26-63A314370818}"/>
                </a:ext>
              </a:extLst>
            </p:cNvPr>
            <p:cNvGrpSpPr/>
            <p:nvPr/>
          </p:nvGrpSpPr>
          <p:grpSpPr>
            <a:xfrm>
              <a:off x="5191510" y="2018418"/>
              <a:ext cx="563917" cy="563582"/>
              <a:chOff x="3542978" y="2293007"/>
              <a:chExt cx="636835" cy="636384"/>
            </a:xfrm>
          </p:grpSpPr>
          <p:sp>
            <p:nvSpPr>
              <p:cNvPr id="1560" name="Google Shape;1560;p51">
                <a:extLst>
                  <a:ext uri="{FF2B5EF4-FFF2-40B4-BE49-F238E27FC236}">
                    <a16:creationId xmlns:a16="http://schemas.microsoft.com/office/drawing/2014/main" id="{995634D5-D3CE-56DE-CC0D-706023AED47B}"/>
                  </a:ext>
                </a:extLst>
              </p:cNvPr>
              <p:cNvSpPr/>
              <p:nvPr/>
            </p:nvSpPr>
            <p:spPr>
              <a:xfrm>
                <a:off x="3542978" y="2293007"/>
                <a:ext cx="636835" cy="636384"/>
              </a:xfrm>
              <a:custGeom>
                <a:avLst/>
                <a:gdLst/>
                <a:ahLst/>
                <a:cxnLst/>
                <a:rect l="l" t="t" r="r" b="b"/>
                <a:pathLst>
                  <a:path w="38462" h="38429" extrusionOk="0">
                    <a:moveTo>
                      <a:pt x="23451" y="1"/>
                    </a:moveTo>
                    <a:lnTo>
                      <a:pt x="20349" y="5171"/>
                    </a:lnTo>
                    <a:lnTo>
                      <a:pt x="20515" y="5238"/>
                    </a:lnTo>
                    <a:cubicBezTo>
                      <a:pt x="20076" y="5212"/>
                      <a:pt x="19647" y="5196"/>
                      <a:pt x="19221" y="5196"/>
                    </a:cubicBezTo>
                    <a:cubicBezTo>
                      <a:pt x="18549" y="5196"/>
                      <a:pt x="17887" y="5236"/>
                      <a:pt x="17213" y="5338"/>
                    </a:cubicBezTo>
                    <a:lnTo>
                      <a:pt x="17380" y="5238"/>
                    </a:lnTo>
                    <a:lnTo>
                      <a:pt x="14044" y="201"/>
                    </a:lnTo>
                    <a:lnTo>
                      <a:pt x="8607" y="2636"/>
                    </a:lnTo>
                    <a:lnTo>
                      <a:pt x="10041" y="8507"/>
                    </a:lnTo>
                    <a:lnTo>
                      <a:pt x="10208" y="8407"/>
                    </a:lnTo>
                    <a:lnTo>
                      <a:pt x="10208" y="8407"/>
                    </a:lnTo>
                    <a:cubicBezTo>
                      <a:pt x="9374" y="9141"/>
                      <a:pt x="8640" y="9908"/>
                      <a:pt x="7973" y="10809"/>
                    </a:cubicBezTo>
                    <a:lnTo>
                      <a:pt x="8040" y="10642"/>
                    </a:lnTo>
                    <a:lnTo>
                      <a:pt x="2136" y="9474"/>
                    </a:lnTo>
                    <a:lnTo>
                      <a:pt x="1" y="15012"/>
                    </a:lnTo>
                    <a:lnTo>
                      <a:pt x="5171" y="18081"/>
                    </a:lnTo>
                    <a:lnTo>
                      <a:pt x="5271" y="17914"/>
                    </a:lnTo>
                    <a:lnTo>
                      <a:pt x="5271" y="17914"/>
                    </a:lnTo>
                    <a:cubicBezTo>
                      <a:pt x="5171" y="19048"/>
                      <a:pt x="5171" y="20149"/>
                      <a:pt x="5338" y="21216"/>
                    </a:cubicBezTo>
                    <a:lnTo>
                      <a:pt x="5271" y="21049"/>
                    </a:lnTo>
                    <a:lnTo>
                      <a:pt x="234" y="24385"/>
                    </a:lnTo>
                    <a:lnTo>
                      <a:pt x="2636" y="29856"/>
                    </a:lnTo>
                    <a:lnTo>
                      <a:pt x="8507" y="28388"/>
                    </a:lnTo>
                    <a:lnTo>
                      <a:pt x="8440" y="28221"/>
                    </a:lnTo>
                    <a:lnTo>
                      <a:pt x="8440" y="28221"/>
                    </a:lnTo>
                    <a:cubicBezTo>
                      <a:pt x="9141" y="29055"/>
                      <a:pt x="9941" y="29822"/>
                      <a:pt x="10808" y="30489"/>
                    </a:cubicBezTo>
                    <a:lnTo>
                      <a:pt x="10642" y="30389"/>
                    </a:lnTo>
                    <a:lnTo>
                      <a:pt x="9474" y="36327"/>
                    </a:lnTo>
                    <a:lnTo>
                      <a:pt x="15011" y="38428"/>
                    </a:lnTo>
                    <a:lnTo>
                      <a:pt x="18114" y="33258"/>
                    </a:lnTo>
                    <a:lnTo>
                      <a:pt x="17947" y="33191"/>
                    </a:lnTo>
                    <a:lnTo>
                      <a:pt x="17947" y="33191"/>
                    </a:lnTo>
                    <a:cubicBezTo>
                      <a:pt x="18386" y="33217"/>
                      <a:pt x="18816" y="33233"/>
                      <a:pt x="19241" y="33233"/>
                    </a:cubicBezTo>
                    <a:cubicBezTo>
                      <a:pt x="19913" y="33233"/>
                      <a:pt x="20575" y="33193"/>
                      <a:pt x="21249" y="33091"/>
                    </a:cubicBezTo>
                    <a:lnTo>
                      <a:pt x="21249" y="33091"/>
                    </a:lnTo>
                    <a:lnTo>
                      <a:pt x="21049" y="33191"/>
                    </a:lnTo>
                    <a:lnTo>
                      <a:pt x="24385" y="38228"/>
                    </a:lnTo>
                    <a:lnTo>
                      <a:pt x="29855" y="35827"/>
                    </a:lnTo>
                    <a:lnTo>
                      <a:pt x="28388" y="29922"/>
                    </a:lnTo>
                    <a:lnTo>
                      <a:pt x="28221" y="30022"/>
                    </a:lnTo>
                    <a:cubicBezTo>
                      <a:pt x="29055" y="29322"/>
                      <a:pt x="29822" y="28521"/>
                      <a:pt x="30489" y="27654"/>
                    </a:cubicBezTo>
                    <a:lnTo>
                      <a:pt x="30489" y="27654"/>
                    </a:lnTo>
                    <a:lnTo>
                      <a:pt x="30422" y="27821"/>
                    </a:lnTo>
                    <a:lnTo>
                      <a:pt x="36327" y="28988"/>
                    </a:lnTo>
                    <a:lnTo>
                      <a:pt x="38462" y="23418"/>
                    </a:lnTo>
                    <a:lnTo>
                      <a:pt x="33291" y="20349"/>
                    </a:lnTo>
                    <a:lnTo>
                      <a:pt x="33191" y="20516"/>
                    </a:lnTo>
                    <a:cubicBezTo>
                      <a:pt x="33291" y="19381"/>
                      <a:pt x="33291" y="18314"/>
                      <a:pt x="33124" y="17213"/>
                    </a:cubicBezTo>
                    <a:lnTo>
                      <a:pt x="33124" y="17213"/>
                    </a:lnTo>
                    <a:lnTo>
                      <a:pt x="33191" y="17380"/>
                    </a:lnTo>
                    <a:lnTo>
                      <a:pt x="38228" y="14044"/>
                    </a:lnTo>
                    <a:lnTo>
                      <a:pt x="35826" y="8574"/>
                    </a:lnTo>
                    <a:lnTo>
                      <a:pt x="29955" y="10041"/>
                    </a:lnTo>
                    <a:lnTo>
                      <a:pt x="30022" y="10208"/>
                    </a:lnTo>
                    <a:cubicBezTo>
                      <a:pt x="29322" y="9374"/>
                      <a:pt x="28521" y="8640"/>
                      <a:pt x="27654" y="7973"/>
                    </a:cubicBezTo>
                    <a:lnTo>
                      <a:pt x="27654" y="7973"/>
                    </a:lnTo>
                    <a:lnTo>
                      <a:pt x="27821" y="8040"/>
                    </a:lnTo>
                    <a:lnTo>
                      <a:pt x="28988" y="2136"/>
                    </a:lnTo>
                    <a:lnTo>
                      <a:pt x="234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51">
                <a:extLst>
                  <a:ext uri="{FF2B5EF4-FFF2-40B4-BE49-F238E27FC236}">
                    <a16:creationId xmlns:a16="http://schemas.microsoft.com/office/drawing/2014/main" id="{46983265-8E8B-FF16-5622-8D06E89B0C23}"/>
                  </a:ext>
                </a:extLst>
              </p:cNvPr>
              <p:cNvSpPr/>
              <p:nvPr/>
            </p:nvSpPr>
            <p:spPr>
              <a:xfrm>
                <a:off x="3706464" y="2474411"/>
                <a:ext cx="309311" cy="273505"/>
              </a:xfrm>
              <a:custGeom>
                <a:avLst/>
                <a:gdLst/>
                <a:ahLst/>
                <a:cxnLst/>
                <a:rect l="l" t="t" r="r" b="b"/>
                <a:pathLst>
                  <a:path w="18681" h="16516" extrusionOk="0">
                    <a:moveTo>
                      <a:pt x="9348" y="0"/>
                    </a:moveTo>
                    <a:cubicBezTo>
                      <a:pt x="6044" y="0"/>
                      <a:pt x="2919" y="2002"/>
                      <a:pt x="1635" y="5291"/>
                    </a:cubicBezTo>
                    <a:cubicBezTo>
                      <a:pt x="0" y="9527"/>
                      <a:pt x="2135" y="14297"/>
                      <a:pt x="6372" y="15965"/>
                    </a:cubicBezTo>
                    <a:cubicBezTo>
                      <a:pt x="7347" y="16338"/>
                      <a:pt x="8348" y="16515"/>
                      <a:pt x="9332" y="16515"/>
                    </a:cubicBezTo>
                    <a:cubicBezTo>
                      <a:pt x="12656" y="16515"/>
                      <a:pt x="15785" y="14497"/>
                      <a:pt x="17046" y="11228"/>
                    </a:cubicBezTo>
                    <a:cubicBezTo>
                      <a:pt x="18680" y="6959"/>
                      <a:pt x="16579" y="2189"/>
                      <a:pt x="12309" y="554"/>
                    </a:cubicBezTo>
                    <a:cubicBezTo>
                      <a:pt x="11336" y="178"/>
                      <a:pt x="10334" y="0"/>
                      <a:pt x="93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525;p51">
            <a:extLst>
              <a:ext uri="{FF2B5EF4-FFF2-40B4-BE49-F238E27FC236}">
                <a16:creationId xmlns:a16="http://schemas.microsoft.com/office/drawing/2014/main" id="{BC362164-E88B-3E22-D103-A3F62C8AAB76}"/>
              </a:ext>
            </a:extLst>
          </p:cNvPr>
          <p:cNvSpPr txBox="1">
            <a:spLocks/>
          </p:cNvSpPr>
          <p:nvPr/>
        </p:nvSpPr>
        <p:spPr>
          <a:xfrm>
            <a:off x="3736972" y="1464906"/>
            <a:ext cx="1931797" cy="32572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4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/>
              <a:t>Project Presentation</a:t>
            </a:r>
          </a:p>
        </p:txBody>
      </p:sp>
      <p:grpSp>
        <p:nvGrpSpPr>
          <p:cNvPr id="16" name="Google Shape;2317;p67">
            <a:extLst>
              <a:ext uri="{FF2B5EF4-FFF2-40B4-BE49-F238E27FC236}">
                <a16:creationId xmlns:a16="http://schemas.microsoft.com/office/drawing/2014/main" id="{254A13BE-29CD-6789-93C1-B103CBC698A3}"/>
              </a:ext>
            </a:extLst>
          </p:cNvPr>
          <p:cNvGrpSpPr/>
          <p:nvPr/>
        </p:nvGrpSpPr>
        <p:grpSpPr>
          <a:xfrm>
            <a:off x="1273592" y="1889067"/>
            <a:ext cx="1440345" cy="2389317"/>
            <a:chOff x="7559300" y="1285088"/>
            <a:chExt cx="1742925" cy="2573325"/>
          </a:xfrm>
        </p:grpSpPr>
        <p:sp>
          <p:nvSpPr>
            <p:cNvPr id="17" name="Google Shape;2318;p67">
              <a:extLst>
                <a:ext uri="{FF2B5EF4-FFF2-40B4-BE49-F238E27FC236}">
                  <a16:creationId xmlns:a16="http://schemas.microsoft.com/office/drawing/2014/main" id="{3B49B597-6859-8BD9-7D1E-165FE63D5C57}"/>
                </a:ext>
              </a:extLst>
            </p:cNvPr>
            <p:cNvSpPr/>
            <p:nvPr/>
          </p:nvSpPr>
          <p:spPr>
            <a:xfrm>
              <a:off x="7625175" y="1310088"/>
              <a:ext cx="319425" cy="330275"/>
            </a:xfrm>
            <a:custGeom>
              <a:avLst/>
              <a:gdLst/>
              <a:ahLst/>
              <a:cxnLst/>
              <a:rect l="l" t="t" r="r" b="b"/>
              <a:pathLst>
                <a:path w="12777" h="13211" extrusionOk="0">
                  <a:moveTo>
                    <a:pt x="6872" y="1"/>
                  </a:moveTo>
                  <a:lnTo>
                    <a:pt x="1" y="9407"/>
                  </a:lnTo>
                  <a:lnTo>
                    <a:pt x="5938" y="13210"/>
                  </a:lnTo>
                  <a:lnTo>
                    <a:pt x="12777" y="3703"/>
                  </a:lnTo>
                  <a:lnTo>
                    <a:pt x="68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19;p67">
              <a:extLst>
                <a:ext uri="{FF2B5EF4-FFF2-40B4-BE49-F238E27FC236}">
                  <a16:creationId xmlns:a16="http://schemas.microsoft.com/office/drawing/2014/main" id="{1F130989-176C-8409-146B-74F924E24153}"/>
                </a:ext>
              </a:extLst>
            </p:cNvPr>
            <p:cNvSpPr/>
            <p:nvPr/>
          </p:nvSpPr>
          <p:spPr>
            <a:xfrm>
              <a:off x="7627675" y="1296763"/>
              <a:ext cx="318600" cy="330250"/>
            </a:xfrm>
            <a:custGeom>
              <a:avLst/>
              <a:gdLst/>
              <a:ahLst/>
              <a:cxnLst/>
              <a:rect l="l" t="t" r="r" b="b"/>
              <a:pathLst>
                <a:path w="12744" h="13210" extrusionOk="0">
                  <a:moveTo>
                    <a:pt x="6839" y="0"/>
                  </a:moveTo>
                  <a:lnTo>
                    <a:pt x="1" y="9407"/>
                  </a:lnTo>
                  <a:lnTo>
                    <a:pt x="5872" y="13209"/>
                  </a:lnTo>
                  <a:lnTo>
                    <a:pt x="12743" y="3703"/>
                  </a:lnTo>
                  <a:lnTo>
                    <a:pt x="6839" y="0"/>
                  </a:lnTo>
                  <a:close/>
                </a:path>
              </a:pathLst>
            </a:custGeom>
            <a:solidFill>
              <a:srgbClr val="FF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20;p67">
              <a:extLst>
                <a:ext uri="{FF2B5EF4-FFF2-40B4-BE49-F238E27FC236}">
                  <a16:creationId xmlns:a16="http://schemas.microsoft.com/office/drawing/2014/main" id="{B4B021A3-EBB7-F58F-E447-FBD93E6A0256}"/>
                </a:ext>
              </a:extLst>
            </p:cNvPr>
            <p:cNvSpPr/>
            <p:nvPr/>
          </p:nvSpPr>
          <p:spPr>
            <a:xfrm>
              <a:off x="7758600" y="1377638"/>
              <a:ext cx="187675" cy="262725"/>
            </a:xfrm>
            <a:custGeom>
              <a:avLst/>
              <a:gdLst/>
              <a:ahLst/>
              <a:cxnLst/>
              <a:rect l="l" t="t" r="r" b="b"/>
              <a:pathLst>
                <a:path w="7507" h="10509" extrusionOk="0">
                  <a:moveTo>
                    <a:pt x="7506" y="1"/>
                  </a:moveTo>
                  <a:lnTo>
                    <a:pt x="801" y="4037"/>
                  </a:lnTo>
                  <a:lnTo>
                    <a:pt x="1" y="7873"/>
                  </a:lnTo>
                  <a:lnTo>
                    <a:pt x="601" y="10508"/>
                  </a:lnTo>
                  <a:lnTo>
                    <a:pt x="7440" y="1001"/>
                  </a:lnTo>
                  <a:lnTo>
                    <a:pt x="75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21;p67">
              <a:extLst>
                <a:ext uri="{FF2B5EF4-FFF2-40B4-BE49-F238E27FC236}">
                  <a16:creationId xmlns:a16="http://schemas.microsoft.com/office/drawing/2014/main" id="{3CCE8F46-7E97-F35F-F8A7-785E5B5CE880}"/>
                </a:ext>
              </a:extLst>
            </p:cNvPr>
            <p:cNvSpPr/>
            <p:nvPr/>
          </p:nvSpPr>
          <p:spPr>
            <a:xfrm>
              <a:off x="7628525" y="1285088"/>
              <a:ext cx="317750" cy="331075"/>
            </a:xfrm>
            <a:custGeom>
              <a:avLst/>
              <a:gdLst/>
              <a:ahLst/>
              <a:cxnLst/>
              <a:rect l="l" t="t" r="r" b="b"/>
              <a:pathLst>
                <a:path w="12710" h="13243" extrusionOk="0">
                  <a:moveTo>
                    <a:pt x="6838" y="0"/>
                  </a:moveTo>
                  <a:lnTo>
                    <a:pt x="0" y="9407"/>
                  </a:lnTo>
                  <a:lnTo>
                    <a:pt x="5871" y="13243"/>
                  </a:lnTo>
                  <a:lnTo>
                    <a:pt x="12709" y="3703"/>
                  </a:lnTo>
                  <a:lnTo>
                    <a:pt x="68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22;p67">
              <a:extLst>
                <a:ext uri="{FF2B5EF4-FFF2-40B4-BE49-F238E27FC236}">
                  <a16:creationId xmlns:a16="http://schemas.microsoft.com/office/drawing/2014/main" id="{6905DED4-C73D-AE73-39B2-027ECB81AC01}"/>
                </a:ext>
              </a:extLst>
            </p:cNvPr>
            <p:cNvSpPr/>
            <p:nvPr/>
          </p:nvSpPr>
          <p:spPr>
            <a:xfrm>
              <a:off x="8289000" y="2525138"/>
              <a:ext cx="339425" cy="216000"/>
            </a:xfrm>
            <a:custGeom>
              <a:avLst/>
              <a:gdLst/>
              <a:ahLst/>
              <a:cxnLst/>
              <a:rect l="l" t="t" r="r" b="b"/>
              <a:pathLst>
                <a:path w="13577" h="8640" extrusionOk="0">
                  <a:moveTo>
                    <a:pt x="9574" y="0"/>
                  </a:moveTo>
                  <a:lnTo>
                    <a:pt x="0" y="1268"/>
                  </a:lnTo>
                  <a:lnTo>
                    <a:pt x="133" y="6405"/>
                  </a:lnTo>
                  <a:lnTo>
                    <a:pt x="5337" y="8640"/>
                  </a:lnTo>
                  <a:lnTo>
                    <a:pt x="12409" y="8506"/>
                  </a:lnTo>
                  <a:lnTo>
                    <a:pt x="13510" y="6905"/>
                  </a:lnTo>
                  <a:lnTo>
                    <a:pt x="1357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323;p67">
              <a:extLst>
                <a:ext uri="{FF2B5EF4-FFF2-40B4-BE49-F238E27FC236}">
                  <a16:creationId xmlns:a16="http://schemas.microsoft.com/office/drawing/2014/main" id="{58C24AB0-68F5-2278-4F6D-AFF83BFEF634}"/>
                </a:ext>
              </a:extLst>
            </p:cNvPr>
            <p:cNvSpPr/>
            <p:nvPr/>
          </p:nvSpPr>
          <p:spPr>
            <a:xfrm>
              <a:off x="8682600" y="1489288"/>
              <a:ext cx="489550" cy="552175"/>
            </a:xfrm>
            <a:custGeom>
              <a:avLst/>
              <a:gdLst/>
              <a:ahLst/>
              <a:cxnLst/>
              <a:rect l="l" t="t" r="r" b="b"/>
              <a:pathLst>
                <a:path w="19582" h="22087" extrusionOk="0">
                  <a:moveTo>
                    <a:pt x="17328" y="1"/>
                  </a:moveTo>
                  <a:cubicBezTo>
                    <a:pt x="17036" y="1"/>
                    <a:pt x="15550" y="2588"/>
                    <a:pt x="15235" y="2588"/>
                  </a:cubicBezTo>
                  <a:cubicBezTo>
                    <a:pt x="15204" y="2588"/>
                    <a:pt x="15184" y="2562"/>
                    <a:pt x="15178" y="2506"/>
                  </a:cubicBezTo>
                  <a:cubicBezTo>
                    <a:pt x="15082" y="1864"/>
                    <a:pt x="14800" y="1035"/>
                    <a:pt x="14570" y="1035"/>
                  </a:cubicBezTo>
                  <a:cubicBezTo>
                    <a:pt x="14562" y="1035"/>
                    <a:pt x="14553" y="1036"/>
                    <a:pt x="14544" y="1039"/>
                  </a:cubicBezTo>
                  <a:cubicBezTo>
                    <a:pt x="14244" y="1139"/>
                    <a:pt x="14511" y="2973"/>
                    <a:pt x="14411" y="3340"/>
                  </a:cubicBezTo>
                  <a:cubicBezTo>
                    <a:pt x="14344" y="3707"/>
                    <a:pt x="14444" y="5408"/>
                    <a:pt x="14444" y="5408"/>
                  </a:cubicBezTo>
                  <a:cubicBezTo>
                    <a:pt x="14444" y="5408"/>
                    <a:pt x="7439" y="10979"/>
                    <a:pt x="7039" y="11179"/>
                  </a:cubicBezTo>
                  <a:cubicBezTo>
                    <a:pt x="6605" y="11379"/>
                    <a:pt x="67" y="16850"/>
                    <a:pt x="67" y="16850"/>
                  </a:cubicBezTo>
                  <a:lnTo>
                    <a:pt x="1" y="22087"/>
                  </a:lnTo>
                  <a:lnTo>
                    <a:pt x="8607" y="14782"/>
                  </a:lnTo>
                  <a:lnTo>
                    <a:pt x="15945" y="6843"/>
                  </a:lnTo>
                  <a:cubicBezTo>
                    <a:pt x="15945" y="6843"/>
                    <a:pt x="19515" y="3907"/>
                    <a:pt x="19281" y="3707"/>
                  </a:cubicBezTo>
                  <a:cubicBezTo>
                    <a:pt x="19251" y="3677"/>
                    <a:pt x="19185" y="3664"/>
                    <a:pt x="19094" y="3664"/>
                  </a:cubicBezTo>
                  <a:cubicBezTo>
                    <a:pt x="18581" y="3664"/>
                    <a:pt x="17280" y="4074"/>
                    <a:pt x="17280" y="4074"/>
                  </a:cubicBezTo>
                  <a:cubicBezTo>
                    <a:pt x="17280" y="4074"/>
                    <a:pt x="19581" y="1873"/>
                    <a:pt x="19281" y="1672"/>
                  </a:cubicBezTo>
                  <a:cubicBezTo>
                    <a:pt x="19269" y="1663"/>
                    <a:pt x="19253" y="1659"/>
                    <a:pt x="19233" y="1659"/>
                  </a:cubicBezTo>
                  <a:cubicBezTo>
                    <a:pt x="18813" y="1659"/>
                    <a:pt x="16746" y="3574"/>
                    <a:pt x="16746" y="3574"/>
                  </a:cubicBezTo>
                  <a:cubicBezTo>
                    <a:pt x="16746" y="3574"/>
                    <a:pt x="18914" y="472"/>
                    <a:pt x="18714" y="138"/>
                  </a:cubicBezTo>
                  <a:cubicBezTo>
                    <a:pt x="18706" y="122"/>
                    <a:pt x="18693" y="115"/>
                    <a:pt x="18675" y="115"/>
                  </a:cubicBezTo>
                  <a:cubicBezTo>
                    <a:pt x="18322" y="115"/>
                    <a:pt x="16137" y="2922"/>
                    <a:pt x="16075" y="2922"/>
                  </a:cubicBezTo>
                  <a:cubicBezTo>
                    <a:pt x="16073" y="2922"/>
                    <a:pt x="16074" y="2917"/>
                    <a:pt x="16079" y="2907"/>
                  </a:cubicBezTo>
                  <a:cubicBezTo>
                    <a:pt x="16212" y="2673"/>
                    <a:pt x="17580" y="138"/>
                    <a:pt x="17346" y="5"/>
                  </a:cubicBezTo>
                  <a:cubicBezTo>
                    <a:pt x="17341" y="2"/>
                    <a:pt x="17335" y="1"/>
                    <a:pt x="173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24;p67">
              <a:extLst>
                <a:ext uri="{FF2B5EF4-FFF2-40B4-BE49-F238E27FC236}">
                  <a16:creationId xmlns:a16="http://schemas.microsoft.com/office/drawing/2014/main" id="{D6925754-7572-5457-5A3C-9A70F1A521B5}"/>
                </a:ext>
              </a:extLst>
            </p:cNvPr>
            <p:cNvSpPr/>
            <p:nvPr/>
          </p:nvSpPr>
          <p:spPr>
            <a:xfrm>
              <a:off x="7781800" y="1492613"/>
              <a:ext cx="358775" cy="585550"/>
            </a:xfrm>
            <a:custGeom>
              <a:avLst/>
              <a:gdLst/>
              <a:ahLst/>
              <a:cxnLst/>
              <a:rect l="l" t="t" r="r" b="b"/>
              <a:pathLst>
                <a:path w="14351" h="23422" extrusionOk="0">
                  <a:moveTo>
                    <a:pt x="994" y="0"/>
                  </a:moveTo>
                  <a:cubicBezTo>
                    <a:pt x="0" y="0"/>
                    <a:pt x="1842" y="2540"/>
                    <a:pt x="1842" y="2540"/>
                  </a:cubicBezTo>
                  <a:cubicBezTo>
                    <a:pt x="1842" y="2540"/>
                    <a:pt x="1274" y="3407"/>
                    <a:pt x="1341" y="3774"/>
                  </a:cubicBezTo>
                  <a:cubicBezTo>
                    <a:pt x="1341" y="4175"/>
                    <a:pt x="2909" y="5109"/>
                    <a:pt x="3176" y="5275"/>
                  </a:cubicBezTo>
                  <a:cubicBezTo>
                    <a:pt x="3409" y="5442"/>
                    <a:pt x="6278" y="13848"/>
                    <a:pt x="6612" y="14515"/>
                  </a:cubicBezTo>
                  <a:cubicBezTo>
                    <a:pt x="6945" y="15216"/>
                    <a:pt x="11615" y="22388"/>
                    <a:pt x="11615" y="22388"/>
                  </a:cubicBezTo>
                  <a:lnTo>
                    <a:pt x="11949" y="23422"/>
                  </a:lnTo>
                  <a:lnTo>
                    <a:pt x="14350" y="22688"/>
                  </a:lnTo>
                  <a:lnTo>
                    <a:pt x="13783" y="17618"/>
                  </a:lnTo>
                  <a:lnTo>
                    <a:pt x="10448" y="13548"/>
                  </a:lnTo>
                  <a:cubicBezTo>
                    <a:pt x="9714" y="12014"/>
                    <a:pt x="4710" y="3941"/>
                    <a:pt x="4710" y="3941"/>
                  </a:cubicBezTo>
                  <a:lnTo>
                    <a:pt x="4910" y="1606"/>
                  </a:lnTo>
                  <a:cubicBezTo>
                    <a:pt x="4944" y="1072"/>
                    <a:pt x="4710" y="539"/>
                    <a:pt x="4243" y="205"/>
                  </a:cubicBezTo>
                  <a:lnTo>
                    <a:pt x="3943" y="5"/>
                  </a:lnTo>
                  <a:cubicBezTo>
                    <a:pt x="3943" y="5"/>
                    <a:pt x="3363" y="940"/>
                    <a:pt x="2868" y="940"/>
                  </a:cubicBezTo>
                  <a:cubicBezTo>
                    <a:pt x="2859" y="940"/>
                    <a:pt x="2851" y="940"/>
                    <a:pt x="2842" y="939"/>
                  </a:cubicBezTo>
                  <a:cubicBezTo>
                    <a:pt x="2342" y="939"/>
                    <a:pt x="1074" y="5"/>
                    <a:pt x="1074" y="5"/>
                  </a:cubicBezTo>
                  <a:cubicBezTo>
                    <a:pt x="1046" y="2"/>
                    <a:pt x="1019" y="0"/>
                    <a:pt x="9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325;p67">
              <a:extLst>
                <a:ext uri="{FF2B5EF4-FFF2-40B4-BE49-F238E27FC236}">
                  <a16:creationId xmlns:a16="http://schemas.microsoft.com/office/drawing/2014/main" id="{862268C7-6126-9DA7-3ED8-1CFE45639737}"/>
                </a:ext>
              </a:extLst>
            </p:cNvPr>
            <p:cNvSpPr/>
            <p:nvPr/>
          </p:nvSpPr>
          <p:spPr>
            <a:xfrm>
              <a:off x="8924450" y="3491663"/>
              <a:ext cx="155950" cy="214050"/>
            </a:xfrm>
            <a:custGeom>
              <a:avLst/>
              <a:gdLst/>
              <a:ahLst/>
              <a:cxnLst/>
              <a:rect l="l" t="t" r="r" b="b"/>
              <a:pathLst>
                <a:path w="6238" h="8562" extrusionOk="0">
                  <a:moveTo>
                    <a:pt x="2202" y="0"/>
                  </a:moveTo>
                  <a:lnTo>
                    <a:pt x="0" y="1835"/>
                  </a:lnTo>
                  <a:lnTo>
                    <a:pt x="2569" y="7305"/>
                  </a:lnTo>
                  <a:cubicBezTo>
                    <a:pt x="2569" y="7305"/>
                    <a:pt x="3504" y="8562"/>
                    <a:pt x="4610" y="8562"/>
                  </a:cubicBezTo>
                  <a:cubicBezTo>
                    <a:pt x="4739" y="8562"/>
                    <a:pt x="4871" y="8545"/>
                    <a:pt x="5004" y="8506"/>
                  </a:cubicBezTo>
                  <a:cubicBezTo>
                    <a:pt x="6238" y="8139"/>
                    <a:pt x="5704" y="6672"/>
                    <a:pt x="5704" y="6672"/>
                  </a:cubicBezTo>
                  <a:lnTo>
                    <a:pt x="22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326;p67">
              <a:extLst>
                <a:ext uri="{FF2B5EF4-FFF2-40B4-BE49-F238E27FC236}">
                  <a16:creationId xmlns:a16="http://schemas.microsoft.com/office/drawing/2014/main" id="{4C84DE72-166C-7381-F88A-98C255F49599}"/>
                </a:ext>
              </a:extLst>
            </p:cNvPr>
            <p:cNvSpPr/>
            <p:nvPr/>
          </p:nvSpPr>
          <p:spPr>
            <a:xfrm>
              <a:off x="8538325" y="1978913"/>
              <a:ext cx="2525" cy="4175"/>
            </a:xfrm>
            <a:custGeom>
              <a:avLst/>
              <a:gdLst/>
              <a:ahLst/>
              <a:cxnLst/>
              <a:rect l="l" t="t" r="r" b="b"/>
              <a:pathLst>
                <a:path w="101" h="167" extrusionOk="0">
                  <a:moveTo>
                    <a:pt x="1" y="0"/>
                  </a:moveTo>
                  <a:cubicBezTo>
                    <a:pt x="1" y="67"/>
                    <a:pt x="1" y="134"/>
                    <a:pt x="34" y="167"/>
                  </a:cubicBezTo>
                  <a:cubicBezTo>
                    <a:pt x="101" y="134"/>
                    <a:pt x="101" y="0"/>
                    <a:pt x="1" y="0"/>
                  </a:cubicBezTo>
                  <a:close/>
                </a:path>
              </a:pathLst>
            </a:custGeom>
            <a:solidFill>
              <a:srgbClr val="BA52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327;p67">
              <a:extLst>
                <a:ext uri="{FF2B5EF4-FFF2-40B4-BE49-F238E27FC236}">
                  <a16:creationId xmlns:a16="http://schemas.microsoft.com/office/drawing/2014/main" id="{4B113680-8B04-40D1-48EF-C8D50100749B}"/>
                </a:ext>
              </a:extLst>
            </p:cNvPr>
            <p:cNvSpPr/>
            <p:nvPr/>
          </p:nvSpPr>
          <p:spPr>
            <a:xfrm>
              <a:off x="8066325" y="1909688"/>
              <a:ext cx="658000" cy="711275"/>
            </a:xfrm>
            <a:custGeom>
              <a:avLst/>
              <a:gdLst/>
              <a:ahLst/>
              <a:cxnLst/>
              <a:rect l="l" t="t" r="r" b="b"/>
              <a:pathLst>
                <a:path w="26320" h="28451" extrusionOk="0">
                  <a:moveTo>
                    <a:pt x="24852" y="1"/>
                  </a:moveTo>
                  <a:cubicBezTo>
                    <a:pt x="24475" y="315"/>
                    <a:pt x="24022" y="397"/>
                    <a:pt x="23538" y="397"/>
                  </a:cubicBezTo>
                  <a:cubicBezTo>
                    <a:pt x="23007" y="397"/>
                    <a:pt x="22439" y="298"/>
                    <a:pt x="21892" y="298"/>
                  </a:cubicBezTo>
                  <a:cubicBezTo>
                    <a:pt x="21614" y="298"/>
                    <a:pt x="21342" y="324"/>
                    <a:pt x="21082" y="401"/>
                  </a:cubicBezTo>
                  <a:cubicBezTo>
                    <a:pt x="20415" y="601"/>
                    <a:pt x="19882" y="1101"/>
                    <a:pt x="19214" y="1335"/>
                  </a:cubicBezTo>
                  <a:cubicBezTo>
                    <a:pt x="18981" y="1402"/>
                    <a:pt x="18714" y="1402"/>
                    <a:pt x="18481" y="1435"/>
                  </a:cubicBezTo>
                  <a:lnTo>
                    <a:pt x="17547" y="1435"/>
                  </a:lnTo>
                  <a:cubicBezTo>
                    <a:pt x="17480" y="1435"/>
                    <a:pt x="17380" y="1435"/>
                    <a:pt x="17246" y="1502"/>
                  </a:cubicBezTo>
                  <a:cubicBezTo>
                    <a:pt x="17180" y="1502"/>
                    <a:pt x="17046" y="1535"/>
                    <a:pt x="16979" y="1568"/>
                  </a:cubicBezTo>
                  <a:lnTo>
                    <a:pt x="16913" y="1568"/>
                  </a:lnTo>
                  <a:cubicBezTo>
                    <a:pt x="16846" y="1602"/>
                    <a:pt x="16746" y="1602"/>
                    <a:pt x="16679" y="1668"/>
                  </a:cubicBezTo>
                  <a:lnTo>
                    <a:pt x="16646" y="1668"/>
                  </a:lnTo>
                  <a:lnTo>
                    <a:pt x="16379" y="1768"/>
                  </a:lnTo>
                  <a:cubicBezTo>
                    <a:pt x="16312" y="1835"/>
                    <a:pt x="16212" y="1869"/>
                    <a:pt x="16146" y="1935"/>
                  </a:cubicBezTo>
                  <a:cubicBezTo>
                    <a:pt x="15078" y="2569"/>
                    <a:pt x="14177" y="3603"/>
                    <a:pt x="13010" y="4003"/>
                  </a:cubicBezTo>
                  <a:cubicBezTo>
                    <a:pt x="12343" y="4204"/>
                    <a:pt x="11576" y="4737"/>
                    <a:pt x="10875" y="4737"/>
                  </a:cubicBezTo>
                  <a:cubicBezTo>
                    <a:pt x="10075" y="4704"/>
                    <a:pt x="9341" y="4370"/>
                    <a:pt x="8573" y="4270"/>
                  </a:cubicBezTo>
                  <a:cubicBezTo>
                    <a:pt x="8454" y="4261"/>
                    <a:pt x="8333" y="4257"/>
                    <a:pt x="8211" y="4257"/>
                  </a:cubicBezTo>
                  <a:cubicBezTo>
                    <a:pt x="7905" y="4257"/>
                    <a:pt x="7592" y="4279"/>
                    <a:pt x="7285" y="4279"/>
                  </a:cubicBezTo>
                  <a:cubicBezTo>
                    <a:pt x="6856" y="4279"/>
                    <a:pt x="6439" y="4237"/>
                    <a:pt x="6072" y="4037"/>
                  </a:cubicBezTo>
                  <a:cubicBezTo>
                    <a:pt x="5338" y="3603"/>
                    <a:pt x="5071" y="2702"/>
                    <a:pt x="4404" y="2169"/>
                  </a:cubicBezTo>
                  <a:cubicBezTo>
                    <a:pt x="4170" y="1935"/>
                    <a:pt x="3870" y="1835"/>
                    <a:pt x="3637" y="1668"/>
                  </a:cubicBezTo>
                  <a:cubicBezTo>
                    <a:pt x="3203" y="1368"/>
                    <a:pt x="2969" y="334"/>
                    <a:pt x="2402" y="334"/>
                  </a:cubicBezTo>
                  <a:cubicBezTo>
                    <a:pt x="2336" y="1235"/>
                    <a:pt x="2569" y="2002"/>
                    <a:pt x="2469" y="2836"/>
                  </a:cubicBezTo>
                  <a:cubicBezTo>
                    <a:pt x="2336" y="3670"/>
                    <a:pt x="1669" y="4237"/>
                    <a:pt x="1568" y="5071"/>
                  </a:cubicBezTo>
                  <a:cubicBezTo>
                    <a:pt x="1535" y="5338"/>
                    <a:pt x="1535" y="5571"/>
                    <a:pt x="1402" y="5771"/>
                  </a:cubicBezTo>
                  <a:cubicBezTo>
                    <a:pt x="1302" y="6005"/>
                    <a:pt x="1068" y="6172"/>
                    <a:pt x="835" y="6172"/>
                  </a:cubicBezTo>
                  <a:cubicBezTo>
                    <a:pt x="568" y="6172"/>
                    <a:pt x="368" y="5905"/>
                    <a:pt x="468" y="5671"/>
                  </a:cubicBezTo>
                  <a:lnTo>
                    <a:pt x="468" y="5671"/>
                  </a:lnTo>
                  <a:cubicBezTo>
                    <a:pt x="201" y="6038"/>
                    <a:pt x="1" y="6539"/>
                    <a:pt x="334" y="6872"/>
                  </a:cubicBezTo>
                  <a:cubicBezTo>
                    <a:pt x="735" y="7239"/>
                    <a:pt x="1402" y="7239"/>
                    <a:pt x="1802" y="7673"/>
                  </a:cubicBezTo>
                  <a:cubicBezTo>
                    <a:pt x="1969" y="7873"/>
                    <a:pt x="2035" y="8106"/>
                    <a:pt x="2169" y="8373"/>
                  </a:cubicBezTo>
                  <a:cubicBezTo>
                    <a:pt x="2536" y="9007"/>
                    <a:pt x="3336" y="9174"/>
                    <a:pt x="3903" y="9574"/>
                  </a:cubicBezTo>
                  <a:cubicBezTo>
                    <a:pt x="4304" y="9841"/>
                    <a:pt x="4537" y="10208"/>
                    <a:pt x="4704" y="10608"/>
                  </a:cubicBezTo>
                  <a:lnTo>
                    <a:pt x="5071" y="11375"/>
                  </a:lnTo>
                  <a:cubicBezTo>
                    <a:pt x="5905" y="12610"/>
                    <a:pt x="5038" y="14578"/>
                    <a:pt x="5872" y="15945"/>
                  </a:cubicBezTo>
                  <a:cubicBezTo>
                    <a:pt x="6205" y="16546"/>
                    <a:pt x="6839" y="16913"/>
                    <a:pt x="7139" y="17546"/>
                  </a:cubicBezTo>
                  <a:cubicBezTo>
                    <a:pt x="7473" y="18280"/>
                    <a:pt x="7239" y="19214"/>
                    <a:pt x="7406" y="20048"/>
                  </a:cubicBezTo>
                  <a:cubicBezTo>
                    <a:pt x="7539" y="20615"/>
                    <a:pt x="7873" y="21116"/>
                    <a:pt x="8040" y="21683"/>
                  </a:cubicBezTo>
                  <a:cubicBezTo>
                    <a:pt x="8674" y="23551"/>
                    <a:pt x="7473" y="25586"/>
                    <a:pt x="7806" y="27554"/>
                  </a:cubicBezTo>
                  <a:cubicBezTo>
                    <a:pt x="7840" y="27854"/>
                    <a:pt x="8006" y="28087"/>
                    <a:pt x="8307" y="28221"/>
                  </a:cubicBezTo>
                  <a:cubicBezTo>
                    <a:pt x="8626" y="28369"/>
                    <a:pt x="8963" y="28427"/>
                    <a:pt x="9310" y="28427"/>
                  </a:cubicBezTo>
                  <a:cubicBezTo>
                    <a:pt x="10501" y="28427"/>
                    <a:pt x="11824" y="27753"/>
                    <a:pt x="13074" y="27753"/>
                  </a:cubicBezTo>
                  <a:cubicBezTo>
                    <a:pt x="13097" y="27753"/>
                    <a:pt x="13120" y="27753"/>
                    <a:pt x="13143" y="27754"/>
                  </a:cubicBezTo>
                  <a:cubicBezTo>
                    <a:pt x="14578" y="27754"/>
                    <a:pt x="15979" y="28354"/>
                    <a:pt x="17380" y="28421"/>
                  </a:cubicBezTo>
                  <a:cubicBezTo>
                    <a:pt x="17610" y="28441"/>
                    <a:pt x="17839" y="28451"/>
                    <a:pt x="18067" y="28451"/>
                  </a:cubicBezTo>
                  <a:cubicBezTo>
                    <a:pt x="18962" y="28451"/>
                    <a:pt x="19845" y="28307"/>
                    <a:pt x="20749" y="28121"/>
                  </a:cubicBezTo>
                  <a:cubicBezTo>
                    <a:pt x="22183" y="27921"/>
                    <a:pt x="23551" y="27687"/>
                    <a:pt x="24985" y="27454"/>
                  </a:cubicBezTo>
                  <a:cubicBezTo>
                    <a:pt x="25252" y="27420"/>
                    <a:pt x="25652" y="27253"/>
                    <a:pt x="25919" y="27253"/>
                  </a:cubicBezTo>
                  <a:cubicBezTo>
                    <a:pt x="26053" y="27253"/>
                    <a:pt x="26153" y="27220"/>
                    <a:pt x="26253" y="27187"/>
                  </a:cubicBezTo>
                  <a:cubicBezTo>
                    <a:pt x="26319" y="27053"/>
                    <a:pt x="26253" y="26720"/>
                    <a:pt x="26153" y="26453"/>
                  </a:cubicBezTo>
                  <a:cubicBezTo>
                    <a:pt x="25919" y="25952"/>
                    <a:pt x="25652" y="25519"/>
                    <a:pt x="25352" y="25052"/>
                  </a:cubicBezTo>
                  <a:cubicBezTo>
                    <a:pt x="25085" y="24718"/>
                    <a:pt x="24852" y="24418"/>
                    <a:pt x="24718" y="24018"/>
                  </a:cubicBezTo>
                  <a:cubicBezTo>
                    <a:pt x="24552" y="23384"/>
                    <a:pt x="24818" y="22717"/>
                    <a:pt x="24852" y="22083"/>
                  </a:cubicBezTo>
                  <a:cubicBezTo>
                    <a:pt x="24918" y="20749"/>
                    <a:pt x="24051" y="19515"/>
                    <a:pt x="23251" y="18414"/>
                  </a:cubicBezTo>
                  <a:cubicBezTo>
                    <a:pt x="23651" y="16879"/>
                    <a:pt x="23351" y="15111"/>
                    <a:pt x="22850" y="13610"/>
                  </a:cubicBezTo>
                  <a:cubicBezTo>
                    <a:pt x="22650" y="12943"/>
                    <a:pt x="22317" y="12343"/>
                    <a:pt x="22016" y="11709"/>
                  </a:cubicBezTo>
                  <a:lnTo>
                    <a:pt x="21883" y="11442"/>
                  </a:lnTo>
                  <a:lnTo>
                    <a:pt x="21883" y="11409"/>
                  </a:lnTo>
                  <a:cubicBezTo>
                    <a:pt x="21816" y="11209"/>
                    <a:pt x="21683" y="11042"/>
                    <a:pt x="21583" y="10842"/>
                  </a:cubicBezTo>
                  <a:cubicBezTo>
                    <a:pt x="21549" y="10742"/>
                    <a:pt x="21516" y="10608"/>
                    <a:pt x="21516" y="10541"/>
                  </a:cubicBezTo>
                  <a:cubicBezTo>
                    <a:pt x="21483" y="10375"/>
                    <a:pt x="21416" y="10208"/>
                    <a:pt x="21416" y="10041"/>
                  </a:cubicBezTo>
                  <a:cubicBezTo>
                    <a:pt x="21383" y="9107"/>
                    <a:pt x="22016" y="8206"/>
                    <a:pt x="22917" y="8006"/>
                  </a:cubicBezTo>
                  <a:cubicBezTo>
                    <a:pt x="23217" y="7673"/>
                    <a:pt x="23251" y="7072"/>
                    <a:pt x="23551" y="6739"/>
                  </a:cubicBezTo>
                  <a:cubicBezTo>
                    <a:pt x="23751" y="6505"/>
                    <a:pt x="24051" y="6405"/>
                    <a:pt x="24318" y="6238"/>
                  </a:cubicBezTo>
                  <a:cubicBezTo>
                    <a:pt x="24685" y="6038"/>
                    <a:pt x="25019" y="5738"/>
                    <a:pt x="25319" y="5404"/>
                  </a:cubicBezTo>
                  <a:cubicBezTo>
                    <a:pt x="25652" y="4937"/>
                    <a:pt x="25519" y="3937"/>
                    <a:pt x="25652" y="3370"/>
                  </a:cubicBezTo>
                  <a:cubicBezTo>
                    <a:pt x="25719" y="3036"/>
                    <a:pt x="25752" y="2702"/>
                    <a:pt x="25752" y="2369"/>
                  </a:cubicBezTo>
                  <a:cubicBezTo>
                    <a:pt x="25819" y="1502"/>
                    <a:pt x="25486" y="601"/>
                    <a:pt x="248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328;p67">
              <a:extLst>
                <a:ext uri="{FF2B5EF4-FFF2-40B4-BE49-F238E27FC236}">
                  <a16:creationId xmlns:a16="http://schemas.microsoft.com/office/drawing/2014/main" id="{0114B4BE-9AC3-FFA7-D66C-B2B4728F181C}"/>
                </a:ext>
              </a:extLst>
            </p:cNvPr>
            <p:cNvSpPr/>
            <p:nvPr/>
          </p:nvSpPr>
          <p:spPr>
            <a:xfrm>
              <a:off x="7786975" y="3506663"/>
              <a:ext cx="180150" cy="180725"/>
            </a:xfrm>
            <a:custGeom>
              <a:avLst/>
              <a:gdLst/>
              <a:ahLst/>
              <a:cxnLst/>
              <a:rect l="l" t="t" r="r" b="b"/>
              <a:pathLst>
                <a:path w="7206" h="7229" extrusionOk="0">
                  <a:moveTo>
                    <a:pt x="3669" y="1"/>
                  </a:moveTo>
                  <a:lnTo>
                    <a:pt x="0" y="5771"/>
                  </a:lnTo>
                  <a:cubicBezTo>
                    <a:pt x="0" y="5771"/>
                    <a:pt x="495" y="7228"/>
                    <a:pt x="1840" y="7228"/>
                  </a:cubicBezTo>
                  <a:cubicBezTo>
                    <a:pt x="1934" y="7228"/>
                    <a:pt x="2032" y="7221"/>
                    <a:pt x="2135" y="7206"/>
                  </a:cubicBezTo>
                  <a:cubicBezTo>
                    <a:pt x="3669" y="6906"/>
                    <a:pt x="7205" y="1068"/>
                    <a:pt x="7205" y="1068"/>
                  </a:cubicBezTo>
                  <a:lnTo>
                    <a:pt x="36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329;p67">
              <a:extLst>
                <a:ext uri="{FF2B5EF4-FFF2-40B4-BE49-F238E27FC236}">
                  <a16:creationId xmlns:a16="http://schemas.microsoft.com/office/drawing/2014/main" id="{6497E13A-18BC-B232-15C4-4905452EB827}"/>
                </a:ext>
              </a:extLst>
            </p:cNvPr>
            <p:cNvSpPr/>
            <p:nvPr/>
          </p:nvSpPr>
          <p:spPr>
            <a:xfrm>
              <a:off x="8479950" y="1924688"/>
              <a:ext cx="476200" cy="620475"/>
            </a:xfrm>
            <a:custGeom>
              <a:avLst/>
              <a:gdLst/>
              <a:ahLst/>
              <a:cxnLst/>
              <a:rect l="l" t="t" r="r" b="b"/>
              <a:pathLst>
                <a:path w="19048" h="24819" extrusionOk="0">
                  <a:moveTo>
                    <a:pt x="6472" y="10275"/>
                  </a:moveTo>
                  <a:lnTo>
                    <a:pt x="8474" y="13177"/>
                  </a:lnTo>
                  <a:cubicBezTo>
                    <a:pt x="8373" y="13344"/>
                    <a:pt x="8273" y="13477"/>
                    <a:pt x="8140" y="13644"/>
                  </a:cubicBezTo>
                  <a:lnTo>
                    <a:pt x="6472" y="10275"/>
                  </a:lnTo>
                  <a:close/>
                  <a:moveTo>
                    <a:pt x="1368" y="1"/>
                  </a:moveTo>
                  <a:lnTo>
                    <a:pt x="601" y="468"/>
                  </a:lnTo>
                  <a:cubicBezTo>
                    <a:pt x="368" y="601"/>
                    <a:pt x="168" y="701"/>
                    <a:pt x="1" y="868"/>
                  </a:cubicBezTo>
                  <a:cubicBezTo>
                    <a:pt x="668" y="3003"/>
                    <a:pt x="1635" y="5005"/>
                    <a:pt x="2836" y="6839"/>
                  </a:cubicBezTo>
                  <a:cubicBezTo>
                    <a:pt x="3270" y="7473"/>
                    <a:pt x="3770" y="8140"/>
                    <a:pt x="4437" y="8574"/>
                  </a:cubicBezTo>
                  <a:lnTo>
                    <a:pt x="7640" y="15312"/>
                  </a:lnTo>
                  <a:lnTo>
                    <a:pt x="7640" y="15679"/>
                  </a:lnTo>
                  <a:cubicBezTo>
                    <a:pt x="7606" y="15812"/>
                    <a:pt x="7540" y="15912"/>
                    <a:pt x="7506" y="16012"/>
                  </a:cubicBezTo>
                  <a:cubicBezTo>
                    <a:pt x="7273" y="16913"/>
                    <a:pt x="7506" y="17847"/>
                    <a:pt x="7940" y="18648"/>
                  </a:cubicBezTo>
                  <a:cubicBezTo>
                    <a:pt x="8373" y="19448"/>
                    <a:pt x="9007" y="20115"/>
                    <a:pt x="9674" y="20783"/>
                  </a:cubicBezTo>
                  <a:cubicBezTo>
                    <a:pt x="11376" y="22450"/>
                    <a:pt x="13277" y="24085"/>
                    <a:pt x="15512" y="24819"/>
                  </a:cubicBezTo>
                  <a:cubicBezTo>
                    <a:pt x="17013" y="24352"/>
                    <a:pt x="18314" y="23251"/>
                    <a:pt x="18814" y="21783"/>
                  </a:cubicBezTo>
                  <a:cubicBezTo>
                    <a:pt x="19048" y="20983"/>
                    <a:pt x="18848" y="20082"/>
                    <a:pt x="18514" y="19315"/>
                  </a:cubicBezTo>
                  <a:cubicBezTo>
                    <a:pt x="18514" y="18614"/>
                    <a:pt x="18381" y="17847"/>
                    <a:pt x="18014" y="17247"/>
                  </a:cubicBezTo>
                  <a:cubicBezTo>
                    <a:pt x="17513" y="16413"/>
                    <a:pt x="16713" y="15812"/>
                    <a:pt x="15845" y="15412"/>
                  </a:cubicBezTo>
                  <a:cubicBezTo>
                    <a:pt x="15545" y="15245"/>
                    <a:pt x="15278" y="15112"/>
                    <a:pt x="14978" y="14978"/>
                  </a:cubicBezTo>
                  <a:cubicBezTo>
                    <a:pt x="14978" y="14845"/>
                    <a:pt x="15012" y="14678"/>
                    <a:pt x="15012" y="14578"/>
                  </a:cubicBezTo>
                  <a:cubicBezTo>
                    <a:pt x="15012" y="13978"/>
                    <a:pt x="14945" y="13444"/>
                    <a:pt x="14711" y="12910"/>
                  </a:cubicBezTo>
                  <a:cubicBezTo>
                    <a:pt x="14678" y="12777"/>
                    <a:pt x="14645" y="12610"/>
                    <a:pt x="14511" y="12510"/>
                  </a:cubicBezTo>
                  <a:cubicBezTo>
                    <a:pt x="14344" y="12410"/>
                    <a:pt x="14144" y="12343"/>
                    <a:pt x="13977" y="12343"/>
                  </a:cubicBezTo>
                  <a:cubicBezTo>
                    <a:pt x="13494" y="12316"/>
                    <a:pt x="13016" y="12299"/>
                    <a:pt x="12539" y="12299"/>
                  </a:cubicBezTo>
                  <a:cubicBezTo>
                    <a:pt x="11865" y="12299"/>
                    <a:pt x="11192" y="12332"/>
                    <a:pt x="10508" y="12410"/>
                  </a:cubicBezTo>
                  <a:cubicBezTo>
                    <a:pt x="10208" y="12443"/>
                    <a:pt x="9875" y="12477"/>
                    <a:pt x="9608" y="12577"/>
                  </a:cubicBezTo>
                  <a:lnTo>
                    <a:pt x="5605" y="6906"/>
                  </a:lnTo>
                  <a:cubicBezTo>
                    <a:pt x="4771" y="4471"/>
                    <a:pt x="3670" y="2169"/>
                    <a:pt x="2269" y="1"/>
                  </a:cubicBezTo>
                  <a:cubicBezTo>
                    <a:pt x="1969" y="1"/>
                    <a:pt x="1702" y="34"/>
                    <a:pt x="1435" y="101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330;p67">
              <a:extLst>
                <a:ext uri="{FF2B5EF4-FFF2-40B4-BE49-F238E27FC236}">
                  <a16:creationId xmlns:a16="http://schemas.microsoft.com/office/drawing/2014/main" id="{BC24B63C-6042-D0D2-435A-ADD88D18E2F9}"/>
                </a:ext>
              </a:extLst>
            </p:cNvPr>
            <p:cNvSpPr/>
            <p:nvPr/>
          </p:nvSpPr>
          <p:spPr>
            <a:xfrm>
              <a:off x="8413250" y="2723613"/>
              <a:ext cx="36700" cy="193500"/>
            </a:xfrm>
            <a:custGeom>
              <a:avLst/>
              <a:gdLst/>
              <a:ahLst/>
              <a:cxnLst/>
              <a:rect l="l" t="t" r="r" b="b"/>
              <a:pathLst>
                <a:path w="1468" h="7740" extrusionOk="0">
                  <a:moveTo>
                    <a:pt x="1468" y="0"/>
                  </a:moveTo>
                  <a:lnTo>
                    <a:pt x="0" y="34"/>
                  </a:lnTo>
                  <a:lnTo>
                    <a:pt x="200" y="7739"/>
                  </a:lnTo>
                  <a:lnTo>
                    <a:pt x="1468" y="7639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524A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331;p67">
              <a:extLst>
                <a:ext uri="{FF2B5EF4-FFF2-40B4-BE49-F238E27FC236}">
                  <a16:creationId xmlns:a16="http://schemas.microsoft.com/office/drawing/2014/main" id="{B1033056-CDA1-1356-6EAC-5D268F422BB7}"/>
                </a:ext>
              </a:extLst>
            </p:cNvPr>
            <p:cNvSpPr/>
            <p:nvPr/>
          </p:nvSpPr>
          <p:spPr>
            <a:xfrm>
              <a:off x="8265650" y="2653563"/>
              <a:ext cx="381125" cy="106850"/>
            </a:xfrm>
            <a:custGeom>
              <a:avLst/>
              <a:gdLst/>
              <a:ahLst/>
              <a:cxnLst/>
              <a:rect l="l" t="t" r="r" b="b"/>
              <a:pathLst>
                <a:path w="15245" h="4274" extrusionOk="0">
                  <a:moveTo>
                    <a:pt x="734" y="0"/>
                  </a:moveTo>
                  <a:cubicBezTo>
                    <a:pt x="467" y="267"/>
                    <a:pt x="267" y="667"/>
                    <a:pt x="200" y="1001"/>
                  </a:cubicBezTo>
                  <a:cubicBezTo>
                    <a:pt x="100" y="1268"/>
                    <a:pt x="0" y="1635"/>
                    <a:pt x="0" y="1868"/>
                  </a:cubicBezTo>
                  <a:cubicBezTo>
                    <a:pt x="734" y="2168"/>
                    <a:pt x="1334" y="2669"/>
                    <a:pt x="2035" y="3036"/>
                  </a:cubicBezTo>
                  <a:cubicBezTo>
                    <a:pt x="3569" y="3936"/>
                    <a:pt x="5404" y="4036"/>
                    <a:pt x="7205" y="4203"/>
                  </a:cubicBezTo>
                  <a:cubicBezTo>
                    <a:pt x="7704" y="4249"/>
                    <a:pt x="8200" y="4273"/>
                    <a:pt x="8693" y="4273"/>
                  </a:cubicBezTo>
                  <a:cubicBezTo>
                    <a:pt x="10705" y="4273"/>
                    <a:pt x="12662" y="3873"/>
                    <a:pt x="14510" y="2936"/>
                  </a:cubicBezTo>
                  <a:cubicBezTo>
                    <a:pt x="14844" y="2769"/>
                    <a:pt x="14977" y="2769"/>
                    <a:pt x="15244" y="2469"/>
                  </a:cubicBezTo>
                  <a:cubicBezTo>
                    <a:pt x="15111" y="1801"/>
                    <a:pt x="14977" y="1134"/>
                    <a:pt x="14844" y="467"/>
                  </a:cubicBezTo>
                  <a:cubicBezTo>
                    <a:pt x="12909" y="1134"/>
                    <a:pt x="10407" y="1501"/>
                    <a:pt x="8072" y="1635"/>
                  </a:cubicBezTo>
                  <a:cubicBezTo>
                    <a:pt x="7751" y="1656"/>
                    <a:pt x="7427" y="1667"/>
                    <a:pt x="7101" y="1667"/>
                  </a:cubicBezTo>
                  <a:cubicBezTo>
                    <a:pt x="4893" y="1667"/>
                    <a:pt x="2623" y="1163"/>
                    <a:pt x="734" y="0"/>
                  </a:cubicBezTo>
                  <a:close/>
                </a:path>
              </a:pathLst>
            </a:custGeom>
            <a:solidFill>
              <a:srgbClr val="CF6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332;p67">
              <a:extLst>
                <a:ext uri="{FF2B5EF4-FFF2-40B4-BE49-F238E27FC236}">
                  <a16:creationId xmlns:a16="http://schemas.microsoft.com/office/drawing/2014/main" id="{FD5D26DB-9765-A78B-8D34-D537C0EFB4E5}"/>
                </a:ext>
              </a:extLst>
            </p:cNvPr>
            <p:cNvSpPr/>
            <p:nvPr/>
          </p:nvSpPr>
          <p:spPr>
            <a:xfrm>
              <a:off x="8334025" y="2681063"/>
              <a:ext cx="32550" cy="71750"/>
            </a:xfrm>
            <a:custGeom>
              <a:avLst/>
              <a:gdLst/>
              <a:ahLst/>
              <a:cxnLst/>
              <a:rect l="l" t="t" r="r" b="b"/>
              <a:pathLst>
                <a:path w="1302" h="2870" extrusionOk="0">
                  <a:moveTo>
                    <a:pt x="534" y="1"/>
                  </a:moveTo>
                  <a:cubicBezTo>
                    <a:pt x="434" y="835"/>
                    <a:pt x="267" y="1535"/>
                    <a:pt x="0" y="2369"/>
                  </a:cubicBezTo>
                  <a:lnTo>
                    <a:pt x="0" y="2536"/>
                  </a:lnTo>
                  <a:lnTo>
                    <a:pt x="100" y="2603"/>
                  </a:lnTo>
                  <a:cubicBezTo>
                    <a:pt x="301" y="2803"/>
                    <a:pt x="567" y="2870"/>
                    <a:pt x="868" y="2870"/>
                  </a:cubicBezTo>
                  <a:cubicBezTo>
                    <a:pt x="934" y="2636"/>
                    <a:pt x="868" y="2469"/>
                    <a:pt x="934" y="2236"/>
                  </a:cubicBezTo>
                  <a:cubicBezTo>
                    <a:pt x="968" y="2036"/>
                    <a:pt x="1001" y="1769"/>
                    <a:pt x="1034" y="1569"/>
                  </a:cubicBezTo>
                  <a:cubicBezTo>
                    <a:pt x="1134" y="1335"/>
                    <a:pt x="1301" y="368"/>
                    <a:pt x="1301" y="234"/>
                  </a:cubicBezTo>
                  <a:cubicBezTo>
                    <a:pt x="1034" y="201"/>
                    <a:pt x="834" y="101"/>
                    <a:pt x="534" y="1"/>
                  </a:cubicBezTo>
                  <a:close/>
                </a:path>
              </a:pathLst>
            </a:custGeom>
            <a:solidFill>
              <a:srgbClr val="6E6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333;p67">
              <a:extLst>
                <a:ext uri="{FF2B5EF4-FFF2-40B4-BE49-F238E27FC236}">
                  <a16:creationId xmlns:a16="http://schemas.microsoft.com/office/drawing/2014/main" id="{3949C687-E9CB-B9D1-91D8-95D4DAABDAAC}"/>
                </a:ext>
              </a:extLst>
            </p:cNvPr>
            <p:cNvSpPr/>
            <p:nvPr/>
          </p:nvSpPr>
          <p:spPr>
            <a:xfrm>
              <a:off x="8541675" y="2678563"/>
              <a:ext cx="30875" cy="76950"/>
            </a:xfrm>
            <a:custGeom>
              <a:avLst/>
              <a:gdLst/>
              <a:ahLst/>
              <a:cxnLst/>
              <a:rect l="l" t="t" r="r" b="b"/>
              <a:pathLst>
                <a:path w="1235" h="3078" extrusionOk="0">
                  <a:moveTo>
                    <a:pt x="634" y="1"/>
                  </a:moveTo>
                  <a:cubicBezTo>
                    <a:pt x="467" y="1"/>
                    <a:pt x="167" y="168"/>
                    <a:pt x="0" y="201"/>
                  </a:cubicBezTo>
                  <a:cubicBezTo>
                    <a:pt x="34" y="468"/>
                    <a:pt x="67" y="468"/>
                    <a:pt x="167" y="701"/>
                  </a:cubicBezTo>
                  <a:cubicBezTo>
                    <a:pt x="367" y="1502"/>
                    <a:pt x="501" y="2269"/>
                    <a:pt x="501" y="3036"/>
                  </a:cubicBezTo>
                  <a:cubicBezTo>
                    <a:pt x="545" y="3066"/>
                    <a:pt x="606" y="3078"/>
                    <a:pt x="674" y="3078"/>
                  </a:cubicBezTo>
                  <a:cubicBezTo>
                    <a:pt x="912" y="3078"/>
                    <a:pt x="1234" y="2936"/>
                    <a:pt x="1234" y="2936"/>
                  </a:cubicBezTo>
                  <a:cubicBezTo>
                    <a:pt x="1234" y="2936"/>
                    <a:pt x="868" y="501"/>
                    <a:pt x="634" y="1"/>
                  </a:cubicBezTo>
                  <a:close/>
                </a:path>
              </a:pathLst>
            </a:custGeom>
            <a:solidFill>
              <a:srgbClr val="6E6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334;p67">
              <a:extLst>
                <a:ext uri="{FF2B5EF4-FFF2-40B4-BE49-F238E27FC236}">
                  <a16:creationId xmlns:a16="http://schemas.microsoft.com/office/drawing/2014/main" id="{E2E4142A-5A1B-9928-E961-9A8460C86233}"/>
                </a:ext>
              </a:extLst>
            </p:cNvPr>
            <p:cNvSpPr/>
            <p:nvPr/>
          </p:nvSpPr>
          <p:spPr>
            <a:xfrm>
              <a:off x="8391550" y="2690238"/>
              <a:ext cx="55075" cy="76075"/>
            </a:xfrm>
            <a:custGeom>
              <a:avLst/>
              <a:gdLst/>
              <a:ahLst/>
              <a:cxnLst/>
              <a:rect l="l" t="t" r="r" b="b"/>
              <a:pathLst>
                <a:path w="2203" h="3043" extrusionOk="0">
                  <a:moveTo>
                    <a:pt x="535" y="1"/>
                  </a:moveTo>
                  <a:cubicBezTo>
                    <a:pt x="401" y="1"/>
                    <a:pt x="301" y="1"/>
                    <a:pt x="201" y="68"/>
                  </a:cubicBezTo>
                  <a:cubicBezTo>
                    <a:pt x="134" y="168"/>
                    <a:pt x="68" y="168"/>
                    <a:pt x="68" y="334"/>
                  </a:cubicBezTo>
                  <a:cubicBezTo>
                    <a:pt x="1" y="1002"/>
                    <a:pt x="1" y="1669"/>
                    <a:pt x="1" y="2369"/>
                  </a:cubicBezTo>
                  <a:cubicBezTo>
                    <a:pt x="1" y="2536"/>
                    <a:pt x="1" y="2736"/>
                    <a:pt x="134" y="2870"/>
                  </a:cubicBezTo>
                  <a:cubicBezTo>
                    <a:pt x="170" y="2941"/>
                    <a:pt x="756" y="3042"/>
                    <a:pt x="1295" y="3042"/>
                  </a:cubicBezTo>
                  <a:cubicBezTo>
                    <a:pt x="1758" y="3042"/>
                    <a:pt x="2187" y="2968"/>
                    <a:pt x="2203" y="2736"/>
                  </a:cubicBezTo>
                  <a:cubicBezTo>
                    <a:pt x="1802" y="2703"/>
                    <a:pt x="701" y="2669"/>
                    <a:pt x="635" y="2569"/>
                  </a:cubicBezTo>
                  <a:cubicBezTo>
                    <a:pt x="501" y="2436"/>
                    <a:pt x="468" y="2236"/>
                    <a:pt x="468" y="2036"/>
                  </a:cubicBezTo>
                  <a:cubicBezTo>
                    <a:pt x="468" y="1535"/>
                    <a:pt x="468" y="935"/>
                    <a:pt x="501" y="435"/>
                  </a:cubicBezTo>
                  <a:cubicBezTo>
                    <a:pt x="902" y="401"/>
                    <a:pt x="2136" y="401"/>
                    <a:pt x="2036" y="234"/>
                  </a:cubicBezTo>
                  <a:cubicBezTo>
                    <a:pt x="1902" y="1"/>
                    <a:pt x="1902" y="68"/>
                    <a:pt x="1635" y="34"/>
                  </a:cubicBezTo>
                  <a:cubicBezTo>
                    <a:pt x="1302" y="1"/>
                    <a:pt x="902" y="1"/>
                    <a:pt x="535" y="1"/>
                  </a:cubicBezTo>
                  <a:close/>
                </a:path>
              </a:pathLst>
            </a:custGeom>
            <a:solidFill>
              <a:srgbClr val="EE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335;p67">
              <a:extLst>
                <a:ext uri="{FF2B5EF4-FFF2-40B4-BE49-F238E27FC236}">
                  <a16:creationId xmlns:a16="http://schemas.microsoft.com/office/drawing/2014/main" id="{942B816A-3EA2-23BB-B2F4-F744F50EDF8B}"/>
                </a:ext>
              </a:extLst>
            </p:cNvPr>
            <p:cNvSpPr/>
            <p:nvPr/>
          </p:nvSpPr>
          <p:spPr>
            <a:xfrm>
              <a:off x="8467450" y="2722763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34"/>
                  </a:cubicBezTo>
                  <a:cubicBezTo>
                    <a:pt x="0" y="368"/>
                    <a:pt x="101" y="501"/>
                    <a:pt x="234" y="501"/>
                  </a:cubicBezTo>
                  <a:cubicBezTo>
                    <a:pt x="367" y="501"/>
                    <a:pt x="501" y="401"/>
                    <a:pt x="501" y="268"/>
                  </a:cubicBezTo>
                  <a:cubicBezTo>
                    <a:pt x="501" y="134"/>
                    <a:pt x="401" y="1"/>
                    <a:pt x="26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336;p67">
              <a:extLst>
                <a:ext uri="{FF2B5EF4-FFF2-40B4-BE49-F238E27FC236}">
                  <a16:creationId xmlns:a16="http://schemas.microsoft.com/office/drawing/2014/main" id="{23196E6D-78AF-B2EB-774D-F029DB35696B}"/>
                </a:ext>
              </a:extLst>
            </p:cNvPr>
            <p:cNvSpPr/>
            <p:nvPr/>
          </p:nvSpPr>
          <p:spPr>
            <a:xfrm>
              <a:off x="8525000" y="2715963"/>
              <a:ext cx="12525" cy="12675"/>
            </a:xfrm>
            <a:custGeom>
              <a:avLst/>
              <a:gdLst/>
              <a:ahLst/>
              <a:cxnLst/>
              <a:rect l="l" t="t" r="r" b="b"/>
              <a:pathLst>
                <a:path w="501" h="507" extrusionOk="0">
                  <a:moveTo>
                    <a:pt x="225" y="1"/>
                  </a:moveTo>
                  <a:cubicBezTo>
                    <a:pt x="107" y="1"/>
                    <a:pt x="0" y="120"/>
                    <a:pt x="0" y="239"/>
                  </a:cubicBezTo>
                  <a:cubicBezTo>
                    <a:pt x="0" y="373"/>
                    <a:pt x="100" y="473"/>
                    <a:pt x="234" y="506"/>
                  </a:cubicBezTo>
                  <a:cubicBezTo>
                    <a:pt x="367" y="506"/>
                    <a:pt x="500" y="406"/>
                    <a:pt x="500" y="239"/>
                  </a:cubicBezTo>
                  <a:cubicBezTo>
                    <a:pt x="500" y="106"/>
                    <a:pt x="400" y="6"/>
                    <a:pt x="267" y="6"/>
                  </a:cubicBezTo>
                  <a:cubicBezTo>
                    <a:pt x="253" y="2"/>
                    <a:pt x="239" y="1"/>
                    <a:pt x="22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337;p67">
              <a:extLst>
                <a:ext uri="{FF2B5EF4-FFF2-40B4-BE49-F238E27FC236}">
                  <a16:creationId xmlns:a16="http://schemas.microsoft.com/office/drawing/2014/main" id="{10B7159E-489C-A1F0-2248-F8729D7C1306}"/>
                </a:ext>
              </a:extLst>
            </p:cNvPr>
            <p:cNvSpPr/>
            <p:nvPr/>
          </p:nvSpPr>
          <p:spPr>
            <a:xfrm>
              <a:off x="8497475" y="2720263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34"/>
                  </a:cubicBezTo>
                  <a:cubicBezTo>
                    <a:pt x="0" y="368"/>
                    <a:pt x="100" y="501"/>
                    <a:pt x="234" y="501"/>
                  </a:cubicBezTo>
                  <a:cubicBezTo>
                    <a:pt x="367" y="501"/>
                    <a:pt x="501" y="401"/>
                    <a:pt x="501" y="268"/>
                  </a:cubicBezTo>
                  <a:cubicBezTo>
                    <a:pt x="501" y="134"/>
                    <a:pt x="401" y="1"/>
                    <a:pt x="26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338;p67">
              <a:extLst>
                <a:ext uri="{FF2B5EF4-FFF2-40B4-BE49-F238E27FC236}">
                  <a16:creationId xmlns:a16="http://schemas.microsoft.com/office/drawing/2014/main" id="{23E416CB-81FC-11D8-4698-07F8204A4399}"/>
                </a:ext>
              </a:extLst>
            </p:cNvPr>
            <p:cNvSpPr/>
            <p:nvPr/>
          </p:nvSpPr>
          <p:spPr>
            <a:xfrm>
              <a:off x="7559300" y="3635913"/>
              <a:ext cx="357775" cy="181900"/>
            </a:xfrm>
            <a:custGeom>
              <a:avLst/>
              <a:gdLst/>
              <a:ahLst/>
              <a:cxnLst/>
              <a:rect l="l" t="t" r="r" b="b"/>
              <a:pathLst>
                <a:path w="14311" h="7276" extrusionOk="0">
                  <a:moveTo>
                    <a:pt x="9441" y="1"/>
                  </a:moveTo>
                  <a:cubicBezTo>
                    <a:pt x="8607" y="1369"/>
                    <a:pt x="4437" y="3270"/>
                    <a:pt x="4370" y="3270"/>
                  </a:cubicBezTo>
                  <a:cubicBezTo>
                    <a:pt x="1" y="3704"/>
                    <a:pt x="634" y="6873"/>
                    <a:pt x="634" y="6873"/>
                  </a:cubicBezTo>
                  <a:cubicBezTo>
                    <a:pt x="1433" y="7166"/>
                    <a:pt x="2191" y="7276"/>
                    <a:pt x="2939" y="7276"/>
                  </a:cubicBezTo>
                  <a:cubicBezTo>
                    <a:pt x="4908" y="7276"/>
                    <a:pt x="6804" y="6517"/>
                    <a:pt x="9174" y="6372"/>
                  </a:cubicBezTo>
                  <a:cubicBezTo>
                    <a:pt x="12476" y="6172"/>
                    <a:pt x="14144" y="4671"/>
                    <a:pt x="14144" y="4671"/>
                  </a:cubicBezTo>
                  <a:cubicBezTo>
                    <a:pt x="14311" y="3270"/>
                    <a:pt x="13110" y="401"/>
                    <a:pt x="13110" y="401"/>
                  </a:cubicBezTo>
                  <a:cubicBezTo>
                    <a:pt x="13110" y="401"/>
                    <a:pt x="12217" y="1804"/>
                    <a:pt x="11335" y="1804"/>
                  </a:cubicBezTo>
                  <a:cubicBezTo>
                    <a:pt x="11315" y="1804"/>
                    <a:pt x="11295" y="1804"/>
                    <a:pt x="11275" y="1802"/>
                  </a:cubicBezTo>
                  <a:cubicBezTo>
                    <a:pt x="10341" y="1769"/>
                    <a:pt x="9441" y="1"/>
                    <a:pt x="94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339;p67">
              <a:extLst>
                <a:ext uri="{FF2B5EF4-FFF2-40B4-BE49-F238E27FC236}">
                  <a16:creationId xmlns:a16="http://schemas.microsoft.com/office/drawing/2014/main" id="{A0550381-C025-8A71-B944-90DEEDEBE113}"/>
                </a:ext>
              </a:extLst>
            </p:cNvPr>
            <p:cNvSpPr/>
            <p:nvPr/>
          </p:nvSpPr>
          <p:spPr>
            <a:xfrm>
              <a:off x="7575150" y="3722663"/>
              <a:ext cx="338600" cy="94650"/>
            </a:xfrm>
            <a:custGeom>
              <a:avLst/>
              <a:gdLst/>
              <a:ahLst/>
              <a:cxnLst/>
              <a:rect l="l" t="t" r="r" b="b"/>
              <a:pathLst>
                <a:path w="13544" h="3786" extrusionOk="0">
                  <a:moveTo>
                    <a:pt x="13377" y="0"/>
                  </a:moveTo>
                  <a:cubicBezTo>
                    <a:pt x="13010" y="434"/>
                    <a:pt x="12176" y="1134"/>
                    <a:pt x="10875" y="1635"/>
                  </a:cubicBezTo>
                  <a:cubicBezTo>
                    <a:pt x="9007" y="2335"/>
                    <a:pt x="7005" y="2235"/>
                    <a:pt x="4270" y="2936"/>
                  </a:cubicBezTo>
                  <a:cubicBezTo>
                    <a:pt x="3654" y="3100"/>
                    <a:pt x="3079" y="3163"/>
                    <a:pt x="2559" y="3163"/>
                  </a:cubicBezTo>
                  <a:cubicBezTo>
                    <a:pt x="1389" y="3163"/>
                    <a:pt x="496" y="2843"/>
                    <a:pt x="34" y="2635"/>
                  </a:cubicBezTo>
                  <a:cubicBezTo>
                    <a:pt x="0" y="3102"/>
                    <a:pt x="34" y="3403"/>
                    <a:pt x="34" y="3403"/>
                  </a:cubicBezTo>
                  <a:cubicBezTo>
                    <a:pt x="817" y="3682"/>
                    <a:pt x="1559" y="3786"/>
                    <a:pt x="2289" y="3786"/>
                  </a:cubicBezTo>
                  <a:cubicBezTo>
                    <a:pt x="4264" y="3786"/>
                    <a:pt x="6153" y="3024"/>
                    <a:pt x="8540" y="2902"/>
                  </a:cubicBezTo>
                  <a:cubicBezTo>
                    <a:pt x="11842" y="2702"/>
                    <a:pt x="13510" y="1201"/>
                    <a:pt x="13510" y="1201"/>
                  </a:cubicBezTo>
                  <a:cubicBezTo>
                    <a:pt x="13543" y="867"/>
                    <a:pt x="13477" y="434"/>
                    <a:pt x="13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340;p67">
              <a:extLst>
                <a:ext uri="{FF2B5EF4-FFF2-40B4-BE49-F238E27FC236}">
                  <a16:creationId xmlns:a16="http://schemas.microsoft.com/office/drawing/2014/main" id="{C85AB3AC-9132-1F86-C817-7BFD94C1CBEB}"/>
                </a:ext>
              </a:extLst>
            </p:cNvPr>
            <p:cNvSpPr/>
            <p:nvPr/>
          </p:nvSpPr>
          <p:spPr>
            <a:xfrm>
              <a:off x="7694400" y="3635913"/>
              <a:ext cx="115100" cy="81975"/>
            </a:xfrm>
            <a:custGeom>
              <a:avLst/>
              <a:gdLst/>
              <a:ahLst/>
              <a:cxnLst/>
              <a:rect l="l" t="t" r="r" b="b"/>
              <a:pathLst>
                <a:path w="4604" h="3279" extrusionOk="0">
                  <a:moveTo>
                    <a:pt x="4037" y="1"/>
                  </a:moveTo>
                  <a:cubicBezTo>
                    <a:pt x="3436" y="935"/>
                    <a:pt x="1268" y="2136"/>
                    <a:pt x="0" y="2836"/>
                  </a:cubicBezTo>
                  <a:cubicBezTo>
                    <a:pt x="368" y="2959"/>
                    <a:pt x="1044" y="3278"/>
                    <a:pt x="1411" y="3278"/>
                  </a:cubicBezTo>
                  <a:cubicBezTo>
                    <a:pt x="1444" y="3278"/>
                    <a:pt x="1474" y="3275"/>
                    <a:pt x="1501" y="3270"/>
                  </a:cubicBezTo>
                  <a:cubicBezTo>
                    <a:pt x="1835" y="3237"/>
                    <a:pt x="3836" y="1602"/>
                    <a:pt x="4604" y="935"/>
                  </a:cubicBezTo>
                  <a:cubicBezTo>
                    <a:pt x="4270" y="435"/>
                    <a:pt x="4037" y="1"/>
                    <a:pt x="4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341;p67">
              <a:extLst>
                <a:ext uri="{FF2B5EF4-FFF2-40B4-BE49-F238E27FC236}">
                  <a16:creationId xmlns:a16="http://schemas.microsoft.com/office/drawing/2014/main" id="{D46BF31C-D6B4-5EC7-AFF5-913405817214}"/>
                </a:ext>
              </a:extLst>
            </p:cNvPr>
            <p:cNvSpPr/>
            <p:nvPr/>
          </p:nvSpPr>
          <p:spPr>
            <a:xfrm>
              <a:off x="7704400" y="3686088"/>
              <a:ext cx="51725" cy="30750"/>
            </a:xfrm>
            <a:custGeom>
              <a:avLst/>
              <a:gdLst/>
              <a:ahLst/>
              <a:cxnLst/>
              <a:rect l="l" t="t" r="r" b="b"/>
              <a:pathLst>
                <a:path w="2069" h="1230" extrusionOk="0">
                  <a:moveTo>
                    <a:pt x="765" y="1"/>
                  </a:moveTo>
                  <a:cubicBezTo>
                    <a:pt x="440" y="1"/>
                    <a:pt x="189" y="95"/>
                    <a:pt x="167" y="95"/>
                  </a:cubicBezTo>
                  <a:cubicBezTo>
                    <a:pt x="34" y="129"/>
                    <a:pt x="1" y="229"/>
                    <a:pt x="34" y="362"/>
                  </a:cubicBezTo>
                  <a:cubicBezTo>
                    <a:pt x="60" y="464"/>
                    <a:pt x="124" y="508"/>
                    <a:pt x="212" y="508"/>
                  </a:cubicBezTo>
                  <a:cubicBezTo>
                    <a:pt x="240" y="508"/>
                    <a:pt x="269" y="504"/>
                    <a:pt x="301" y="496"/>
                  </a:cubicBezTo>
                  <a:cubicBezTo>
                    <a:pt x="323" y="496"/>
                    <a:pt x="538" y="422"/>
                    <a:pt x="788" y="422"/>
                  </a:cubicBezTo>
                  <a:cubicBezTo>
                    <a:pt x="912" y="422"/>
                    <a:pt x="1046" y="440"/>
                    <a:pt x="1168" y="496"/>
                  </a:cubicBezTo>
                  <a:cubicBezTo>
                    <a:pt x="1368" y="596"/>
                    <a:pt x="1535" y="763"/>
                    <a:pt x="1635" y="1063"/>
                  </a:cubicBezTo>
                  <a:cubicBezTo>
                    <a:pt x="1669" y="1130"/>
                    <a:pt x="1769" y="1196"/>
                    <a:pt x="1835" y="1196"/>
                  </a:cubicBezTo>
                  <a:cubicBezTo>
                    <a:pt x="1869" y="1196"/>
                    <a:pt x="1869" y="1196"/>
                    <a:pt x="1902" y="1230"/>
                  </a:cubicBezTo>
                  <a:cubicBezTo>
                    <a:pt x="2002" y="1196"/>
                    <a:pt x="2069" y="1096"/>
                    <a:pt x="2035" y="963"/>
                  </a:cubicBezTo>
                  <a:cubicBezTo>
                    <a:pt x="1902" y="562"/>
                    <a:pt x="1702" y="296"/>
                    <a:pt x="1368" y="129"/>
                  </a:cubicBezTo>
                  <a:cubicBezTo>
                    <a:pt x="1162" y="32"/>
                    <a:pt x="952" y="1"/>
                    <a:pt x="765" y="1"/>
                  </a:cubicBezTo>
                  <a:close/>
                </a:path>
              </a:pathLst>
            </a:custGeom>
            <a:solidFill>
              <a:srgbClr val="FF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342;p67">
              <a:extLst>
                <a:ext uri="{FF2B5EF4-FFF2-40B4-BE49-F238E27FC236}">
                  <a16:creationId xmlns:a16="http://schemas.microsoft.com/office/drawing/2014/main" id="{33826B4B-980B-F304-95C3-DF2082F8DCC3}"/>
                </a:ext>
              </a:extLst>
            </p:cNvPr>
            <p:cNvSpPr/>
            <p:nvPr/>
          </p:nvSpPr>
          <p:spPr>
            <a:xfrm>
              <a:off x="7725250" y="3671563"/>
              <a:ext cx="51725" cy="31100"/>
            </a:xfrm>
            <a:custGeom>
              <a:avLst/>
              <a:gdLst/>
              <a:ahLst/>
              <a:cxnLst/>
              <a:rect l="l" t="t" r="r" b="b"/>
              <a:pathLst>
                <a:path w="2069" h="1244" extrusionOk="0">
                  <a:moveTo>
                    <a:pt x="771" y="0"/>
                  </a:moveTo>
                  <a:cubicBezTo>
                    <a:pt x="442" y="0"/>
                    <a:pt x="189" y="109"/>
                    <a:pt x="167" y="109"/>
                  </a:cubicBezTo>
                  <a:cubicBezTo>
                    <a:pt x="34" y="143"/>
                    <a:pt x="1" y="243"/>
                    <a:pt x="34" y="343"/>
                  </a:cubicBezTo>
                  <a:cubicBezTo>
                    <a:pt x="59" y="445"/>
                    <a:pt x="124" y="488"/>
                    <a:pt x="212" y="488"/>
                  </a:cubicBezTo>
                  <a:cubicBezTo>
                    <a:pt x="240" y="488"/>
                    <a:pt x="269" y="484"/>
                    <a:pt x="301" y="476"/>
                  </a:cubicBezTo>
                  <a:cubicBezTo>
                    <a:pt x="323" y="476"/>
                    <a:pt x="538" y="402"/>
                    <a:pt x="788" y="402"/>
                  </a:cubicBezTo>
                  <a:cubicBezTo>
                    <a:pt x="912" y="402"/>
                    <a:pt x="1046" y="421"/>
                    <a:pt x="1168" y="476"/>
                  </a:cubicBezTo>
                  <a:cubicBezTo>
                    <a:pt x="1368" y="610"/>
                    <a:pt x="1535" y="777"/>
                    <a:pt x="1635" y="1077"/>
                  </a:cubicBezTo>
                  <a:cubicBezTo>
                    <a:pt x="1668" y="1143"/>
                    <a:pt x="1769" y="1177"/>
                    <a:pt x="1835" y="1177"/>
                  </a:cubicBezTo>
                  <a:cubicBezTo>
                    <a:pt x="1835" y="1177"/>
                    <a:pt x="1869" y="1177"/>
                    <a:pt x="1902" y="1244"/>
                  </a:cubicBezTo>
                  <a:cubicBezTo>
                    <a:pt x="2002" y="1177"/>
                    <a:pt x="2069" y="1110"/>
                    <a:pt x="2035" y="977"/>
                  </a:cubicBezTo>
                  <a:cubicBezTo>
                    <a:pt x="1902" y="576"/>
                    <a:pt x="1702" y="310"/>
                    <a:pt x="1368" y="143"/>
                  </a:cubicBezTo>
                  <a:cubicBezTo>
                    <a:pt x="1164" y="35"/>
                    <a:pt x="956" y="0"/>
                    <a:pt x="771" y="0"/>
                  </a:cubicBezTo>
                  <a:close/>
                </a:path>
              </a:pathLst>
            </a:custGeom>
            <a:solidFill>
              <a:srgbClr val="FF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343;p67">
              <a:extLst>
                <a:ext uri="{FF2B5EF4-FFF2-40B4-BE49-F238E27FC236}">
                  <a16:creationId xmlns:a16="http://schemas.microsoft.com/office/drawing/2014/main" id="{4EB608F4-BDED-2E4C-2601-357F69C80F30}"/>
                </a:ext>
              </a:extLst>
            </p:cNvPr>
            <p:cNvSpPr/>
            <p:nvPr/>
          </p:nvSpPr>
          <p:spPr>
            <a:xfrm>
              <a:off x="7746100" y="3654863"/>
              <a:ext cx="51725" cy="31125"/>
            </a:xfrm>
            <a:custGeom>
              <a:avLst/>
              <a:gdLst/>
              <a:ahLst/>
              <a:cxnLst/>
              <a:rect l="l" t="t" r="r" b="b"/>
              <a:pathLst>
                <a:path w="2069" h="1245" extrusionOk="0">
                  <a:moveTo>
                    <a:pt x="771" y="1"/>
                  </a:moveTo>
                  <a:cubicBezTo>
                    <a:pt x="442" y="1"/>
                    <a:pt x="189" y="110"/>
                    <a:pt x="167" y="110"/>
                  </a:cubicBezTo>
                  <a:cubicBezTo>
                    <a:pt x="34" y="144"/>
                    <a:pt x="1" y="210"/>
                    <a:pt x="34" y="344"/>
                  </a:cubicBezTo>
                  <a:cubicBezTo>
                    <a:pt x="59" y="446"/>
                    <a:pt x="124" y="489"/>
                    <a:pt x="212" y="489"/>
                  </a:cubicBezTo>
                  <a:cubicBezTo>
                    <a:pt x="240" y="489"/>
                    <a:pt x="269" y="485"/>
                    <a:pt x="301" y="477"/>
                  </a:cubicBezTo>
                  <a:cubicBezTo>
                    <a:pt x="301" y="477"/>
                    <a:pt x="523" y="403"/>
                    <a:pt x="780" y="403"/>
                  </a:cubicBezTo>
                  <a:cubicBezTo>
                    <a:pt x="909" y="403"/>
                    <a:pt x="1046" y="422"/>
                    <a:pt x="1168" y="477"/>
                  </a:cubicBezTo>
                  <a:cubicBezTo>
                    <a:pt x="1368" y="611"/>
                    <a:pt x="1535" y="777"/>
                    <a:pt x="1635" y="1044"/>
                  </a:cubicBezTo>
                  <a:cubicBezTo>
                    <a:pt x="1668" y="1144"/>
                    <a:pt x="1768" y="1178"/>
                    <a:pt x="1835" y="1178"/>
                  </a:cubicBezTo>
                  <a:cubicBezTo>
                    <a:pt x="1835" y="1178"/>
                    <a:pt x="1869" y="1178"/>
                    <a:pt x="1902" y="1244"/>
                  </a:cubicBezTo>
                  <a:cubicBezTo>
                    <a:pt x="2002" y="1178"/>
                    <a:pt x="2069" y="1111"/>
                    <a:pt x="2035" y="978"/>
                  </a:cubicBezTo>
                  <a:cubicBezTo>
                    <a:pt x="1902" y="544"/>
                    <a:pt x="1702" y="310"/>
                    <a:pt x="1368" y="144"/>
                  </a:cubicBezTo>
                  <a:cubicBezTo>
                    <a:pt x="1164" y="36"/>
                    <a:pt x="956" y="1"/>
                    <a:pt x="771" y="1"/>
                  </a:cubicBezTo>
                  <a:close/>
                </a:path>
              </a:pathLst>
            </a:custGeom>
            <a:solidFill>
              <a:srgbClr val="FF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344;p67">
              <a:extLst>
                <a:ext uri="{FF2B5EF4-FFF2-40B4-BE49-F238E27FC236}">
                  <a16:creationId xmlns:a16="http://schemas.microsoft.com/office/drawing/2014/main" id="{083A9D35-6BB5-115D-A0AF-4016F1875F66}"/>
                </a:ext>
              </a:extLst>
            </p:cNvPr>
            <p:cNvSpPr/>
            <p:nvPr/>
          </p:nvSpPr>
          <p:spPr>
            <a:xfrm>
              <a:off x="8949450" y="3660938"/>
              <a:ext cx="352775" cy="196425"/>
            </a:xfrm>
            <a:custGeom>
              <a:avLst/>
              <a:gdLst/>
              <a:ahLst/>
              <a:cxnLst/>
              <a:rect l="l" t="t" r="r" b="b"/>
              <a:pathLst>
                <a:path w="14111" h="7857" extrusionOk="0">
                  <a:moveTo>
                    <a:pt x="5105" y="1"/>
                  </a:moveTo>
                  <a:cubicBezTo>
                    <a:pt x="5105" y="1"/>
                    <a:pt x="4079" y="1604"/>
                    <a:pt x="3158" y="1604"/>
                  </a:cubicBezTo>
                  <a:cubicBezTo>
                    <a:pt x="3140" y="1604"/>
                    <a:pt x="3121" y="1603"/>
                    <a:pt x="3103" y="1602"/>
                  </a:cubicBezTo>
                  <a:cubicBezTo>
                    <a:pt x="2202" y="1568"/>
                    <a:pt x="1435" y="34"/>
                    <a:pt x="1435" y="34"/>
                  </a:cubicBezTo>
                  <a:cubicBezTo>
                    <a:pt x="1435" y="34"/>
                    <a:pt x="1" y="2769"/>
                    <a:pt x="1" y="4170"/>
                  </a:cubicBezTo>
                  <a:cubicBezTo>
                    <a:pt x="1" y="4170"/>
                    <a:pt x="1502" y="5838"/>
                    <a:pt x="4738" y="6305"/>
                  </a:cubicBezTo>
                  <a:cubicBezTo>
                    <a:pt x="7382" y="6710"/>
                    <a:pt x="9327" y="7857"/>
                    <a:pt x="11528" y="7857"/>
                  </a:cubicBezTo>
                  <a:cubicBezTo>
                    <a:pt x="12048" y="7857"/>
                    <a:pt x="12582" y="7793"/>
                    <a:pt x="13144" y="7640"/>
                  </a:cubicBezTo>
                  <a:cubicBezTo>
                    <a:pt x="13144" y="7640"/>
                    <a:pt x="14111" y="4571"/>
                    <a:pt x="9775" y="3737"/>
                  </a:cubicBezTo>
                  <a:cubicBezTo>
                    <a:pt x="9741" y="3737"/>
                    <a:pt x="5772" y="1435"/>
                    <a:pt x="51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345;p67">
              <a:extLst>
                <a:ext uri="{FF2B5EF4-FFF2-40B4-BE49-F238E27FC236}">
                  <a16:creationId xmlns:a16="http://schemas.microsoft.com/office/drawing/2014/main" id="{4A681704-1C6A-E0EF-AC07-5597846CDECB}"/>
                </a:ext>
              </a:extLst>
            </p:cNvPr>
            <p:cNvSpPr/>
            <p:nvPr/>
          </p:nvSpPr>
          <p:spPr>
            <a:xfrm>
              <a:off x="8947800" y="3735988"/>
              <a:ext cx="331925" cy="122425"/>
            </a:xfrm>
            <a:custGeom>
              <a:avLst/>
              <a:gdLst/>
              <a:ahLst/>
              <a:cxnLst/>
              <a:rect l="l" t="t" r="r" b="b"/>
              <a:pathLst>
                <a:path w="13277" h="4897" extrusionOk="0">
                  <a:moveTo>
                    <a:pt x="267" y="1"/>
                  </a:moveTo>
                  <a:cubicBezTo>
                    <a:pt x="100" y="401"/>
                    <a:pt x="0" y="835"/>
                    <a:pt x="0" y="1168"/>
                  </a:cubicBezTo>
                  <a:cubicBezTo>
                    <a:pt x="0" y="1168"/>
                    <a:pt x="1501" y="2836"/>
                    <a:pt x="4770" y="3337"/>
                  </a:cubicBezTo>
                  <a:cubicBezTo>
                    <a:pt x="7465" y="3772"/>
                    <a:pt x="9405" y="4896"/>
                    <a:pt x="11623" y="4896"/>
                  </a:cubicBezTo>
                  <a:cubicBezTo>
                    <a:pt x="12122" y="4896"/>
                    <a:pt x="12636" y="4839"/>
                    <a:pt x="13176" y="4704"/>
                  </a:cubicBezTo>
                  <a:cubicBezTo>
                    <a:pt x="13176" y="4704"/>
                    <a:pt x="13276" y="4404"/>
                    <a:pt x="13276" y="3937"/>
                  </a:cubicBezTo>
                  <a:lnTo>
                    <a:pt x="13276" y="3937"/>
                  </a:lnTo>
                  <a:cubicBezTo>
                    <a:pt x="12883" y="4087"/>
                    <a:pt x="12215" y="4269"/>
                    <a:pt x="11362" y="4269"/>
                  </a:cubicBezTo>
                  <a:cubicBezTo>
                    <a:pt x="10698" y="4269"/>
                    <a:pt x="9921" y="4158"/>
                    <a:pt x="9073" y="3837"/>
                  </a:cubicBezTo>
                  <a:cubicBezTo>
                    <a:pt x="6405" y="2836"/>
                    <a:pt x="4403" y="2736"/>
                    <a:pt x="2602" y="1869"/>
                  </a:cubicBezTo>
                  <a:cubicBezTo>
                    <a:pt x="1334" y="1235"/>
                    <a:pt x="601" y="435"/>
                    <a:pt x="2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346;p67">
              <a:extLst>
                <a:ext uri="{FF2B5EF4-FFF2-40B4-BE49-F238E27FC236}">
                  <a16:creationId xmlns:a16="http://schemas.microsoft.com/office/drawing/2014/main" id="{34B0D166-21ED-37AD-336F-C77B5C4F239A}"/>
                </a:ext>
              </a:extLst>
            </p:cNvPr>
            <p:cNvSpPr/>
            <p:nvPr/>
          </p:nvSpPr>
          <p:spPr>
            <a:xfrm>
              <a:off x="9059550" y="3660938"/>
              <a:ext cx="110925" cy="87875"/>
            </a:xfrm>
            <a:custGeom>
              <a:avLst/>
              <a:gdLst/>
              <a:ahLst/>
              <a:cxnLst/>
              <a:rect l="l" t="t" r="r" b="b"/>
              <a:pathLst>
                <a:path w="4437" h="3515" extrusionOk="0">
                  <a:moveTo>
                    <a:pt x="701" y="1"/>
                  </a:moveTo>
                  <a:cubicBezTo>
                    <a:pt x="701" y="1"/>
                    <a:pt x="434" y="401"/>
                    <a:pt x="0" y="868"/>
                  </a:cubicBezTo>
                  <a:cubicBezTo>
                    <a:pt x="734" y="1602"/>
                    <a:pt x="2535" y="3403"/>
                    <a:pt x="2869" y="3503"/>
                  </a:cubicBezTo>
                  <a:cubicBezTo>
                    <a:pt x="2909" y="3511"/>
                    <a:pt x="2956" y="3515"/>
                    <a:pt x="3007" y="3515"/>
                  </a:cubicBezTo>
                  <a:cubicBezTo>
                    <a:pt x="3383" y="3515"/>
                    <a:pt x="4026" y="3320"/>
                    <a:pt x="4437" y="3203"/>
                  </a:cubicBezTo>
                  <a:cubicBezTo>
                    <a:pt x="3202" y="2402"/>
                    <a:pt x="1168" y="1001"/>
                    <a:pt x="7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347;p67">
              <a:extLst>
                <a:ext uri="{FF2B5EF4-FFF2-40B4-BE49-F238E27FC236}">
                  <a16:creationId xmlns:a16="http://schemas.microsoft.com/office/drawing/2014/main" id="{BDF26094-FA3D-87F5-5F68-314ED397EA94}"/>
                </a:ext>
              </a:extLst>
            </p:cNvPr>
            <p:cNvSpPr/>
            <p:nvPr/>
          </p:nvSpPr>
          <p:spPr>
            <a:xfrm>
              <a:off x="9070375" y="3681738"/>
              <a:ext cx="51725" cy="27600"/>
            </a:xfrm>
            <a:custGeom>
              <a:avLst/>
              <a:gdLst/>
              <a:ahLst/>
              <a:cxnLst/>
              <a:rect l="l" t="t" r="r" b="b"/>
              <a:pathLst>
                <a:path w="2069" h="1104" extrusionOk="0">
                  <a:moveTo>
                    <a:pt x="1204" y="1"/>
                  </a:moveTo>
                  <a:cubicBezTo>
                    <a:pt x="1066" y="1"/>
                    <a:pt x="918" y="19"/>
                    <a:pt x="768" y="69"/>
                  </a:cubicBezTo>
                  <a:cubicBezTo>
                    <a:pt x="434" y="203"/>
                    <a:pt x="201" y="436"/>
                    <a:pt x="34" y="837"/>
                  </a:cubicBezTo>
                  <a:cubicBezTo>
                    <a:pt x="1" y="937"/>
                    <a:pt x="34" y="1070"/>
                    <a:pt x="168" y="1103"/>
                  </a:cubicBezTo>
                  <a:lnTo>
                    <a:pt x="234" y="1103"/>
                  </a:lnTo>
                  <a:cubicBezTo>
                    <a:pt x="334" y="1103"/>
                    <a:pt x="401" y="1070"/>
                    <a:pt x="368" y="1003"/>
                  </a:cubicBezTo>
                  <a:cubicBezTo>
                    <a:pt x="501" y="703"/>
                    <a:pt x="668" y="536"/>
                    <a:pt x="868" y="436"/>
                  </a:cubicBezTo>
                  <a:cubicBezTo>
                    <a:pt x="957" y="407"/>
                    <a:pt x="1049" y="395"/>
                    <a:pt x="1139" y="395"/>
                  </a:cubicBezTo>
                  <a:cubicBezTo>
                    <a:pt x="1453" y="395"/>
                    <a:pt x="1735" y="536"/>
                    <a:pt x="1735" y="536"/>
                  </a:cubicBezTo>
                  <a:cubicBezTo>
                    <a:pt x="1773" y="555"/>
                    <a:pt x="1810" y="563"/>
                    <a:pt x="1845" y="563"/>
                  </a:cubicBezTo>
                  <a:cubicBezTo>
                    <a:pt x="1935" y="563"/>
                    <a:pt x="2011" y="508"/>
                    <a:pt x="2036" y="436"/>
                  </a:cubicBezTo>
                  <a:cubicBezTo>
                    <a:pt x="2069" y="303"/>
                    <a:pt x="2036" y="203"/>
                    <a:pt x="1935" y="169"/>
                  </a:cubicBezTo>
                  <a:cubicBezTo>
                    <a:pt x="1935" y="169"/>
                    <a:pt x="1616" y="1"/>
                    <a:pt x="1204" y="1"/>
                  </a:cubicBezTo>
                  <a:close/>
                </a:path>
              </a:pathLst>
            </a:custGeom>
            <a:solidFill>
              <a:srgbClr val="FFF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48;p67">
              <a:extLst>
                <a:ext uri="{FF2B5EF4-FFF2-40B4-BE49-F238E27FC236}">
                  <a16:creationId xmlns:a16="http://schemas.microsoft.com/office/drawing/2014/main" id="{41CFEFA1-3006-8002-F204-16176EFA8D4E}"/>
                </a:ext>
              </a:extLst>
            </p:cNvPr>
            <p:cNvSpPr/>
            <p:nvPr/>
          </p:nvSpPr>
          <p:spPr>
            <a:xfrm>
              <a:off x="8203925" y="1777013"/>
              <a:ext cx="101775" cy="149050"/>
            </a:xfrm>
            <a:custGeom>
              <a:avLst/>
              <a:gdLst/>
              <a:ahLst/>
              <a:cxnLst/>
              <a:rect l="l" t="t" r="r" b="b"/>
              <a:pathLst>
                <a:path w="4071" h="5962" extrusionOk="0">
                  <a:moveTo>
                    <a:pt x="1290" y="1"/>
                  </a:moveTo>
                  <a:cubicBezTo>
                    <a:pt x="1104" y="1"/>
                    <a:pt x="946" y="22"/>
                    <a:pt x="835" y="70"/>
                  </a:cubicBezTo>
                  <a:cubicBezTo>
                    <a:pt x="1" y="404"/>
                    <a:pt x="1" y="1972"/>
                    <a:pt x="67" y="2706"/>
                  </a:cubicBezTo>
                  <a:cubicBezTo>
                    <a:pt x="201" y="3706"/>
                    <a:pt x="668" y="4640"/>
                    <a:pt x="1335" y="5374"/>
                  </a:cubicBezTo>
                  <a:cubicBezTo>
                    <a:pt x="1593" y="5658"/>
                    <a:pt x="1970" y="5961"/>
                    <a:pt x="2328" y="5961"/>
                  </a:cubicBezTo>
                  <a:cubicBezTo>
                    <a:pt x="2434" y="5961"/>
                    <a:pt x="2537" y="5935"/>
                    <a:pt x="2636" y="5875"/>
                  </a:cubicBezTo>
                  <a:cubicBezTo>
                    <a:pt x="2736" y="5808"/>
                    <a:pt x="2836" y="5674"/>
                    <a:pt x="2903" y="5541"/>
                  </a:cubicBezTo>
                  <a:cubicBezTo>
                    <a:pt x="3470" y="4707"/>
                    <a:pt x="3803" y="3740"/>
                    <a:pt x="3970" y="2739"/>
                  </a:cubicBezTo>
                  <a:cubicBezTo>
                    <a:pt x="4070" y="1972"/>
                    <a:pt x="4003" y="1071"/>
                    <a:pt x="3403" y="571"/>
                  </a:cubicBezTo>
                  <a:cubicBezTo>
                    <a:pt x="3086" y="307"/>
                    <a:pt x="1995" y="1"/>
                    <a:pt x="129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49;p67">
              <a:extLst>
                <a:ext uri="{FF2B5EF4-FFF2-40B4-BE49-F238E27FC236}">
                  <a16:creationId xmlns:a16="http://schemas.microsoft.com/office/drawing/2014/main" id="{6061FC9F-94B6-4572-8AC6-3B5CBB31DA7A}"/>
                </a:ext>
              </a:extLst>
            </p:cNvPr>
            <p:cNvSpPr/>
            <p:nvPr/>
          </p:nvSpPr>
          <p:spPr>
            <a:xfrm>
              <a:off x="8303175" y="1924688"/>
              <a:ext cx="122600" cy="159250"/>
            </a:xfrm>
            <a:custGeom>
              <a:avLst/>
              <a:gdLst/>
              <a:ahLst/>
              <a:cxnLst/>
              <a:rect l="l" t="t" r="r" b="b"/>
              <a:pathLst>
                <a:path w="4904" h="6370" extrusionOk="0">
                  <a:moveTo>
                    <a:pt x="4570" y="1"/>
                  </a:moveTo>
                  <a:lnTo>
                    <a:pt x="4570" y="1"/>
                  </a:lnTo>
                  <a:cubicBezTo>
                    <a:pt x="4070" y="301"/>
                    <a:pt x="3436" y="335"/>
                    <a:pt x="3002" y="668"/>
                  </a:cubicBezTo>
                  <a:cubicBezTo>
                    <a:pt x="2002" y="1302"/>
                    <a:pt x="1101" y="2336"/>
                    <a:pt x="0" y="2603"/>
                  </a:cubicBezTo>
                  <a:lnTo>
                    <a:pt x="1234" y="5972"/>
                  </a:lnTo>
                  <a:cubicBezTo>
                    <a:pt x="1627" y="6239"/>
                    <a:pt x="2091" y="6369"/>
                    <a:pt x="2554" y="6369"/>
                  </a:cubicBezTo>
                  <a:cubicBezTo>
                    <a:pt x="3191" y="6369"/>
                    <a:pt x="3825" y="6121"/>
                    <a:pt x="4270" y="5638"/>
                  </a:cubicBezTo>
                  <a:cubicBezTo>
                    <a:pt x="4670" y="5271"/>
                    <a:pt x="4804" y="4971"/>
                    <a:pt x="4870" y="4438"/>
                  </a:cubicBezTo>
                  <a:cubicBezTo>
                    <a:pt x="4904" y="3904"/>
                    <a:pt x="4770" y="3403"/>
                    <a:pt x="4703" y="2836"/>
                  </a:cubicBezTo>
                  <a:cubicBezTo>
                    <a:pt x="4570" y="1902"/>
                    <a:pt x="4503" y="968"/>
                    <a:pt x="45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350;p67">
              <a:extLst>
                <a:ext uri="{FF2B5EF4-FFF2-40B4-BE49-F238E27FC236}">
                  <a16:creationId xmlns:a16="http://schemas.microsoft.com/office/drawing/2014/main" id="{B07CD4EF-F41A-8B65-C20D-73374F5A5445}"/>
                </a:ext>
              </a:extLst>
            </p:cNvPr>
            <p:cNvSpPr/>
            <p:nvPr/>
          </p:nvSpPr>
          <p:spPr>
            <a:xfrm>
              <a:off x="8201425" y="1719963"/>
              <a:ext cx="239375" cy="299000"/>
            </a:xfrm>
            <a:custGeom>
              <a:avLst/>
              <a:gdLst/>
              <a:ahLst/>
              <a:cxnLst/>
              <a:rect l="l" t="t" r="r" b="b"/>
              <a:pathLst>
                <a:path w="9575" h="11960" extrusionOk="0">
                  <a:moveTo>
                    <a:pt x="4602" y="0"/>
                  </a:moveTo>
                  <a:cubicBezTo>
                    <a:pt x="3702" y="0"/>
                    <a:pt x="2808" y="315"/>
                    <a:pt x="2002" y="1018"/>
                  </a:cubicBezTo>
                  <a:cubicBezTo>
                    <a:pt x="1502" y="1452"/>
                    <a:pt x="1235" y="2019"/>
                    <a:pt x="968" y="2653"/>
                  </a:cubicBezTo>
                  <a:cubicBezTo>
                    <a:pt x="1" y="5255"/>
                    <a:pt x="901" y="8123"/>
                    <a:pt x="2269" y="10492"/>
                  </a:cubicBezTo>
                  <a:cubicBezTo>
                    <a:pt x="2469" y="10859"/>
                    <a:pt x="2736" y="11259"/>
                    <a:pt x="3069" y="11492"/>
                  </a:cubicBezTo>
                  <a:cubicBezTo>
                    <a:pt x="3636" y="11926"/>
                    <a:pt x="4404" y="11959"/>
                    <a:pt x="5104" y="11959"/>
                  </a:cubicBezTo>
                  <a:cubicBezTo>
                    <a:pt x="6105" y="11959"/>
                    <a:pt x="7139" y="11826"/>
                    <a:pt x="7906" y="11192"/>
                  </a:cubicBezTo>
                  <a:cubicBezTo>
                    <a:pt x="8306" y="10825"/>
                    <a:pt x="8607" y="10325"/>
                    <a:pt x="8807" y="9824"/>
                  </a:cubicBezTo>
                  <a:cubicBezTo>
                    <a:pt x="9574" y="7923"/>
                    <a:pt x="9274" y="5722"/>
                    <a:pt x="8974" y="3687"/>
                  </a:cubicBezTo>
                  <a:cubicBezTo>
                    <a:pt x="8874" y="3020"/>
                    <a:pt x="8773" y="2352"/>
                    <a:pt x="8373" y="1819"/>
                  </a:cubicBezTo>
                  <a:cubicBezTo>
                    <a:pt x="8040" y="1352"/>
                    <a:pt x="7539" y="1085"/>
                    <a:pt x="7106" y="785"/>
                  </a:cubicBezTo>
                  <a:cubicBezTo>
                    <a:pt x="6311" y="282"/>
                    <a:pt x="5454" y="0"/>
                    <a:pt x="4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351;p67">
              <a:extLst>
                <a:ext uri="{FF2B5EF4-FFF2-40B4-BE49-F238E27FC236}">
                  <a16:creationId xmlns:a16="http://schemas.microsoft.com/office/drawing/2014/main" id="{79AD193C-2735-8B32-2ADA-8F052F28F8FC}"/>
                </a:ext>
              </a:extLst>
            </p:cNvPr>
            <p:cNvSpPr/>
            <p:nvPr/>
          </p:nvSpPr>
          <p:spPr>
            <a:xfrm>
              <a:off x="8405750" y="1837113"/>
              <a:ext cx="62550" cy="60975"/>
            </a:xfrm>
            <a:custGeom>
              <a:avLst/>
              <a:gdLst/>
              <a:ahLst/>
              <a:cxnLst/>
              <a:rect l="l" t="t" r="r" b="b"/>
              <a:pathLst>
                <a:path w="2502" h="2439" extrusionOk="0">
                  <a:moveTo>
                    <a:pt x="1242" y="0"/>
                  </a:moveTo>
                  <a:cubicBezTo>
                    <a:pt x="601" y="0"/>
                    <a:pt x="66" y="522"/>
                    <a:pt x="33" y="1169"/>
                  </a:cubicBezTo>
                  <a:cubicBezTo>
                    <a:pt x="0" y="1836"/>
                    <a:pt x="534" y="2403"/>
                    <a:pt x="1201" y="2437"/>
                  </a:cubicBezTo>
                  <a:cubicBezTo>
                    <a:pt x="1221" y="2438"/>
                    <a:pt x="1241" y="2438"/>
                    <a:pt x="1260" y="2438"/>
                  </a:cubicBezTo>
                  <a:cubicBezTo>
                    <a:pt x="1901" y="2438"/>
                    <a:pt x="2436" y="1916"/>
                    <a:pt x="2468" y="1269"/>
                  </a:cubicBezTo>
                  <a:cubicBezTo>
                    <a:pt x="2502" y="602"/>
                    <a:pt x="1968" y="35"/>
                    <a:pt x="1301" y="1"/>
                  </a:cubicBezTo>
                  <a:cubicBezTo>
                    <a:pt x="1281" y="0"/>
                    <a:pt x="1261" y="0"/>
                    <a:pt x="12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352;p67">
              <a:extLst>
                <a:ext uri="{FF2B5EF4-FFF2-40B4-BE49-F238E27FC236}">
                  <a16:creationId xmlns:a16="http://schemas.microsoft.com/office/drawing/2014/main" id="{49E8BB07-1D36-7A78-4DCA-34FAF4FCBDF9}"/>
                </a:ext>
              </a:extLst>
            </p:cNvPr>
            <p:cNvSpPr/>
            <p:nvPr/>
          </p:nvSpPr>
          <p:spPr>
            <a:xfrm>
              <a:off x="8189750" y="1864613"/>
              <a:ext cx="61725" cy="60150"/>
            </a:xfrm>
            <a:custGeom>
              <a:avLst/>
              <a:gdLst/>
              <a:ahLst/>
              <a:cxnLst/>
              <a:rect l="l" t="t" r="r" b="b"/>
              <a:pathLst>
                <a:path w="2469" h="2406" extrusionOk="0">
                  <a:moveTo>
                    <a:pt x="1239" y="1"/>
                  </a:moveTo>
                  <a:cubicBezTo>
                    <a:pt x="599" y="1"/>
                    <a:pt x="66" y="490"/>
                    <a:pt x="34" y="1136"/>
                  </a:cubicBezTo>
                  <a:cubicBezTo>
                    <a:pt x="1" y="1804"/>
                    <a:pt x="501" y="2371"/>
                    <a:pt x="1168" y="2404"/>
                  </a:cubicBezTo>
                  <a:cubicBezTo>
                    <a:pt x="1189" y="2405"/>
                    <a:pt x="1210" y="2406"/>
                    <a:pt x="1231" y="2406"/>
                  </a:cubicBezTo>
                  <a:cubicBezTo>
                    <a:pt x="1871" y="2406"/>
                    <a:pt x="2403" y="1916"/>
                    <a:pt x="2436" y="1270"/>
                  </a:cubicBezTo>
                  <a:cubicBezTo>
                    <a:pt x="2469" y="603"/>
                    <a:pt x="1969" y="36"/>
                    <a:pt x="1301" y="2"/>
                  </a:cubicBezTo>
                  <a:cubicBezTo>
                    <a:pt x="1280" y="1"/>
                    <a:pt x="1259" y="1"/>
                    <a:pt x="12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353;p67">
              <a:extLst>
                <a:ext uri="{FF2B5EF4-FFF2-40B4-BE49-F238E27FC236}">
                  <a16:creationId xmlns:a16="http://schemas.microsoft.com/office/drawing/2014/main" id="{F91DD33E-08B3-6B79-3042-20BFAE507DF4}"/>
                </a:ext>
              </a:extLst>
            </p:cNvPr>
            <p:cNvSpPr/>
            <p:nvPr/>
          </p:nvSpPr>
          <p:spPr>
            <a:xfrm>
              <a:off x="8160575" y="1674513"/>
              <a:ext cx="273550" cy="211025"/>
            </a:xfrm>
            <a:custGeom>
              <a:avLst/>
              <a:gdLst/>
              <a:ahLst/>
              <a:cxnLst/>
              <a:rect l="l" t="t" r="r" b="b"/>
              <a:pathLst>
                <a:path w="10942" h="8441" extrusionOk="0">
                  <a:moveTo>
                    <a:pt x="5371" y="1"/>
                  </a:moveTo>
                  <a:lnTo>
                    <a:pt x="5371" y="1"/>
                  </a:lnTo>
                  <a:cubicBezTo>
                    <a:pt x="5437" y="301"/>
                    <a:pt x="5537" y="601"/>
                    <a:pt x="5637" y="835"/>
                  </a:cubicBezTo>
                  <a:lnTo>
                    <a:pt x="2468" y="835"/>
                  </a:lnTo>
                  <a:cubicBezTo>
                    <a:pt x="2569" y="1335"/>
                    <a:pt x="2902" y="1769"/>
                    <a:pt x="3302" y="1969"/>
                  </a:cubicBezTo>
                  <a:cubicBezTo>
                    <a:pt x="2506" y="2225"/>
                    <a:pt x="1662" y="2384"/>
                    <a:pt x="830" y="2384"/>
                  </a:cubicBezTo>
                  <a:cubicBezTo>
                    <a:pt x="686" y="2384"/>
                    <a:pt x="543" y="2379"/>
                    <a:pt x="400" y="2369"/>
                  </a:cubicBezTo>
                  <a:lnTo>
                    <a:pt x="400" y="2369"/>
                  </a:lnTo>
                  <a:cubicBezTo>
                    <a:pt x="567" y="2936"/>
                    <a:pt x="1034" y="3370"/>
                    <a:pt x="1601" y="3570"/>
                  </a:cubicBezTo>
                  <a:cubicBezTo>
                    <a:pt x="1101" y="3737"/>
                    <a:pt x="567" y="3804"/>
                    <a:pt x="0" y="3804"/>
                  </a:cubicBezTo>
                  <a:cubicBezTo>
                    <a:pt x="100" y="3804"/>
                    <a:pt x="834" y="4571"/>
                    <a:pt x="1067" y="4671"/>
                  </a:cubicBezTo>
                  <a:cubicBezTo>
                    <a:pt x="1434" y="4838"/>
                    <a:pt x="1835" y="5004"/>
                    <a:pt x="2235" y="5138"/>
                  </a:cubicBezTo>
                  <a:cubicBezTo>
                    <a:pt x="3302" y="5471"/>
                    <a:pt x="4603" y="5605"/>
                    <a:pt x="5771" y="5605"/>
                  </a:cubicBezTo>
                  <a:cubicBezTo>
                    <a:pt x="7038" y="5605"/>
                    <a:pt x="8306" y="5305"/>
                    <a:pt x="9407" y="4671"/>
                  </a:cubicBezTo>
                  <a:lnTo>
                    <a:pt x="9407" y="4671"/>
                  </a:lnTo>
                  <a:cubicBezTo>
                    <a:pt x="9140" y="5972"/>
                    <a:pt x="9473" y="7406"/>
                    <a:pt x="10374" y="8440"/>
                  </a:cubicBezTo>
                  <a:cubicBezTo>
                    <a:pt x="10608" y="7673"/>
                    <a:pt x="10774" y="6939"/>
                    <a:pt x="10874" y="6139"/>
                  </a:cubicBezTo>
                  <a:cubicBezTo>
                    <a:pt x="10908" y="5738"/>
                    <a:pt x="10941" y="5271"/>
                    <a:pt x="10874" y="4838"/>
                  </a:cubicBezTo>
                  <a:cubicBezTo>
                    <a:pt x="10708" y="3904"/>
                    <a:pt x="9974" y="3103"/>
                    <a:pt x="9273" y="2436"/>
                  </a:cubicBezTo>
                  <a:cubicBezTo>
                    <a:pt x="8139" y="1335"/>
                    <a:pt x="6905" y="268"/>
                    <a:pt x="5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354;p67">
              <a:extLst>
                <a:ext uri="{FF2B5EF4-FFF2-40B4-BE49-F238E27FC236}">
                  <a16:creationId xmlns:a16="http://schemas.microsoft.com/office/drawing/2014/main" id="{AD79F32A-3F0A-B7C3-5238-99AEFF8BD2D0}"/>
                </a:ext>
              </a:extLst>
            </p:cNvPr>
            <p:cNvSpPr/>
            <p:nvPr/>
          </p:nvSpPr>
          <p:spPr>
            <a:xfrm>
              <a:off x="8821875" y="2207413"/>
              <a:ext cx="88425" cy="75975"/>
            </a:xfrm>
            <a:custGeom>
              <a:avLst/>
              <a:gdLst/>
              <a:ahLst/>
              <a:cxnLst/>
              <a:rect l="l" t="t" r="r" b="b"/>
              <a:pathLst>
                <a:path w="3537" h="3039" extrusionOk="0">
                  <a:moveTo>
                    <a:pt x="2435" y="0"/>
                  </a:moveTo>
                  <a:cubicBezTo>
                    <a:pt x="2435" y="634"/>
                    <a:pt x="2369" y="1301"/>
                    <a:pt x="1935" y="1701"/>
                  </a:cubicBezTo>
                  <a:cubicBezTo>
                    <a:pt x="1640" y="1977"/>
                    <a:pt x="1241" y="2066"/>
                    <a:pt x="833" y="2066"/>
                  </a:cubicBezTo>
                  <a:cubicBezTo>
                    <a:pt x="549" y="2066"/>
                    <a:pt x="260" y="2023"/>
                    <a:pt x="0" y="1968"/>
                  </a:cubicBezTo>
                  <a:lnTo>
                    <a:pt x="0" y="2869"/>
                  </a:lnTo>
                  <a:cubicBezTo>
                    <a:pt x="333" y="2980"/>
                    <a:pt x="695" y="3039"/>
                    <a:pt x="1054" y="3039"/>
                  </a:cubicBezTo>
                  <a:cubicBezTo>
                    <a:pt x="1559" y="3039"/>
                    <a:pt x="2059" y="2922"/>
                    <a:pt x="2469" y="2669"/>
                  </a:cubicBezTo>
                  <a:cubicBezTo>
                    <a:pt x="3102" y="2168"/>
                    <a:pt x="3536" y="1301"/>
                    <a:pt x="3336" y="500"/>
                  </a:cubicBezTo>
                  <a:cubicBezTo>
                    <a:pt x="2969" y="300"/>
                    <a:pt x="2802" y="200"/>
                    <a:pt x="2435" y="0"/>
                  </a:cubicBezTo>
                  <a:close/>
                </a:path>
              </a:pathLst>
            </a:custGeom>
            <a:solidFill>
              <a:srgbClr val="524A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355;p67">
              <a:extLst>
                <a:ext uri="{FF2B5EF4-FFF2-40B4-BE49-F238E27FC236}">
                  <a16:creationId xmlns:a16="http://schemas.microsoft.com/office/drawing/2014/main" id="{EC69A71A-6FEA-60F8-815A-408DDB1796BB}"/>
                </a:ext>
              </a:extLst>
            </p:cNvPr>
            <p:cNvSpPr/>
            <p:nvPr/>
          </p:nvSpPr>
          <p:spPr>
            <a:xfrm>
              <a:off x="7846175" y="2651888"/>
              <a:ext cx="1165850" cy="932125"/>
            </a:xfrm>
            <a:custGeom>
              <a:avLst/>
              <a:gdLst/>
              <a:ahLst/>
              <a:cxnLst/>
              <a:rect l="l" t="t" r="r" b="b"/>
              <a:pathLst>
                <a:path w="46634" h="37285" extrusionOk="0">
                  <a:moveTo>
                    <a:pt x="17513" y="0"/>
                  </a:moveTo>
                  <a:cubicBezTo>
                    <a:pt x="17046" y="501"/>
                    <a:pt x="16746" y="1101"/>
                    <a:pt x="16712" y="1768"/>
                  </a:cubicBezTo>
                  <a:cubicBezTo>
                    <a:pt x="16712" y="1935"/>
                    <a:pt x="16712" y="2069"/>
                    <a:pt x="16679" y="2235"/>
                  </a:cubicBezTo>
                  <a:cubicBezTo>
                    <a:pt x="16612" y="2436"/>
                    <a:pt x="16412" y="2569"/>
                    <a:pt x="16279" y="2702"/>
                  </a:cubicBezTo>
                  <a:cubicBezTo>
                    <a:pt x="15912" y="3003"/>
                    <a:pt x="15712" y="3436"/>
                    <a:pt x="15678" y="3870"/>
                  </a:cubicBezTo>
                  <a:cubicBezTo>
                    <a:pt x="15645" y="4103"/>
                    <a:pt x="7206" y="21182"/>
                    <a:pt x="6939" y="22350"/>
                  </a:cubicBezTo>
                  <a:cubicBezTo>
                    <a:pt x="6638" y="23517"/>
                    <a:pt x="3836" y="28087"/>
                    <a:pt x="3369" y="29555"/>
                  </a:cubicBezTo>
                  <a:cubicBezTo>
                    <a:pt x="3169" y="30189"/>
                    <a:pt x="2269" y="31523"/>
                    <a:pt x="1501" y="32590"/>
                  </a:cubicBezTo>
                  <a:cubicBezTo>
                    <a:pt x="1435" y="32524"/>
                    <a:pt x="1301" y="32424"/>
                    <a:pt x="1201" y="32357"/>
                  </a:cubicBezTo>
                  <a:cubicBezTo>
                    <a:pt x="834" y="32891"/>
                    <a:pt x="367" y="33424"/>
                    <a:pt x="0" y="33958"/>
                  </a:cubicBezTo>
                  <a:cubicBezTo>
                    <a:pt x="0" y="34458"/>
                    <a:pt x="201" y="34925"/>
                    <a:pt x="601" y="35292"/>
                  </a:cubicBezTo>
                  <a:cubicBezTo>
                    <a:pt x="934" y="35626"/>
                    <a:pt x="1368" y="35893"/>
                    <a:pt x="1835" y="36060"/>
                  </a:cubicBezTo>
                  <a:cubicBezTo>
                    <a:pt x="2673" y="36384"/>
                    <a:pt x="3576" y="36555"/>
                    <a:pt x="4475" y="36555"/>
                  </a:cubicBezTo>
                  <a:cubicBezTo>
                    <a:pt x="4685" y="36555"/>
                    <a:pt x="4895" y="36546"/>
                    <a:pt x="5104" y="36527"/>
                  </a:cubicBezTo>
                  <a:cubicBezTo>
                    <a:pt x="5604" y="36026"/>
                    <a:pt x="6105" y="35626"/>
                    <a:pt x="6538" y="35192"/>
                  </a:cubicBezTo>
                  <a:cubicBezTo>
                    <a:pt x="6338" y="35092"/>
                    <a:pt x="6171" y="35059"/>
                    <a:pt x="5971" y="34959"/>
                  </a:cubicBezTo>
                  <a:cubicBezTo>
                    <a:pt x="7306" y="33758"/>
                    <a:pt x="8973" y="32190"/>
                    <a:pt x="9274" y="31623"/>
                  </a:cubicBezTo>
                  <a:cubicBezTo>
                    <a:pt x="10208" y="29889"/>
                    <a:pt x="14110" y="23417"/>
                    <a:pt x="14144" y="22216"/>
                  </a:cubicBezTo>
                  <a:cubicBezTo>
                    <a:pt x="15778" y="19915"/>
                    <a:pt x="17480" y="18013"/>
                    <a:pt x="19381" y="15945"/>
                  </a:cubicBezTo>
                  <a:cubicBezTo>
                    <a:pt x="20532" y="14763"/>
                    <a:pt x="21943" y="13523"/>
                    <a:pt x="23589" y="13523"/>
                  </a:cubicBezTo>
                  <a:cubicBezTo>
                    <a:pt x="23709" y="13523"/>
                    <a:pt x="23829" y="13530"/>
                    <a:pt x="23951" y="13544"/>
                  </a:cubicBezTo>
                  <a:cubicBezTo>
                    <a:pt x="25318" y="13710"/>
                    <a:pt x="26619" y="14544"/>
                    <a:pt x="27720" y="15378"/>
                  </a:cubicBezTo>
                  <a:cubicBezTo>
                    <a:pt x="28788" y="16112"/>
                    <a:pt x="29655" y="17079"/>
                    <a:pt x="30522" y="18047"/>
                  </a:cubicBezTo>
                  <a:cubicBezTo>
                    <a:pt x="31189" y="18747"/>
                    <a:pt x="31823" y="19448"/>
                    <a:pt x="32290" y="20282"/>
                  </a:cubicBezTo>
                  <a:cubicBezTo>
                    <a:pt x="32557" y="20815"/>
                    <a:pt x="32790" y="21416"/>
                    <a:pt x="33057" y="21950"/>
                  </a:cubicBezTo>
                  <a:cubicBezTo>
                    <a:pt x="33391" y="22617"/>
                    <a:pt x="33858" y="23217"/>
                    <a:pt x="34458" y="23717"/>
                  </a:cubicBezTo>
                  <a:cubicBezTo>
                    <a:pt x="34859" y="24084"/>
                    <a:pt x="39495" y="32224"/>
                    <a:pt x="41630" y="35159"/>
                  </a:cubicBezTo>
                  <a:cubicBezTo>
                    <a:pt x="41530" y="35226"/>
                    <a:pt x="41463" y="35226"/>
                    <a:pt x="41363" y="35259"/>
                  </a:cubicBezTo>
                  <a:cubicBezTo>
                    <a:pt x="41663" y="35793"/>
                    <a:pt x="41864" y="36460"/>
                    <a:pt x="42130" y="36994"/>
                  </a:cubicBezTo>
                  <a:cubicBezTo>
                    <a:pt x="42411" y="37197"/>
                    <a:pt x="42788" y="37285"/>
                    <a:pt x="43159" y="37285"/>
                  </a:cubicBezTo>
                  <a:cubicBezTo>
                    <a:pt x="43274" y="37285"/>
                    <a:pt x="43388" y="37276"/>
                    <a:pt x="43498" y="37260"/>
                  </a:cubicBezTo>
                  <a:cubicBezTo>
                    <a:pt x="43965" y="37160"/>
                    <a:pt x="44365" y="36960"/>
                    <a:pt x="44699" y="36727"/>
                  </a:cubicBezTo>
                  <a:cubicBezTo>
                    <a:pt x="45533" y="36126"/>
                    <a:pt x="46200" y="35426"/>
                    <a:pt x="46634" y="34492"/>
                  </a:cubicBezTo>
                  <a:cubicBezTo>
                    <a:pt x="46467" y="33958"/>
                    <a:pt x="46400" y="33391"/>
                    <a:pt x="46233" y="32791"/>
                  </a:cubicBezTo>
                  <a:cubicBezTo>
                    <a:pt x="46167" y="32891"/>
                    <a:pt x="46067" y="32924"/>
                    <a:pt x="46000" y="33024"/>
                  </a:cubicBezTo>
                  <a:cubicBezTo>
                    <a:pt x="45666" y="32123"/>
                    <a:pt x="45166" y="31290"/>
                    <a:pt x="44832" y="30522"/>
                  </a:cubicBezTo>
                  <a:cubicBezTo>
                    <a:pt x="44632" y="30022"/>
                    <a:pt x="44365" y="29522"/>
                    <a:pt x="44265" y="28955"/>
                  </a:cubicBezTo>
                  <a:cubicBezTo>
                    <a:pt x="44165" y="28421"/>
                    <a:pt x="32657" y="6505"/>
                    <a:pt x="31756" y="334"/>
                  </a:cubicBezTo>
                  <a:cubicBezTo>
                    <a:pt x="29388" y="901"/>
                    <a:pt x="27020" y="1435"/>
                    <a:pt x="24551" y="1568"/>
                  </a:cubicBezTo>
                  <a:cubicBezTo>
                    <a:pt x="24281" y="1583"/>
                    <a:pt x="24011" y="1590"/>
                    <a:pt x="23741" y="1590"/>
                  </a:cubicBezTo>
                  <a:cubicBezTo>
                    <a:pt x="21547" y="1590"/>
                    <a:pt x="19384" y="1100"/>
                    <a:pt x="17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46867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64"/>
          <p:cNvSpPr/>
          <p:nvPr/>
        </p:nvSpPr>
        <p:spPr>
          <a:xfrm>
            <a:off x="1647825" y="1975104"/>
            <a:ext cx="1746600" cy="474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88" name="Google Shape;1988;p64"/>
          <p:cNvCxnSpPr>
            <a:cxnSpLocks/>
            <a:stCxn id="1987" idx="1"/>
          </p:cNvCxnSpPr>
          <p:nvPr/>
        </p:nvCxnSpPr>
        <p:spPr>
          <a:xfrm>
            <a:off x="1647825" y="1998830"/>
            <a:ext cx="99441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89" name="Google Shape;1989;p64"/>
          <p:cNvSpPr txBox="1">
            <a:spLocks noGrp="1"/>
          </p:cNvSpPr>
          <p:nvPr>
            <p:ph type="title"/>
          </p:nvPr>
        </p:nvSpPr>
        <p:spPr>
          <a:xfrm>
            <a:off x="689100" y="457200"/>
            <a:ext cx="77418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AWARDS</a:t>
            </a:r>
            <a:endParaRPr dirty="0"/>
          </a:p>
        </p:txBody>
      </p:sp>
      <p:sp>
        <p:nvSpPr>
          <p:cNvPr id="1990" name="Google Shape;1990;p64"/>
          <p:cNvSpPr/>
          <p:nvPr/>
        </p:nvSpPr>
        <p:spPr>
          <a:xfrm>
            <a:off x="3637950" y="6235225"/>
            <a:ext cx="465850" cy="46375"/>
          </a:xfrm>
          <a:custGeom>
            <a:avLst/>
            <a:gdLst/>
            <a:ahLst/>
            <a:cxnLst/>
            <a:rect l="l" t="t" r="r" b="b"/>
            <a:pathLst>
              <a:path w="18634" h="1855" extrusionOk="0">
                <a:moveTo>
                  <a:pt x="1" y="1"/>
                </a:moveTo>
                <a:lnTo>
                  <a:pt x="1" y="1824"/>
                </a:lnTo>
                <a:lnTo>
                  <a:pt x="18633" y="1855"/>
                </a:lnTo>
                <a:lnTo>
                  <a:pt x="18633" y="62"/>
                </a:lnTo>
                <a:lnTo>
                  <a:pt x="1" y="1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1" name="Google Shape;1991;p64"/>
          <p:cNvSpPr/>
          <p:nvPr/>
        </p:nvSpPr>
        <p:spPr>
          <a:xfrm>
            <a:off x="713219" y="3155936"/>
            <a:ext cx="704100" cy="704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2" name="Google Shape;1992;p64"/>
          <p:cNvSpPr txBox="1">
            <a:spLocks noGrp="1"/>
          </p:cNvSpPr>
          <p:nvPr>
            <p:ph type="title"/>
          </p:nvPr>
        </p:nvSpPr>
        <p:spPr>
          <a:xfrm>
            <a:off x="1671863" y="3108960"/>
            <a:ext cx="1828800" cy="36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3</a:t>
            </a:r>
            <a:r>
              <a:rPr lang="en-US" sz="2000" baseline="30000" dirty="0"/>
              <a:t>RD</a:t>
            </a:r>
            <a:r>
              <a:rPr lang="en-US" sz="2000" dirty="0"/>
              <a:t> PRIZE </a:t>
            </a:r>
            <a:endParaRPr sz="2000" dirty="0"/>
          </a:p>
        </p:txBody>
      </p:sp>
      <p:sp>
        <p:nvSpPr>
          <p:cNvPr id="1993" name="Google Shape;1993;p64"/>
          <p:cNvSpPr/>
          <p:nvPr/>
        </p:nvSpPr>
        <p:spPr>
          <a:xfrm>
            <a:off x="689099" y="1485900"/>
            <a:ext cx="699900" cy="699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4" name="Google Shape;1994;p64"/>
          <p:cNvSpPr txBox="1">
            <a:spLocks noGrp="1"/>
          </p:cNvSpPr>
          <p:nvPr>
            <p:ph type="title"/>
          </p:nvPr>
        </p:nvSpPr>
        <p:spPr>
          <a:xfrm>
            <a:off x="1671863" y="1435608"/>
            <a:ext cx="1828800" cy="36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2</a:t>
            </a:r>
            <a:r>
              <a:rPr lang="en-US" sz="2000" baseline="30000" dirty="0"/>
              <a:t>ND</a:t>
            </a:r>
            <a:r>
              <a:rPr lang="en-US" sz="2000" dirty="0"/>
              <a:t> PRIZE</a:t>
            </a:r>
            <a:endParaRPr sz="2000" dirty="0"/>
          </a:p>
        </p:txBody>
      </p:sp>
      <p:sp>
        <p:nvSpPr>
          <p:cNvPr id="1995" name="Google Shape;1995;p64"/>
          <p:cNvSpPr txBox="1"/>
          <p:nvPr/>
        </p:nvSpPr>
        <p:spPr>
          <a:xfrm>
            <a:off x="1630868" y="2151252"/>
            <a:ext cx="2275298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 have rec</a:t>
            </a:r>
            <a:r>
              <a:rPr lang="en-IN" dirty="0" err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ei</a:t>
            </a:r>
            <a:r>
              <a:rPr lang="en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ved 2</a:t>
            </a:r>
            <a:r>
              <a:rPr lang="en" baseline="30000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nd</a:t>
            </a:r>
            <a:r>
              <a:rPr lang="en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prize </a:t>
            </a:r>
            <a:r>
              <a:rPr lang="en-IN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for presenting </a:t>
            </a:r>
            <a:r>
              <a:rPr lang="en-IN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SST</a:t>
            </a:r>
            <a:r>
              <a:rPr lang="en-IN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at Sankara polytechnic college</a:t>
            </a:r>
            <a:endParaRPr dirty="0">
              <a:solidFill>
                <a:srgbClr val="E7ECE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6" name="Google Shape;1996;p64"/>
          <p:cNvSpPr txBox="1"/>
          <p:nvPr/>
        </p:nvSpPr>
        <p:spPr>
          <a:xfrm>
            <a:off x="1671863" y="3830191"/>
            <a:ext cx="21030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 have received 3</a:t>
            </a:r>
            <a:r>
              <a:rPr lang="en-US" baseline="30000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rd</a:t>
            </a:r>
            <a:r>
              <a:rPr lang="en-US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place for presenting my project </a:t>
            </a:r>
            <a:r>
              <a:rPr lang="en-US" dirty="0" err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ar</a:t>
            </a:r>
            <a:r>
              <a:rPr lang="en-US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the </a:t>
            </a:r>
            <a:r>
              <a:rPr lang="en-US" dirty="0" err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nachimuthu</a:t>
            </a:r>
            <a:r>
              <a:rPr lang="en-US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polytechnic college</a:t>
            </a:r>
            <a:endParaRPr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97" name="Google Shape;1997;p64"/>
          <p:cNvGrpSpPr/>
          <p:nvPr/>
        </p:nvGrpSpPr>
        <p:grpSpPr>
          <a:xfrm>
            <a:off x="861648" y="1642490"/>
            <a:ext cx="354925" cy="354782"/>
            <a:chOff x="5256025" y="603675"/>
            <a:chExt cx="434000" cy="433825"/>
          </a:xfrm>
        </p:grpSpPr>
        <p:sp>
          <p:nvSpPr>
            <p:cNvPr id="1998" name="Google Shape;1998;p64"/>
            <p:cNvSpPr/>
            <p:nvPr/>
          </p:nvSpPr>
          <p:spPr>
            <a:xfrm>
              <a:off x="5377400" y="603675"/>
              <a:ext cx="189900" cy="58325"/>
            </a:xfrm>
            <a:custGeom>
              <a:avLst/>
              <a:gdLst/>
              <a:ahLst/>
              <a:cxnLst/>
              <a:rect l="l" t="t" r="r" b="b"/>
              <a:pathLst>
                <a:path w="7596" h="2333" extrusionOk="0">
                  <a:moveTo>
                    <a:pt x="3795" y="0"/>
                  </a:moveTo>
                  <a:cubicBezTo>
                    <a:pt x="2489" y="0"/>
                    <a:pt x="1181" y="495"/>
                    <a:pt x="191" y="1485"/>
                  </a:cubicBezTo>
                  <a:cubicBezTo>
                    <a:pt x="1" y="1675"/>
                    <a:pt x="1" y="1974"/>
                    <a:pt x="191" y="2191"/>
                  </a:cubicBezTo>
                  <a:cubicBezTo>
                    <a:pt x="299" y="2285"/>
                    <a:pt x="428" y="2333"/>
                    <a:pt x="557" y="2333"/>
                  </a:cubicBezTo>
                  <a:cubicBezTo>
                    <a:pt x="686" y="2333"/>
                    <a:pt x="815" y="2285"/>
                    <a:pt x="923" y="2191"/>
                  </a:cubicBezTo>
                  <a:cubicBezTo>
                    <a:pt x="1710" y="1390"/>
                    <a:pt x="2747" y="990"/>
                    <a:pt x="3788" y="990"/>
                  </a:cubicBezTo>
                  <a:cubicBezTo>
                    <a:pt x="4829" y="990"/>
                    <a:pt x="5873" y="1390"/>
                    <a:pt x="6673" y="2191"/>
                  </a:cubicBezTo>
                  <a:cubicBezTo>
                    <a:pt x="6782" y="2299"/>
                    <a:pt x="6917" y="2326"/>
                    <a:pt x="7053" y="2326"/>
                  </a:cubicBezTo>
                  <a:cubicBezTo>
                    <a:pt x="7189" y="2326"/>
                    <a:pt x="7324" y="2299"/>
                    <a:pt x="7379" y="2191"/>
                  </a:cubicBezTo>
                  <a:cubicBezTo>
                    <a:pt x="7596" y="1974"/>
                    <a:pt x="7596" y="1675"/>
                    <a:pt x="7379" y="1485"/>
                  </a:cubicBezTo>
                  <a:cubicBezTo>
                    <a:pt x="6402" y="495"/>
                    <a:pt x="5100" y="0"/>
                    <a:pt x="37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64"/>
            <p:cNvSpPr/>
            <p:nvPr/>
          </p:nvSpPr>
          <p:spPr>
            <a:xfrm>
              <a:off x="5413350" y="654350"/>
              <a:ext cx="118000" cy="44275"/>
            </a:xfrm>
            <a:custGeom>
              <a:avLst/>
              <a:gdLst/>
              <a:ahLst/>
              <a:cxnLst/>
              <a:rect l="l" t="t" r="r" b="b"/>
              <a:pathLst>
                <a:path w="4720" h="1771" extrusionOk="0">
                  <a:moveTo>
                    <a:pt x="2374" y="1"/>
                  </a:moveTo>
                  <a:cubicBezTo>
                    <a:pt x="1594" y="1"/>
                    <a:pt x="814" y="299"/>
                    <a:pt x="217" y="896"/>
                  </a:cubicBezTo>
                  <a:cubicBezTo>
                    <a:pt x="0" y="1113"/>
                    <a:pt x="0" y="1411"/>
                    <a:pt x="217" y="1628"/>
                  </a:cubicBezTo>
                  <a:cubicBezTo>
                    <a:pt x="312" y="1723"/>
                    <a:pt x="441" y="1771"/>
                    <a:pt x="570" y="1771"/>
                  </a:cubicBezTo>
                  <a:cubicBezTo>
                    <a:pt x="699" y="1771"/>
                    <a:pt x="828" y="1723"/>
                    <a:pt x="923" y="1628"/>
                  </a:cubicBezTo>
                  <a:cubicBezTo>
                    <a:pt x="1329" y="1235"/>
                    <a:pt x="1858" y="1038"/>
                    <a:pt x="2381" y="1038"/>
                  </a:cubicBezTo>
                  <a:cubicBezTo>
                    <a:pt x="2903" y="1038"/>
                    <a:pt x="3418" y="1235"/>
                    <a:pt x="3798" y="1628"/>
                  </a:cubicBezTo>
                  <a:cubicBezTo>
                    <a:pt x="3906" y="1710"/>
                    <a:pt x="4042" y="1764"/>
                    <a:pt x="4177" y="1764"/>
                  </a:cubicBezTo>
                  <a:cubicBezTo>
                    <a:pt x="4313" y="1764"/>
                    <a:pt x="4449" y="1682"/>
                    <a:pt x="4530" y="1628"/>
                  </a:cubicBezTo>
                  <a:cubicBezTo>
                    <a:pt x="4720" y="1411"/>
                    <a:pt x="4720" y="1113"/>
                    <a:pt x="4530" y="896"/>
                  </a:cubicBezTo>
                  <a:cubicBezTo>
                    <a:pt x="3933" y="299"/>
                    <a:pt x="3154" y="1"/>
                    <a:pt x="23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64"/>
            <p:cNvSpPr/>
            <p:nvPr/>
          </p:nvSpPr>
          <p:spPr>
            <a:xfrm>
              <a:off x="5367225" y="986625"/>
              <a:ext cx="211600" cy="50875"/>
            </a:xfrm>
            <a:custGeom>
              <a:avLst/>
              <a:gdLst/>
              <a:ahLst/>
              <a:cxnLst/>
              <a:rect l="l" t="t" r="r" b="b"/>
              <a:pathLst>
                <a:path w="8464" h="2035" extrusionOk="0">
                  <a:moveTo>
                    <a:pt x="1" y="0"/>
                  </a:moveTo>
                  <a:lnTo>
                    <a:pt x="1" y="489"/>
                  </a:lnTo>
                  <a:cubicBezTo>
                    <a:pt x="1" y="1357"/>
                    <a:pt x="679" y="2035"/>
                    <a:pt x="1520" y="2035"/>
                  </a:cubicBezTo>
                  <a:lnTo>
                    <a:pt x="6945" y="2035"/>
                  </a:lnTo>
                  <a:cubicBezTo>
                    <a:pt x="7786" y="2035"/>
                    <a:pt x="8464" y="1357"/>
                    <a:pt x="8464" y="489"/>
                  </a:cubicBezTo>
                  <a:lnTo>
                    <a:pt x="84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64"/>
            <p:cNvSpPr/>
            <p:nvPr/>
          </p:nvSpPr>
          <p:spPr>
            <a:xfrm>
              <a:off x="5515750" y="787275"/>
              <a:ext cx="174275" cy="135625"/>
            </a:xfrm>
            <a:custGeom>
              <a:avLst/>
              <a:gdLst/>
              <a:ahLst/>
              <a:cxnLst/>
              <a:rect l="l" t="t" r="r" b="b"/>
              <a:pathLst>
                <a:path w="6971" h="5425" extrusionOk="0">
                  <a:moveTo>
                    <a:pt x="4665" y="1519"/>
                  </a:moveTo>
                  <a:cubicBezTo>
                    <a:pt x="4937" y="1519"/>
                    <a:pt x="5181" y="1763"/>
                    <a:pt x="5181" y="2034"/>
                  </a:cubicBezTo>
                  <a:cubicBezTo>
                    <a:pt x="5181" y="2306"/>
                    <a:pt x="4964" y="2550"/>
                    <a:pt x="4665" y="2550"/>
                  </a:cubicBezTo>
                  <a:lnTo>
                    <a:pt x="2251" y="2550"/>
                  </a:lnTo>
                  <a:cubicBezTo>
                    <a:pt x="1980" y="2550"/>
                    <a:pt x="1736" y="2306"/>
                    <a:pt x="1736" y="2034"/>
                  </a:cubicBezTo>
                  <a:cubicBezTo>
                    <a:pt x="1736" y="1763"/>
                    <a:pt x="1980" y="1519"/>
                    <a:pt x="2251" y="1519"/>
                  </a:cubicBezTo>
                  <a:close/>
                  <a:moveTo>
                    <a:pt x="488" y="0"/>
                  </a:moveTo>
                  <a:cubicBezTo>
                    <a:pt x="217" y="0"/>
                    <a:pt x="0" y="244"/>
                    <a:pt x="0" y="515"/>
                  </a:cubicBezTo>
                  <a:lnTo>
                    <a:pt x="0" y="4909"/>
                  </a:lnTo>
                  <a:cubicBezTo>
                    <a:pt x="0" y="5099"/>
                    <a:pt x="81" y="5289"/>
                    <a:pt x="271" y="5343"/>
                  </a:cubicBezTo>
                  <a:cubicBezTo>
                    <a:pt x="326" y="5371"/>
                    <a:pt x="434" y="5425"/>
                    <a:pt x="488" y="5425"/>
                  </a:cubicBezTo>
                  <a:cubicBezTo>
                    <a:pt x="597" y="5425"/>
                    <a:pt x="705" y="5398"/>
                    <a:pt x="760" y="5316"/>
                  </a:cubicBezTo>
                  <a:lnTo>
                    <a:pt x="2658" y="4069"/>
                  </a:lnTo>
                  <a:lnTo>
                    <a:pt x="6428" y="4069"/>
                  </a:lnTo>
                  <a:cubicBezTo>
                    <a:pt x="6700" y="4069"/>
                    <a:pt x="6944" y="3825"/>
                    <a:pt x="6944" y="3553"/>
                  </a:cubicBezTo>
                  <a:lnTo>
                    <a:pt x="6944" y="515"/>
                  </a:lnTo>
                  <a:cubicBezTo>
                    <a:pt x="6971" y="244"/>
                    <a:pt x="6727" y="0"/>
                    <a:pt x="64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64"/>
            <p:cNvSpPr/>
            <p:nvPr/>
          </p:nvSpPr>
          <p:spPr>
            <a:xfrm>
              <a:off x="5367225" y="723525"/>
              <a:ext cx="211600" cy="237350"/>
            </a:xfrm>
            <a:custGeom>
              <a:avLst/>
              <a:gdLst/>
              <a:ahLst/>
              <a:cxnLst/>
              <a:rect l="l" t="t" r="r" b="b"/>
              <a:pathLst>
                <a:path w="8464" h="9494" extrusionOk="0">
                  <a:moveTo>
                    <a:pt x="3554" y="0"/>
                  </a:moveTo>
                  <a:lnTo>
                    <a:pt x="3554" y="4910"/>
                  </a:lnTo>
                  <a:cubicBezTo>
                    <a:pt x="3554" y="5507"/>
                    <a:pt x="3256" y="5995"/>
                    <a:pt x="2740" y="6266"/>
                  </a:cubicBezTo>
                  <a:cubicBezTo>
                    <a:pt x="2496" y="6375"/>
                    <a:pt x="2279" y="6456"/>
                    <a:pt x="2035" y="6456"/>
                  </a:cubicBezTo>
                  <a:cubicBezTo>
                    <a:pt x="1737" y="6456"/>
                    <a:pt x="1411" y="6347"/>
                    <a:pt x="1194" y="6185"/>
                  </a:cubicBezTo>
                  <a:lnTo>
                    <a:pt x="1" y="5398"/>
                  </a:lnTo>
                  <a:lnTo>
                    <a:pt x="1" y="9494"/>
                  </a:lnTo>
                  <a:lnTo>
                    <a:pt x="8464" y="9494"/>
                  </a:lnTo>
                  <a:lnTo>
                    <a:pt x="8464" y="7948"/>
                  </a:lnTo>
                  <a:lnTo>
                    <a:pt x="7297" y="8707"/>
                  </a:lnTo>
                  <a:cubicBezTo>
                    <a:pt x="6999" y="8897"/>
                    <a:pt x="6755" y="8978"/>
                    <a:pt x="6429" y="8978"/>
                  </a:cubicBezTo>
                  <a:cubicBezTo>
                    <a:pt x="6212" y="8978"/>
                    <a:pt x="5941" y="8924"/>
                    <a:pt x="5724" y="8816"/>
                  </a:cubicBezTo>
                  <a:cubicBezTo>
                    <a:pt x="5209" y="8544"/>
                    <a:pt x="4910" y="8029"/>
                    <a:pt x="4910" y="7459"/>
                  </a:cubicBezTo>
                  <a:lnTo>
                    <a:pt x="4910" y="3065"/>
                  </a:lnTo>
                  <a:cubicBezTo>
                    <a:pt x="4910" y="2197"/>
                    <a:pt x="5588" y="1519"/>
                    <a:pt x="6429" y="1519"/>
                  </a:cubicBezTo>
                  <a:lnTo>
                    <a:pt x="8464" y="1519"/>
                  </a:lnTo>
                  <a:cubicBezTo>
                    <a:pt x="8464" y="679"/>
                    <a:pt x="7786" y="0"/>
                    <a:pt x="69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64"/>
            <p:cNvSpPr/>
            <p:nvPr/>
          </p:nvSpPr>
          <p:spPr>
            <a:xfrm>
              <a:off x="5256025" y="723525"/>
              <a:ext cx="173625" cy="135650"/>
            </a:xfrm>
            <a:custGeom>
              <a:avLst/>
              <a:gdLst/>
              <a:ahLst/>
              <a:cxnLst/>
              <a:rect l="l" t="t" r="r" b="b"/>
              <a:pathLst>
                <a:path w="6945" h="5426" extrusionOk="0">
                  <a:moveTo>
                    <a:pt x="4693" y="1519"/>
                  </a:moveTo>
                  <a:cubicBezTo>
                    <a:pt x="4964" y="1519"/>
                    <a:pt x="5181" y="1763"/>
                    <a:pt x="5181" y="2035"/>
                  </a:cubicBezTo>
                  <a:cubicBezTo>
                    <a:pt x="5181" y="2306"/>
                    <a:pt x="4964" y="2550"/>
                    <a:pt x="4693" y="2550"/>
                  </a:cubicBezTo>
                  <a:lnTo>
                    <a:pt x="2279" y="2550"/>
                  </a:lnTo>
                  <a:cubicBezTo>
                    <a:pt x="2008" y="2550"/>
                    <a:pt x="1764" y="2306"/>
                    <a:pt x="1764" y="2035"/>
                  </a:cubicBezTo>
                  <a:cubicBezTo>
                    <a:pt x="1764" y="1763"/>
                    <a:pt x="2008" y="1519"/>
                    <a:pt x="2279" y="1519"/>
                  </a:cubicBezTo>
                  <a:close/>
                  <a:moveTo>
                    <a:pt x="489" y="0"/>
                  </a:moveTo>
                  <a:cubicBezTo>
                    <a:pt x="245" y="0"/>
                    <a:pt x="1" y="245"/>
                    <a:pt x="1" y="516"/>
                  </a:cubicBezTo>
                  <a:lnTo>
                    <a:pt x="1" y="3554"/>
                  </a:lnTo>
                  <a:cubicBezTo>
                    <a:pt x="1" y="3825"/>
                    <a:pt x="245" y="4069"/>
                    <a:pt x="516" y="4069"/>
                  </a:cubicBezTo>
                  <a:lnTo>
                    <a:pt x="4286" y="4069"/>
                  </a:lnTo>
                  <a:lnTo>
                    <a:pt x="6185" y="5317"/>
                  </a:lnTo>
                  <a:cubicBezTo>
                    <a:pt x="6266" y="5398"/>
                    <a:pt x="6348" y="5425"/>
                    <a:pt x="6456" y="5425"/>
                  </a:cubicBezTo>
                  <a:cubicBezTo>
                    <a:pt x="6538" y="5425"/>
                    <a:pt x="6646" y="5398"/>
                    <a:pt x="6700" y="5344"/>
                  </a:cubicBezTo>
                  <a:cubicBezTo>
                    <a:pt x="6836" y="5262"/>
                    <a:pt x="6944" y="5100"/>
                    <a:pt x="6944" y="4910"/>
                  </a:cubicBezTo>
                  <a:lnTo>
                    <a:pt x="6944" y="516"/>
                  </a:lnTo>
                  <a:cubicBezTo>
                    <a:pt x="6944" y="245"/>
                    <a:pt x="6700" y="0"/>
                    <a:pt x="64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4" name="Google Shape;2004;p64"/>
          <p:cNvGrpSpPr/>
          <p:nvPr/>
        </p:nvGrpSpPr>
        <p:grpSpPr>
          <a:xfrm>
            <a:off x="901304" y="3329342"/>
            <a:ext cx="327337" cy="356965"/>
            <a:chOff x="2399875" y="3083975"/>
            <a:chExt cx="398075" cy="434000"/>
          </a:xfrm>
        </p:grpSpPr>
        <p:sp>
          <p:nvSpPr>
            <p:cNvPr id="2005" name="Google Shape;2005;p64"/>
            <p:cNvSpPr/>
            <p:nvPr/>
          </p:nvSpPr>
          <p:spPr>
            <a:xfrm>
              <a:off x="2399875" y="3416250"/>
              <a:ext cx="398075" cy="101725"/>
            </a:xfrm>
            <a:custGeom>
              <a:avLst/>
              <a:gdLst/>
              <a:ahLst/>
              <a:cxnLst/>
              <a:rect l="l" t="t" r="r" b="b"/>
              <a:pathLst>
                <a:path w="15923" h="4069" extrusionOk="0">
                  <a:moveTo>
                    <a:pt x="2523" y="1546"/>
                  </a:moveTo>
                  <a:cubicBezTo>
                    <a:pt x="2795" y="1546"/>
                    <a:pt x="3039" y="1763"/>
                    <a:pt x="3039" y="2034"/>
                  </a:cubicBezTo>
                  <a:cubicBezTo>
                    <a:pt x="3039" y="2306"/>
                    <a:pt x="2795" y="2550"/>
                    <a:pt x="2523" y="2550"/>
                  </a:cubicBezTo>
                  <a:cubicBezTo>
                    <a:pt x="2252" y="2550"/>
                    <a:pt x="2035" y="2306"/>
                    <a:pt x="2035" y="2034"/>
                  </a:cubicBezTo>
                  <a:cubicBezTo>
                    <a:pt x="2035" y="1763"/>
                    <a:pt x="2252" y="1546"/>
                    <a:pt x="2523" y="1546"/>
                  </a:cubicBezTo>
                  <a:close/>
                  <a:moveTo>
                    <a:pt x="4558" y="1546"/>
                  </a:moveTo>
                  <a:cubicBezTo>
                    <a:pt x="4829" y="1546"/>
                    <a:pt x="5073" y="1763"/>
                    <a:pt x="5073" y="2034"/>
                  </a:cubicBezTo>
                  <a:cubicBezTo>
                    <a:pt x="5073" y="2306"/>
                    <a:pt x="4829" y="2550"/>
                    <a:pt x="4558" y="2550"/>
                  </a:cubicBezTo>
                  <a:cubicBezTo>
                    <a:pt x="4286" y="2550"/>
                    <a:pt x="4069" y="2306"/>
                    <a:pt x="4069" y="2034"/>
                  </a:cubicBezTo>
                  <a:cubicBezTo>
                    <a:pt x="4069" y="1763"/>
                    <a:pt x="4286" y="1546"/>
                    <a:pt x="4558" y="1546"/>
                  </a:cubicBezTo>
                  <a:close/>
                  <a:moveTo>
                    <a:pt x="6592" y="1546"/>
                  </a:moveTo>
                  <a:cubicBezTo>
                    <a:pt x="6863" y="1546"/>
                    <a:pt x="7107" y="1763"/>
                    <a:pt x="7107" y="2034"/>
                  </a:cubicBezTo>
                  <a:cubicBezTo>
                    <a:pt x="7107" y="2306"/>
                    <a:pt x="6863" y="2550"/>
                    <a:pt x="6592" y="2550"/>
                  </a:cubicBezTo>
                  <a:cubicBezTo>
                    <a:pt x="6321" y="2550"/>
                    <a:pt x="6104" y="2306"/>
                    <a:pt x="6104" y="2034"/>
                  </a:cubicBezTo>
                  <a:cubicBezTo>
                    <a:pt x="6104" y="1763"/>
                    <a:pt x="6321" y="1546"/>
                    <a:pt x="6592" y="1546"/>
                  </a:cubicBezTo>
                  <a:close/>
                  <a:moveTo>
                    <a:pt x="13373" y="1546"/>
                  </a:moveTo>
                  <a:cubicBezTo>
                    <a:pt x="13644" y="1546"/>
                    <a:pt x="13888" y="1763"/>
                    <a:pt x="13888" y="2034"/>
                  </a:cubicBezTo>
                  <a:cubicBezTo>
                    <a:pt x="13888" y="2306"/>
                    <a:pt x="13644" y="2550"/>
                    <a:pt x="13373" y="2550"/>
                  </a:cubicBezTo>
                  <a:lnTo>
                    <a:pt x="9657" y="2550"/>
                  </a:lnTo>
                  <a:cubicBezTo>
                    <a:pt x="9386" y="2550"/>
                    <a:pt x="9142" y="2306"/>
                    <a:pt x="9142" y="2034"/>
                  </a:cubicBezTo>
                  <a:cubicBezTo>
                    <a:pt x="9142" y="1763"/>
                    <a:pt x="9386" y="1546"/>
                    <a:pt x="9657" y="1546"/>
                  </a:cubicBezTo>
                  <a:close/>
                  <a:moveTo>
                    <a:pt x="1167" y="0"/>
                  </a:moveTo>
                  <a:cubicBezTo>
                    <a:pt x="543" y="0"/>
                    <a:pt x="1" y="542"/>
                    <a:pt x="1" y="1193"/>
                  </a:cubicBezTo>
                  <a:lnTo>
                    <a:pt x="1" y="2902"/>
                  </a:lnTo>
                  <a:cubicBezTo>
                    <a:pt x="1" y="3526"/>
                    <a:pt x="543" y="4069"/>
                    <a:pt x="1167" y="4069"/>
                  </a:cubicBezTo>
                  <a:lnTo>
                    <a:pt x="14729" y="4069"/>
                  </a:lnTo>
                  <a:cubicBezTo>
                    <a:pt x="15380" y="4069"/>
                    <a:pt x="15923" y="3526"/>
                    <a:pt x="15923" y="2902"/>
                  </a:cubicBezTo>
                  <a:lnTo>
                    <a:pt x="15923" y="1193"/>
                  </a:lnTo>
                  <a:cubicBezTo>
                    <a:pt x="15923" y="515"/>
                    <a:pt x="15380" y="0"/>
                    <a:pt x="147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64"/>
            <p:cNvSpPr/>
            <p:nvPr/>
          </p:nvSpPr>
          <p:spPr>
            <a:xfrm>
              <a:off x="2543650" y="3347075"/>
              <a:ext cx="111225" cy="44100"/>
            </a:xfrm>
            <a:custGeom>
              <a:avLst/>
              <a:gdLst/>
              <a:ahLst/>
              <a:cxnLst/>
              <a:rect l="l" t="t" r="r" b="b"/>
              <a:pathLst>
                <a:path w="4449" h="1764" extrusionOk="0">
                  <a:moveTo>
                    <a:pt x="407" y="0"/>
                  </a:moveTo>
                  <a:lnTo>
                    <a:pt x="0" y="1763"/>
                  </a:lnTo>
                  <a:lnTo>
                    <a:pt x="4448" y="1763"/>
                  </a:lnTo>
                  <a:lnTo>
                    <a:pt x="40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64"/>
            <p:cNvSpPr/>
            <p:nvPr/>
          </p:nvSpPr>
          <p:spPr>
            <a:xfrm>
              <a:off x="2433800" y="3083975"/>
              <a:ext cx="330250" cy="161400"/>
            </a:xfrm>
            <a:custGeom>
              <a:avLst/>
              <a:gdLst/>
              <a:ahLst/>
              <a:cxnLst/>
              <a:rect l="l" t="t" r="r" b="b"/>
              <a:pathLst>
                <a:path w="13210" h="6456" extrusionOk="0">
                  <a:moveTo>
                    <a:pt x="1519" y="0"/>
                  </a:moveTo>
                  <a:cubicBezTo>
                    <a:pt x="678" y="0"/>
                    <a:pt x="0" y="678"/>
                    <a:pt x="0" y="1546"/>
                  </a:cubicBezTo>
                  <a:lnTo>
                    <a:pt x="0" y="6456"/>
                  </a:lnTo>
                  <a:lnTo>
                    <a:pt x="13209" y="6456"/>
                  </a:lnTo>
                  <a:lnTo>
                    <a:pt x="13209" y="1546"/>
                  </a:lnTo>
                  <a:cubicBezTo>
                    <a:pt x="13209" y="678"/>
                    <a:pt x="12531" y="0"/>
                    <a:pt x="116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64"/>
            <p:cNvSpPr/>
            <p:nvPr/>
          </p:nvSpPr>
          <p:spPr>
            <a:xfrm>
              <a:off x="2433800" y="3270450"/>
              <a:ext cx="330250" cy="50875"/>
            </a:xfrm>
            <a:custGeom>
              <a:avLst/>
              <a:gdLst/>
              <a:ahLst/>
              <a:cxnLst/>
              <a:rect l="l" t="t" r="r" b="b"/>
              <a:pathLst>
                <a:path w="13210" h="2035" extrusionOk="0">
                  <a:moveTo>
                    <a:pt x="0" y="0"/>
                  </a:moveTo>
                  <a:lnTo>
                    <a:pt x="0" y="516"/>
                  </a:lnTo>
                  <a:cubicBezTo>
                    <a:pt x="0" y="1357"/>
                    <a:pt x="678" y="2035"/>
                    <a:pt x="1519" y="2035"/>
                  </a:cubicBezTo>
                  <a:lnTo>
                    <a:pt x="11690" y="2035"/>
                  </a:lnTo>
                  <a:cubicBezTo>
                    <a:pt x="12531" y="2035"/>
                    <a:pt x="13209" y="1357"/>
                    <a:pt x="13209" y="516"/>
                  </a:cubicBezTo>
                  <a:lnTo>
                    <a:pt x="132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3" name="Google Shape;2013;p64"/>
          <p:cNvGrpSpPr/>
          <p:nvPr/>
        </p:nvGrpSpPr>
        <p:grpSpPr>
          <a:xfrm>
            <a:off x="4993768" y="2500770"/>
            <a:ext cx="704063" cy="704063"/>
            <a:chOff x="4959594" y="2474926"/>
            <a:chExt cx="855900" cy="855900"/>
          </a:xfrm>
        </p:grpSpPr>
        <p:sp>
          <p:nvSpPr>
            <p:cNvPr id="2014" name="Google Shape;2014;p64"/>
            <p:cNvSpPr/>
            <p:nvPr/>
          </p:nvSpPr>
          <p:spPr>
            <a:xfrm>
              <a:off x="4959594" y="2474926"/>
              <a:ext cx="855900" cy="855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15" name="Google Shape;2015;p64"/>
            <p:cNvGrpSpPr/>
            <p:nvPr/>
          </p:nvGrpSpPr>
          <p:grpSpPr>
            <a:xfrm>
              <a:off x="5116802" y="2624279"/>
              <a:ext cx="541483" cy="557200"/>
              <a:chOff x="5154911" y="2624279"/>
              <a:chExt cx="541483" cy="557200"/>
            </a:xfrm>
          </p:grpSpPr>
          <p:grpSp>
            <p:nvGrpSpPr>
              <p:cNvPr id="2016" name="Google Shape;2016;p64"/>
              <p:cNvGrpSpPr/>
              <p:nvPr/>
            </p:nvGrpSpPr>
            <p:grpSpPr>
              <a:xfrm>
                <a:off x="5416305" y="2626252"/>
                <a:ext cx="280089" cy="553254"/>
                <a:chOff x="3527539" y="4476677"/>
                <a:chExt cx="159232" cy="314510"/>
              </a:xfrm>
            </p:grpSpPr>
            <p:sp>
              <p:nvSpPr>
                <p:cNvPr id="2017" name="Google Shape;2017;p64"/>
                <p:cNvSpPr/>
                <p:nvPr/>
              </p:nvSpPr>
              <p:spPr>
                <a:xfrm>
                  <a:off x="3527539" y="4536716"/>
                  <a:ext cx="159232" cy="254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41" h="155402" extrusionOk="0">
                      <a:moveTo>
                        <a:pt x="35360" y="0"/>
                      </a:moveTo>
                      <a:cubicBezTo>
                        <a:pt x="27173" y="0"/>
                        <a:pt x="21268" y="5220"/>
                        <a:pt x="17713" y="15527"/>
                      </a:cubicBezTo>
                      <a:cubicBezTo>
                        <a:pt x="15527" y="21921"/>
                        <a:pt x="1533" y="61750"/>
                        <a:pt x="1403" y="62174"/>
                      </a:cubicBezTo>
                      <a:cubicBezTo>
                        <a:pt x="0" y="66121"/>
                        <a:pt x="2088" y="70492"/>
                        <a:pt x="6068" y="71895"/>
                      </a:cubicBezTo>
                      <a:cubicBezTo>
                        <a:pt x="6895" y="72179"/>
                        <a:pt x="7739" y="72315"/>
                        <a:pt x="8570" y="72315"/>
                      </a:cubicBezTo>
                      <a:cubicBezTo>
                        <a:pt x="11735" y="72315"/>
                        <a:pt x="14703" y="70350"/>
                        <a:pt x="15788" y="67197"/>
                      </a:cubicBezTo>
                      <a:cubicBezTo>
                        <a:pt x="16245" y="65925"/>
                        <a:pt x="24661" y="42569"/>
                        <a:pt x="29358" y="29130"/>
                      </a:cubicBezTo>
                      <a:lnTo>
                        <a:pt x="29358" y="29130"/>
                      </a:lnTo>
                      <a:cubicBezTo>
                        <a:pt x="28869" y="33142"/>
                        <a:pt x="30272" y="24824"/>
                        <a:pt x="18431" y="85856"/>
                      </a:cubicBezTo>
                      <a:cubicBezTo>
                        <a:pt x="17941" y="88498"/>
                        <a:pt x="19964" y="90912"/>
                        <a:pt x="22606" y="90912"/>
                      </a:cubicBezTo>
                      <a:lnTo>
                        <a:pt x="28412" y="90912"/>
                      </a:lnTo>
                      <a:lnTo>
                        <a:pt x="28412" y="146235"/>
                      </a:lnTo>
                      <a:cubicBezTo>
                        <a:pt x="28412" y="151291"/>
                        <a:pt x="32522" y="155401"/>
                        <a:pt x="37578" y="155401"/>
                      </a:cubicBezTo>
                      <a:cubicBezTo>
                        <a:pt x="42634" y="155401"/>
                        <a:pt x="46745" y="151291"/>
                        <a:pt x="46745" y="146235"/>
                      </a:cubicBezTo>
                      <a:lnTo>
                        <a:pt x="46745" y="90912"/>
                      </a:lnTo>
                      <a:lnTo>
                        <a:pt x="50692" y="90912"/>
                      </a:lnTo>
                      <a:lnTo>
                        <a:pt x="50692" y="146235"/>
                      </a:lnTo>
                      <a:cubicBezTo>
                        <a:pt x="50692" y="151291"/>
                        <a:pt x="54769" y="155401"/>
                        <a:pt x="59825" y="155401"/>
                      </a:cubicBezTo>
                      <a:cubicBezTo>
                        <a:pt x="64881" y="155401"/>
                        <a:pt x="68991" y="151291"/>
                        <a:pt x="68991" y="146235"/>
                      </a:cubicBezTo>
                      <a:lnTo>
                        <a:pt x="68991" y="90912"/>
                      </a:lnTo>
                      <a:lnTo>
                        <a:pt x="74798" y="90912"/>
                      </a:lnTo>
                      <a:cubicBezTo>
                        <a:pt x="77472" y="90912"/>
                        <a:pt x="79462" y="88498"/>
                        <a:pt x="78973" y="85856"/>
                      </a:cubicBezTo>
                      <a:cubicBezTo>
                        <a:pt x="67262" y="25379"/>
                        <a:pt x="68535" y="32392"/>
                        <a:pt x="68143" y="29130"/>
                      </a:cubicBezTo>
                      <a:lnTo>
                        <a:pt x="68143" y="29130"/>
                      </a:lnTo>
                      <a:cubicBezTo>
                        <a:pt x="72873" y="42667"/>
                        <a:pt x="81028" y="65958"/>
                        <a:pt x="81485" y="67197"/>
                      </a:cubicBezTo>
                      <a:cubicBezTo>
                        <a:pt x="82570" y="70350"/>
                        <a:pt x="85538" y="72315"/>
                        <a:pt x="88687" y="72315"/>
                      </a:cubicBezTo>
                      <a:cubicBezTo>
                        <a:pt x="89513" y="72315"/>
                        <a:pt x="90352" y="72179"/>
                        <a:pt x="91173" y="71895"/>
                      </a:cubicBezTo>
                      <a:cubicBezTo>
                        <a:pt x="95152" y="70492"/>
                        <a:pt x="97240" y="66121"/>
                        <a:pt x="95870" y="62174"/>
                      </a:cubicBezTo>
                      <a:cubicBezTo>
                        <a:pt x="95707" y="61750"/>
                        <a:pt x="81746" y="21921"/>
                        <a:pt x="79560" y="15527"/>
                      </a:cubicBezTo>
                      <a:cubicBezTo>
                        <a:pt x="76005" y="5220"/>
                        <a:pt x="70068" y="0"/>
                        <a:pt x="6191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8" name="Google Shape;2018;p64"/>
                <p:cNvSpPr/>
                <p:nvPr/>
              </p:nvSpPr>
              <p:spPr>
                <a:xfrm>
                  <a:off x="3581381" y="4476677"/>
                  <a:ext cx="51814" cy="5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42" h="31610" extrusionOk="0">
                      <a:moveTo>
                        <a:pt x="15821" y="1"/>
                      </a:moveTo>
                      <a:cubicBezTo>
                        <a:pt x="7079" y="1"/>
                        <a:pt x="0" y="7079"/>
                        <a:pt x="0" y="15821"/>
                      </a:cubicBezTo>
                      <a:cubicBezTo>
                        <a:pt x="0" y="24531"/>
                        <a:pt x="7079" y="31609"/>
                        <a:pt x="15821" y="31609"/>
                      </a:cubicBezTo>
                      <a:cubicBezTo>
                        <a:pt x="24563" y="31609"/>
                        <a:pt x="31641" y="24531"/>
                        <a:pt x="31641" y="15821"/>
                      </a:cubicBezTo>
                      <a:cubicBezTo>
                        <a:pt x="31641" y="7079"/>
                        <a:pt x="24563" y="1"/>
                        <a:pt x="1582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19" name="Google Shape;2019;p64"/>
              <p:cNvGrpSpPr/>
              <p:nvPr/>
            </p:nvGrpSpPr>
            <p:grpSpPr>
              <a:xfrm>
                <a:off x="5154911" y="2624279"/>
                <a:ext cx="224654" cy="557200"/>
                <a:chOff x="3343310" y="4475555"/>
                <a:chExt cx="127717" cy="316753"/>
              </a:xfrm>
            </p:grpSpPr>
            <p:sp>
              <p:nvSpPr>
                <p:cNvPr id="2020" name="Google Shape;2020;p64"/>
                <p:cNvSpPr/>
                <p:nvPr/>
              </p:nvSpPr>
              <p:spPr>
                <a:xfrm>
                  <a:off x="3343310" y="4535967"/>
                  <a:ext cx="127717" cy="256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5" h="156544" extrusionOk="0">
                      <a:moveTo>
                        <a:pt x="18496" y="1"/>
                      </a:moveTo>
                      <a:cubicBezTo>
                        <a:pt x="8514" y="1"/>
                        <a:pt x="359" y="8123"/>
                        <a:pt x="327" y="18105"/>
                      </a:cubicBezTo>
                      <a:lnTo>
                        <a:pt x="33" y="74537"/>
                      </a:lnTo>
                      <a:cubicBezTo>
                        <a:pt x="0" y="78778"/>
                        <a:pt x="3425" y="82235"/>
                        <a:pt x="7666" y="82268"/>
                      </a:cubicBezTo>
                      <a:lnTo>
                        <a:pt x="7731" y="82268"/>
                      </a:lnTo>
                      <a:cubicBezTo>
                        <a:pt x="11939" y="82268"/>
                        <a:pt x="15364" y="78843"/>
                        <a:pt x="15397" y="74635"/>
                      </a:cubicBezTo>
                      <a:lnTo>
                        <a:pt x="15691" y="18170"/>
                      </a:lnTo>
                      <a:cubicBezTo>
                        <a:pt x="15691" y="17341"/>
                        <a:pt x="16344" y="16668"/>
                        <a:pt x="17166" y="16668"/>
                      </a:cubicBezTo>
                      <a:cubicBezTo>
                        <a:pt x="17185" y="16668"/>
                        <a:pt x="17204" y="16669"/>
                        <a:pt x="17224" y="16669"/>
                      </a:cubicBezTo>
                      <a:cubicBezTo>
                        <a:pt x="18039" y="16669"/>
                        <a:pt x="18724" y="17355"/>
                        <a:pt x="18724" y="18170"/>
                      </a:cubicBezTo>
                      <a:lnTo>
                        <a:pt x="18724" y="147345"/>
                      </a:lnTo>
                      <a:cubicBezTo>
                        <a:pt x="18724" y="152433"/>
                        <a:pt x="22867" y="156543"/>
                        <a:pt x="27956" y="156543"/>
                      </a:cubicBezTo>
                      <a:cubicBezTo>
                        <a:pt x="33044" y="156543"/>
                        <a:pt x="37187" y="152433"/>
                        <a:pt x="37187" y="147345"/>
                      </a:cubicBezTo>
                      <a:lnTo>
                        <a:pt x="37187" y="73656"/>
                      </a:lnTo>
                      <a:lnTo>
                        <a:pt x="41167" y="73656"/>
                      </a:lnTo>
                      <a:lnTo>
                        <a:pt x="41167" y="147345"/>
                      </a:lnTo>
                      <a:cubicBezTo>
                        <a:pt x="41167" y="152433"/>
                        <a:pt x="45277" y="156543"/>
                        <a:pt x="50365" y="156543"/>
                      </a:cubicBezTo>
                      <a:cubicBezTo>
                        <a:pt x="55454" y="156543"/>
                        <a:pt x="59597" y="152433"/>
                        <a:pt x="59597" y="147345"/>
                      </a:cubicBezTo>
                      <a:cubicBezTo>
                        <a:pt x="59597" y="25477"/>
                        <a:pt x="59434" y="95153"/>
                        <a:pt x="59434" y="18300"/>
                      </a:cubicBezTo>
                      <a:cubicBezTo>
                        <a:pt x="59434" y="17420"/>
                        <a:pt x="60119" y="16702"/>
                        <a:pt x="60967" y="16669"/>
                      </a:cubicBezTo>
                      <a:cubicBezTo>
                        <a:pt x="60988" y="16669"/>
                        <a:pt x="61009" y="16668"/>
                        <a:pt x="61030" y="16668"/>
                      </a:cubicBezTo>
                      <a:cubicBezTo>
                        <a:pt x="61882" y="16668"/>
                        <a:pt x="62567" y="17310"/>
                        <a:pt x="62631" y="18170"/>
                      </a:cubicBezTo>
                      <a:lnTo>
                        <a:pt x="62598" y="74570"/>
                      </a:lnTo>
                      <a:cubicBezTo>
                        <a:pt x="62598" y="78810"/>
                        <a:pt x="66023" y="82268"/>
                        <a:pt x="70264" y="82268"/>
                      </a:cubicBezTo>
                      <a:cubicBezTo>
                        <a:pt x="74504" y="82268"/>
                        <a:pt x="77962" y="78843"/>
                        <a:pt x="77962" y="74602"/>
                      </a:cubicBezTo>
                      <a:lnTo>
                        <a:pt x="77994" y="18137"/>
                      </a:lnTo>
                      <a:cubicBezTo>
                        <a:pt x="77994" y="18137"/>
                        <a:pt x="77994" y="18105"/>
                        <a:pt x="77994" y="18105"/>
                      </a:cubicBezTo>
                      <a:cubicBezTo>
                        <a:pt x="77962" y="8123"/>
                        <a:pt x="69807" y="1"/>
                        <a:pt x="5982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1" name="Google Shape;2021;p64"/>
                <p:cNvSpPr/>
                <p:nvPr/>
              </p:nvSpPr>
              <p:spPr>
                <a:xfrm>
                  <a:off x="3381341" y="4475555"/>
                  <a:ext cx="52189" cy="52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71" h="31838" extrusionOk="0">
                      <a:moveTo>
                        <a:pt x="15952" y="1"/>
                      </a:moveTo>
                      <a:cubicBezTo>
                        <a:pt x="7144" y="1"/>
                        <a:pt x="1" y="7112"/>
                        <a:pt x="1" y="15919"/>
                      </a:cubicBezTo>
                      <a:cubicBezTo>
                        <a:pt x="1" y="24694"/>
                        <a:pt x="7144" y="31838"/>
                        <a:pt x="15952" y="31838"/>
                      </a:cubicBezTo>
                      <a:cubicBezTo>
                        <a:pt x="24727" y="31838"/>
                        <a:pt x="31870" y="24694"/>
                        <a:pt x="31870" y="15919"/>
                      </a:cubicBezTo>
                      <a:cubicBezTo>
                        <a:pt x="31870" y="7112"/>
                        <a:pt x="24727" y="1"/>
                        <a:pt x="159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23" name="Google Shape;2023;p64"/>
          <p:cNvSpPr/>
          <p:nvPr/>
        </p:nvSpPr>
        <p:spPr>
          <a:xfrm>
            <a:off x="1647825" y="3609813"/>
            <a:ext cx="1746600" cy="3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4" name="Google Shape;2024;p64"/>
          <p:cNvCxnSpPr>
            <a:cxnSpLocks/>
          </p:cNvCxnSpPr>
          <p:nvPr/>
        </p:nvCxnSpPr>
        <p:spPr>
          <a:xfrm>
            <a:off x="1647825" y="3625375"/>
            <a:ext cx="363855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" name="Google Shape;1987;p64">
            <a:extLst>
              <a:ext uri="{FF2B5EF4-FFF2-40B4-BE49-F238E27FC236}">
                <a16:creationId xmlns:a16="http://schemas.microsoft.com/office/drawing/2014/main" id="{47650699-3134-BFA2-B6D0-C0682AC9EFD1}"/>
              </a:ext>
            </a:extLst>
          </p:cNvPr>
          <p:cNvSpPr/>
          <p:nvPr/>
        </p:nvSpPr>
        <p:spPr>
          <a:xfrm>
            <a:off x="6533699" y="1913099"/>
            <a:ext cx="1746600" cy="474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994;p64">
            <a:extLst>
              <a:ext uri="{FF2B5EF4-FFF2-40B4-BE49-F238E27FC236}">
                <a16:creationId xmlns:a16="http://schemas.microsoft.com/office/drawing/2014/main" id="{DFC10F8A-F50A-D0AC-61D3-070D4E3488B5}"/>
              </a:ext>
            </a:extLst>
          </p:cNvPr>
          <p:cNvSpPr txBox="1">
            <a:spLocks/>
          </p:cNvSpPr>
          <p:nvPr/>
        </p:nvSpPr>
        <p:spPr>
          <a:xfrm>
            <a:off x="6647069" y="1409873"/>
            <a:ext cx="18288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Martel Heavy"/>
              <a:buNone/>
              <a:defRPr sz="3500" b="0" i="0" u="none" strike="noStrike" cap="none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000" dirty="0"/>
              <a:t> 1</a:t>
            </a:r>
            <a:r>
              <a:rPr lang="en-US" sz="2000" baseline="30000" dirty="0"/>
              <a:t>st</a:t>
            </a:r>
            <a:r>
              <a:rPr lang="en-US" sz="2000" dirty="0"/>
              <a:t> PRIZE</a:t>
            </a:r>
          </a:p>
        </p:txBody>
      </p:sp>
      <p:sp>
        <p:nvSpPr>
          <p:cNvPr id="18" name="Google Shape;1995;p64">
            <a:extLst>
              <a:ext uri="{FF2B5EF4-FFF2-40B4-BE49-F238E27FC236}">
                <a16:creationId xmlns:a16="http://schemas.microsoft.com/office/drawing/2014/main" id="{CE5D4811-D3CE-BBF0-7FB0-7BB520A6A6DD}"/>
              </a:ext>
            </a:extLst>
          </p:cNvPr>
          <p:cNvSpPr txBox="1"/>
          <p:nvPr/>
        </p:nvSpPr>
        <p:spPr>
          <a:xfrm>
            <a:off x="6516742" y="2089247"/>
            <a:ext cx="2275298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 have received 1</a:t>
            </a:r>
            <a:r>
              <a:rPr lang="en-US" baseline="30000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st</a:t>
            </a:r>
            <a:r>
              <a:rPr lang="en-US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place at the Sakthi polytechnic college for presenting my project</a:t>
            </a:r>
            <a:endParaRPr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" name="Google Shape;1988;p64">
            <a:extLst>
              <a:ext uri="{FF2B5EF4-FFF2-40B4-BE49-F238E27FC236}">
                <a16:creationId xmlns:a16="http://schemas.microsoft.com/office/drawing/2014/main" id="{E1BF9A62-75EC-5038-F6A7-E41173F7A7C3}"/>
              </a:ext>
            </a:extLst>
          </p:cNvPr>
          <p:cNvCxnSpPr>
            <a:cxnSpLocks/>
            <a:endCxn id="16" idx="1"/>
          </p:cNvCxnSpPr>
          <p:nvPr/>
        </p:nvCxnSpPr>
        <p:spPr>
          <a:xfrm flipH="1">
            <a:off x="6533699" y="1926704"/>
            <a:ext cx="1746600" cy="1012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3" name="Google Shape;1994;p64">
            <a:extLst>
              <a:ext uri="{FF2B5EF4-FFF2-40B4-BE49-F238E27FC236}">
                <a16:creationId xmlns:a16="http://schemas.microsoft.com/office/drawing/2014/main" id="{0B41AE91-4CB3-CC22-3EBC-13EDA6B1D710}"/>
              </a:ext>
            </a:extLst>
          </p:cNvPr>
          <p:cNvSpPr txBox="1">
            <a:spLocks/>
          </p:cNvSpPr>
          <p:nvPr/>
        </p:nvSpPr>
        <p:spPr>
          <a:xfrm>
            <a:off x="6647069" y="3178842"/>
            <a:ext cx="18288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Martel Heavy"/>
              <a:buNone/>
              <a:defRPr sz="3500" b="0" i="0" u="none" strike="noStrike" cap="none">
                <a:solidFill>
                  <a:schemeClr val="accent4"/>
                </a:solidFill>
                <a:latin typeface="Martel Heavy"/>
                <a:ea typeface="Martel Heavy"/>
                <a:cs typeface="Martel Heavy"/>
                <a:sym typeface="Martel Heav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000" dirty="0"/>
              <a:t>BEST PROJECT</a:t>
            </a:r>
          </a:p>
        </p:txBody>
      </p:sp>
      <p:sp>
        <p:nvSpPr>
          <p:cNvPr id="24" name="Google Shape;1995;p64">
            <a:extLst>
              <a:ext uri="{FF2B5EF4-FFF2-40B4-BE49-F238E27FC236}">
                <a16:creationId xmlns:a16="http://schemas.microsoft.com/office/drawing/2014/main" id="{3975A5D6-C2EB-5C00-9F9B-2F873C73F323}"/>
              </a:ext>
            </a:extLst>
          </p:cNvPr>
          <p:cNvSpPr txBox="1"/>
          <p:nvPr/>
        </p:nvSpPr>
        <p:spPr>
          <a:xfrm>
            <a:off x="6533699" y="3995376"/>
            <a:ext cx="2275298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BEST PROJECT AWARDED BY THE KPR INTISTUTION [</a:t>
            </a:r>
            <a:r>
              <a:rPr lang="en-US" b="1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INTERNATION PRESENTATION</a:t>
            </a:r>
            <a:r>
              <a:rPr lang="en-US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]</a:t>
            </a:r>
            <a:endParaRPr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" name="Google Shape;1988;p64">
            <a:extLst>
              <a:ext uri="{FF2B5EF4-FFF2-40B4-BE49-F238E27FC236}">
                <a16:creationId xmlns:a16="http://schemas.microsoft.com/office/drawing/2014/main" id="{58FFAAC2-26B0-1947-57C9-1F5C60537FD4}"/>
              </a:ext>
            </a:extLst>
          </p:cNvPr>
          <p:cNvCxnSpPr>
            <a:cxnSpLocks/>
          </p:cNvCxnSpPr>
          <p:nvPr/>
        </p:nvCxnSpPr>
        <p:spPr>
          <a:xfrm flipH="1">
            <a:off x="6533699" y="3799684"/>
            <a:ext cx="1746600" cy="10121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5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MY PROGRESS</a:t>
            </a:r>
            <a:endParaRPr dirty="0"/>
          </a:p>
        </p:txBody>
      </p:sp>
      <p:cxnSp>
        <p:nvCxnSpPr>
          <p:cNvPr id="1737" name="Google Shape;1737;p57"/>
          <p:cNvCxnSpPr/>
          <p:nvPr/>
        </p:nvCxnSpPr>
        <p:spPr>
          <a:xfrm>
            <a:off x="1586675" y="2020101"/>
            <a:ext cx="0" cy="119400"/>
          </a:xfrm>
          <a:prstGeom prst="straightConnector1">
            <a:avLst/>
          </a:prstGeom>
          <a:noFill/>
          <a:ln w="9525" cap="flat" cmpd="sng">
            <a:solidFill>
              <a:srgbClr val="BAC8D3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1738" name="Google Shape;1738;p57"/>
          <p:cNvSpPr/>
          <p:nvPr/>
        </p:nvSpPr>
        <p:spPr>
          <a:xfrm>
            <a:off x="1854025" y="1666562"/>
            <a:ext cx="855900" cy="855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9" name="Google Shape;1739;p57"/>
          <p:cNvGrpSpPr/>
          <p:nvPr/>
        </p:nvGrpSpPr>
        <p:grpSpPr>
          <a:xfrm>
            <a:off x="2095804" y="1941206"/>
            <a:ext cx="318761" cy="323495"/>
            <a:chOff x="5178725" y="1286750"/>
            <a:chExt cx="429250" cy="435625"/>
          </a:xfrm>
        </p:grpSpPr>
        <p:sp>
          <p:nvSpPr>
            <p:cNvPr id="1740" name="Google Shape;1740;p57"/>
            <p:cNvSpPr/>
            <p:nvPr/>
          </p:nvSpPr>
          <p:spPr>
            <a:xfrm>
              <a:off x="5500825" y="1286750"/>
              <a:ext cx="107150" cy="183900"/>
            </a:xfrm>
            <a:custGeom>
              <a:avLst/>
              <a:gdLst/>
              <a:ahLst/>
              <a:cxnLst/>
              <a:rect l="l" t="t" r="r" b="b"/>
              <a:pathLst>
                <a:path w="4286" h="7356" extrusionOk="0">
                  <a:moveTo>
                    <a:pt x="2139" y="1"/>
                  </a:moveTo>
                  <a:cubicBezTo>
                    <a:pt x="2105" y="1"/>
                    <a:pt x="2070" y="4"/>
                    <a:pt x="2035" y="11"/>
                  </a:cubicBezTo>
                  <a:lnTo>
                    <a:pt x="407" y="472"/>
                  </a:lnTo>
                  <a:cubicBezTo>
                    <a:pt x="272" y="500"/>
                    <a:pt x="190" y="608"/>
                    <a:pt x="109" y="689"/>
                  </a:cubicBezTo>
                  <a:cubicBezTo>
                    <a:pt x="55" y="798"/>
                    <a:pt x="0" y="961"/>
                    <a:pt x="82" y="1069"/>
                  </a:cubicBezTo>
                  <a:lnTo>
                    <a:pt x="1682" y="6982"/>
                  </a:lnTo>
                  <a:cubicBezTo>
                    <a:pt x="1727" y="7206"/>
                    <a:pt x="1919" y="7356"/>
                    <a:pt x="2137" y="7356"/>
                  </a:cubicBezTo>
                  <a:cubicBezTo>
                    <a:pt x="2184" y="7356"/>
                    <a:pt x="2231" y="7349"/>
                    <a:pt x="2279" y="7335"/>
                  </a:cubicBezTo>
                  <a:lnTo>
                    <a:pt x="3906" y="6901"/>
                  </a:lnTo>
                  <a:cubicBezTo>
                    <a:pt x="4042" y="6874"/>
                    <a:pt x="4150" y="6765"/>
                    <a:pt x="4205" y="6657"/>
                  </a:cubicBezTo>
                  <a:cubicBezTo>
                    <a:pt x="4259" y="6575"/>
                    <a:pt x="4286" y="6413"/>
                    <a:pt x="4259" y="6304"/>
                  </a:cubicBezTo>
                  <a:lnTo>
                    <a:pt x="2659" y="391"/>
                  </a:lnTo>
                  <a:cubicBezTo>
                    <a:pt x="2588" y="155"/>
                    <a:pt x="2373" y="1"/>
                    <a:pt x="21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7"/>
            <p:cNvSpPr/>
            <p:nvPr/>
          </p:nvSpPr>
          <p:spPr>
            <a:xfrm>
              <a:off x="5178725" y="1439600"/>
              <a:ext cx="42750" cy="66050"/>
            </a:xfrm>
            <a:custGeom>
              <a:avLst/>
              <a:gdLst/>
              <a:ahLst/>
              <a:cxnLst/>
              <a:rect l="l" t="t" r="r" b="b"/>
              <a:pathLst>
                <a:path w="1710" h="2642" extrusionOk="0">
                  <a:moveTo>
                    <a:pt x="1058" y="0"/>
                  </a:moveTo>
                  <a:lnTo>
                    <a:pt x="462" y="190"/>
                  </a:lnTo>
                  <a:cubicBezTo>
                    <a:pt x="190" y="244"/>
                    <a:pt x="1" y="516"/>
                    <a:pt x="82" y="787"/>
                  </a:cubicBezTo>
                  <a:lnTo>
                    <a:pt x="489" y="2251"/>
                  </a:lnTo>
                  <a:cubicBezTo>
                    <a:pt x="536" y="2488"/>
                    <a:pt x="748" y="2642"/>
                    <a:pt x="981" y="2642"/>
                  </a:cubicBezTo>
                  <a:cubicBezTo>
                    <a:pt x="1015" y="2642"/>
                    <a:pt x="1050" y="2638"/>
                    <a:pt x="1085" y="2631"/>
                  </a:cubicBezTo>
                  <a:lnTo>
                    <a:pt x="1709" y="2441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7"/>
            <p:cNvSpPr/>
            <p:nvPr/>
          </p:nvSpPr>
          <p:spPr>
            <a:xfrm>
              <a:off x="5228225" y="1408400"/>
              <a:ext cx="52250" cy="98275"/>
            </a:xfrm>
            <a:custGeom>
              <a:avLst/>
              <a:gdLst/>
              <a:ahLst/>
              <a:cxnLst/>
              <a:rect l="l" t="t" r="r" b="b"/>
              <a:pathLst>
                <a:path w="2090" h="3931" extrusionOk="0">
                  <a:moveTo>
                    <a:pt x="1086" y="0"/>
                  </a:moveTo>
                  <a:lnTo>
                    <a:pt x="706" y="109"/>
                  </a:lnTo>
                  <a:cubicBezTo>
                    <a:pt x="272" y="245"/>
                    <a:pt x="1" y="679"/>
                    <a:pt x="109" y="1167"/>
                  </a:cubicBezTo>
                  <a:lnTo>
                    <a:pt x="679" y="3282"/>
                  </a:lnTo>
                  <a:cubicBezTo>
                    <a:pt x="794" y="3675"/>
                    <a:pt x="1126" y="3930"/>
                    <a:pt x="1524" y="3930"/>
                  </a:cubicBezTo>
                  <a:cubicBezTo>
                    <a:pt x="1593" y="3930"/>
                    <a:pt x="1664" y="3922"/>
                    <a:pt x="1737" y="3906"/>
                  </a:cubicBezTo>
                  <a:lnTo>
                    <a:pt x="2089" y="3798"/>
                  </a:lnTo>
                  <a:lnTo>
                    <a:pt x="10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7"/>
            <p:cNvSpPr/>
            <p:nvPr/>
          </p:nvSpPr>
          <p:spPr>
            <a:xfrm>
              <a:off x="5361800" y="1464675"/>
              <a:ext cx="64450" cy="63775"/>
            </a:xfrm>
            <a:custGeom>
              <a:avLst/>
              <a:gdLst/>
              <a:ahLst/>
              <a:cxnLst/>
              <a:rect l="l" t="t" r="r" b="b"/>
              <a:pathLst>
                <a:path w="2578" h="2551" extrusionOk="0">
                  <a:moveTo>
                    <a:pt x="1303" y="1"/>
                  </a:moveTo>
                  <a:cubicBezTo>
                    <a:pt x="598" y="1"/>
                    <a:pt x="1" y="570"/>
                    <a:pt x="1" y="1276"/>
                  </a:cubicBezTo>
                  <a:cubicBezTo>
                    <a:pt x="1" y="1981"/>
                    <a:pt x="598" y="2550"/>
                    <a:pt x="1303" y="2550"/>
                  </a:cubicBezTo>
                  <a:cubicBezTo>
                    <a:pt x="2008" y="2550"/>
                    <a:pt x="2578" y="1981"/>
                    <a:pt x="2578" y="1276"/>
                  </a:cubicBezTo>
                  <a:cubicBezTo>
                    <a:pt x="2578" y="570"/>
                    <a:pt x="2008" y="1"/>
                    <a:pt x="13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7"/>
            <p:cNvSpPr/>
            <p:nvPr/>
          </p:nvSpPr>
          <p:spPr>
            <a:xfrm>
              <a:off x="5276375" y="1323625"/>
              <a:ext cx="238700" cy="188175"/>
            </a:xfrm>
            <a:custGeom>
              <a:avLst/>
              <a:gdLst/>
              <a:ahLst/>
              <a:cxnLst/>
              <a:rect l="l" t="t" r="r" b="b"/>
              <a:pathLst>
                <a:path w="9548" h="7527" extrusionOk="0">
                  <a:moveTo>
                    <a:pt x="8056" y="1"/>
                  </a:moveTo>
                  <a:lnTo>
                    <a:pt x="977" y="1927"/>
                  </a:lnTo>
                  <a:cubicBezTo>
                    <a:pt x="380" y="2117"/>
                    <a:pt x="0" y="2713"/>
                    <a:pt x="163" y="3337"/>
                  </a:cubicBezTo>
                  <a:lnTo>
                    <a:pt x="1085" y="6673"/>
                  </a:lnTo>
                  <a:cubicBezTo>
                    <a:pt x="1221" y="7195"/>
                    <a:pt x="1679" y="7527"/>
                    <a:pt x="2175" y="7527"/>
                  </a:cubicBezTo>
                  <a:cubicBezTo>
                    <a:pt x="2272" y="7527"/>
                    <a:pt x="2371" y="7514"/>
                    <a:pt x="2469" y="7487"/>
                  </a:cubicBezTo>
                  <a:cubicBezTo>
                    <a:pt x="2414" y="7297"/>
                    <a:pt x="2414" y="7080"/>
                    <a:pt x="2414" y="6890"/>
                  </a:cubicBezTo>
                  <a:cubicBezTo>
                    <a:pt x="2414" y="5616"/>
                    <a:pt x="3418" y="4585"/>
                    <a:pt x="4720" y="4585"/>
                  </a:cubicBezTo>
                  <a:cubicBezTo>
                    <a:pt x="5778" y="4585"/>
                    <a:pt x="6673" y="5290"/>
                    <a:pt x="6917" y="6267"/>
                  </a:cubicBezTo>
                  <a:lnTo>
                    <a:pt x="9548" y="5561"/>
                  </a:lnTo>
                  <a:lnTo>
                    <a:pt x="80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7"/>
            <p:cNvSpPr/>
            <p:nvPr/>
          </p:nvSpPr>
          <p:spPr>
            <a:xfrm>
              <a:off x="5277050" y="1541300"/>
              <a:ext cx="103775" cy="179725"/>
            </a:xfrm>
            <a:custGeom>
              <a:avLst/>
              <a:gdLst/>
              <a:ahLst/>
              <a:cxnLst/>
              <a:rect l="l" t="t" r="r" b="b"/>
              <a:pathLst>
                <a:path w="4151" h="7189" extrusionOk="0">
                  <a:moveTo>
                    <a:pt x="3255" y="1"/>
                  </a:moveTo>
                  <a:lnTo>
                    <a:pt x="136" y="6483"/>
                  </a:lnTo>
                  <a:cubicBezTo>
                    <a:pt x="1" y="6727"/>
                    <a:pt x="136" y="7026"/>
                    <a:pt x="380" y="7161"/>
                  </a:cubicBezTo>
                  <a:cubicBezTo>
                    <a:pt x="462" y="7189"/>
                    <a:pt x="516" y="7189"/>
                    <a:pt x="597" y="7189"/>
                  </a:cubicBezTo>
                  <a:cubicBezTo>
                    <a:pt x="787" y="7189"/>
                    <a:pt x="950" y="7107"/>
                    <a:pt x="1058" y="6890"/>
                  </a:cubicBezTo>
                  <a:lnTo>
                    <a:pt x="4150" y="408"/>
                  </a:lnTo>
                  <a:cubicBezTo>
                    <a:pt x="3825" y="353"/>
                    <a:pt x="3499" y="218"/>
                    <a:pt x="32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7"/>
            <p:cNvSpPr/>
            <p:nvPr/>
          </p:nvSpPr>
          <p:spPr>
            <a:xfrm>
              <a:off x="5406575" y="1541300"/>
              <a:ext cx="103775" cy="181075"/>
            </a:xfrm>
            <a:custGeom>
              <a:avLst/>
              <a:gdLst/>
              <a:ahLst/>
              <a:cxnLst/>
              <a:rect l="l" t="t" r="r" b="b"/>
              <a:pathLst>
                <a:path w="4151" h="7243" extrusionOk="0">
                  <a:moveTo>
                    <a:pt x="922" y="1"/>
                  </a:moveTo>
                  <a:cubicBezTo>
                    <a:pt x="651" y="218"/>
                    <a:pt x="353" y="380"/>
                    <a:pt x="0" y="462"/>
                  </a:cubicBezTo>
                  <a:lnTo>
                    <a:pt x="3092" y="6917"/>
                  </a:lnTo>
                  <a:cubicBezTo>
                    <a:pt x="3201" y="7107"/>
                    <a:pt x="3364" y="7243"/>
                    <a:pt x="3581" y="7243"/>
                  </a:cubicBezTo>
                  <a:cubicBezTo>
                    <a:pt x="3635" y="7243"/>
                    <a:pt x="3716" y="7243"/>
                    <a:pt x="3770" y="7189"/>
                  </a:cubicBezTo>
                  <a:cubicBezTo>
                    <a:pt x="4014" y="7053"/>
                    <a:pt x="4150" y="6755"/>
                    <a:pt x="4014" y="6510"/>
                  </a:cubicBezTo>
                  <a:lnTo>
                    <a:pt x="92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7"/>
            <p:cNvSpPr/>
            <p:nvPr/>
          </p:nvSpPr>
          <p:spPr>
            <a:xfrm>
              <a:off x="5381475" y="1551475"/>
              <a:ext cx="25125" cy="169550"/>
            </a:xfrm>
            <a:custGeom>
              <a:avLst/>
              <a:gdLst/>
              <a:ahLst/>
              <a:cxnLst/>
              <a:rect l="l" t="t" r="r" b="b"/>
              <a:pathLst>
                <a:path w="1005" h="6782" extrusionOk="0">
                  <a:moveTo>
                    <a:pt x="1" y="1"/>
                  </a:moveTo>
                  <a:lnTo>
                    <a:pt x="1" y="6293"/>
                  </a:lnTo>
                  <a:cubicBezTo>
                    <a:pt x="1" y="6565"/>
                    <a:pt x="245" y="6782"/>
                    <a:pt x="516" y="6782"/>
                  </a:cubicBezTo>
                  <a:cubicBezTo>
                    <a:pt x="787" y="6782"/>
                    <a:pt x="1004" y="6565"/>
                    <a:pt x="1004" y="6293"/>
                  </a:cubicBezTo>
                  <a:lnTo>
                    <a:pt x="1004" y="55"/>
                  </a:lnTo>
                  <a:cubicBezTo>
                    <a:pt x="841" y="82"/>
                    <a:pt x="679" y="82"/>
                    <a:pt x="516" y="82"/>
                  </a:cubicBezTo>
                  <a:cubicBezTo>
                    <a:pt x="326" y="82"/>
                    <a:pt x="163" y="5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8" name="Google Shape;1748;p57"/>
          <p:cNvSpPr txBox="1"/>
          <p:nvPr/>
        </p:nvSpPr>
        <p:spPr>
          <a:xfrm>
            <a:off x="1442736" y="3314062"/>
            <a:ext cx="17469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7330" marR="109855">
              <a:spcAft>
                <a:spcPts val="0"/>
              </a:spcAft>
              <a:tabLst>
                <a:tab pos="227330" algn="l"/>
              </a:tabLst>
            </a:pPr>
            <a:r>
              <a:rPr lang="en-US" spc="-1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</a:t>
            </a:r>
            <a:r>
              <a:rPr lang="en-US" spc="-10" dirty="0">
                <a:solidFill>
                  <a:schemeClr val="accent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resenting </a:t>
            </a:r>
            <a:r>
              <a:rPr lang="en-US" dirty="0">
                <a:solidFill>
                  <a:schemeClr val="accent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our college SU </a:t>
            </a:r>
            <a:r>
              <a:rPr lang="en-US" spc="-10" dirty="0">
                <a:solidFill>
                  <a:schemeClr val="accent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2022</a:t>
            </a:r>
            <a:endParaRPr lang="en-IN" dirty="0">
              <a:solidFill>
                <a:schemeClr val="accent4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9" name="Google Shape;1749;p57"/>
          <p:cNvSpPr txBox="1"/>
          <p:nvPr/>
        </p:nvSpPr>
        <p:spPr>
          <a:xfrm>
            <a:off x="1384139" y="2666471"/>
            <a:ext cx="1746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TALA</a:t>
            </a:r>
            <a:r>
              <a:rPr lang="en-US" sz="1800" dirty="0">
                <a:latin typeface="Josefin Sans SemiBold"/>
                <a:ea typeface="Josefin Sans SemiBold"/>
                <a:cs typeface="Josefin Sans SemiBold"/>
                <a:sym typeface="Josefin Sans SemiBold"/>
              </a:rPr>
              <a:t>NTREK</a:t>
            </a:r>
            <a:endParaRPr sz="1800" dirty="0">
              <a:solidFill>
                <a:srgbClr val="000000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grpSp>
        <p:nvGrpSpPr>
          <p:cNvPr id="1750" name="Google Shape;1750;p57"/>
          <p:cNvGrpSpPr/>
          <p:nvPr/>
        </p:nvGrpSpPr>
        <p:grpSpPr>
          <a:xfrm>
            <a:off x="-301123" y="2491740"/>
            <a:ext cx="1647332" cy="2527360"/>
            <a:chOff x="5097028" y="2431696"/>
            <a:chExt cx="2118483" cy="3250206"/>
          </a:xfrm>
        </p:grpSpPr>
        <p:sp>
          <p:nvSpPr>
            <p:cNvPr id="1751" name="Google Shape;1751;p57"/>
            <p:cNvSpPr/>
            <p:nvPr/>
          </p:nvSpPr>
          <p:spPr>
            <a:xfrm>
              <a:off x="5968464" y="3500276"/>
              <a:ext cx="559956" cy="714633"/>
            </a:xfrm>
            <a:custGeom>
              <a:avLst/>
              <a:gdLst/>
              <a:ahLst/>
              <a:cxnLst/>
              <a:rect l="l" t="t" r="r" b="b"/>
              <a:pathLst>
                <a:path w="18948" h="24182" extrusionOk="0">
                  <a:moveTo>
                    <a:pt x="14711" y="1"/>
                  </a:moveTo>
                  <a:cubicBezTo>
                    <a:pt x="13544" y="1"/>
                    <a:pt x="12443" y="301"/>
                    <a:pt x="11275" y="468"/>
                  </a:cubicBezTo>
                  <a:cubicBezTo>
                    <a:pt x="9808" y="634"/>
                    <a:pt x="8340" y="634"/>
                    <a:pt x="6872" y="868"/>
                  </a:cubicBezTo>
                  <a:cubicBezTo>
                    <a:pt x="5838" y="1035"/>
                    <a:pt x="4671" y="1335"/>
                    <a:pt x="4003" y="2169"/>
                  </a:cubicBezTo>
                  <a:cubicBezTo>
                    <a:pt x="3436" y="2936"/>
                    <a:pt x="3336" y="3903"/>
                    <a:pt x="3303" y="4871"/>
                  </a:cubicBezTo>
                  <a:cubicBezTo>
                    <a:pt x="3203" y="6772"/>
                    <a:pt x="3103" y="8674"/>
                    <a:pt x="3003" y="10542"/>
                  </a:cubicBezTo>
                  <a:cubicBezTo>
                    <a:pt x="2969" y="11209"/>
                    <a:pt x="2936" y="11842"/>
                    <a:pt x="2869" y="12510"/>
                  </a:cubicBezTo>
                  <a:cubicBezTo>
                    <a:pt x="2703" y="12476"/>
                    <a:pt x="2536" y="12443"/>
                    <a:pt x="2436" y="12343"/>
                  </a:cubicBezTo>
                  <a:cubicBezTo>
                    <a:pt x="2309" y="12317"/>
                    <a:pt x="2182" y="12254"/>
                    <a:pt x="2056" y="12254"/>
                  </a:cubicBezTo>
                  <a:cubicBezTo>
                    <a:pt x="2016" y="12254"/>
                    <a:pt x="1975" y="12260"/>
                    <a:pt x="1935" y="12276"/>
                  </a:cubicBezTo>
                  <a:cubicBezTo>
                    <a:pt x="1702" y="12309"/>
                    <a:pt x="1535" y="12476"/>
                    <a:pt x="1368" y="12643"/>
                  </a:cubicBezTo>
                  <a:cubicBezTo>
                    <a:pt x="601" y="13544"/>
                    <a:pt x="201" y="14811"/>
                    <a:pt x="101" y="16012"/>
                  </a:cubicBezTo>
                  <a:cubicBezTo>
                    <a:pt x="1" y="16613"/>
                    <a:pt x="1" y="17213"/>
                    <a:pt x="267" y="17713"/>
                  </a:cubicBezTo>
                  <a:cubicBezTo>
                    <a:pt x="501" y="18214"/>
                    <a:pt x="935" y="18547"/>
                    <a:pt x="1435" y="18714"/>
                  </a:cubicBezTo>
                  <a:cubicBezTo>
                    <a:pt x="1668" y="18814"/>
                    <a:pt x="1935" y="18881"/>
                    <a:pt x="2169" y="18881"/>
                  </a:cubicBezTo>
                  <a:cubicBezTo>
                    <a:pt x="2336" y="20549"/>
                    <a:pt x="3370" y="22050"/>
                    <a:pt x="4804" y="22984"/>
                  </a:cubicBezTo>
                  <a:cubicBezTo>
                    <a:pt x="6084" y="23837"/>
                    <a:pt x="7631" y="24181"/>
                    <a:pt x="9176" y="24181"/>
                  </a:cubicBezTo>
                  <a:cubicBezTo>
                    <a:pt x="9443" y="24181"/>
                    <a:pt x="9709" y="24171"/>
                    <a:pt x="9974" y="24151"/>
                  </a:cubicBezTo>
                  <a:cubicBezTo>
                    <a:pt x="12776" y="23951"/>
                    <a:pt x="15612" y="22483"/>
                    <a:pt x="16713" y="19948"/>
                  </a:cubicBezTo>
                  <a:cubicBezTo>
                    <a:pt x="17213" y="18847"/>
                    <a:pt x="17346" y="17613"/>
                    <a:pt x="17480" y="16446"/>
                  </a:cubicBezTo>
                  <a:cubicBezTo>
                    <a:pt x="17546" y="15845"/>
                    <a:pt x="17613" y="15212"/>
                    <a:pt x="17680" y="14644"/>
                  </a:cubicBezTo>
                  <a:cubicBezTo>
                    <a:pt x="18114" y="11009"/>
                    <a:pt x="18514" y="7339"/>
                    <a:pt x="18881" y="3703"/>
                  </a:cubicBezTo>
                  <a:cubicBezTo>
                    <a:pt x="18881" y="3203"/>
                    <a:pt x="18947" y="2769"/>
                    <a:pt x="18847" y="2302"/>
                  </a:cubicBezTo>
                  <a:cubicBezTo>
                    <a:pt x="18681" y="1468"/>
                    <a:pt x="17980" y="801"/>
                    <a:pt x="17213" y="434"/>
                  </a:cubicBezTo>
                  <a:cubicBezTo>
                    <a:pt x="16446" y="101"/>
                    <a:pt x="15545" y="1"/>
                    <a:pt x="147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7"/>
            <p:cNvSpPr/>
            <p:nvPr/>
          </p:nvSpPr>
          <p:spPr>
            <a:xfrm>
              <a:off x="6079847" y="3056815"/>
              <a:ext cx="234645" cy="216618"/>
            </a:xfrm>
            <a:custGeom>
              <a:avLst/>
              <a:gdLst/>
              <a:ahLst/>
              <a:cxnLst/>
              <a:rect l="l" t="t" r="r" b="b"/>
              <a:pathLst>
                <a:path w="7940" h="7330" extrusionOk="0">
                  <a:moveTo>
                    <a:pt x="3961" y="1"/>
                  </a:moveTo>
                  <a:cubicBezTo>
                    <a:pt x="2223" y="1"/>
                    <a:pt x="693" y="1224"/>
                    <a:pt x="368" y="2998"/>
                  </a:cubicBezTo>
                  <a:cubicBezTo>
                    <a:pt x="1" y="4966"/>
                    <a:pt x="1302" y="6901"/>
                    <a:pt x="3303" y="7268"/>
                  </a:cubicBezTo>
                  <a:cubicBezTo>
                    <a:pt x="3531" y="7309"/>
                    <a:pt x="3757" y="7330"/>
                    <a:pt x="3980" y="7330"/>
                  </a:cubicBezTo>
                  <a:cubicBezTo>
                    <a:pt x="5717" y="7330"/>
                    <a:pt x="7248" y="6106"/>
                    <a:pt x="7573" y="4332"/>
                  </a:cubicBezTo>
                  <a:cubicBezTo>
                    <a:pt x="7940" y="2331"/>
                    <a:pt x="6639" y="430"/>
                    <a:pt x="4638" y="63"/>
                  </a:cubicBezTo>
                  <a:cubicBezTo>
                    <a:pt x="4410" y="21"/>
                    <a:pt x="4184" y="1"/>
                    <a:pt x="39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7"/>
            <p:cNvSpPr/>
            <p:nvPr/>
          </p:nvSpPr>
          <p:spPr>
            <a:xfrm>
              <a:off x="6833991" y="2461278"/>
              <a:ext cx="381520" cy="389410"/>
            </a:xfrm>
            <a:custGeom>
              <a:avLst/>
              <a:gdLst/>
              <a:ahLst/>
              <a:cxnLst/>
              <a:rect l="l" t="t" r="r" b="b"/>
              <a:pathLst>
                <a:path w="12910" h="13177" extrusionOk="0">
                  <a:moveTo>
                    <a:pt x="5738" y="0"/>
                  </a:moveTo>
                  <a:lnTo>
                    <a:pt x="0" y="3903"/>
                  </a:lnTo>
                  <a:lnTo>
                    <a:pt x="7105" y="13176"/>
                  </a:lnTo>
                  <a:lnTo>
                    <a:pt x="12909" y="9173"/>
                  </a:lnTo>
                  <a:lnTo>
                    <a:pt x="57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7"/>
            <p:cNvSpPr/>
            <p:nvPr/>
          </p:nvSpPr>
          <p:spPr>
            <a:xfrm>
              <a:off x="5097028" y="3353401"/>
              <a:ext cx="402239" cy="264052"/>
            </a:xfrm>
            <a:custGeom>
              <a:avLst/>
              <a:gdLst/>
              <a:ahLst/>
              <a:cxnLst/>
              <a:rect l="l" t="t" r="r" b="b"/>
              <a:pathLst>
                <a:path w="13611" h="8935" extrusionOk="0">
                  <a:moveTo>
                    <a:pt x="1602" y="0"/>
                  </a:moveTo>
                  <a:cubicBezTo>
                    <a:pt x="1369" y="34"/>
                    <a:pt x="1102" y="267"/>
                    <a:pt x="1168" y="467"/>
                  </a:cubicBezTo>
                  <a:cubicBezTo>
                    <a:pt x="1268" y="668"/>
                    <a:pt x="1435" y="801"/>
                    <a:pt x="1602" y="968"/>
                  </a:cubicBezTo>
                  <a:lnTo>
                    <a:pt x="3103" y="2102"/>
                  </a:lnTo>
                  <a:cubicBezTo>
                    <a:pt x="2303" y="1768"/>
                    <a:pt x="1435" y="1468"/>
                    <a:pt x="635" y="1135"/>
                  </a:cubicBezTo>
                  <a:cubicBezTo>
                    <a:pt x="543" y="1112"/>
                    <a:pt x="451" y="1073"/>
                    <a:pt x="369" y="1073"/>
                  </a:cubicBezTo>
                  <a:cubicBezTo>
                    <a:pt x="333" y="1073"/>
                    <a:pt x="299" y="1080"/>
                    <a:pt x="268" y="1101"/>
                  </a:cubicBezTo>
                  <a:cubicBezTo>
                    <a:pt x="1" y="1168"/>
                    <a:pt x="1" y="1602"/>
                    <a:pt x="168" y="1802"/>
                  </a:cubicBezTo>
                  <a:cubicBezTo>
                    <a:pt x="435" y="2169"/>
                    <a:pt x="868" y="2369"/>
                    <a:pt x="1302" y="2536"/>
                  </a:cubicBezTo>
                  <a:cubicBezTo>
                    <a:pt x="1836" y="2769"/>
                    <a:pt x="2369" y="3003"/>
                    <a:pt x="2870" y="3203"/>
                  </a:cubicBezTo>
                  <a:cubicBezTo>
                    <a:pt x="2202" y="3136"/>
                    <a:pt x="1535" y="3136"/>
                    <a:pt x="868" y="3036"/>
                  </a:cubicBezTo>
                  <a:cubicBezTo>
                    <a:pt x="835" y="3036"/>
                    <a:pt x="794" y="3032"/>
                    <a:pt x="750" y="3032"/>
                  </a:cubicBezTo>
                  <a:cubicBezTo>
                    <a:pt x="661" y="3032"/>
                    <a:pt x="557" y="3047"/>
                    <a:pt x="468" y="3136"/>
                  </a:cubicBezTo>
                  <a:cubicBezTo>
                    <a:pt x="334" y="3269"/>
                    <a:pt x="334" y="3503"/>
                    <a:pt x="468" y="3636"/>
                  </a:cubicBezTo>
                  <a:cubicBezTo>
                    <a:pt x="601" y="3770"/>
                    <a:pt x="768" y="3836"/>
                    <a:pt x="968" y="3870"/>
                  </a:cubicBezTo>
                  <a:cubicBezTo>
                    <a:pt x="1802" y="4137"/>
                    <a:pt x="2669" y="4270"/>
                    <a:pt x="3537" y="4303"/>
                  </a:cubicBezTo>
                  <a:cubicBezTo>
                    <a:pt x="2936" y="4337"/>
                    <a:pt x="2303" y="4470"/>
                    <a:pt x="1669" y="4504"/>
                  </a:cubicBezTo>
                  <a:cubicBezTo>
                    <a:pt x="1435" y="4504"/>
                    <a:pt x="1135" y="4604"/>
                    <a:pt x="1102" y="4804"/>
                  </a:cubicBezTo>
                  <a:cubicBezTo>
                    <a:pt x="1035" y="4971"/>
                    <a:pt x="1168" y="5104"/>
                    <a:pt x="1302" y="5171"/>
                  </a:cubicBezTo>
                  <a:cubicBezTo>
                    <a:pt x="1435" y="5271"/>
                    <a:pt x="1602" y="5271"/>
                    <a:pt x="1769" y="5304"/>
                  </a:cubicBezTo>
                  <a:cubicBezTo>
                    <a:pt x="2287" y="5362"/>
                    <a:pt x="2806" y="5444"/>
                    <a:pt x="3345" y="5444"/>
                  </a:cubicBezTo>
                  <a:cubicBezTo>
                    <a:pt x="3431" y="5444"/>
                    <a:pt x="3517" y="5442"/>
                    <a:pt x="3603" y="5438"/>
                  </a:cubicBezTo>
                  <a:cubicBezTo>
                    <a:pt x="4271" y="5805"/>
                    <a:pt x="5038" y="6372"/>
                    <a:pt x="5805" y="6538"/>
                  </a:cubicBezTo>
                  <a:cubicBezTo>
                    <a:pt x="6139" y="6638"/>
                    <a:pt x="6472" y="6638"/>
                    <a:pt x="6806" y="6705"/>
                  </a:cubicBezTo>
                  <a:cubicBezTo>
                    <a:pt x="7540" y="6872"/>
                    <a:pt x="8207" y="7206"/>
                    <a:pt x="8941" y="7539"/>
                  </a:cubicBezTo>
                  <a:cubicBezTo>
                    <a:pt x="9541" y="7873"/>
                    <a:pt x="10208" y="8173"/>
                    <a:pt x="10842" y="8506"/>
                  </a:cubicBezTo>
                  <a:cubicBezTo>
                    <a:pt x="11277" y="8713"/>
                    <a:pt x="11760" y="8935"/>
                    <a:pt x="12214" y="8935"/>
                  </a:cubicBezTo>
                  <a:cubicBezTo>
                    <a:pt x="12421" y="8935"/>
                    <a:pt x="12622" y="8888"/>
                    <a:pt x="12810" y="8773"/>
                  </a:cubicBezTo>
                  <a:cubicBezTo>
                    <a:pt x="13044" y="8607"/>
                    <a:pt x="13210" y="8306"/>
                    <a:pt x="13344" y="8006"/>
                  </a:cubicBezTo>
                  <a:cubicBezTo>
                    <a:pt x="13611" y="7272"/>
                    <a:pt x="13511" y="6338"/>
                    <a:pt x="13110" y="5638"/>
                  </a:cubicBezTo>
                  <a:cubicBezTo>
                    <a:pt x="12110" y="5304"/>
                    <a:pt x="11075" y="5004"/>
                    <a:pt x="10075" y="4670"/>
                  </a:cubicBezTo>
                  <a:cubicBezTo>
                    <a:pt x="9441" y="4470"/>
                    <a:pt x="8807" y="4270"/>
                    <a:pt x="8307" y="3870"/>
                  </a:cubicBezTo>
                  <a:cubicBezTo>
                    <a:pt x="7473" y="3269"/>
                    <a:pt x="7073" y="2202"/>
                    <a:pt x="6739" y="1201"/>
                  </a:cubicBezTo>
                  <a:cubicBezTo>
                    <a:pt x="6633" y="910"/>
                    <a:pt x="6380" y="598"/>
                    <a:pt x="6131" y="598"/>
                  </a:cubicBezTo>
                  <a:cubicBezTo>
                    <a:pt x="6065" y="598"/>
                    <a:pt x="6001" y="619"/>
                    <a:pt x="5938" y="668"/>
                  </a:cubicBezTo>
                  <a:cubicBezTo>
                    <a:pt x="5805" y="801"/>
                    <a:pt x="5805" y="1001"/>
                    <a:pt x="5805" y="1201"/>
                  </a:cubicBezTo>
                  <a:cubicBezTo>
                    <a:pt x="5838" y="1635"/>
                    <a:pt x="5938" y="2102"/>
                    <a:pt x="6005" y="2502"/>
                  </a:cubicBezTo>
                  <a:cubicBezTo>
                    <a:pt x="4304" y="2335"/>
                    <a:pt x="3203" y="501"/>
                    <a:pt x="1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7"/>
            <p:cNvSpPr/>
            <p:nvPr/>
          </p:nvSpPr>
          <p:spPr>
            <a:xfrm>
              <a:off x="6831035" y="2445497"/>
              <a:ext cx="382495" cy="389410"/>
            </a:xfrm>
            <a:custGeom>
              <a:avLst/>
              <a:gdLst/>
              <a:ahLst/>
              <a:cxnLst/>
              <a:rect l="l" t="t" r="r" b="b"/>
              <a:pathLst>
                <a:path w="12943" h="13177" extrusionOk="0">
                  <a:moveTo>
                    <a:pt x="5771" y="0"/>
                  </a:moveTo>
                  <a:lnTo>
                    <a:pt x="0" y="3870"/>
                  </a:lnTo>
                  <a:lnTo>
                    <a:pt x="7139" y="13177"/>
                  </a:lnTo>
                  <a:lnTo>
                    <a:pt x="12943" y="9174"/>
                  </a:lnTo>
                  <a:lnTo>
                    <a:pt x="57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7"/>
            <p:cNvSpPr/>
            <p:nvPr/>
          </p:nvSpPr>
          <p:spPr>
            <a:xfrm>
              <a:off x="6830031" y="2548014"/>
              <a:ext cx="228734" cy="302674"/>
            </a:xfrm>
            <a:custGeom>
              <a:avLst/>
              <a:gdLst/>
              <a:ahLst/>
              <a:cxnLst/>
              <a:rect l="l" t="t" r="r" b="b"/>
              <a:pathLst>
                <a:path w="7740" h="10242" extrusionOk="0">
                  <a:moveTo>
                    <a:pt x="1" y="1"/>
                  </a:moveTo>
                  <a:lnTo>
                    <a:pt x="134" y="968"/>
                  </a:lnTo>
                  <a:lnTo>
                    <a:pt x="7239" y="10241"/>
                  </a:lnTo>
                  <a:lnTo>
                    <a:pt x="7740" y="7639"/>
                  </a:lnTo>
                  <a:lnTo>
                    <a:pt x="6839" y="377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7"/>
            <p:cNvSpPr/>
            <p:nvPr/>
          </p:nvSpPr>
          <p:spPr>
            <a:xfrm>
              <a:off x="6830031" y="2431696"/>
              <a:ext cx="381523" cy="389413"/>
            </a:xfrm>
            <a:custGeom>
              <a:avLst/>
              <a:gdLst/>
              <a:ahLst/>
              <a:cxnLst/>
              <a:rect l="l" t="t" r="r" b="b"/>
              <a:pathLst>
                <a:path w="12910" h="13177" extrusionOk="0">
                  <a:moveTo>
                    <a:pt x="5738" y="0"/>
                  </a:moveTo>
                  <a:lnTo>
                    <a:pt x="1" y="3937"/>
                  </a:lnTo>
                  <a:lnTo>
                    <a:pt x="7139" y="13177"/>
                  </a:lnTo>
                  <a:lnTo>
                    <a:pt x="12910" y="9174"/>
                  </a:lnTo>
                  <a:lnTo>
                    <a:pt x="57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7"/>
            <p:cNvSpPr/>
            <p:nvPr/>
          </p:nvSpPr>
          <p:spPr>
            <a:xfrm>
              <a:off x="6813275" y="2673640"/>
              <a:ext cx="228734" cy="455223"/>
            </a:xfrm>
            <a:custGeom>
              <a:avLst/>
              <a:gdLst/>
              <a:ahLst/>
              <a:cxnLst/>
              <a:rect l="l" t="t" r="r" b="b"/>
              <a:pathLst>
                <a:path w="7740" h="15404" extrusionOk="0">
                  <a:moveTo>
                    <a:pt x="7014" y="1"/>
                  </a:moveTo>
                  <a:cubicBezTo>
                    <a:pt x="6815" y="1"/>
                    <a:pt x="6611" y="91"/>
                    <a:pt x="6472" y="286"/>
                  </a:cubicBezTo>
                  <a:cubicBezTo>
                    <a:pt x="6238" y="586"/>
                    <a:pt x="6005" y="920"/>
                    <a:pt x="5838" y="1253"/>
                  </a:cubicBezTo>
                  <a:cubicBezTo>
                    <a:pt x="5738" y="1454"/>
                    <a:pt x="5638" y="1620"/>
                    <a:pt x="5471" y="1787"/>
                  </a:cubicBezTo>
                  <a:cubicBezTo>
                    <a:pt x="5349" y="1885"/>
                    <a:pt x="5191" y="1947"/>
                    <a:pt x="5024" y="1947"/>
                  </a:cubicBezTo>
                  <a:cubicBezTo>
                    <a:pt x="4963" y="1947"/>
                    <a:pt x="4900" y="1939"/>
                    <a:pt x="4837" y="1921"/>
                  </a:cubicBezTo>
                  <a:cubicBezTo>
                    <a:pt x="4637" y="1821"/>
                    <a:pt x="4637" y="1487"/>
                    <a:pt x="4637" y="1487"/>
                  </a:cubicBezTo>
                  <a:lnTo>
                    <a:pt x="4137" y="1087"/>
                  </a:lnTo>
                  <a:cubicBezTo>
                    <a:pt x="4137" y="1087"/>
                    <a:pt x="3603" y="2321"/>
                    <a:pt x="3503" y="2788"/>
                  </a:cubicBezTo>
                  <a:cubicBezTo>
                    <a:pt x="3403" y="3255"/>
                    <a:pt x="3436" y="3755"/>
                    <a:pt x="3637" y="4156"/>
                  </a:cubicBezTo>
                  <a:cubicBezTo>
                    <a:pt x="3737" y="4322"/>
                    <a:pt x="3837" y="4489"/>
                    <a:pt x="3937" y="4656"/>
                  </a:cubicBezTo>
                  <a:cubicBezTo>
                    <a:pt x="4104" y="4956"/>
                    <a:pt x="4404" y="5457"/>
                    <a:pt x="4170" y="5757"/>
                  </a:cubicBezTo>
                  <a:cubicBezTo>
                    <a:pt x="2736" y="8158"/>
                    <a:pt x="1302" y="10594"/>
                    <a:pt x="1" y="13095"/>
                  </a:cubicBezTo>
                  <a:cubicBezTo>
                    <a:pt x="301" y="13963"/>
                    <a:pt x="801" y="14763"/>
                    <a:pt x="1669" y="15264"/>
                  </a:cubicBezTo>
                  <a:cubicBezTo>
                    <a:pt x="1813" y="15321"/>
                    <a:pt x="2006" y="15404"/>
                    <a:pt x="2185" y="15404"/>
                  </a:cubicBezTo>
                  <a:cubicBezTo>
                    <a:pt x="2214" y="15404"/>
                    <a:pt x="2242" y="15402"/>
                    <a:pt x="2269" y="15397"/>
                  </a:cubicBezTo>
                  <a:cubicBezTo>
                    <a:pt x="2469" y="15330"/>
                    <a:pt x="2603" y="15130"/>
                    <a:pt x="2736" y="14963"/>
                  </a:cubicBezTo>
                  <a:cubicBezTo>
                    <a:pt x="4404" y="12328"/>
                    <a:pt x="5938" y="9559"/>
                    <a:pt x="7306" y="6757"/>
                  </a:cubicBezTo>
                  <a:cubicBezTo>
                    <a:pt x="7573" y="6257"/>
                    <a:pt x="7573" y="5657"/>
                    <a:pt x="7306" y="5156"/>
                  </a:cubicBezTo>
                  <a:cubicBezTo>
                    <a:pt x="6972" y="4489"/>
                    <a:pt x="6605" y="3889"/>
                    <a:pt x="6672" y="2988"/>
                  </a:cubicBezTo>
                  <a:cubicBezTo>
                    <a:pt x="6739" y="2655"/>
                    <a:pt x="6839" y="2388"/>
                    <a:pt x="7006" y="2087"/>
                  </a:cubicBezTo>
                  <a:lnTo>
                    <a:pt x="7406" y="1420"/>
                  </a:lnTo>
                  <a:cubicBezTo>
                    <a:pt x="7573" y="1120"/>
                    <a:pt x="7740" y="820"/>
                    <a:pt x="7639" y="486"/>
                  </a:cubicBezTo>
                  <a:cubicBezTo>
                    <a:pt x="7562" y="176"/>
                    <a:pt x="7292" y="1"/>
                    <a:pt x="70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7"/>
            <p:cNvSpPr/>
            <p:nvPr/>
          </p:nvSpPr>
          <p:spPr>
            <a:xfrm>
              <a:off x="6093648" y="3147511"/>
              <a:ext cx="234645" cy="216884"/>
            </a:xfrm>
            <a:custGeom>
              <a:avLst/>
              <a:gdLst/>
              <a:ahLst/>
              <a:cxnLst/>
              <a:rect l="l" t="t" r="r" b="b"/>
              <a:pathLst>
                <a:path w="7940" h="7339" extrusionOk="0">
                  <a:moveTo>
                    <a:pt x="3961" y="1"/>
                  </a:moveTo>
                  <a:cubicBezTo>
                    <a:pt x="2223" y="1"/>
                    <a:pt x="693" y="1224"/>
                    <a:pt x="368" y="2998"/>
                  </a:cubicBezTo>
                  <a:cubicBezTo>
                    <a:pt x="1" y="4999"/>
                    <a:pt x="1302" y="6901"/>
                    <a:pt x="3303" y="7268"/>
                  </a:cubicBezTo>
                  <a:cubicBezTo>
                    <a:pt x="3543" y="7316"/>
                    <a:pt x="3781" y="7339"/>
                    <a:pt x="4016" y="7339"/>
                  </a:cubicBezTo>
                  <a:cubicBezTo>
                    <a:pt x="5738" y="7339"/>
                    <a:pt x="7250" y="6094"/>
                    <a:pt x="7573" y="4332"/>
                  </a:cubicBezTo>
                  <a:cubicBezTo>
                    <a:pt x="7940" y="2364"/>
                    <a:pt x="6639" y="429"/>
                    <a:pt x="4638" y="62"/>
                  </a:cubicBezTo>
                  <a:cubicBezTo>
                    <a:pt x="4410" y="21"/>
                    <a:pt x="4184" y="1"/>
                    <a:pt x="39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7"/>
            <p:cNvSpPr/>
            <p:nvPr/>
          </p:nvSpPr>
          <p:spPr>
            <a:xfrm>
              <a:off x="5417404" y="3048097"/>
              <a:ext cx="1516178" cy="1198669"/>
            </a:xfrm>
            <a:custGeom>
              <a:avLst/>
              <a:gdLst/>
              <a:ahLst/>
              <a:cxnLst/>
              <a:rect l="l" t="t" r="r" b="b"/>
              <a:pathLst>
                <a:path w="51305" h="40561" extrusionOk="0">
                  <a:moveTo>
                    <a:pt x="48344" y="0"/>
                  </a:moveTo>
                  <a:cubicBezTo>
                    <a:pt x="47950" y="0"/>
                    <a:pt x="47553" y="52"/>
                    <a:pt x="47168" y="157"/>
                  </a:cubicBezTo>
                  <a:cubicBezTo>
                    <a:pt x="46534" y="1058"/>
                    <a:pt x="46334" y="2059"/>
                    <a:pt x="45700" y="2959"/>
                  </a:cubicBezTo>
                  <a:cubicBezTo>
                    <a:pt x="44833" y="4260"/>
                    <a:pt x="44333" y="5728"/>
                    <a:pt x="43599" y="7096"/>
                  </a:cubicBezTo>
                  <a:cubicBezTo>
                    <a:pt x="42631" y="8897"/>
                    <a:pt x="41364" y="10765"/>
                    <a:pt x="39629" y="11766"/>
                  </a:cubicBezTo>
                  <a:cubicBezTo>
                    <a:pt x="38762" y="12266"/>
                    <a:pt x="38195" y="13167"/>
                    <a:pt x="37494" y="13934"/>
                  </a:cubicBezTo>
                  <a:cubicBezTo>
                    <a:pt x="36660" y="14835"/>
                    <a:pt x="35526" y="15302"/>
                    <a:pt x="34492" y="15935"/>
                  </a:cubicBezTo>
                  <a:cubicBezTo>
                    <a:pt x="34192" y="16102"/>
                    <a:pt x="33925" y="16269"/>
                    <a:pt x="33625" y="16336"/>
                  </a:cubicBezTo>
                  <a:cubicBezTo>
                    <a:pt x="32958" y="16603"/>
                    <a:pt x="32257" y="16636"/>
                    <a:pt x="31523" y="16736"/>
                  </a:cubicBezTo>
                  <a:cubicBezTo>
                    <a:pt x="30356" y="16836"/>
                    <a:pt x="29188" y="17003"/>
                    <a:pt x="27988" y="17103"/>
                  </a:cubicBezTo>
                  <a:cubicBezTo>
                    <a:pt x="24285" y="17336"/>
                    <a:pt x="20516" y="17570"/>
                    <a:pt x="16780" y="17803"/>
                  </a:cubicBezTo>
                  <a:cubicBezTo>
                    <a:pt x="15834" y="17867"/>
                    <a:pt x="14878" y="17902"/>
                    <a:pt x="13921" y="17902"/>
                  </a:cubicBezTo>
                  <a:cubicBezTo>
                    <a:pt x="10862" y="17902"/>
                    <a:pt x="7784" y="17543"/>
                    <a:pt x="4938" y="16603"/>
                  </a:cubicBezTo>
                  <a:cubicBezTo>
                    <a:pt x="3970" y="16302"/>
                    <a:pt x="3003" y="15902"/>
                    <a:pt x="2002" y="15902"/>
                  </a:cubicBezTo>
                  <a:cubicBezTo>
                    <a:pt x="1836" y="17170"/>
                    <a:pt x="902" y="18404"/>
                    <a:pt x="1" y="19338"/>
                  </a:cubicBezTo>
                  <a:cubicBezTo>
                    <a:pt x="1435" y="20272"/>
                    <a:pt x="2770" y="21106"/>
                    <a:pt x="4337" y="21639"/>
                  </a:cubicBezTo>
                  <a:cubicBezTo>
                    <a:pt x="5638" y="22073"/>
                    <a:pt x="6973" y="22407"/>
                    <a:pt x="8274" y="22774"/>
                  </a:cubicBezTo>
                  <a:cubicBezTo>
                    <a:pt x="9100" y="23003"/>
                    <a:pt x="9959" y="23249"/>
                    <a:pt x="10794" y="23249"/>
                  </a:cubicBezTo>
                  <a:cubicBezTo>
                    <a:pt x="11172" y="23249"/>
                    <a:pt x="11546" y="23199"/>
                    <a:pt x="11909" y="23074"/>
                  </a:cubicBezTo>
                  <a:cubicBezTo>
                    <a:pt x="14678" y="24008"/>
                    <a:pt x="17847" y="23641"/>
                    <a:pt x="20749" y="24175"/>
                  </a:cubicBezTo>
                  <a:cubicBezTo>
                    <a:pt x="21450" y="24308"/>
                    <a:pt x="22150" y="24508"/>
                    <a:pt x="22617" y="25075"/>
                  </a:cubicBezTo>
                  <a:cubicBezTo>
                    <a:pt x="23284" y="25843"/>
                    <a:pt x="24619" y="30513"/>
                    <a:pt x="25252" y="31780"/>
                  </a:cubicBezTo>
                  <a:cubicBezTo>
                    <a:pt x="24518" y="33114"/>
                    <a:pt x="23151" y="34849"/>
                    <a:pt x="22317" y="36150"/>
                  </a:cubicBezTo>
                  <a:cubicBezTo>
                    <a:pt x="21850" y="36850"/>
                    <a:pt x="21416" y="37584"/>
                    <a:pt x="21249" y="38418"/>
                  </a:cubicBezTo>
                  <a:cubicBezTo>
                    <a:pt x="24472" y="39720"/>
                    <a:pt x="27900" y="40561"/>
                    <a:pt x="31302" y="40561"/>
                  </a:cubicBezTo>
                  <a:cubicBezTo>
                    <a:pt x="33393" y="40561"/>
                    <a:pt x="35475" y="40243"/>
                    <a:pt x="37494" y="39519"/>
                  </a:cubicBezTo>
                  <a:cubicBezTo>
                    <a:pt x="37861" y="39419"/>
                    <a:pt x="38128" y="39119"/>
                    <a:pt x="38462" y="38919"/>
                  </a:cubicBezTo>
                  <a:cubicBezTo>
                    <a:pt x="38495" y="38852"/>
                    <a:pt x="38528" y="38852"/>
                    <a:pt x="38528" y="38818"/>
                  </a:cubicBezTo>
                  <a:cubicBezTo>
                    <a:pt x="38528" y="38785"/>
                    <a:pt x="38262" y="35416"/>
                    <a:pt x="37594" y="32614"/>
                  </a:cubicBezTo>
                  <a:cubicBezTo>
                    <a:pt x="38128" y="30412"/>
                    <a:pt x="40830" y="21406"/>
                    <a:pt x="40763" y="20772"/>
                  </a:cubicBezTo>
                  <a:cubicBezTo>
                    <a:pt x="40830" y="20072"/>
                    <a:pt x="41197" y="19438"/>
                    <a:pt x="41631" y="18837"/>
                  </a:cubicBezTo>
                  <a:cubicBezTo>
                    <a:pt x="42765" y="17170"/>
                    <a:pt x="43699" y="15235"/>
                    <a:pt x="45100" y="13767"/>
                  </a:cubicBezTo>
                  <a:cubicBezTo>
                    <a:pt x="45800" y="13000"/>
                    <a:pt x="46534" y="12266"/>
                    <a:pt x="46868" y="11265"/>
                  </a:cubicBezTo>
                  <a:cubicBezTo>
                    <a:pt x="47101" y="10665"/>
                    <a:pt x="47101" y="9798"/>
                    <a:pt x="47635" y="9464"/>
                  </a:cubicBezTo>
                  <a:cubicBezTo>
                    <a:pt x="48102" y="9164"/>
                    <a:pt x="48469" y="8730"/>
                    <a:pt x="48636" y="8230"/>
                  </a:cubicBezTo>
                  <a:cubicBezTo>
                    <a:pt x="48702" y="7963"/>
                    <a:pt x="48769" y="7730"/>
                    <a:pt x="48869" y="7463"/>
                  </a:cubicBezTo>
                  <a:cubicBezTo>
                    <a:pt x="49036" y="7162"/>
                    <a:pt x="49303" y="6929"/>
                    <a:pt x="49503" y="6629"/>
                  </a:cubicBezTo>
                  <a:cubicBezTo>
                    <a:pt x="49970" y="5995"/>
                    <a:pt x="50003" y="5161"/>
                    <a:pt x="50170" y="4427"/>
                  </a:cubicBezTo>
                  <a:cubicBezTo>
                    <a:pt x="50370" y="3326"/>
                    <a:pt x="50771" y="2159"/>
                    <a:pt x="51304" y="1225"/>
                  </a:cubicBezTo>
                  <a:cubicBezTo>
                    <a:pt x="50541" y="413"/>
                    <a:pt x="49452" y="0"/>
                    <a:pt x="483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7"/>
            <p:cNvSpPr/>
            <p:nvPr/>
          </p:nvSpPr>
          <p:spPr>
            <a:xfrm>
              <a:off x="6084782" y="3180255"/>
              <a:ext cx="349987" cy="414589"/>
            </a:xfrm>
            <a:custGeom>
              <a:avLst/>
              <a:gdLst/>
              <a:ahLst/>
              <a:cxnLst/>
              <a:rect l="l" t="t" r="r" b="b"/>
              <a:pathLst>
                <a:path w="11843" h="14029" extrusionOk="0">
                  <a:moveTo>
                    <a:pt x="4725" y="0"/>
                  </a:moveTo>
                  <a:cubicBezTo>
                    <a:pt x="3353" y="0"/>
                    <a:pt x="1945" y="767"/>
                    <a:pt x="1202" y="1957"/>
                  </a:cubicBezTo>
                  <a:cubicBezTo>
                    <a:pt x="568" y="2957"/>
                    <a:pt x="401" y="4158"/>
                    <a:pt x="568" y="5326"/>
                  </a:cubicBezTo>
                  <a:cubicBezTo>
                    <a:pt x="668" y="6026"/>
                    <a:pt x="835" y="6693"/>
                    <a:pt x="1068" y="7360"/>
                  </a:cubicBezTo>
                  <a:cubicBezTo>
                    <a:pt x="568" y="7527"/>
                    <a:pt x="201" y="7928"/>
                    <a:pt x="101" y="8461"/>
                  </a:cubicBezTo>
                  <a:cubicBezTo>
                    <a:pt x="1" y="9195"/>
                    <a:pt x="501" y="9962"/>
                    <a:pt x="1235" y="10096"/>
                  </a:cubicBezTo>
                  <a:cubicBezTo>
                    <a:pt x="1314" y="10104"/>
                    <a:pt x="1391" y="10108"/>
                    <a:pt x="1465" y="10108"/>
                  </a:cubicBezTo>
                  <a:cubicBezTo>
                    <a:pt x="1707" y="10108"/>
                    <a:pt x="1924" y="10064"/>
                    <a:pt x="2102" y="9962"/>
                  </a:cubicBezTo>
                  <a:cubicBezTo>
                    <a:pt x="2202" y="10129"/>
                    <a:pt x="2269" y="10296"/>
                    <a:pt x="2402" y="10396"/>
                  </a:cubicBezTo>
                  <a:cubicBezTo>
                    <a:pt x="3103" y="11497"/>
                    <a:pt x="4270" y="12231"/>
                    <a:pt x="5538" y="12564"/>
                  </a:cubicBezTo>
                  <a:cubicBezTo>
                    <a:pt x="5538" y="12631"/>
                    <a:pt x="5571" y="12664"/>
                    <a:pt x="5571" y="12698"/>
                  </a:cubicBezTo>
                  <a:cubicBezTo>
                    <a:pt x="5605" y="12864"/>
                    <a:pt x="5738" y="13198"/>
                    <a:pt x="5772" y="13365"/>
                  </a:cubicBezTo>
                  <a:cubicBezTo>
                    <a:pt x="5805" y="13465"/>
                    <a:pt x="5872" y="13565"/>
                    <a:pt x="5938" y="13665"/>
                  </a:cubicBezTo>
                  <a:cubicBezTo>
                    <a:pt x="6038" y="13698"/>
                    <a:pt x="6072" y="13732"/>
                    <a:pt x="6138" y="13732"/>
                  </a:cubicBezTo>
                  <a:cubicBezTo>
                    <a:pt x="6305" y="13798"/>
                    <a:pt x="6505" y="13832"/>
                    <a:pt x="6706" y="13865"/>
                  </a:cubicBezTo>
                  <a:lnTo>
                    <a:pt x="6739" y="13865"/>
                  </a:lnTo>
                  <a:cubicBezTo>
                    <a:pt x="6906" y="13898"/>
                    <a:pt x="7072" y="13898"/>
                    <a:pt x="7239" y="13965"/>
                  </a:cubicBezTo>
                  <a:cubicBezTo>
                    <a:pt x="7648" y="14005"/>
                    <a:pt x="8068" y="14029"/>
                    <a:pt x="8488" y="14029"/>
                  </a:cubicBezTo>
                  <a:cubicBezTo>
                    <a:pt x="9129" y="14029"/>
                    <a:pt x="9770" y="13973"/>
                    <a:pt x="10375" y="13832"/>
                  </a:cubicBezTo>
                  <a:cubicBezTo>
                    <a:pt x="10475" y="13798"/>
                    <a:pt x="10642" y="13732"/>
                    <a:pt x="10742" y="13665"/>
                  </a:cubicBezTo>
                  <a:cubicBezTo>
                    <a:pt x="10875" y="13532"/>
                    <a:pt x="10808" y="13331"/>
                    <a:pt x="10808" y="13131"/>
                  </a:cubicBezTo>
                  <a:cubicBezTo>
                    <a:pt x="10742" y="12664"/>
                    <a:pt x="10642" y="11363"/>
                    <a:pt x="10408" y="10329"/>
                  </a:cubicBezTo>
                  <a:cubicBezTo>
                    <a:pt x="10375" y="10062"/>
                    <a:pt x="10375" y="9962"/>
                    <a:pt x="10275" y="9729"/>
                  </a:cubicBezTo>
                  <a:cubicBezTo>
                    <a:pt x="10308" y="9562"/>
                    <a:pt x="10308" y="9395"/>
                    <a:pt x="10375" y="9295"/>
                  </a:cubicBezTo>
                  <a:cubicBezTo>
                    <a:pt x="10408" y="8795"/>
                    <a:pt x="10408" y="8328"/>
                    <a:pt x="10408" y="7827"/>
                  </a:cubicBezTo>
                  <a:cubicBezTo>
                    <a:pt x="11042" y="7794"/>
                    <a:pt x="11576" y="7327"/>
                    <a:pt x="11709" y="6693"/>
                  </a:cubicBezTo>
                  <a:cubicBezTo>
                    <a:pt x="11843" y="5959"/>
                    <a:pt x="11309" y="5192"/>
                    <a:pt x="10575" y="5092"/>
                  </a:cubicBezTo>
                  <a:cubicBezTo>
                    <a:pt x="10475" y="5059"/>
                    <a:pt x="10383" y="5042"/>
                    <a:pt x="10291" y="5042"/>
                  </a:cubicBezTo>
                  <a:cubicBezTo>
                    <a:pt x="10200" y="5042"/>
                    <a:pt x="10108" y="5059"/>
                    <a:pt x="10008" y="5092"/>
                  </a:cubicBezTo>
                  <a:cubicBezTo>
                    <a:pt x="9941" y="4825"/>
                    <a:pt x="9874" y="4625"/>
                    <a:pt x="9774" y="4358"/>
                  </a:cubicBezTo>
                  <a:cubicBezTo>
                    <a:pt x="9207" y="2590"/>
                    <a:pt x="7840" y="1089"/>
                    <a:pt x="6105" y="289"/>
                  </a:cubicBezTo>
                  <a:cubicBezTo>
                    <a:pt x="5668" y="92"/>
                    <a:pt x="5199" y="0"/>
                    <a:pt x="4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7"/>
            <p:cNvSpPr/>
            <p:nvPr/>
          </p:nvSpPr>
          <p:spPr>
            <a:xfrm>
              <a:off x="6045980" y="3165419"/>
              <a:ext cx="371058" cy="240969"/>
            </a:xfrm>
            <a:custGeom>
              <a:avLst/>
              <a:gdLst/>
              <a:ahLst/>
              <a:cxnLst/>
              <a:rect l="l" t="t" r="r" b="b"/>
              <a:pathLst>
                <a:path w="12556" h="8154" extrusionOk="0">
                  <a:moveTo>
                    <a:pt x="7161" y="0"/>
                  </a:moveTo>
                  <a:cubicBezTo>
                    <a:pt x="6721" y="0"/>
                    <a:pt x="6391" y="215"/>
                    <a:pt x="6251" y="524"/>
                  </a:cubicBezTo>
                  <a:cubicBezTo>
                    <a:pt x="6151" y="457"/>
                    <a:pt x="6050" y="357"/>
                    <a:pt x="5917" y="290"/>
                  </a:cubicBezTo>
                  <a:cubicBezTo>
                    <a:pt x="5710" y="122"/>
                    <a:pt x="5401" y="59"/>
                    <a:pt x="5071" y="59"/>
                  </a:cubicBezTo>
                  <a:cubicBezTo>
                    <a:pt x="4551" y="59"/>
                    <a:pt x="3975" y="214"/>
                    <a:pt x="3649" y="357"/>
                  </a:cubicBezTo>
                  <a:cubicBezTo>
                    <a:pt x="3248" y="524"/>
                    <a:pt x="2915" y="824"/>
                    <a:pt x="2615" y="1158"/>
                  </a:cubicBezTo>
                  <a:cubicBezTo>
                    <a:pt x="1" y="4473"/>
                    <a:pt x="2139" y="8154"/>
                    <a:pt x="2509" y="8154"/>
                  </a:cubicBezTo>
                  <a:cubicBezTo>
                    <a:pt x="2526" y="8154"/>
                    <a:pt x="2539" y="8146"/>
                    <a:pt x="2548" y="8129"/>
                  </a:cubicBezTo>
                  <a:cubicBezTo>
                    <a:pt x="3649" y="6095"/>
                    <a:pt x="5050" y="3793"/>
                    <a:pt x="6584" y="2425"/>
                  </a:cubicBezTo>
                  <a:lnTo>
                    <a:pt x="6618" y="2459"/>
                  </a:lnTo>
                  <a:cubicBezTo>
                    <a:pt x="7118" y="3159"/>
                    <a:pt x="8686" y="3293"/>
                    <a:pt x="9219" y="3993"/>
                  </a:cubicBezTo>
                  <a:cubicBezTo>
                    <a:pt x="10190" y="5247"/>
                    <a:pt x="10773" y="5613"/>
                    <a:pt x="11133" y="5613"/>
                  </a:cubicBezTo>
                  <a:cubicBezTo>
                    <a:pt x="11577" y="5613"/>
                    <a:pt x="11681" y="5056"/>
                    <a:pt x="11755" y="4927"/>
                  </a:cubicBezTo>
                  <a:cubicBezTo>
                    <a:pt x="12555" y="2959"/>
                    <a:pt x="9019" y="357"/>
                    <a:pt x="7418" y="24"/>
                  </a:cubicBezTo>
                  <a:cubicBezTo>
                    <a:pt x="7329" y="8"/>
                    <a:pt x="7243" y="0"/>
                    <a:pt x="71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7"/>
            <p:cNvSpPr/>
            <p:nvPr/>
          </p:nvSpPr>
          <p:spPr>
            <a:xfrm>
              <a:off x="6094652" y="3547500"/>
              <a:ext cx="170576" cy="318544"/>
            </a:xfrm>
            <a:custGeom>
              <a:avLst/>
              <a:gdLst/>
              <a:ahLst/>
              <a:cxnLst/>
              <a:rect l="l" t="t" r="r" b="b"/>
              <a:pathLst>
                <a:path w="5772" h="10779" extrusionOk="0">
                  <a:moveTo>
                    <a:pt x="2853" y="1"/>
                  </a:moveTo>
                  <a:cubicBezTo>
                    <a:pt x="2464" y="1"/>
                    <a:pt x="2099" y="110"/>
                    <a:pt x="1702" y="204"/>
                  </a:cubicBezTo>
                  <a:cubicBezTo>
                    <a:pt x="2669" y="3239"/>
                    <a:pt x="2002" y="6742"/>
                    <a:pt x="0" y="9210"/>
                  </a:cubicBezTo>
                  <a:cubicBezTo>
                    <a:pt x="0" y="9511"/>
                    <a:pt x="234" y="10545"/>
                    <a:pt x="401" y="10778"/>
                  </a:cubicBezTo>
                  <a:cubicBezTo>
                    <a:pt x="1501" y="10411"/>
                    <a:pt x="5771" y="3907"/>
                    <a:pt x="3369" y="70"/>
                  </a:cubicBezTo>
                  <a:cubicBezTo>
                    <a:pt x="3190" y="21"/>
                    <a:pt x="3019" y="1"/>
                    <a:pt x="28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7"/>
            <p:cNvSpPr/>
            <p:nvPr/>
          </p:nvSpPr>
          <p:spPr>
            <a:xfrm>
              <a:off x="6431785" y="3491410"/>
              <a:ext cx="175511" cy="373954"/>
            </a:xfrm>
            <a:custGeom>
              <a:avLst/>
              <a:gdLst/>
              <a:ahLst/>
              <a:cxnLst/>
              <a:rect l="l" t="t" r="r" b="b"/>
              <a:pathLst>
                <a:path w="5939" h="12654" extrusionOk="0">
                  <a:moveTo>
                    <a:pt x="1969" y="0"/>
                  </a:moveTo>
                  <a:cubicBezTo>
                    <a:pt x="1201" y="0"/>
                    <a:pt x="467" y="434"/>
                    <a:pt x="0" y="1001"/>
                  </a:cubicBezTo>
                  <a:cubicBezTo>
                    <a:pt x="1602" y="2435"/>
                    <a:pt x="2669" y="4404"/>
                    <a:pt x="3436" y="6405"/>
                  </a:cubicBezTo>
                  <a:cubicBezTo>
                    <a:pt x="4137" y="8406"/>
                    <a:pt x="4470" y="10508"/>
                    <a:pt x="4837" y="12643"/>
                  </a:cubicBezTo>
                  <a:cubicBezTo>
                    <a:pt x="4885" y="12650"/>
                    <a:pt x="4931" y="12654"/>
                    <a:pt x="4975" y="12654"/>
                  </a:cubicBezTo>
                  <a:cubicBezTo>
                    <a:pt x="5516" y="12654"/>
                    <a:pt x="5784" y="12120"/>
                    <a:pt x="5938" y="11842"/>
                  </a:cubicBezTo>
                  <a:cubicBezTo>
                    <a:pt x="5838" y="10675"/>
                    <a:pt x="5805" y="8974"/>
                    <a:pt x="5504" y="7839"/>
                  </a:cubicBezTo>
                  <a:cubicBezTo>
                    <a:pt x="5338" y="7139"/>
                    <a:pt x="5171" y="6505"/>
                    <a:pt x="5004" y="5805"/>
                  </a:cubicBezTo>
                  <a:cubicBezTo>
                    <a:pt x="4804" y="4871"/>
                    <a:pt x="4370" y="4003"/>
                    <a:pt x="3937" y="3169"/>
                  </a:cubicBezTo>
                  <a:cubicBezTo>
                    <a:pt x="3336" y="2069"/>
                    <a:pt x="2702" y="1068"/>
                    <a:pt x="196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5" name="Google Shape;1765;p57"/>
            <p:cNvGrpSpPr/>
            <p:nvPr/>
          </p:nvGrpSpPr>
          <p:grpSpPr>
            <a:xfrm>
              <a:off x="5583014" y="4138900"/>
              <a:ext cx="1073545" cy="1543002"/>
              <a:chOff x="5583014" y="4138900"/>
              <a:chExt cx="1073545" cy="1543002"/>
            </a:xfrm>
          </p:grpSpPr>
          <p:sp>
            <p:nvSpPr>
              <p:cNvPr id="1766" name="Google Shape;1766;p57"/>
              <p:cNvSpPr/>
              <p:nvPr/>
            </p:nvSpPr>
            <p:spPr>
              <a:xfrm>
                <a:off x="5789053" y="4641820"/>
                <a:ext cx="162685" cy="133103"/>
              </a:xfrm>
              <a:custGeom>
                <a:avLst/>
                <a:gdLst/>
                <a:ahLst/>
                <a:cxnLst/>
                <a:rect l="l" t="t" r="r" b="b"/>
                <a:pathLst>
                  <a:path w="5505" h="4504" extrusionOk="0">
                    <a:moveTo>
                      <a:pt x="1702" y="0"/>
                    </a:moveTo>
                    <a:lnTo>
                      <a:pt x="1" y="2769"/>
                    </a:lnTo>
                    <a:lnTo>
                      <a:pt x="3903" y="4503"/>
                    </a:lnTo>
                    <a:lnTo>
                      <a:pt x="5505" y="2569"/>
                    </a:lnTo>
                    <a:lnTo>
                      <a:pt x="1702" y="0"/>
                    </a:lnTo>
                    <a:close/>
                  </a:path>
                </a:pathLst>
              </a:custGeom>
              <a:solidFill>
                <a:srgbClr val="E09E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57"/>
              <p:cNvSpPr/>
              <p:nvPr/>
            </p:nvSpPr>
            <p:spPr>
              <a:xfrm>
                <a:off x="5867928" y="4138900"/>
                <a:ext cx="788631" cy="1195714"/>
              </a:xfrm>
              <a:custGeom>
                <a:avLst/>
                <a:gdLst/>
                <a:ahLst/>
                <a:cxnLst/>
                <a:rect l="l" t="t" r="r" b="b"/>
                <a:pathLst>
                  <a:path w="26686" h="40461" extrusionOk="0">
                    <a:moveTo>
                      <a:pt x="9497" y="1"/>
                    </a:moveTo>
                    <a:cubicBezTo>
                      <a:pt x="8390" y="1"/>
                      <a:pt x="7299" y="163"/>
                      <a:pt x="6738" y="940"/>
                    </a:cubicBezTo>
                    <a:cubicBezTo>
                      <a:pt x="5871" y="2108"/>
                      <a:pt x="4904" y="4042"/>
                      <a:pt x="4203" y="5610"/>
                    </a:cubicBezTo>
                    <a:cubicBezTo>
                      <a:pt x="3436" y="7245"/>
                      <a:pt x="3269" y="9046"/>
                      <a:pt x="3703" y="10780"/>
                    </a:cubicBezTo>
                    <a:cubicBezTo>
                      <a:pt x="4237" y="13115"/>
                      <a:pt x="5204" y="16718"/>
                      <a:pt x="6338" y="20254"/>
                    </a:cubicBezTo>
                    <a:cubicBezTo>
                      <a:pt x="5604" y="20054"/>
                      <a:pt x="4904" y="19787"/>
                      <a:pt x="4237" y="19253"/>
                    </a:cubicBezTo>
                    <a:cubicBezTo>
                      <a:pt x="3700" y="18790"/>
                      <a:pt x="2719" y="18220"/>
                      <a:pt x="1969" y="18220"/>
                    </a:cubicBezTo>
                    <a:cubicBezTo>
                      <a:pt x="1692" y="18220"/>
                      <a:pt x="1447" y="18297"/>
                      <a:pt x="1268" y="18486"/>
                    </a:cubicBezTo>
                    <a:cubicBezTo>
                      <a:pt x="1001" y="18853"/>
                      <a:pt x="0" y="20988"/>
                      <a:pt x="34" y="21088"/>
                    </a:cubicBezTo>
                    <a:cubicBezTo>
                      <a:pt x="1568" y="23990"/>
                      <a:pt x="4003" y="26392"/>
                      <a:pt x="6438" y="28593"/>
                    </a:cubicBezTo>
                    <a:cubicBezTo>
                      <a:pt x="8740" y="30647"/>
                      <a:pt x="11217" y="32526"/>
                      <a:pt x="14219" y="32526"/>
                    </a:cubicBezTo>
                    <a:cubicBezTo>
                      <a:pt x="14436" y="32526"/>
                      <a:pt x="14655" y="32516"/>
                      <a:pt x="14877" y="32496"/>
                    </a:cubicBezTo>
                    <a:cubicBezTo>
                      <a:pt x="15611" y="32429"/>
                      <a:pt x="16445" y="32263"/>
                      <a:pt x="16946" y="31629"/>
                    </a:cubicBezTo>
                    <a:cubicBezTo>
                      <a:pt x="17179" y="31329"/>
                      <a:pt x="17279" y="30995"/>
                      <a:pt x="17346" y="30661"/>
                    </a:cubicBezTo>
                    <a:cubicBezTo>
                      <a:pt x="17579" y="29594"/>
                      <a:pt x="17513" y="27626"/>
                      <a:pt x="17246" y="25324"/>
                    </a:cubicBezTo>
                    <a:lnTo>
                      <a:pt x="17246" y="25324"/>
                    </a:lnTo>
                    <a:cubicBezTo>
                      <a:pt x="18080" y="27726"/>
                      <a:pt x="19214" y="30428"/>
                      <a:pt x="19014" y="30628"/>
                    </a:cubicBezTo>
                    <a:cubicBezTo>
                      <a:pt x="17946" y="31595"/>
                      <a:pt x="15845" y="33130"/>
                      <a:pt x="15044" y="34297"/>
                    </a:cubicBezTo>
                    <a:cubicBezTo>
                      <a:pt x="14377" y="35265"/>
                      <a:pt x="13943" y="36432"/>
                      <a:pt x="13009" y="37099"/>
                    </a:cubicBezTo>
                    <a:cubicBezTo>
                      <a:pt x="12676" y="37299"/>
                      <a:pt x="12509" y="37733"/>
                      <a:pt x="12542" y="38100"/>
                    </a:cubicBezTo>
                    <a:cubicBezTo>
                      <a:pt x="12576" y="38467"/>
                      <a:pt x="12776" y="38801"/>
                      <a:pt x="13009" y="39134"/>
                    </a:cubicBezTo>
                    <a:cubicBezTo>
                      <a:pt x="13276" y="39568"/>
                      <a:pt x="13777" y="39901"/>
                      <a:pt x="14244" y="40235"/>
                    </a:cubicBezTo>
                    <a:cubicBezTo>
                      <a:pt x="14469" y="40385"/>
                      <a:pt x="14732" y="40460"/>
                      <a:pt x="14990" y="40460"/>
                    </a:cubicBezTo>
                    <a:cubicBezTo>
                      <a:pt x="15076" y="40460"/>
                      <a:pt x="15161" y="40452"/>
                      <a:pt x="15244" y="40435"/>
                    </a:cubicBezTo>
                    <a:cubicBezTo>
                      <a:pt x="15745" y="40335"/>
                      <a:pt x="16212" y="40168"/>
                      <a:pt x="16545" y="39901"/>
                    </a:cubicBezTo>
                    <a:cubicBezTo>
                      <a:pt x="16946" y="39501"/>
                      <a:pt x="17179" y="38967"/>
                      <a:pt x="17546" y="38500"/>
                    </a:cubicBezTo>
                    <a:cubicBezTo>
                      <a:pt x="18080" y="37833"/>
                      <a:pt x="18880" y="37466"/>
                      <a:pt x="19681" y="37066"/>
                    </a:cubicBezTo>
                    <a:cubicBezTo>
                      <a:pt x="22550" y="35565"/>
                      <a:pt x="26686" y="33664"/>
                      <a:pt x="26519" y="30528"/>
                    </a:cubicBezTo>
                    <a:cubicBezTo>
                      <a:pt x="26286" y="26525"/>
                      <a:pt x="23283" y="10047"/>
                      <a:pt x="21916" y="6377"/>
                    </a:cubicBezTo>
                    <a:cubicBezTo>
                      <a:pt x="21983" y="6010"/>
                      <a:pt x="22049" y="5277"/>
                      <a:pt x="22083" y="4509"/>
                    </a:cubicBezTo>
                    <a:lnTo>
                      <a:pt x="22083" y="4376"/>
                    </a:lnTo>
                    <a:cubicBezTo>
                      <a:pt x="22083" y="4042"/>
                      <a:pt x="22116" y="3675"/>
                      <a:pt x="22116" y="3342"/>
                    </a:cubicBezTo>
                    <a:lnTo>
                      <a:pt x="22116" y="3275"/>
                    </a:lnTo>
                    <a:cubicBezTo>
                      <a:pt x="22183" y="2541"/>
                      <a:pt x="22249" y="1841"/>
                      <a:pt x="22383" y="1240"/>
                    </a:cubicBezTo>
                    <a:cubicBezTo>
                      <a:pt x="22283" y="1207"/>
                      <a:pt x="22249" y="1207"/>
                      <a:pt x="22216" y="1174"/>
                    </a:cubicBezTo>
                    <a:cubicBezTo>
                      <a:pt x="22110" y="1131"/>
                      <a:pt x="22045" y="1119"/>
                      <a:pt x="21987" y="1119"/>
                    </a:cubicBezTo>
                    <a:cubicBezTo>
                      <a:pt x="21911" y="1119"/>
                      <a:pt x="21849" y="1141"/>
                      <a:pt x="21726" y="1141"/>
                    </a:cubicBezTo>
                    <a:cubicBezTo>
                      <a:pt x="21651" y="1141"/>
                      <a:pt x="21553" y="1133"/>
                      <a:pt x="21415" y="1107"/>
                    </a:cubicBezTo>
                    <a:cubicBezTo>
                      <a:pt x="18046" y="673"/>
                      <a:pt x="14677" y="273"/>
                      <a:pt x="11242" y="73"/>
                    </a:cubicBezTo>
                    <a:cubicBezTo>
                      <a:pt x="10711" y="49"/>
                      <a:pt x="10102" y="1"/>
                      <a:pt x="949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57"/>
              <p:cNvSpPr/>
              <p:nvPr/>
            </p:nvSpPr>
            <p:spPr>
              <a:xfrm>
                <a:off x="5584019" y="4588567"/>
                <a:ext cx="314495" cy="308023"/>
              </a:xfrm>
              <a:custGeom>
                <a:avLst/>
                <a:gdLst/>
                <a:ahLst/>
                <a:cxnLst/>
                <a:rect l="l" t="t" r="r" b="b"/>
                <a:pathLst>
                  <a:path w="10642" h="10423" extrusionOk="0">
                    <a:moveTo>
                      <a:pt x="7672" y="1"/>
                    </a:moveTo>
                    <a:cubicBezTo>
                      <a:pt x="7672" y="1"/>
                      <a:pt x="5771" y="668"/>
                      <a:pt x="4137" y="3237"/>
                    </a:cubicBezTo>
                    <a:cubicBezTo>
                      <a:pt x="2535" y="5838"/>
                      <a:pt x="434" y="7073"/>
                      <a:pt x="0" y="9875"/>
                    </a:cubicBezTo>
                    <a:cubicBezTo>
                      <a:pt x="0" y="9875"/>
                      <a:pt x="643" y="10423"/>
                      <a:pt x="1580" y="10423"/>
                    </a:cubicBezTo>
                    <a:cubicBezTo>
                      <a:pt x="2405" y="10423"/>
                      <a:pt x="3458" y="9999"/>
                      <a:pt x="4504" y="8407"/>
                    </a:cubicBezTo>
                    <a:cubicBezTo>
                      <a:pt x="4504" y="8374"/>
                      <a:pt x="7839" y="5838"/>
                      <a:pt x="9340" y="5805"/>
                    </a:cubicBezTo>
                    <a:cubicBezTo>
                      <a:pt x="9340" y="5805"/>
                      <a:pt x="8306" y="4304"/>
                      <a:pt x="8673" y="3537"/>
                    </a:cubicBezTo>
                    <a:cubicBezTo>
                      <a:pt x="9040" y="2803"/>
                      <a:pt x="10641" y="2703"/>
                      <a:pt x="10641" y="2703"/>
                    </a:cubicBezTo>
                    <a:cubicBezTo>
                      <a:pt x="10641" y="2703"/>
                      <a:pt x="8840" y="501"/>
                      <a:pt x="7672" y="1"/>
                    </a:cubicBez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57"/>
              <p:cNvSpPr/>
              <p:nvPr/>
            </p:nvSpPr>
            <p:spPr>
              <a:xfrm>
                <a:off x="5583014" y="4585612"/>
                <a:ext cx="252406" cy="301699"/>
              </a:xfrm>
              <a:custGeom>
                <a:avLst/>
                <a:gdLst/>
                <a:ahLst/>
                <a:cxnLst/>
                <a:rect l="l" t="t" r="r" b="b"/>
                <a:pathLst>
                  <a:path w="8541" h="10209" extrusionOk="0">
                    <a:moveTo>
                      <a:pt x="7673" y="1"/>
                    </a:moveTo>
                    <a:cubicBezTo>
                      <a:pt x="7673" y="1"/>
                      <a:pt x="5705" y="668"/>
                      <a:pt x="4137" y="3270"/>
                    </a:cubicBezTo>
                    <a:cubicBezTo>
                      <a:pt x="2536" y="5838"/>
                      <a:pt x="401" y="7139"/>
                      <a:pt x="1" y="9875"/>
                    </a:cubicBezTo>
                    <a:cubicBezTo>
                      <a:pt x="1" y="9875"/>
                      <a:pt x="201" y="10041"/>
                      <a:pt x="568" y="10208"/>
                    </a:cubicBezTo>
                    <a:cubicBezTo>
                      <a:pt x="635" y="9574"/>
                      <a:pt x="868" y="8107"/>
                      <a:pt x="2169" y="6706"/>
                    </a:cubicBezTo>
                    <a:cubicBezTo>
                      <a:pt x="3970" y="4838"/>
                      <a:pt x="4738" y="3170"/>
                      <a:pt x="6139" y="1969"/>
                    </a:cubicBezTo>
                    <a:cubicBezTo>
                      <a:pt x="7073" y="1135"/>
                      <a:pt x="8040" y="768"/>
                      <a:pt x="8540" y="635"/>
                    </a:cubicBezTo>
                    <a:cubicBezTo>
                      <a:pt x="8240" y="334"/>
                      <a:pt x="7973" y="134"/>
                      <a:pt x="76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57"/>
              <p:cNvSpPr/>
              <p:nvPr/>
            </p:nvSpPr>
            <p:spPr>
              <a:xfrm>
                <a:off x="5740764" y="4733491"/>
                <a:ext cx="119302" cy="85790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2903" extrusionOk="0">
                    <a:moveTo>
                      <a:pt x="3536" y="0"/>
                    </a:moveTo>
                    <a:cubicBezTo>
                      <a:pt x="2635" y="401"/>
                      <a:pt x="467" y="1268"/>
                      <a:pt x="300" y="1502"/>
                    </a:cubicBezTo>
                    <a:cubicBezTo>
                      <a:pt x="134" y="1735"/>
                      <a:pt x="33" y="2469"/>
                      <a:pt x="0" y="2903"/>
                    </a:cubicBezTo>
                    <a:cubicBezTo>
                      <a:pt x="1134" y="2135"/>
                      <a:pt x="3036" y="934"/>
                      <a:pt x="4036" y="901"/>
                    </a:cubicBezTo>
                    <a:cubicBezTo>
                      <a:pt x="4036" y="901"/>
                      <a:pt x="3736" y="467"/>
                      <a:pt x="35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57"/>
              <p:cNvSpPr/>
              <p:nvPr/>
            </p:nvSpPr>
            <p:spPr>
              <a:xfrm>
                <a:off x="5754565" y="4756660"/>
                <a:ext cx="26627" cy="58691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986" extrusionOk="0">
                    <a:moveTo>
                      <a:pt x="384" y="0"/>
                    </a:moveTo>
                    <a:cubicBezTo>
                      <a:pt x="334" y="0"/>
                      <a:pt x="284" y="17"/>
                      <a:pt x="234" y="50"/>
                    </a:cubicBezTo>
                    <a:cubicBezTo>
                      <a:pt x="167" y="150"/>
                      <a:pt x="167" y="284"/>
                      <a:pt x="234" y="351"/>
                    </a:cubicBezTo>
                    <a:cubicBezTo>
                      <a:pt x="400" y="517"/>
                      <a:pt x="500" y="718"/>
                      <a:pt x="500" y="951"/>
                    </a:cubicBezTo>
                    <a:cubicBezTo>
                      <a:pt x="434" y="1318"/>
                      <a:pt x="100" y="1618"/>
                      <a:pt x="100" y="1618"/>
                    </a:cubicBezTo>
                    <a:cubicBezTo>
                      <a:pt x="0" y="1685"/>
                      <a:pt x="0" y="1818"/>
                      <a:pt x="67" y="1885"/>
                    </a:cubicBezTo>
                    <a:cubicBezTo>
                      <a:pt x="100" y="1952"/>
                      <a:pt x="200" y="1985"/>
                      <a:pt x="234" y="1985"/>
                    </a:cubicBezTo>
                    <a:cubicBezTo>
                      <a:pt x="267" y="1985"/>
                      <a:pt x="334" y="1985"/>
                      <a:pt x="400" y="1952"/>
                    </a:cubicBezTo>
                    <a:cubicBezTo>
                      <a:pt x="400" y="1952"/>
                      <a:pt x="867" y="1552"/>
                      <a:pt x="901" y="984"/>
                    </a:cubicBezTo>
                    <a:cubicBezTo>
                      <a:pt x="901" y="651"/>
                      <a:pt x="767" y="351"/>
                      <a:pt x="534" y="50"/>
                    </a:cubicBezTo>
                    <a:cubicBezTo>
                      <a:pt x="484" y="17"/>
                      <a:pt x="434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57"/>
              <p:cNvSpPr/>
              <p:nvPr/>
            </p:nvSpPr>
            <p:spPr>
              <a:xfrm>
                <a:off x="5779212" y="4745815"/>
                <a:ext cx="26627" cy="58691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986" extrusionOk="0">
                    <a:moveTo>
                      <a:pt x="384" y="0"/>
                    </a:moveTo>
                    <a:cubicBezTo>
                      <a:pt x="334" y="0"/>
                      <a:pt x="284" y="17"/>
                      <a:pt x="234" y="50"/>
                    </a:cubicBezTo>
                    <a:cubicBezTo>
                      <a:pt x="167" y="151"/>
                      <a:pt x="167" y="251"/>
                      <a:pt x="234" y="351"/>
                    </a:cubicBezTo>
                    <a:cubicBezTo>
                      <a:pt x="400" y="517"/>
                      <a:pt x="500" y="718"/>
                      <a:pt x="500" y="918"/>
                    </a:cubicBezTo>
                    <a:cubicBezTo>
                      <a:pt x="434" y="1318"/>
                      <a:pt x="100" y="1585"/>
                      <a:pt x="100" y="1585"/>
                    </a:cubicBezTo>
                    <a:cubicBezTo>
                      <a:pt x="0" y="1685"/>
                      <a:pt x="0" y="1818"/>
                      <a:pt x="67" y="1885"/>
                    </a:cubicBezTo>
                    <a:cubicBezTo>
                      <a:pt x="100" y="1919"/>
                      <a:pt x="200" y="1985"/>
                      <a:pt x="234" y="1985"/>
                    </a:cubicBezTo>
                    <a:cubicBezTo>
                      <a:pt x="267" y="1985"/>
                      <a:pt x="367" y="1985"/>
                      <a:pt x="400" y="1919"/>
                    </a:cubicBezTo>
                    <a:cubicBezTo>
                      <a:pt x="400" y="1919"/>
                      <a:pt x="867" y="1552"/>
                      <a:pt x="901" y="984"/>
                    </a:cubicBezTo>
                    <a:cubicBezTo>
                      <a:pt x="901" y="651"/>
                      <a:pt x="767" y="351"/>
                      <a:pt x="534" y="50"/>
                    </a:cubicBezTo>
                    <a:cubicBezTo>
                      <a:pt x="484" y="17"/>
                      <a:pt x="434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57"/>
              <p:cNvSpPr/>
              <p:nvPr/>
            </p:nvSpPr>
            <p:spPr>
              <a:xfrm>
                <a:off x="5805809" y="4734230"/>
                <a:ext cx="27631" cy="58425"/>
              </a:xfrm>
              <a:custGeom>
                <a:avLst/>
                <a:gdLst/>
                <a:ahLst/>
                <a:cxnLst/>
                <a:rect l="l" t="t" r="r" b="b"/>
                <a:pathLst>
                  <a:path w="935" h="1977" extrusionOk="0">
                    <a:moveTo>
                      <a:pt x="401" y="1"/>
                    </a:moveTo>
                    <a:cubicBezTo>
                      <a:pt x="351" y="1"/>
                      <a:pt x="301" y="26"/>
                      <a:pt x="268" y="76"/>
                    </a:cubicBezTo>
                    <a:cubicBezTo>
                      <a:pt x="167" y="142"/>
                      <a:pt x="167" y="276"/>
                      <a:pt x="268" y="376"/>
                    </a:cubicBezTo>
                    <a:cubicBezTo>
                      <a:pt x="434" y="543"/>
                      <a:pt x="501" y="743"/>
                      <a:pt x="501" y="943"/>
                    </a:cubicBezTo>
                    <a:cubicBezTo>
                      <a:pt x="468" y="1310"/>
                      <a:pt x="134" y="1610"/>
                      <a:pt x="134" y="1610"/>
                    </a:cubicBezTo>
                    <a:cubicBezTo>
                      <a:pt x="1" y="1710"/>
                      <a:pt x="1" y="1810"/>
                      <a:pt x="101" y="1910"/>
                    </a:cubicBezTo>
                    <a:cubicBezTo>
                      <a:pt x="134" y="1944"/>
                      <a:pt x="201" y="1977"/>
                      <a:pt x="268" y="1977"/>
                    </a:cubicBezTo>
                    <a:cubicBezTo>
                      <a:pt x="301" y="1977"/>
                      <a:pt x="334" y="1977"/>
                      <a:pt x="434" y="1944"/>
                    </a:cubicBezTo>
                    <a:cubicBezTo>
                      <a:pt x="434" y="1944"/>
                      <a:pt x="868" y="1577"/>
                      <a:pt x="935" y="976"/>
                    </a:cubicBezTo>
                    <a:cubicBezTo>
                      <a:pt x="935" y="643"/>
                      <a:pt x="801" y="376"/>
                      <a:pt x="534" y="76"/>
                    </a:cubicBezTo>
                    <a:cubicBezTo>
                      <a:pt x="501" y="26"/>
                      <a:pt x="451" y="1"/>
                      <a:pt x="4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57"/>
              <p:cNvSpPr/>
              <p:nvPr/>
            </p:nvSpPr>
            <p:spPr>
              <a:xfrm>
                <a:off x="6185786" y="5266352"/>
                <a:ext cx="130454" cy="172919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5705" extrusionOk="0">
                    <a:moveTo>
                      <a:pt x="1835" y="0"/>
                    </a:moveTo>
                    <a:lnTo>
                      <a:pt x="0" y="2735"/>
                    </a:lnTo>
                    <a:lnTo>
                      <a:pt x="1401" y="5504"/>
                    </a:lnTo>
                    <a:lnTo>
                      <a:pt x="2102" y="5704"/>
                    </a:lnTo>
                    <a:lnTo>
                      <a:pt x="4304" y="1768"/>
                    </a:lnTo>
                    <a:lnTo>
                      <a:pt x="1835" y="0"/>
                    </a:lnTo>
                    <a:close/>
                  </a:path>
                </a:pathLst>
              </a:custGeom>
              <a:solidFill>
                <a:srgbClr val="E09E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57"/>
              <p:cNvSpPr/>
              <p:nvPr/>
            </p:nvSpPr>
            <p:spPr>
              <a:xfrm>
                <a:off x="6102888" y="5326002"/>
                <a:ext cx="322559" cy="354900"/>
              </a:xfrm>
              <a:custGeom>
                <a:avLst/>
                <a:gdLst/>
                <a:ahLst/>
                <a:cxnLst/>
                <a:rect l="l" t="t" r="r" b="b"/>
                <a:pathLst>
                  <a:path w="10642" h="11709" extrusionOk="0">
                    <a:moveTo>
                      <a:pt x="3202" y="0"/>
                    </a:moveTo>
                    <a:lnTo>
                      <a:pt x="3202" y="0"/>
                    </a:lnTo>
                    <a:cubicBezTo>
                      <a:pt x="3202" y="0"/>
                      <a:pt x="701" y="1368"/>
                      <a:pt x="0" y="2402"/>
                    </a:cubicBezTo>
                    <a:cubicBezTo>
                      <a:pt x="0" y="2402"/>
                      <a:pt x="300" y="4437"/>
                      <a:pt x="2535" y="6438"/>
                    </a:cubicBezTo>
                    <a:cubicBezTo>
                      <a:pt x="4804" y="8506"/>
                      <a:pt x="5638" y="10775"/>
                      <a:pt x="8339" y="11709"/>
                    </a:cubicBezTo>
                    <a:cubicBezTo>
                      <a:pt x="8339" y="11709"/>
                      <a:pt x="10641" y="9841"/>
                      <a:pt x="7706" y="7005"/>
                    </a:cubicBezTo>
                    <a:cubicBezTo>
                      <a:pt x="7706" y="7005"/>
                      <a:pt x="5838" y="3236"/>
                      <a:pt x="6038" y="1768"/>
                    </a:cubicBezTo>
                    <a:lnTo>
                      <a:pt x="6038" y="1768"/>
                    </a:lnTo>
                    <a:cubicBezTo>
                      <a:pt x="6038" y="1768"/>
                      <a:pt x="5089" y="2204"/>
                      <a:pt x="4337" y="2204"/>
                    </a:cubicBezTo>
                    <a:cubicBezTo>
                      <a:pt x="4091" y="2204"/>
                      <a:pt x="3867" y="2158"/>
                      <a:pt x="3703" y="2035"/>
                    </a:cubicBezTo>
                    <a:cubicBezTo>
                      <a:pt x="3036" y="1535"/>
                      <a:pt x="3202" y="0"/>
                      <a:pt x="3202" y="0"/>
                    </a:cubicBez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57"/>
              <p:cNvSpPr/>
              <p:nvPr/>
            </p:nvSpPr>
            <p:spPr>
              <a:xfrm>
                <a:off x="6102888" y="5376559"/>
                <a:ext cx="264909" cy="305343"/>
              </a:xfrm>
              <a:custGeom>
                <a:avLst/>
                <a:gdLst/>
                <a:ahLst/>
                <a:cxnLst/>
                <a:rect l="l" t="t" r="r" b="b"/>
                <a:pathLst>
                  <a:path w="8740" h="10074" extrusionOk="0">
                    <a:moveTo>
                      <a:pt x="734" y="0"/>
                    </a:moveTo>
                    <a:cubicBezTo>
                      <a:pt x="467" y="234"/>
                      <a:pt x="167" y="500"/>
                      <a:pt x="0" y="734"/>
                    </a:cubicBezTo>
                    <a:cubicBezTo>
                      <a:pt x="0" y="734"/>
                      <a:pt x="300" y="2735"/>
                      <a:pt x="2535" y="4770"/>
                    </a:cubicBezTo>
                    <a:cubicBezTo>
                      <a:pt x="4804" y="6772"/>
                      <a:pt x="5638" y="9107"/>
                      <a:pt x="8306" y="10074"/>
                    </a:cubicBezTo>
                    <a:cubicBezTo>
                      <a:pt x="8306" y="10074"/>
                      <a:pt x="8540" y="9874"/>
                      <a:pt x="8740" y="9540"/>
                    </a:cubicBezTo>
                    <a:cubicBezTo>
                      <a:pt x="8073" y="9373"/>
                      <a:pt x="6705" y="8873"/>
                      <a:pt x="5571" y="7305"/>
                    </a:cubicBezTo>
                    <a:cubicBezTo>
                      <a:pt x="4036" y="5204"/>
                      <a:pt x="2535" y="4170"/>
                      <a:pt x="1635" y="2569"/>
                    </a:cubicBezTo>
                    <a:cubicBezTo>
                      <a:pt x="968" y="1501"/>
                      <a:pt x="801" y="500"/>
                      <a:pt x="7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57"/>
              <p:cNvSpPr/>
              <p:nvPr/>
            </p:nvSpPr>
            <p:spPr>
              <a:xfrm>
                <a:off x="6256560" y="5379590"/>
                <a:ext cx="67773" cy="131454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4337" extrusionOk="0">
                    <a:moveTo>
                      <a:pt x="968" y="0"/>
                    </a:moveTo>
                    <a:lnTo>
                      <a:pt x="968" y="0"/>
                    </a:lnTo>
                    <a:cubicBezTo>
                      <a:pt x="968" y="0"/>
                      <a:pt x="501" y="167"/>
                      <a:pt x="0" y="334"/>
                    </a:cubicBezTo>
                    <a:cubicBezTo>
                      <a:pt x="167" y="1301"/>
                      <a:pt x="668" y="3603"/>
                      <a:pt x="901" y="3803"/>
                    </a:cubicBezTo>
                    <a:cubicBezTo>
                      <a:pt x="1101" y="4003"/>
                      <a:pt x="1802" y="4236"/>
                      <a:pt x="2235" y="4337"/>
                    </a:cubicBezTo>
                    <a:cubicBezTo>
                      <a:pt x="1668" y="3136"/>
                      <a:pt x="834" y="1001"/>
                      <a:pt x="9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57"/>
              <p:cNvSpPr/>
              <p:nvPr/>
            </p:nvSpPr>
            <p:spPr>
              <a:xfrm>
                <a:off x="6264652" y="5463761"/>
                <a:ext cx="60681" cy="30098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993" extrusionOk="0">
                    <a:moveTo>
                      <a:pt x="856" y="0"/>
                    </a:moveTo>
                    <a:cubicBezTo>
                      <a:pt x="634" y="0"/>
                      <a:pt x="384" y="75"/>
                      <a:pt x="134" y="225"/>
                    </a:cubicBezTo>
                    <a:cubicBezTo>
                      <a:pt x="34" y="325"/>
                      <a:pt x="0" y="459"/>
                      <a:pt x="67" y="525"/>
                    </a:cubicBezTo>
                    <a:cubicBezTo>
                      <a:pt x="125" y="584"/>
                      <a:pt x="195" y="619"/>
                      <a:pt x="256" y="619"/>
                    </a:cubicBezTo>
                    <a:cubicBezTo>
                      <a:pt x="300" y="619"/>
                      <a:pt x="339" y="601"/>
                      <a:pt x="367" y="559"/>
                    </a:cubicBezTo>
                    <a:cubicBezTo>
                      <a:pt x="522" y="430"/>
                      <a:pt x="698" y="380"/>
                      <a:pt x="862" y="380"/>
                    </a:cubicBezTo>
                    <a:cubicBezTo>
                      <a:pt x="909" y="380"/>
                      <a:pt x="956" y="385"/>
                      <a:pt x="1001" y="392"/>
                    </a:cubicBezTo>
                    <a:cubicBezTo>
                      <a:pt x="1368" y="525"/>
                      <a:pt x="1635" y="892"/>
                      <a:pt x="1635" y="892"/>
                    </a:cubicBezTo>
                    <a:cubicBezTo>
                      <a:pt x="1668" y="959"/>
                      <a:pt x="1702" y="992"/>
                      <a:pt x="1802" y="992"/>
                    </a:cubicBezTo>
                    <a:lnTo>
                      <a:pt x="1868" y="992"/>
                    </a:lnTo>
                    <a:cubicBezTo>
                      <a:pt x="2002" y="892"/>
                      <a:pt x="2002" y="792"/>
                      <a:pt x="1968" y="692"/>
                    </a:cubicBezTo>
                    <a:cubicBezTo>
                      <a:pt x="1968" y="692"/>
                      <a:pt x="1635" y="159"/>
                      <a:pt x="1068" y="25"/>
                    </a:cubicBezTo>
                    <a:cubicBezTo>
                      <a:pt x="1001" y="8"/>
                      <a:pt x="930" y="0"/>
                      <a:pt x="8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57"/>
              <p:cNvSpPr/>
              <p:nvPr/>
            </p:nvSpPr>
            <p:spPr>
              <a:xfrm>
                <a:off x="6256560" y="5437028"/>
                <a:ext cx="60681" cy="30552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008" extrusionOk="0">
                    <a:moveTo>
                      <a:pt x="853" y="1"/>
                    </a:moveTo>
                    <a:cubicBezTo>
                      <a:pt x="622" y="1"/>
                      <a:pt x="378" y="93"/>
                      <a:pt x="134" y="240"/>
                    </a:cubicBezTo>
                    <a:cubicBezTo>
                      <a:pt x="67" y="307"/>
                      <a:pt x="0" y="440"/>
                      <a:pt x="101" y="540"/>
                    </a:cubicBezTo>
                    <a:cubicBezTo>
                      <a:pt x="143" y="582"/>
                      <a:pt x="212" y="625"/>
                      <a:pt x="282" y="625"/>
                    </a:cubicBezTo>
                    <a:cubicBezTo>
                      <a:pt x="323" y="625"/>
                      <a:pt x="364" y="610"/>
                      <a:pt x="401" y="574"/>
                    </a:cubicBezTo>
                    <a:cubicBezTo>
                      <a:pt x="556" y="444"/>
                      <a:pt x="711" y="395"/>
                      <a:pt x="866" y="395"/>
                    </a:cubicBezTo>
                    <a:cubicBezTo>
                      <a:pt x="911" y="395"/>
                      <a:pt x="956" y="399"/>
                      <a:pt x="1001" y="407"/>
                    </a:cubicBezTo>
                    <a:cubicBezTo>
                      <a:pt x="1401" y="540"/>
                      <a:pt x="1635" y="907"/>
                      <a:pt x="1635" y="907"/>
                    </a:cubicBezTo>
                    <a:cubicBezTo>
                      <a:pt x="1668" y="940"/>
                      <a:pt x="1735" y="1007"/>
                      <a:pt x="1802" y="1007"/>
                    </a:cubicBezTo>
                    <a:cubicBezTo>
                      <a:pt x="1824" y="1007"/>
                      <a:pt x="1861" y="978"/>
                      <a:pt x="1883" y="978"/>
                    </a:cubicBezTo>
                    <a:cubicBezTo>
                      <a:pt x="1894" y="978"/>
                      <a:pt x="1902" y="985"/>
                      <a:pt x="1902" y="1007"/>
                    </a:cubicBezTo>
                    <a:cubicBezTo>
                      <a:pt x="2002" y="907"/>
                      <a:pt x="2002" y="774"/>
                      <a:pt x="1969" y="707"/>
                    </a:cubicBezTo>
                    <a:cubicBezTo>
                      <a:pt x="1969" y="707"/>
                      <a:pt x="1635" y="173"/>
                      <a:pt x="1101" y="40"/>
                    </a:cubicBezTo>
                    <a:cubicBezTo>
                      <a:pt x="1021" y="13"/>
                      <a:pt x="938" y="1"/>
                      <a:pt x="8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57"/>
              <p:cNvSpPr/>
              <p:nvPr/>
            </p:nvSpPr>
            <p:spPr>
              <a:xfrm>
                <a:off x="6250498" y="5408142"/>
                <a:ext cx="60681" cy="30098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993" extrusionOk="0">
                    <a:moveTo>
                      <a:pt x="870" y="0"/>
                    </a:moveTo>
                    <a:cubicBezTo>
                      <a:pt x="634" y="0"/>
                      <a:pt x="384" y="76"/>
                      <a:pt x="134" y="226"/>
                    </a:cubicBezTo>
                    <a:cubicBezTo>
                      <a:pt x="34" y="326"/>
                      <a:pt x="0" y="426"/>
                      <a:pt x="100" y="526"/>
                    </a:cubicBezTo>
                    <a:cubicBezTo>
                      <a:pt x="139" y="584"/>
                      <a:pt x="200" y="620"/>
                      <a:pt x="258" y="620"/>
                    </a:cubicBezTo>
                    <a:cubicBezTo>
                      <a:pt x="300" y="620"/>
                      <a:pt x="339" y="601"/>
                      <a:pt x="367" y="559"/>
                    </a:cubicBezTo>
                    <a:cubicBezTo>
                      <a:pt x="548" y="430"/>
                      <a:pt x="709" y="381"/>
                      <a:pt x="866" y="381"/>
                    </a:cubicBezTo>
                    <a:cubicBezTo>
                      <a:pt x="911" y="381"/>
                      <a:pt x="956" y="385"/>
                      <a:pt x="1001" y="392"/>
                    </a:cubicBezTo>
                    <a:cubicBezTo>
                      <a:pt x="1368" y="526"/>
                      <a:pt x="1635" y="893"/>
                      <a:pt x="1635" y="893"/>
                    </a:cubicBezTo>
                    <a:cubicBezTo>
                      <a:pt x="1668" y="926"/>
                      <a:pt x="1702" y="993"/>
                      <a:pt x="1802" y="993"/>
                    </a:cubicBezTo>
                    <a:lnTo>
                      <a:pt x="1868" y="993"/>
                    </a:lnTo>
                    <a:cubicBezTo>
                      <a:pt x="2002" y="893"/>
                      <a:pt x="2002" y="793"/>
                      <a:pt x="1968" y="693"/>
                    </a:cubicBezTo>
                    <a:cubicBezTo>
                      <a:pt x="1968" y="693"/>
                      <a:pt x="1635" y="159"/>
                      <a:pt x="1101" y="25"/>
                    </a:cubicBezTo>
                    <a:cubicBezTo>
                      <a:pt x="1026" y="9"/>
                      <a:pt x="949" y="0"/>
                      <a:pt x="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81" name="Google Shape;1781;p57"/>
          <p:cNvSpPr/>
          <p:nvPr/>
        </p:nvSpPr>
        <p:spPr>
          <a:xfrm>
            <a:off x="2949499" y="1962056"/>
            <a:ext cx="575700" cy="28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82" name="Google Shape;1782;p57"/>
          <p:cNvCxnSpPr/>
          <p:nvPr/>
        </p:nvCxnSpPr>
        <p:spPr>
          <a:xfrm>
            <a:off x="3644075" y="2020101"/>
            <a:ext cx="0" cy="119400"/>
          </a:xfrm>
          <a:prstGeom prst="straightConnector1">
            <a:avLst/>
          </a:prstGeom>
          <a:noFill/>
          <a:ln w="9525" cap="flat" cmpd="sng">
            <a:solidFill>
              <a:srgbClr val="BAC8D3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1783" name="Google Shape;1783;p57"/>
          <p:cNvSpPr/>
          <p:nvPr/>
        </p:nvSpPr>
        <p:spPr>
          <a:xfrm>
            <a:off x="3887039" y="1666562"/>
            <a:ext cx="855900" cy="855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4" name="Google Shape;1784;p57"/>
          <p:cNvGrpSpPr/>
          <p:nvPr/>
        </p:nvGrpSpPr>
        <p:grpSpPr>
          <a:xfrm>
            <a:off x="4152569" y="1942932"/>
            <a:ext cx="320032" cy="320043"/>
            <a:chOff x="6772350" y="2017400"/>
            <a:chExt cx="434000" cy="432900"/>
          </a:xfrm>
        </p:grpSpPr>
        <p:sp>
          <p:nvSpPr>
            <p:cNvPr id="1785" name="Google Shape;1785;p57"/>
            <p:cNvSpPr/>
            <p:nvPr/>
          </p:nvSpPr>
          <p:spPr>
            <a:xfrm>
              <a:off x="7018500" y="2210900"/>
              <a:ext cx="53575" cy="56900"/>
            </a:xfrm>
            <a:custGeom>
              <a:avLst/>
              <a:gdLst/>
              <a:ahLst/>
              <a:cxnLst/>
              <a:rect l="l" t="t" r="r" b="b"/>
              <a:pathLst>
                <a:path w="2143" h="2276" extrusionOk="0">
                  <a:moveTo>
                    <a:pt x="1519" y="1"/>
                  </a:moveTo>
                  <a:lnTo>
                    <a:pt x="0" y="1818"/>
                  </a:lnTo>
                  <a:lnTo>
                    <a:pt x="380" y="2170"/>
                  </a:lnTo>
                  <a:cubicBezTo>
                    <a:pt x="461" y="2240"/>
                    <a:pt x="572" y="2275"/>
                    <a:pt x="686" y="2275"/>
                  </a:cubicBezTo>
                  <a:cubicBezTo>
                    <a:pt x="837" y="2275"/>
                    <a:pt x="992" y="2213"/>
                    <a:pt x="1085" y="2089"/>
                  </a:cubicBezTo>
                  <a:lnTo>
                    <a:pt x="1953" y="1058"/>
                  </a:lnTo>
                  <a:cubicBezTo>
                    <a:pt x="2143" y="841"/>
                    <a:pt x="2089" y="516"/>
                    <a:pt x="1899" y="326"/>
                  </a:cubicBezTo>
                  <a:lnTo>
                    <a:pt x="15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7"/>
            <p:cNvSpPr/>
            <p:nvPr/>
          </p:nvSpPr>
          <p:spPr>
            <a:xfrm>
              <a:off x="6787925" y="2017400"/>
              <a:ext cx="82750" cy="84350"/>
            </a:xfrm>
            <a:custGeom>
              <a:avLst/>
              <a:gdLst/>
              <a:ahLst/>
              <a:cxnLst/>
              <a:rect l="l" t="t" r="r" b="b"/>
              <a:pathLst>
                <a:path w="3310" h="3374" extrusionOk="0">
                  <a:moveTo>
                    <a:pt x="2230" y="1"/>
                  </a:moveTo>
                  <a:cubicBezTo>
                    <a:pt x="2079" y="1"/>
                    <a:pt x="1926" y="65"/>
                    <a:pt x="1818" y="173"/>
                  </a:cubicBezTo>
                  <a:lnTo>
                    <a:pt x="164" y="2180"/>
                  </a:lnTo>
                  <a:cubicBezTo>
                    <a:pt x="1" y="2343"/>
                    <a:pt x="28" y="2696"/>
                    <a:pt x="245" y="2858"/>
                  </a:cubicBezTo>
                  <a:cubicBezTo>
                    <a:pt x="326" y="2928"/>
                    <a:pt x="438" y="2963"/>
                    <a:pt x="551" y="2963"/>
                  </a:cubicBezTo>
                  <a:cubicBezTo>
                    <a:pt x="702" y="2963"/>
                    <a:pt x="857" y="2901"/>
                    <a:pt x="950" y="2777"/>
                  </a:cubicBezTo>
                  <a:lnTo>
                    <a:pt x="1004" y="2723"/>
                  </a:lnTo>
                  <a:lnTo>
                    <a:pt x="1791" y="3374"/>
                  </a:lnTo>
                  <a:lnTo>
                    <a:pt x="3310" y="1529"/>
                  </a:lnTo>
                  <a:lnTo>
                    <a:pt x="2551" y="878"/>
                  </a:lnTo>
                  <a:lnTo>
                    <a:pt x="2605" y="824"/>
                  </a:lnTo>
                  <a:cubicBezTo>
                    <a:pt x="2768" y="607"/>
                    <a:pt x="2740" y="282"/>
                    <a:pt x="2551" y="119"/>
                  </a:cubicBezTo>
                  <a:cubicBezTo>
                    <a:pt x="2457" y="37"/>
                    <a:pt x="2344" y="1"/>
                    <a:pt x="22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7"/>
            <p:cNvSpPr/>
            <p:nvPr/>
          </p:nvSpPr>
          <p:spPr>
            <a:xfrm>
              <a:off x="6772350" y="2382450"/>
              <a:ext cx="434000" cy="67850"/>
            </a:xfrm>
            <a:custGeom>
              <a:avLst/>
              <a:gdLst/>
              <a:ahLst/>
              <a:cxnLst/>
              <a:rect l="l" t="t" r="r" b="b"/>
              <a:pathLst>
                <a:path w="17360" h="2714" extrusionOk="0">
                  <a:moveTo>
                    <a:pt x="2197" y="1"/>
                  </a:moveTo>
                  <a:cubicBezTo>
                    <a:pt x="977" y="1"/>
                    <a:pt x="0" y="1004"/>
                    <a:pt x="0" y="2225"/>
                  </a:cubicBezTo>
                  <a:cubicBezTo>
                    <a:pt x="0" y="2496"/>
                    <a:pt x="244" y="2713"/>
                    <a:pt x="515" y="2713"/>
                  </a:cubicBezTo>
                  <a:lnTo>
                    <a:pt x="16871" y="2713"/>
                  </a:lnTo>
                  <a:cubicBezTo>
                    <a:pt x="17115" y="2713"/>
                    <a:pt x="17359" y="2496"/>
                    <a:pt x="17359" y="2225"/>
                  </a:cubicBezTo>
                  <a:cubicBezTo>
                    <a:pt x="17359" y="1004"/>
                    <a:pt x="16383" y="1"/>
                    <a:pt x="151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7"/>
            <p:cNvSpPr/>
            <p:nvPr/>
          </p:nvSpPr>
          <p:spPr>
            <a:xfrm>
              <a:off x="6839475" y="2058450"/>
              <a:ext cx="210900" cy="195300"/>
            </a:xfrm>
            <a:custGeom>
              <a:avLst/>
              <a:gdLst/>
              <a:ahLst/>
              <a:cxnLst/>
              <a:rect l="l" t="t" r="r" b="b"/>
              <a:pathLst>
                <a:path w="8436" h="7812" extrusionOk="0">
                  <a:moveTo>
                    <a:pt x="2969" y="1"/>
                  </a:moveTo>
                  <a:cubicBezTo>
                    <a:pt x="2721" y="1"/>
                    <a:pt x="2477" y="107"/>
                    <a:pt x="2306" y="294"/>
                  </a:cubicBezTo>
                  <a:lnTo>
                    <a:pt x="353" y="2627"/>
                  </a:lnTo>
                  <a:cubicBezTo>
                    <a:pt x="0" y="3006"/>
                    <a:pt x="82" y="3522"/>
                    <a:pt x="407" y="3820"/>
                  </a:cubicBezTo>
                  <a:lnTo>
                    <a:pt x="678" y="4037"/>
                  </a:lnTo>
                  <a:cubicBezTo>
                    <a:pt x="1167" y="3495"/>
                    <a:pt x="1845" y="3115"/>
                    <a:pt x="2604" y="3115"/>
                  </a:cubicBezTo>
                  <a:cubicBezTo>
                    <a:pt x="4015" y="3115"/>
                    <a:pt x="5154" y="4254"/>
                    <a:pt x="5154" y="5665"/>
                  </a:cubicBezTo>
                  <a:cubicBezTo>
                    <a:pt x="5154" y="6261"/>
                    <a:pt x="4910" y="6831"/>
                    <a:pt x="4584" y="7292"/>
                  </a:cubicBezTo>
                  <a:lnTo>
                    <a:pt x="4991" y="7618"/>
                  </a:lnTo>
                  <a:cubicBezTo>
                    <a:pt x="5157" y="7748"/>
                    <a:pt x="5344" y="7811"/>
                    <a:pt x="5530" y="7811"/>
                  </a:cubicBezTo>
                  <a:cubicBezTo>
                    <a:pt x="5767" y="7811"/>
                    <a:pt x="6002" y="7707"/>
                    <a:pt x="6185" y="7509"/>
                  </a:cubicBezTo>
                  <a:lnTo>
                    <a:pt x="8137" y="5176"/>
                  </a:lnTo>
                  <a:cubicBezTo>
                    <a:pt x="8436" y="4797"/>
                    <a:pt x="8382" y="4308"/>
                    <a:pt x="8029" y="3983"/>
                  </a:cubicBezTo>
                  <a:lnTo>
                    <a:pt x="3499" y="186"/>
                  </a:lnTo>
                  <a:cubicBezTo>
                    <a:pt x="3338" y="59"/>
                    <a:pt x="3152" y="1"/>
                    <a:pt x="29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57"/>
            <p:cNvSpPr/>
            <p:nvPr/>
          </p:nvSpPr>
          <p:spPr>
            <a:xfrm>
              <a:off x="6954075" y="2306525"/>
              <a:ext cx="192600" cy="25100"/>
            </a:xfrm>
            <a:custGeom>
              <a:avLst/>
              <a:gdLst/>
              <a:ahLst/>
              <a:cxnLst/>
              <a:rect l="l" t="t" r="r" b="b"/>
              <a:pathLst>
                <a:path w="7704" h="1004" extrusionOk="0">
                  <a:moveTo>
                    <a:pt x="0" y="0"/>
                  </a:moveTo>
                  <a:cubicBezTo>
                    <a:pt x="163" y="326"/>
                    <a:pt x="380" y="624"/>
                    <a:pt x="651" y="895"/>
                  </a:cubicBezTo>
                  <a:lnTo>
                    <a:pt x="787" y="1004"/>
                  </a:lnTo>
                  <a:lnTo>
                    <a:pt x="7188" y="1004"/>
                  </a:lnTo>
                  <a:cubicBezTo>
                    <a:pt x="7459" y="1004"/>
                    <a:pt x="7703" y="787"/>
                    <a:pt x="7703" y="515"/>
                  </a:cubicBezTo>
                  <a:cubicBezTo>
                    <a:pt x="7703" y="244"/>
                    <a:pt x="7459" y="0"/>
                    <a:pt x="7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57"/>
            <p:cNvSpPr/>
            <p:nvPr/>
          </p:nvSpPr>
          <p:spPr>
            <a:xfrm>
              <a:off x="6841500" y="2233950"/>
              <a:ext cx="121400" cy="123450"/>
            </a:xfrm>
            <a:custGeom>
              <a:avLst/>
              <a:gdLst/>
              <a:ahLst/>
              <a:cxnLst/>
              <a:rect l="l" t="t" r="r" b="b"/>
              <a:pathLst>
                <a:path w="4856" h="4938" extrusionOk="0">
                  <a:moveTo>
                    <a:pt x="353" y="1"/>
                  </a:moveTo>
                  <a:cubicBezTo>
                    <a:pt x="109" y="625"/>
                    <a:pt x="1" y="1303"/>
                    <a:pt x="1" y="1981"/>
                  </a:cubicBezTo>
                  <a:cubicBezTo>
                    <a:pt x="1" y="3039"/>
                    <a:pt x="245" y="4015"/>
                    <a:pt x="787" y="4937"/>
                  </a:cubicBezTo>
                  <a:lnTo>
                    <a:pt x="4856" y="4937"/>
                  </a:lnTo>
                  <a:lnTo>
                    <a:pt x="4422" y="4503"/>
                  </a:lnTo>
                  <a:cubicBezTo>
                    <a:pt x="3554" y="3608"/>
                    <a:pt x="3066" y="2388"/>
                    <a:pt x="3120" y="1140"/>
                  </a:cubicBezTo>
                  <a:lnTo>
                    <a:pt x="3120" y="1140"/>
                  </a:lnTo>
                  <a:cubicBezTo>
                    <a:pt x="2930" y="1167"/>
                    <a:pt x="2740" y="1194"/>
                    <a:pt x="2577" y="1194"/>
                  </a:cubicBezTo>
                  <a:cubicBezTo>
                    <a:pt x="1628" y="1194"/>
                    <a:pt x="814" y="733"/>
                    <a:pt x="3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7"/>
            <p:cNvSpPr/>
            <p:nvPr/>
          </p:nvSpPr>
          <p:spPr>
            <a:xfrm>
              <a:off x="6866600" y="2162075"/>
              <a:ext cx="76650" cy="76650"/>
            </a:xfrm>
            <a:custGeom>
              <a:avLst/>
              <a:gdLst/>
              <a:ahLst/>
              <a:cxnLst/>
              <a:rect l="l" t="t" r="r" b="b"/>
              <a:pathLst>
                <a:path w="3066" h="3066" extrusionOk="0">
                  <a:moveTo>
                    <a:pt x="1519" y="1"/>
                  </a:moveTo>
                  <a:cubicBezTo>
                    <a:pt x="678" y="1"/>
                    <a:pt x="0" y="706"/>
                    <a:pt x="0" y="1547"/>
                  </a:cubicBezTo>
                  <a:cubicBezTo>
                    <a:pt x="0" y="2388"/>
                    <a:pt x="678" y="3066"/>
                    <a:pt x="1519" y="3066"/>
                  </a:cubicBezTo>
                  <a:cubicBezTo>
                    <a:pt x="2360" y="3066"/>
                    <a:pt x="3065" y="2388"/>
                    <a:pt x="3065" y="1547"/>
                  </a:cubicBezTo>
                  <a:cubicBezTo>
                    <a:pt x="3065" y="706"/>
                    <a:pt x="2360" y="1"/>
                    <a:pt x="15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2" name="Google Shape;1792;p57"/>
          <p:cNvSpPr txBox="1"/>
          <p:nvPr/>
        </p:nvSpPr>
        <p:spPr>
          <a:xfrm>
            <a:off x="3500136" y="3314062"/>
            <a:ext cx="17469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For PSG–PTC INSITUTIONS</a:t>
            </a:r>
            <a:endParaRPr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3" name="Google Shape;1793;p57"/>
          <p:cNvSpPr txBox="1"/>
          <p:nvPr/>
        </p:nvSpPr>
        <p:spPr>
          <a:xfrm>
            <a:off x="3441539" y="2666471"/>
            <a:ext cx="1746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CIICP-SPCU</a:t>
            </a:r>
            <a:endParaRPr sz="1800" dirty="0">
              <a:solidFill>
                <a:srgbClr val="000000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cxnSp>
        <p:nvCxnSpPr>
          <p:cNvPr id="1794" name="Google Shape;1794;p57"/>
          <p:cNvCxnSpPr/>
          <p:nvPr/>
        </p:nvCxnSpPr>
        <p:spPr>
          <a:xfrm>
            <a:off x="5549075" y="1850423"/>
            <a:ext cx="0" cy="119400"/>
          </a:xfrm>
          <a:prstGeom prst="straightConnector1">
            <a:avLst/>
          </a:prstGeom>
          <a:noFill/>
          <a:ln w="9525" cap="flat" cmpd="sng">
            <a:solidFill>
              <a:srgbClr val="BAC8D3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1795" name="Google Shape;1795;p57"/>
          <p:cNvSpPr/>
          <p:nvPr/>
        </p:nvSpPr>
        <p:spPr>
          <a:xfrm>
            <a:off x="5792039" y="1666562"/>
            <a:ext cx="855900" cy="855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p57"/>
          <p:cNvSpPr/>
          <p:nvPr/>
        </p:nvSpPr>
        <p:spPr>
          <a:xfrm>
            <a:off x="6868540" y="1962056"/>
            <a:ext cx="575700" cy="28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97" name="Google Shape;1797;p57"/>
          <p:cNvCxnSpPr/>
          <p:nvPr/>
        </p:nvCxnSpPr>
        <p:spPr>
          <a:xfrm>
            <a:off x="7541425" y="1850423"/>
            <a:ext cx="0" cy="119400"/>
          </a:xfrm>
          <a:prstGeom prst="straightConnector1">
            <a:avLst/>
          </a:prstGeom>
          <a:noFill/>
          <a:ln w="9525" cap="flat" cmpd="sng">
            <a:solidFill>
              <a:srgbClr val="BAC8D3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1798" name="Google Shape;1798;p57"/>
          <p:cNvSpPr/>
          <p:nvPr/>
        </p:nvSpPr>
        <p:spPr>
          <a:xfrm>
            <a:off x="7784389" y="1666562"/>
            <a:ext cx="855900" cy="855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9" name="Google Shape;1799;p57"/>
          <p:cNvSpPr txBox="1"/>
          <p:nvPr/>
        </p:nvSpPr>
        <p:spPr>
          <a:xfrm>
            <a:off x="5405136" y="3314062"/>
            <a:ext cx="17469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FOR PSG-PTC INSITUTIONS</a:t>
            </a:r>
            <a:endParaRPr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0" name="Google Shape;1800;p57"/>
          <p:cNvSpPr txBox="1"/>
          <p:nvPr/>
        </p:nvSpPr>
        <p:spPr>
          <a:xfrm>
            <a:off x="5346539" y="2666471"/>
            <a:ext cx="1746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TELEPHONE BOOK</a:t>
            </a:r>
            <a:endParaRPr sz="1800" dirty="0">
              <a:solidFill>
                <a:srgbClr val="000000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grpSp>
        <p:nvGrpSpPr>
          <p:cNvPr id="1801" name="Google Shape;1801;p57"/>
          <p:cNvGrpSpPr/>
          <p:nvPr/>
        </p:nvGrpSpPr>
        <p:grpSpPr>
          <a:xfrm>
            <a:off x="6059968" y="1934496"/>
            <a:ext cx="320042" cy="320032"/>
            <a:chOff x="1952425" y="3209975"/>
            <a:chExt cx="381775" cy="434000"/>
          </a:xfrm>
        </p:grpSpPr>
        <p:sp>
          <p:nvSpPr>
            <p:cNvPr id="1802" name="Google Shape;1802;p57"/>
            <p:cNvSpPr/>
            <p:nvPr/>
          </p:nvSpPr>
          <p:spPr>
            <a:xfrm>
              <a:off x="2168725" y="3321850"/>
              <a:ext cx="25800" cy="25800"/>
            </a:xfrm>
            <a:custGeom>
              <a:avLst/>
              <a:gdLst/>
              <a:ahLst/>
              <a:cxnLst/>
              <a:rect l="l" t="t" r="r" b="b"/>
              <a:pathLst>
                <a:path w="1032" h="1032" extrusionOk="0">
                  <a:moveTo>
                    <a:pt x="516" y="1"/>
                  </a:moveTo>
                  <a:cubicBezTo>
                    <a:pt x="218" y="1"/>
                    <a:pt x="1" y="245"/>
                    <a:pt x="1" y="516"/>
                  </a:cubicBezTo>
                  <a:cubicBezTo>
                    <a:pt x="1" y="787"/>
                    <a:pt x="218" y="1031"/>
                    <a:pt x="516" y="1031"/>
                  </a:cubicBezTo>
                  <a:cubicBezTo>
                    <a:pt x="787" y="1031"/>
                    <a:pt x="1031" y="787"/>
                    <a:pt x="1031" y="516"/>
                  </a:cubicBezTo>
                  <a:cubicBezTo>
                    <a:pt x="1031" y="245"/>
                    <a:pt x="787" y="1"/>
                    <a:pt x="5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7"/>
            <p:cNvSpPr/>
            <p:nvPr/>
          </p:nvSpPr>
          <p:spPr>
            <a:xfrm>
              <a:off x="2091425" y="3209975"/>
              <a:ext cx="103775" cy="25800"/>
            </a:xfrm>
            <a:custGeom>
              <a:avLst/>
              <a:gdLst/>
              <a:ahLst/>
              <a:cxnLst/>
              <a:rect l="l" t="t" r="r" b="b"/>
              <a:pathLst>
                <a:path w="4151" h="1032" extrusionOk="0">
                  <a:moveTo>
                    <a:pt x="733" y="0"/>
                  </a:moveTo>
                  <a:cubicBezTo>
                    <a:pt x="516" y="0"/>
                    <a:pt x="299" y="136"/>
                    <a:pt x="245" y="353"/>
                  </a:cubicBezTo>
                  <a:lnTo>
                    <a:pt x="0" y="1031"/>
                  </a:lnTo>
                  <a:lnTo>
                    <a:pt x="4150" y="1031"/>
                  </a:lnTo>
                  <a:lnTo>
                    <a:pt x="3906" y="353"/>
                  </a:lnTo>
                  <a:cubicBezTo>
                    <a:pt x="3825" y="136"/>
                    <a:pt x="3635" y="0"/>
                    <a:pt x="34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7"/>
            <p:cNvSpPr/>
            <p:nvPr/>
          </p:nvSpPr>
          <p:spPr>
            <a:xfrm>
              <a:off x="1952425" y="3260150"/>
              <a:ext cx="381775" cy="196675"/>
            </a:xfrm>
            <a:custGeom>
              <a:avLst/>
              <a:gdLst/>
              <a:ahLst/>
              <a:cxnLst/>
              <a:rect l="l" t="t" r="r" b="b"/>
              <a:pathLst>
                <a:path w="15271" h="7867" extrusionOk="0">
                  <a:moveTo>
                    <a:pt x="9168" y="1465"/>
                  </a:moveTo>
                  <a:cubicBezTo>
                    <a:pt x="10009" y="1465"/>
                    <a:pt x="10687" y="2143"/>
                    <a:pt x="10687" y="2984"/>
                  </a:cubicBezTo>
                  <a:cubicBezTo>
                    <a:pt x="10687" y="3825"/>
                    <a:pt x="10009" y="4503"/>
                    <a:pt x="9168" y="4503"/>
                  </a:cubicBezTo>
                  <a:cubicBezTo>
                    <a:pt x="8327" y="4503"/>
                    <a:pt x="7649" y="3825"/>
                    <a:pt x="7649" y="2984"/>
                  </a:cubicBezTo>
                  <a:cubicBezTo>
                    <a:pt x="7649" y="2143"/>
                    <a:pt x="8327" y="1465"/>
                    <a:pt x="9168" y="1465"/>
                  </a:cubicBezTo>
                  <a:close/>
                  <a:moveTo>
                    <a:pt x="515" y="1"/>
                  </a:moveTo>
                  <a:cubicBezTo>
                    <a:pt x="244" y="1"/>
                    <a:pt x="0" y="245"/>
                    <a:pt x="0" y="516"/>
                  </a:cubicBezTo>
                  <a:cubicBezTo>
                    <a:pt x="0" y="787"/>
                    <a:pt x="244" y="1058"/>
                    <a:pt x="515" y="1058"/>
                  </a:cubicBezTo>
                  <a:lnTo>
                    <a:pt x="678" y="1058"/>
                  </a:lnTo>
                  <a:lnTo>
                    <a:pt x="678" y="7487"/>
                  </a:lnTo>
                  <a:lnTo>
                    <a:pt x="4964" y="4286"/>
                  </a:lnTo>
                  <a:cubicBezTo>
                    <a:pt x="5045" y="4218"/>
                    <a:pt x="5154" y="4184"/>
                    <a:pt x="5262" y="4184"/>
                  </a:cubicBezTo>
                  <a:cubicBezTo>
                    <a:pt x="5371" y="4184"/>
                    <a:pt x="5479" y="4218"/>
                    <a:pt x="5560" y="4286"/>
                  </a:cubicBezTo>
                  <a:lnTo>
                    <a:pt x="8788" y="6673"/>
                  </a:lnTo>
                  <a:lnTo>
                    <a:pt x="10687" y="4964"/>
                  </a:lnTo>
                  <a:cubicBezTo>
                    <a:pt x="10795" y="4869"/>
                    <a:pt x="10911" y="4822"/>
                    <a:pt x="11026" y="4822"/>
                  </a:cubicBezTo>
                  <a:cubicBezTo>
                    <a:pt x="11141" y="4822"/>
                    <a:pt x="11257" y="4869"/>
                    <a:pt x="11365" y="4964"/>
                  </a:cubicBezTo>
                  <a:lnTo>
                    <a:pt x="14593" y="7866"/>
                  </a:lnTo>
                  <a:lnTo>
                    <a:pt x="14593" y="1031"/>
                  </a:lnTo>
                  <a:lnTo>
                    <a:pt x="14755" y="1031"/>
                  </a:lnTo>
                  <a:cubicBezTo>
                    <a:pt x="15027" y="1031"/>
                    <a:pt x="15271" y="787"/>
                    <a:pt x="15271" y="516"/>
                  </a:cubicBezTo>
                  <a:cubicBezTo>
                    <a:pt x="15271" y="245"/>
                    <a:pt x="15027" y="1"/>
                    <a:pt x="147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7"/>
            <p:cNvSpPr/>
            <p:nvPr/>
          </p:nvSpPr>
          <p:spPr>
            <a:xfrm>
              <a:off x="1997850" y="3393050"/>
              <a:ext cx="171575" cy="64450"/>
            </a:xfrm>
            <a:custGeom>
              <a:avLst/>
              <a:gdLst/>
              <a:ahLst/>
              <a:cxnLst/>
              <a:rect l="l" t="t" r="r" b="b"/>
              <a:pathLst>
                <a:path w="6863" h="2578" extrusionOk="0">
                  <a:moveTo>
                    <a:pt x="3418" y="1"/>
                  </a:moveTo>
                  <a:lnTo>
                    <a:pt x="0" y="2578"/>
                  </a:lnTo>
                  <a:lnTo>
                    <a:pt x="6863" y="2578"/>
                  </a:lnTo>
                  <a:lnTo>
                    <a:pt x="34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7"/>
            <p:cNvSpPr/>
            <p:nvPr/>
          </p:nvSpPr>
          <p:spPr>
            <a:xfrm>
              <a:off x="2193150" y="3410000"/>
              <a:ext cx="86800" cy="46825"/>
            </a:xfrm>
            <a:custGeom>
              <a:avLst/>
              <a:gdLst/>
              <a:ahLst/>
              <a:cxnLst/>
              <a:rect l="l" t="t" r="r" b="b"/>
              <a:pathLst>
                <a:path w="3472" h="1873" extrusionOk="0">
                  <a:moveTo>
                    <a:pt x="1438" y="1"/>
                  </a:moveTo>
                  <a:lnTo>
                    <a:pt x="0" y="1303"/>
                  </a:lnTo>
                  <a:lnTo>
                    <a:pt x="787" y="1872"/>
                  </a:lnTo>
                  <a:lnTo>
                    <a:pt x="3472" y="1872"/>
                  </a:lnTo>
                  <a:lnTo>
                    <a:pt x="14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7"/>
            <p:cNvSpPr/>
            <p:nvPr/>
          </p:nvSpPr>
          <p:spPr>
            <a:xfrm>
              <a:off x="1952425" y="3483250"/>
              <a:ext cx="381775" cy="25100"/>
            </a:xfrm>
            <a:custGeom>
              <a:avLst/>
              <a:gdLst/>
              <a:ahLst/>
              <a:cxnLst/>
              <a:rect l="l" t="t" r="r" b="b"/>
              <a:pathLst>
                <a:path w="15271" h="1004" extrusionOk="0">
                  <a:moveTo>
                    <a:pt x="515" y="0"/>
                  </a:moveTo>
                  <a:cubicBezTo>
                    <a:pt x="244" y="0"/>
                    <a:pt x="0" y="244"/>
                    <a:pt x="0" y="516"/>
                  </a:cubicBezTo>
                  <a:cubicBezTo>
                    <a:pt x="0" y="787"/>
                    <a:pt x="244" y="1004"/>
                    <a:pt x="515" y="1004"/>
                  </a:cubicBezTo>
                  <a:lnTo>
                    <a:pt x="14755" y="1004"/>
                  </a:lnTo>
                  <a:cubicBezTo>
                    <a:pt x="15027" y="1004"/>
                    <a:pt x="15271" y="787"/>
                    <a:pt x="15271" y="516"/>
                  </a:cubicBezTo>
                  <a:cubicBezTo>
                    <a:pt x="15271" y="244"/>
                    <a:pt x="15027" y="0"/>
                    <a:pt x="147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7"/>
            <p:cNvSpPr/>
            <p:nvPr/>
          </p:nvSpPr>
          <p:spPr>
            <a:xfrm>
              <a:off x="2194500" y="3534100"/>
              <a:ext cx="88850" cy="109875"/>
            </a:xfrm>
            <a:custGeom>
              <a:avLst/>
              <a:gdLst/>
              <a:ahLst/>
              <a:cxnLst/>
              <a:rect l="l" t="t" r="r" b="b"/>
              <a:pathLst>
                <a:path w="3554" h="4395" extrusionOk="0">
                  <a:moveTo>
                    <a:pt x="0" y="1"/>
                  </a:moveTo>
                  <a:lnTo>
                    <a:pt x="1275" y="3391"/>
                  </a:lnTo>
                  <a:lnTo>
                    <a:pt x="1004" y="3391"/>
                  </a:lnTo>
                  <a:cubicBezTo>
                    <a:pt x="733" y="3391"/>
                    <a:pt x="489" y="3635"/>
                    <a:pt x="489" y="3906"/>
                  </a:cubicBezTo>
                  <a:cubicBezTo>
                    <a:pt x="489" y="4178"/>
                    <a:pt x="733" y="4395"/>
                    <a:pt x="1004" y="4395"/>
                  </a:cubicBezTo>
                  <a:lnTo>
                    <a:pt x="3038" y="4395"/>
                  </a:lnTo>
                  <a:cubicBezTo>
                    <a:pt x="3309" y="4395"/>
                    <a:pt x="3554" y="4178"/>
                    <a:pt x="3554" y="3906"/>
                  </a:cubicBezTo>
                  <a:cubicBezTo>
                    <a:pt x="3554" y="3635"/>
                    <a:pt x="3309" y="3391"/>
                    <a:pt x="3038" y="3391"/>
                  </a:cubicBezTo>
                  <a:lnTo>
                    <a:pt x="2360" y="3391"/>
                  </a:lnTo>
                  <a:lnTo>
                    <a:pt x="10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7"/>
            <p:cNvSpPr/>
            <p:nvPr/>
          </p:nvSpPr>
          <p:spPr>
            <a:xfrm>
              <a:off x="2002600" y="3534100"/>
              <a:ext cx="88850" cy="109875"/>
            </a:xfrm>
            <a:custGeom>
              <a:avLst/>
              <a:gdLst/>
              <a:ahLst/>
              <a:cxnLst/>
              <a:rect l="l" t="t" r="r" b="b"/>
              <a:pathLst>
                <a:path w="3554" h="4395" extrusionOk="0">
                  <a:moveTo>
                    <a:pt x="2469" y="1"/>
                  </a:moveTo>
                  <a:lnTo>
                    <a:pt x="1194" y="3391"/>
                  </a:lnTo>
                  <a:lnTo>
                    <a:pt x="516" y="3391"/>
                  </a:lnTo>
                  <a:cubicBezTo>
                    <a:pt x="244" y="3391"/>
                    <a:pt x="0" y="3635"/>
                    <a:pt x="0" y="3906"/>
                  </a:cubicBezTo>
                  <a:cubicBezTo>
                    <a:pt x="0" y="4178"/>
                    <a:pt x="244" y="4395"/>
                    <a:pt x="516" y="4395"/>
                  </a:cubicBezTo>
                  <a:lnTo>
                    <a:pt x="2550" y="4395"/>
                  </a:lnTo>
                  <a:cubicBezTo>
                    <a:pt x="2821" y="4395"/>
                    <a:pt x="3065" y="4178"/>
                    <a:pt x="3065" y="3906"/>
                  </a:cubicBezTo>
                  <a:cubicBezTo>
                    <a:pt x="3065" y="3635"/>
                    <a:pt x="2821" y="3391"/>
                    <a:pt x="2550" y="3391"/>
                  </a:cubicBezTo>
                  <a:lnTo>
                    <a:pt x="2279" y="3391"/>
                  </a:lnTo>
                  <a:lnTo>
                    <a:pt x="35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7"/>
            <p:cNvSpPr/>
            <p:nvPr/>
          </p:nvSpPr>
          <p:spPr>
            <a:xfrm>
              <a:off x="2096850" y="3534100"/>
              <a:ext cx="92925" cy="59025"/>
            </a:xfrm>
            <a:custGeom>
              <a:avLst/>
              <a:gdLst/>
              <a:ahLst/>
              <a:cxnLst/>
              <a:rect l="l" t="t" r="r" b="b"/>
              <a:pathLst>
                <a:path w="3717" h="2361" extrusionOk="0">
                  <a:moveTo>
                    <a:pt x="1357" y="1"/>
                  </a:moveTo>
                  <a:lnTo>
                    <a:pt x="1357" y="1357"/>
                  </a:lnTo>
                  <a:lnTo>
                    <a:pt x="380" y="1357"/>
                  </a:lnTo>
                  <a:lnTo>
                    <a:pt x="0" y="2360"/>
                  </a:lnTo>
                  <a:lnTo>
                    <a:pt x="3716" y="2360"/>
                  </a:lnTo>
                  <a:lnTo>
                    <a:pt x="3337" y="1357"/>
                  </a:lnTo>
                  <a:lnTo>
                    <a:pt x="2360" y="1357"/>
                  </a:lnTo>
                  <a:lnTo>
                    <a:pt x="23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1" name="Google Shape;1811;p57"/>
          <p:cNvSpPr txBox="1"/>
          <p:nvPr/>
        </p:nvSpPr>
        <p:spPr>
          <a:xfrm>
            <a:off x="7397486" y="3314062"/>
            <a:ext cx="17469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FOR PSG-PTC INSITUTIONS</a:t>
            </a:r>
            <a:endParaRPr lang="en-US" dirty="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2" name="Google Shape;1812;p57"/>
          <p:cNvSpPr txBox="1"/>
          <p:nvPr/>
        </p:nvSpPr>
        <p:spPr>
          <a:xfrm>
            <a:off x="7338889" y="2666471"/>
            <a:ext cx="1746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FACULTY ENTRY</a:t>
            </a:r>
            <a:endParaRPr sz="1800" dirty="0">
              <a:solidFill>
                <a:srgbClr val="000000"/>
              </a:solidFill>
              <a:latin typeface="Josefin Sans SemiBold"/>
              <a:ea typeface="Josefin Sans SemiBold"/>
              <a:cs typeface="Josefin Sans SemiBold"/>
              <a:sym typeface="Josefin Sans SemiBold"/>
            </a:endParaRPr>
          </a:p>
        </p:txBody>
      </p:sp>
      <p:grpSp>
        <p:nvGrpSpPr>
          <p:cNvPr id="1813" name="Google Shape;1813;p57"/>
          <p:cNvGrpSpPr/>
          <p:nvPr/>
        </p:nvGrpSpPr>
        <p:grpSpPr>
          <a:xfrm>
            <a:off x="8040639" y="1946546"/>
            <a:ext cx="338592" cy="340661"/>
            <a:chOff x="2043875" y="1287025"/>
            <a:chExt cx="432650" cy="435350"/>
          </a:xfrm>
        </p:grpSpPr>
        <p:sp>
          <p:nvSpPr>
            <p:cNvPr id="1814" name="Google Shape;1814;p57"/>
            <p:cNvSpPr/>
            <p:nvPr/>
          </p:nvSpPr>
          <p:spPr>
            <a:xfrm>
              <a:off x="2043875" y="1551475"/>
              <a:ext cx="54950" cy="169550"/>
            </a:xfrm>
            <a:custGeom>
              <a:avLst/>
              <a:gdLst/>
              <a:ahLst/>
              <a:cxnLst/>
              <a:rect l="l" t="t" r="r" b="b"/>
              <a:pathLst>
                <a:path w="2198" h="6782" extrusionOk="0">
                  <a:moveTo>
                    <a:pt x="489" y="1"/>
                  </a:moveTo>
                  <a:cubicBezTo>
                    <a:pt x="218" y="1"/>
                    <a:pt x="1" y="245"/>
                    <a:pt x="1" y="516"/>
                  </a:cubicBezTo>
                  <a:lnTo>
                    <a:pt x="1" y="6293"/>
                  </a:lnTo>
                  <a:cubicBezTo>
                    <a:pt x="1" y="6565"/>
                    <a:pt x="218" y="6782"/>
                    <a:pt x="489" y="6782"/>
                  </a:cubicBezTo>
                  <a:lnTo>
                    <a:pt x="1683" y="6782"/>
                  </a:lnTo>
                  <a:cubicBezTo>
                    <a:pt x="1954" y="6782"/>
                    <a:pt x="2198" y="6565"/>
                    <a:pt x="2198" y="6293"/>
                  </a:cubicBezTo>
                  <a:lnTo>
                    <a:pt x="2198" y="516"/>
                  </a:lnTo>
                  <a:cubicBezTo>
                    <a:pt x="2198" y="245"/>
                    <a:pt x="1954" y="1"/>
                    <a:pt x="16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7"/>
            <p:cNvSpPr/>
            <p:nvPr/>
          </p:nvSpPr>
          <p:spPr>
            <a:xfrm>
              <a:off x="2225625" y="1287025"/>
              <a:ext cx="50875" cy="55625"/>
            </a:xfrm>
            <a:custGeom>
              <a:avLst/>
              <a:gdLst/>
              <a:ahLst/>
              <a:cxnLst/>
              <a:rect l="l" t="t" r="r" b="b"/>
              <a:pathLst>
                <a:path w="2035" h="2225" extrusionOk="0">
                  <a:moveTo>
                    <a:pt x="1736" y="0"/>
                  </a:moveTo>
                  <a:cubicBezTo>
                    <a:pt x="787" y="0"/>
                    <a:pt x="0" y="1004"/>
                    <a:pt x="0" y="2170"/>
                  </a:cubicBezTo>
                  <a:lnTo>
                    <a:pt x="0" y="2224"/>
                  </a:lnTo>
                  <a:cubicBezTo>
                    <a:pt x="380" y="2007"/>
                    <a:pt x="787" y="1872"/>
                    <a:pt x="1221" y="1845"/>
                  </a:cubicBezTo>
                  <a:cubicBezTo>
                    <a:pt x="1329" y="1167"/>
                    <a:pt x="1600" y="516"/>
                    <a:pt x="20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7"/>
            <p:cNvSpPr/>
            <p:nvPr/>
          </p:nvSpPr>
          <p:spPr>
            <a:xfrm>
              <a:off x="2043875" y="1287025"/>
              <a:ext cx="174975" cy="127500"/>
            </a:xfrm>
            <a:custGeom>
              <a:avLst/>
              <a:gdLst/>
              <a:ahLst/>
              <a:cxnLst/>
              <a:rect l="l" t="t" r="r" b="b"/>
              <a:pathLst>
                <a:path w="6999" h="5100" extrusionOk="0">
                  <a:moveTo>
                    <a:pt x="2198" y="0"/>
                  </a:moveTo>
                  <a:cubicBezTo>
                    <a:pt x="977" y="0"/>
                    <a:pt x="1" y="1167"/>
                    <a:pt x="1" y="2550"/>
                  </a:cubicBezTo>
                  <a:cubicBezTo>
                    <a:pt x="1" y="3933"/>
                    <a:pt x="977" y="5100"/>
                    <a:pt x="2198" y="5100"/>
                  </a:cubicBezTo>
                  <a:lnTo>
                    <a:pt x="5968" y="5100"/>
                  </a:lnTo>
                  <a:cubicBezTo>
                    <a:pt x="5914" y="4937"/>
                    <a:pt x="5914" y="4747"/>
                    <a:pt x="5914" y="4584"/>
                  </a:cubicBezTo>
                  <a:cubicBezTo>
                    <a:pt x="5914" y="4042"/>
                    <a:pt x="6104" y="3499"/>
                    <a:pt x="6375" y="3092"/>
                  </a:cubicBezTo>
                  <a:cubicBezTo>
                    <a:pt x="6294" y="2794"/>
                    <a:pt x="6266" y="2523"/>
                    <a:pt x="6266" y="2170"/>
                  </a:cubicBezTo>
                  <a:cubicBezTo>
                    <a:pt x="6266" y="1329"/>
                    <a:pt x="6538" y="543"/>
                    <a:pt x="69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7"/>
            <p:cNvSpPr/>
            <p:nvPr/>
          </p:nvSpPr>
          <p:spPr>
            <a:xfrm>
              <a:off x="2281900" y="1287025"/>
              <a:ext cx="82750" cy="127500"/>
            </a:xfrm>
            <a:custGeom>
              <a:avLst/>
              <a:gdLst/>
              <a:ahLst/>
              <a:cxnLst/>
              <a:rect l="l" t="t" r="r" b="b"/>
              <a:pathLst>
                <a:path w="3310" h="5100" extrusionOk="0">
                  <a:moveTo>
                    <a:pt x="1872" y="0"/>
                  </a:moveTo>
                  <a:cubicBezTo>
                    <a:pt x="923" y="0"/>
                    <a:pt x="136" y="895"/>
                    <a:pt x="0" y="2007"/>
                  </a:cubicBezTo>
                  <a:cubicBezTo>
                    <a:pt x="1085" y="2387"/>
                    <a:pt x="1818" y="3391"/>
                    <a:pt x="1818" y="4584"/>
                  </a:cubicBezTo>
                  <a:cubicBezTo>
                    <a:pt x="1818" y="4747"/>
                    <a:pt x="1791" y="4937"/>
                    <a:pt x="1791" y="5100"/>
                  </a:cubicBezTo>
                  <a:lnTo>
                    <a:pt x="3309" y="5100"/>
                  </a:lnTo>
                  <a:cubicBezTo>
                    <a:pt x="2713" y="4449"/>
                    <a:pt x="2333" y="3526"/>
                    <a:pt x="2333" y="2550"/>
                  </a:cubicBezTo>
                  <a:cubicBezTo>
                    <a:pt x="2333" y="1573"/>
                    <a:pt x="2713" y="651"/>
                    <a:pt x="33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7"/>
            <p:cNvSpPr/>
            <p:nvPr/>
          </p:nvSpPr>
          <p:spPr>
            <a:xfrm>
              <a:off x="2217475" y="1359575"/>
              <a:ext cx="84800" cy="84800"/>
            </a:xfrm>
            <a:custGeom>
              <a:avLst/>
              <a:gdLst/>
              <a:ahLst/>
              <a:cxnLst/>
              <a:rect l="l" t="t" r="r" b="b"/>
              <a:pathLst>
                <a:path w="3392" h="3392" extrusionOk="0">
                  <a:moveTo>
                    <a:pt x="1682" y="1"/>
                  </a:moveTo>
                  <a:cubicBezTo>
                    <a:pt x="733" y="1"/>
                    <a:pt x="1" y="733"/>
                    <a:pt x="1" y="1682"/>
                  </a:cubicBezTo>
                  <a:cubicBezTo>
                    <a:pt x="1" y="2632"/>
                    <a:pt x="733" y="3391"/>
                    <a:pt x="1682" y="3391"/>
                  </a:cubicBezTo>
                  <a:cubicBezTo>
                    <a:pt x="2632" y="3391"/>
                    <a:pt x="3391" y="2604"/>
                    <a:pt x="3391" y="1682"/>
                  </a:cubicBezTo>
                  <a:cubicBezTo>
                    <a:pt x="3391" y="733"/>
                    <a:pt x="2632" y="1"/>
                    <a:pt x="16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7"/>
            <p:cNvSpPr/>
            <p:nvPr/>
          </p:nvSpPr>
          <p:spPr>
            <a:xfrm>
              <a:off x="2230350" y="1462650"/>
              <a:ext cx="59700" cy="61750"/>
            </a:xfrm>
            <a:custGeom>
              <a:avLst/>
              <a:gdLst/>
              <a:ahLst/>
              <a:cxnLst/>
              <a:rect l="l" t="t" r="r" b="b"/>
              <a:pathLst>
                <a:path w="2388" h="2470" extrusionOk="0">
                  <a:moveTo>
                    <a:pt x="1" y="0"/>
                  </a:moveTo>
                  <a:lnTo>
                    <a:pt x="1" y="1980"/>
                  </a:lnTo>
                  <a:cubicBezTo>
                    <a:pt x="1" y="2197"/>
                    <a:pt x="137" y="2387"/>
                    <a:pt x="354" y="2441"/>
                  </a:cubicBezTo>
                  <a:cubicBezTo>
                    <a:pt x="404" y="2461"/>
                    <a:pt x="457" y="2469"/>
                    <a:pt x="508" y="2469"/>
                  </a:cubicBezTo>
                  <a:cubicBezTo>
                    <a:pt x="679" y="2469"/>
                    <a:pt x="846" y="2376"/>
                    <a:pt x="950" y="2252"/>
                  </a:cubicBezTo>
                  <a:lnTo>
                    <a:pt x="1222" y="1872"/>
                  </a:lnTo>
                  <a:lnTo>
                    <a:pt x="1493" y="2252"/>
                  </a:lnTo>
                  <a:cubicBezTo>
                    <a:pt x="1574" y="2387"/>
                    <a:pt x="1764" y="2469"/>
                    <a:pt x="1900" y="2469"/>
                  </a:cubicBezTo>
                  <a:cubicBezTo>
                    <a:pt x="1927" y="2469"/>
                    <a:pt x="1981" y="2469"/>
                    <a:pt x="2035" y="2441"/>
                  </a:cubicBezTo>
                  <a:cubicBezTo>
                    <a:pt x="2225" y="2387"/>
                    <a:pt x="2388" y="2170"/>
                    <a:pt x="2388" y="1980"/>
                  </a:cubicBezTo>
                  <a:lnTo>
                    <a:pt x="2388" y="0"/>
                  </a:lnTo>
                  <a:cubicBezTo>
                    <a:pt x="2035" y="163"/>
                    <a:pt x="1655" y="272"/>
                    <a:pt x="1222" y="272"/>
                  </a:cubicBezTo>
                  <a:cubicBezTo>
                    <a:pt x="760" y="272"/>
                    <a:pt x="354" y="16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7"/>
            <p:cNvSpPr/>
            <p:nvPr/>
          </p:nvSpPr>
          <p:spPr>
            <a:xfrm>
              <a:off x="2125250" y="1543350"/>
              <a:ext cx="351275" cy="179025"/>
            </a:xfrm>
            <a:custGeom>
              <a:avLst/>
              <a:gdLst/>
              <a:ahLst/>
              <a:cxnLst/>
              <a:rect l="l" t="t" r="r" b="b"/>
              <a:pathLst>
                <a:path w="14051" h="7161" extrusionOk="0">
                  <a:moveTo>
                    <a:pt x="2605" y="0"/>
                  </a:moveTo>
                  <a:cubicBezTo>
                    <a:pt x="1899" y="0"/>
                    <a:pt x="1221" y="217"/>
                    <a:pt x="679" y="678"/>
                  </a:cubicBezTo>
                  <a:lnTo>
                    <a:pt x="1" y="1221"/>
                  </a:lnTo>
                  <a:lnTo>
                    <a:pt x="1" y="6130"/>
                  </a:lnTo>
                  <a:lnTo>
                    <a:pt x="3256" y="7107"/>
                  </a:lnTo>
                  <a:cubicBezTo>
                    <a:pt x="3283" y="7107"/>
                    <a:pt x="3337" y="7161"/>
                    <a:pt x="3391" y="7161"/>
                  </a:cubicBezTo>
                  <a:lnTo>
                    <a:pt x="8491" y="7161"/>
                  </a:lnTo>
                  <a:cubicBezTo>
                    <a:pt x="9494" y="7161"/>
                    <a:pt x="10416" y="6700"/>
                    <a:pt x="11040" y="5940"/>
                  </a:cubicBezTo>
                  <a:lnTo>
                    <a:pt x="13807" y="2414"/>
                  </a:lnTo>
                  <a:cubicBezTo>
                    <a:pt x="13997" y="2197"/>
                    <a:pt x="14051" y="1953"/>
                    <a:pt x="14051" y="1682"/>
                  </a:cubicBezTo>
                  <a:cubicBezTo>
                    <a:pt x="14024" y="1194"/>
                    <a:pt x="13753" y="787"/>
                    <a:pt x="13346" y="597"/>
                  </a:cubicBezTo>
                  <a:cubicBezTo>
                    <a:pt x="13201" y="543"/>
                    <a:pt x="13050" y="515"/>
                    <a:pt x="12903" y="515"/>
                  </a:cubicBezTo>
                  <a:cubicBezTo>
                    <a:pt x="12607" y="515"/>
                    <a:pt x="12324" y="624"/>
                    <a:pt x="12125" y="841"/>
                  </a:cubicBezTo>
                  <a:lnTo>
                    <a:pt x="10335" y="2577"/>
                  </a:lnTo>
                  <a:cubicBezTo>
                    <a:pt x="10226" y="3580"/>
                    <a:pt x="9331" y="4394"/>
                    <a:pt x="8301" y="4394"/>
                  </a:cubicBezTo>
                  <a:lnTo>
                    <a:pt x="5236" y="4394"/>
                  </a:lnTo>
                  <a:cubicBezTo>
                    <a:pt x="4964" y="4394"/>
                    <a:pt x="4720" y="4177"/>
                    <a:pt x="4720" y="3906"/>
                  </a:cubicBezTo>
                  <a:cubicBezTo>
                    <a:pt x="4720" y="3608"/>
                    <a:pt x="4964" y="3391"/>
                    <a:pt x="5236" y="3391"/>
                  </a:cubicBezTo>
                  <a:lnTo>
                    <a:pt x="8246" y="3391"/>
                  </a:lnTo>
                  <a:cubicBezTo>
                    <a:pt x="8789" y="3391"/>
                    <a:pt x="9277" y="2929"/>
                    <a:pt x="9304" y="2414"/>
                  </a:cubicBezTo>
                  <a:cubicBezTo>
                    <a:pt x="9331" y="1817"/>
                    <a:pt x="8870" y="1356"/>
                    <a:pt x="8301" y="1356"/>
                  </a:cubicBezTo>
                  <a:lnTo>
                    <a:pt x="5588" y="1356"/>
                  </a:lnTo>
                  <a:lnTo>
                    <a:pt x="4313" y="515"/>
                  </a:lnTo>
                  <a:cubicBezTo>
                    <a:pt x="3825" y="163"/>
                    <a:pt x="3201" y="0"/>
                    <a:pt x="26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7"/>
            <p:cNvSpPr/>
            <p:nvPr/>
          </p:nvSpPr>
          <p:spPr>
            <a:xfrm>
              <a:off x="2366650" y="1363650"/>
              <a:ext cx="41400" cy="48850"/>
            </a:xfrm>
            <a:custGeom>
              <a:avLst/>
              <a:gdLst/>
              <a:ahLst/>
              <a:cxnLst/>
              <a:rect l="l" t="t" r="r" b="b"/>
              <a:pathLst>
                <a:path w="1656" h="1954" extrusionOk="0">
                  <a:moveTo>
                    <a:pt x="1" y="0"/>
                  </a:moveTo>
                  <a:cubicBezTo>
                    <a:pt x="164" y="977"/>
                    <a:pt x="815" y="1736"/>
                    <a:pt x="1655" y="1953"/>
                  </a:cubicBezTo>
                  <a:lnTo>
                    <a:pt x="16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7"/>
            <p:cNvSpPr/>
            <p:nvPr/>
          </p:nvSpPr>
          <p:spPr>
            <a:xfrm>
              <a:off x="2366650" y="1287025"/>
              <a:ext cx="109200" cy="125475"/>
            </a:xfrm>
            <a:custGeom>
              <a:avLst/>
              <a:gdLst/>
              <a:ahLst/>
              <a:cxnLst/>
              <a:rect l="l" t="t" r="r" b="b"/>
              <a:pathLst>
                <a:path w="4368" h="5019" extrusionOk="0">
                  <a:moveTo>
                    <a:pt x="2171" y="0"/>
                  </a:moveTo>
                  <a:cubicBezTo>
                    <a:pt x="1113" y="0"/>
                    <a:pt x="191" y="895"/>
                    <a:pt x="1" y="2035"/>
                  </a:cubicBezTo>
                  <a:lnTo>
                    <a:pt x="2171" y="2035"/>
                  </a:lnTo>
                  <a:cubicBezTo>
                    <a:pt x="2442" y="2035"/>
                    <a:pt x="2686" y="2279"/>
                    <a:pt x="2686" y="2550"/>
                  </a:cubicBezTo>
                  <a:lnTo>
                    <a:pt x="2686" y="5018"/>
                  </a:lnTo>
                  <a:cubicBezTo>
                    <a:pt x="3663" y="4747"/>
                    <a:pt x="4368" y="3743"/>
                    <a:pt x="4368" y="2550"/>
                  </a:cubicBezTo>
                  <a:cubicBezTo>
                    <a:pt x="4368" y="1139"/>
                    <a:pt x="3391" y="0"/>
                    <a:pt x="21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3" name="Google Shape;1823;p57"/>
          <p:cNvSpPr/>
          <p:nvPr/>
        </p:nvSpPr>
        <p:spPr>
          <a:xfrm>
            <a:off x="4909020" y="1962056"/>
            <a:ext cx="575700" cy="28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49"/>
          <p:cNvSpPr txBox="1">
            <a:spLocks noGrp="1"/>
          </p:cNvSpPr>
          <p:nvPr>
            <p:ph type="subTitle" idx="1"/>
          </p:nvPr>
        </p:nvSpPr>
        <p:spPr>
          <a:xfrm>
            <a:off x="1018025" y="1918125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Eye Tracking mouse</a:t>
            </a:r>
            <a:endParaRPr dirty="0"/>
          </a:p>
        </p:txBody>
      </p:sp>
      <p:sp>
        <p:nvSpPr>
          <p:cNvPr id="1394" name="Google Shape;1394;p49"/>
          <p:cNvSpPr txBox="1">
            <a:spLocks noGrp="1"/>
          </p:cNvSpPr>
          <p:nvPr>
            <p:ph type="subTitle" idx="2"/>
          </p:nvPr>
        </p:nvSpPr>
        <p:spPr>
          <a:xfrm>
            <a:off x="1018025" y="2494197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This is done by Python </a:t>
            </a:r>
            <a:endParaRPr dirty="0"/>
          </a:p>
        </p:txBody>
      </p:sp>
      <p:sp>
        <p:nvSpPr>
          <p:cNvPr id="1395" name="Google Shape;1395;p49"/>
          <p:cNvSpPr txBox="1">
            <a:spLocks noGrp="1"/>
          </p:cNvSpPr>
          <p:nvPr>
            <p:ph type="subTitle" idx="3"/>
          </p:nvPr>
        </p:nvSpPr>
        <p:spPr>
          <a:xfrm>
            <a:off x="3561600" y="1731044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Virtual Steering </a:t>
            </a:r>
            <a:endParaRPr dirty="0"/>
          </a:p>
        </p:txBody>
      </p:sp>
      <p:sp>
        <p:nvSpPr>
          <p:cNvPr id="1396" name="Google Shape;1396;p49"/>
          <p:cNvSpPr txBox="1">
            <a:spLocks noGrp="1"/>
          </p:cNvSpPr>
          <p:nvPr>
            <p:ph type="subTitle" idx="4"/>
          </p:nvPr>
        </p:nvSpPr>
        <p:spPr>
          <a:xfrm>
            <a:off x="3581625" y="2271619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It can be able to move the steering without any physical obj By Python</a:t>
            </a:r>
            <a:endParaRPr dirty="0"/>
          </a:p>
        </p:txBody>
      </p:sp>
      <p:sp>
        <p:nvSpPr>
          <p:cNvPr id="1397" name="Google Shape;1397;p49"/>
          <p:cNvSpPr txBox="1">
            <a:spLocks noGrp="1"/>
          </p:cNvSpPr>
          <p:nvPr>
            <p:ph type="subTitle" idx="5"/>
          </p:nvPr>
        </p:nvSpPr>
        <p:spPr>
          <a:xfrm>
            <a:off x="6105167" y="1918125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Virtual drag and drop</a:t>
            </a:r>
            <a:endParaRPr dirty="0"/>
          </a:p>
        </p:txBody>
      </p:sp>
      <p:sp>
        <p:nvSpPr>
          <p:cNvPr id="1398" name="Google Shape;1398;p49"/>
          <p:cNvSpPr txBox="1">
            <a:spLocks noGrp="1"/>
          </p:cNvSpPr>
          <p:nvPr>
            <p:ph type="subTitle" idx="6"/>
          </p:nvPr>
        </p:nvSpPr>
        <p:spPr>
          <a:xfrm>
            <a:off x="6105166" y="2494197"/>
            <a:ext cx="2228511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It also done by python </a:t>
            </a:r>
            <a:endParaRPr dirty="0"/>
          </a:p>
        </p:txBody>
      </p:sp>
      <p:sp>
        <p:nvSpPr>
          <p:cNvPr id="1399" name="Google Shape;1399;p49"/>
          <p:cNvSpPr txBox="1">
            <a:spLocks noGrp="1"/>
          </p:cNvSpPr>
          <p:nvPr>
            <p:ph type="subTitle" idx="7"/>
          </p:nvPr>
        </p:nvSpPr>
        <p:spPr>
          <a:xfrm>
            <a:off x="2097272" y="3599881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Remainder application</a:t>
            </a:r>
            <a:endParaRPr dirty="0"/>
          </a:p>
        </p:txBody>
      </p:sp>
      <p:sp>
        <p:nvSpPr>
          <p:cNvPr id="1400" name="Google Shape;1400;p49"/>
          <p:cNvSpPr txBox="1">
            <a:spLocks noGrp="1"/>
          </p:cNvSpPr>
          <p:nvPr>
            <p:ph type="subTitle" idx="8"/>
          </p:nvPr>
        </p:nvSpPr>
        <p:spPr>
          <a:xfrm>
            <a:off x="2120878" y="4130973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It is one of the application that can be able to done by the mobile application</a:t>
            </a:r>
            <a:endParaRPr dirty="0"/>
          </a:p>
        </p:txBody>
      </p:sp>
      <p:sp>
        <p:nvSpPr>
          <p:cNvPr id="1401" name="Google Shape;1401;p49"/>
          <p:cNvSpPr txBox="1">
            <a:spLocks noGrp="1"/>
          </p:cNvSpPr>
          <p:nvPr>
            <p:ph type="subTitle" idx="9"/>
          </p:nvPr>
        </p:nvSpPr>
        <p:spPr>
          <a:xfrm>
            <a:off x="5211066" y="3577646"/>
            <a:ext cx="2020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Working in  AR</a:t>
            </a:r>
            <a:endParaRPr dirty="0"/>
          </a:p>
        </p:txBody>
      </p:sp>
      <p:sp>
        <p:nvSpPr>
          <p:cNvPr id="1402" name="Google Shape;1402;p49"/>
          <p:cNvSpPr txBox="1">
            <a:spLocks noGrp="1"/>
          </p:cNvSpPr>
          <p:nvPr>
            <p:ph type="subTitle" idx="13"/>
          </p:nvPr>
        </p:nvSpPr>
        <p:spPr>
          <a:xfrm>
            <a:off x="5002324" y="4108865"/>
            <a:ext cx="2506164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This is my final year project with in the purpose of education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[</a:t>
            </a:r>
            <a:r>
              <a:rPr lang="en-US" b="1" dirty="0"/>
              <a:t>THIS IS DEVELOPED BY ME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1405" name="Google Shape;1405;p49"/>
          <p:cNvSpPr txBox="1">
            <a:spLocks noGrp="1"/>
          </p:cNvSpPr>
          <p:nvPr>
            <p:ph type="title"/>
          </p:nvPr>
        </p:nvSpPr>
        <p:spPr>
          <a:xfrm>
            <a:off x="713225" y="457200"/>
            <a:ext cx="7717500" cy="6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OTHER PROJECTS</a:t>
            </a:r>
            <a:endParaRPr dirty="0"/>
          </a:p>
        </p:txBody>
      </p:sp>
      <p:grpSp>
        <p:nvGrpSpPr>
          <p:cNvPr id="1406" name="Google Shape;1406;p49"/>
          <p:cNvGrpSpPr/>
          <p:nvPr/>
        </p:nvGrpSpPr>
        <p:grpSpPr>
          <a:xfrm>
            <a:off x="5887816" y="3099117"/>
            <a:ext cx="434700" cy="433325"/>
            <a:chOff x="2618225" y="603500"/>
            <a:chExt cx="434700" cy="433325"/>
          </a:xfrm>
        </p:grpSpPr>
        <p:sp>
          <p:nvSpPr>
            <p:cNvPr id="1407" name="Google Shape;1407;p49"/>
            <p:cNvSpPr/>
            <p:nvPr/>
          </p:nvSpPr>
          <p:spPr>
            <a:xfrm>
              <a:off x="2707075" y="679450"/>
              <a:ext cx="148525" cy="196675"/>
            </a:xfrm>
            <a:custGeom>
              <a:avLst/>
              <a:gdLst/>
              <a:ahLst/>
              <a:cxnLst/>
              <a:rect l="l" t="t" r="r" b="b"/>
              <a:pathLst>
                <a:path w="5941" h="7867" extrusionOk="0">
                  <a:moveTo>
                    <a:pt x="1546" y="0"/>
                  </a:moveTo>
                  <a:lnTo>
                    <a:pt x="1546" y="5452"/>
                  </a:lnTo>
                  <a:lnTo>
                    <a:pt x="0" y="7188"/>
                  </a:lnTo>
                  <a:lnTo>
                    <a:pt x="244" y="7188"/>
                  </a:lnTo>
                  <a:cubicBezTo>
                    <a:pt x="1085" y="7215"/>
                    <a:pt x="1600" y="7405"/>
                    <a:pt x="2034" y="7568"/>
                  </a:cubicBezTo>
                  <a:cubicBezTo>
                    <a:pt x="2495" y="7731"/>
                    <a:pt x="2902" y="7866"/>
                    <a:pt x="3743" y="7866"/>
                  </a:cubicBezTo>
                  <a:lnTo>
                    <a:pt x="3987" y="7866"/>
                  </a:lnTo>
                  <a:lnTo>
                    <a:pt x="4069" y="7487"/>
                  </a:lnTo>
                  <a:cubicBezTo>
                    <a:pt x="3770" y="6781"/>
                    <a:pt x="3635" y="6076"/>
                    <a:pt x="3635" y="5317"/>
                  </a:cubicBezTo>
                  <a:cubicBezTo>
                    <a:pt x="3635" y="3472"/>
                    <a:pt x="4557" y="1845"/>
                    <a:pt x="5940" y="814"/>
                  </a:cubicBezTo>
                  <a:lnTo>
                    <a:pt x="59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/>
            <p:cNvSpPr/>
            <p:nvPr/>
          </p:nvSpPr>
          <p:spPr>
            <a:xfrm>
              <a:off x="2618225" y="883550"/>
              <a:ext cx="364850" cy="153275"/>
            </a:xfrm>
            <a:custGeom>
              <a:avLst/>
              <a:gdLst/>
              <a:ahLst/>
              <a:cxnLst/>
              <a:rect l="l" t="t" r="r" b="b"/>
              <a:pathLst>
                <a:path w="14594" h="6131" extrusionOk="0">
                  <a:moveTo>
                    <a:pt x="2686" y="1"/>
                  </a:moveTo>
                  <a:lnTo>
                    <a:pt x="543" y="2415"/>
                  </a:lnTo>
                  <a:cubicBezTo>
                    <a:pt x="164" y="2822"/>
                    <a:pt x="1" y="3337"/>
                    <a:pt x="1" y="3906"/>
                  </a:cubicBezTo>
                  <a:cubicBezTo>
                    <a:pt x="1" y="5127"/>
                    <a:pt x="1032" y="6131"/>
                    <a:pt x="2252" y="6131"/>
                  </a:cubicBezTo>
                  <a:lnTo>
                    <a:pt x="12342" y="6131"/>
                  </a:lnTo>
                  <a:cubicBezTo>
                    <a:pt x="13563" y="6131"/>
                    <a:pt x="14593" y="5127"/>
                    <a:pt x="14593" y="3906"/>
                  </a:cubicBezTo>
                  <a:cubicBezTo>
                    <a:pt x="14593" y="3418"/>
                    <a:pt x="14404" y="2957"/>
                    <a:pt x="14132" y="2577"/>
                  </a:cubicBezTo>
                  <a:cubicBezTo>
                    <a:pt x="13698" y="2686"/>
                    <a:pt x="13264" y="2740"/>
                    <a:pt x="12776" y="2740"/>
                  </a:cubicBezTo>
                  <a:cubicBezTo>
                    <a:pt x="12716" y="2742"/>
                    <a:pt x="12655" y="2744"/>
                    <a:pt x="12594" y="2744"/>
                  </a:cubicBezTo>
                  <a:cubicBezTo>
                    <a:pt x="11919" y="2744"/>
                    <a:pt x="11228" y="2605"/>
                    <a:pt x="10606" y="2306"/>
                  </a:cubicBezTo>
                  <a:lnTo>
                    <a:pt x="9060" y="2686"/>
                  </a:lnTo>
                  <a:cubicBezTo>
                    <a:pt x="8925" y="2713"/>
                    <a:pt x="8816" y="2713"/>
                    <a:pt x="8680" y="2713"/>
                  </a:cubicBezTo>
                  <a:cubicBezTo>
                    <a:pt x="8274" y="2713"/>
                    <a:pt x="7894" y="2550"/>
                    <a:pt x="7595" y="2279"/>
                  </a:cubicBezTo>
                  <a:cubicBezTo>
                    <a:pt x="7216" y="1899"/>
                    <a:pt x="7053" y="1357"/>
                    <a:pt x="7189" y="814"/>
                  </a:cubicBezTo>
                  <a:lnTo>
                    <a:pt x="7216" y="679"/>
                  </a:lnTo>
                  <a:cubicBezTo>
                    <a:pt x="6212" y="679"/>
                    <a:pt x="5670" y="489"/>
                    <a:pt x="5236" y="299"/>
                  </a:cubicBezTo>
                  <a:cubicBezTo>
                    <a:pt x="4829" y="163"/>
                    <a:pt x="4449" y="55"/>
                    <a:pt x="3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/>
            <p:cNvSpPr/>
            <p:nvPr/>
          </p:nvSpPr>
          <p:spPr>
            <a:xfrm>
              <a:off x="2719950" y="603500"/>
              <a:ext cx="161400" cy="50875"/>
            </a:xfrm>
            <a:custGeom>
              <a:avLst/>
              <a:gdLst/>
              <a:ahLst/>
              <a:cxnLst/>
              <a:rect l="l" t="t" r="r" b="b"/>
              <a:pathLst>
                <a:path w="6456" h="2035" extrusionOk="0">
                  <a:moveTo>
                    <a:pt x="1031" y="1"/>
                  </a:moveTo>
                  <a:cubicBezTo>
                    <a:pt x="434" y="1"/>
                    <a:pt x="0" y="434"/>
                    <a:pt x="0" y="1004"/>
                  </a:cubicBezTo>
                  <a:cubicBezTo>
                    <a:pt x="0" y="1574"/>
                    <a:pt x="434" y="2035"/>
                    <a:pt x="1031" y="2035"/>
                  </a:cubicBezTo>
                  <a:lnTo>
                    <a:pt x="5425" y="2035"/>
                  </a:lnTo>
                  <a:cubicBezTo>
                    <a:pt x="5968" y="2035"/>
                    <a:pt x="6456" y="1574"/>
                    <a:pt x="6456" y="1004"/>
                  </a:cubicBezTo>
                  <a:cubicBezTo>
                    <a:pt x="6456" y="434"/>
                    <a:pt x="5995" y="1"/>
                    <a:pt x="54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/>
            <p:cNvSpPr/>
            <p:nvPr/>
          </p:nvSpPr>
          <p:spPr>
            <a:xfrm>
              <a:off x="2937625" y="825225"/>
              <a:ext cx="28500" cy="25800"/>
            </a:xfrm>
            <a:custGeom>
              <a:avLst/>
              <a:gdLst/>
              <a:ahLst/>
              <a:cxnLst/>
              <a:rect l="l" t="t" r="r" b="b"/>
              <a:pathLst>
                <a:path w="1140" h="1032" extrusionOk="0">
                  <a:moveTo>
                    <a:pt x="271" y="1"/>
                  </a:moveTo>
                  <a:lnTo>
                    <a:pt x="0" y="516"/>
                  </a:lnTo>
                  <a:lnTo>
                    <a:pt x="271" y="1032"/>
                  </a:lnTo>
                  <a:lnTo>
                    <a:pt x="868" y="1032"/>
                  </a:lnTo>
                  <a:lnTo>
                    <a:pt x="1139" y="516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/>
            <p:cNvSpPr/>
            <p:nvPr/>
          </p:nvSpPr>
          <p:spPr>
            <a:xfrm>
              <a:off x="2937625" y="774375"/>
              <a:ext cx="28500" cy="25800"/>
            </a:xfrm>
            <a:custGeom>
              <a:avLst/>
              <a:gdLst/>
              <a:ahLst/>
              <a:cxnLst/>
              <a:rect l="l" t="t" r="r" b="b"/>
              <a:pathLst>
                <a:path w="1140" h="1032" extrusionOk="0">
                  <a:moveTo>
                    <a:pt x="271" y="1"/>
                  </a:moveTo>
                  <a:lnTo>
                    <a:pt x="0" y="516"/>
                  </a:lnTo>
                  <a:lnTo>
                    <a:pt x="271" y="1031"/>
                  </a:lnTo>
                  <a:lnTo>
                    <a:pt x="868" y="1031"/>
                  </a:lnTo>
                  <a:lnTo>
                    <a:pt x="1139" y="516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/>
            <p:cNvSpPr/>
            <p:nvPr/>
          </p:nvSpPr>
          <p:spPr>
            <a:xfrm>
              <a:off x="2894225" y="800150"/>
              <a:ext cx="28500" cy="25100"/>
            </a:xfrm>
            <a:custGeom>
              <a:avLst/>
              <a:gdLst/>
              <a:ahLst/>
              <a:cxnLst/>
              <a:rect l="l" t="t" r="r" b="b"/>
              <a:pathLst>
                <a:path w="1140" h="1004" extrusionOk="0">
                  <a:moveTo>
                    <a:pt x="299" y="0"/>
                  </a:moveTo>
                  <a:lnTo>
                    <a:pt x="0" y="489"/>
                  </a:lnTo>
                  <a:lnTo>
                    <a:pt x="299" y="1004"/>
                  </a:lnTo>
                  <a:lnTo>
                    <a:pt x="868" y="1004"/>
                  </a:lnTo>
                  <a:lnTo>
                    <a:pt x="1139" y="489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/>
            <p:cNvSpPr/>
            <p:nvPr/>
          </p:nvSpPr>
          <p:spPr>
            <a:xfrm>
              <a:off x="2822350" y="698425"/>
              <a:ext cx="230575" cy="228550"/>
            </a:xfrm>
            <a:custGeom>
              <a:avLst/>
              <a:gdLst/>
              <a:ahLst/>
              <a:cxnLst/>
              <a:rect l="l" t="t" r="r" b="b"/>
              <a:pathLst>
                <a:path w="9223" h="9142" extrusionOk="0">
                  <a:moveTo>
                    <a:pt x="5777" y="1981"/>
                  </a:moveTo>
                  <a:cubicBezTo>
                    <a:pt x="5940" y="1981"/>
                    <a:pt x="6103" y="2089"/>
                    <a:pt x="6211" y="2252"/>
                  </a:cubicBezTo>
                  <a:lnTo>
                    <a:pt x="6781" y="3283"/>
                  </a:lnTo>
                  <a:cubicBezTo>
                    <a:pt x="6890" y="3446"/>
                    <a:pt x="6890" y="3608"/>
                    <a:pt x="6781" y="3798"/>
                  </a:cubicBezTo>
                  <a:lnTo>
                    <a:pt x="6347" y="4531"/>
                  </a:lnTo>
                  <a:lnTo>
                    <a:pt x="6781" y="5317"/>
                  </a:lnTo>
                  <a:cubicBezTo>
                    <a:pt x="6890" y="5480"/>
                    <a:pt x="6890" y="5643"/>
                    <a:pt x="6781" y="5832"/>
                  </a:cubicBezTo>
                  <a:lnTo>
                    <a:pt x="6211" y="6836"/>
                  </a:lnTo>
                  <a:cubicBezTo>
                    <a:pt x="6103" y="6999"/>
                    <a:pt x="5940" y="7107"/>
                    <a:pt x="5777" y="7107"/>
                  </a:cubicBezTo>
                  <a:lnTo>
                    <a:pt x="4611" y="7107"/>
                  </a:lnTo>
                  <a:cubicBezTo>
                    <a:pt x="4448" y="7107"/>
                    <a:pt x="4286" y="6999"/>
                    <a:pt x="4177" y="6836"/>
                  </a:cubicBezTo>
                  <a:lnTo>
                    <a:pt x="3743" y="6104"/>
                  </a:lnTo>
                  <a:lnTo>
                    <a:pt x="2848" y="6104"/>
                  </a:lnTo>
                  <a:cubicBezTo>
                    <a:pt x="2685" y="6104"/>
                    <a:pt x="2523" y="5995"/>
                    <a:pt x="2414" y="5832"/>
                  </a:cubicBezTo>
                  <a:lnTo>
                    <a:pt x="1845" y="4802"/>
                  </a:lnTo>
                  <a:cubicBezTo>
                    <a:pt x="1736" y="4639"/>
                    <a:pt x="1736" y="4476"/>
                    <a:pt x="1845" y="4286"/>
                  </a:cubicBezTo>
                  <a:lnTo>
                    <a:pt x="2414" y="3283"/>
                  </a:lnTo>
                  <a:cubicBezTo>
                    <a:pt x="2523" y="3120"/>
                    <a:pt x="2685" y="3012"/>
                    <a:pt x="2848" y="3012"/>
                  </a:cubicBezTo>
                  <a:lnTo>
                    <a:pt x="3743" y="3012"/>
                  </a:lnTo>
                  <a:lnTo>
                    <a:pt x="4177" y="2252"/>
                  </a:lnTo>
                  <a:cubicBezTo>
                    <a:pt x="4286" y="2089"/>
                    <a:pt x="4448" y="1981"/>
                    <a:pt x="4611" y="1981"/>
                  </a:cubicBezTo>
                  <a:close/>
                  <a:moveTo>
                    <a:pt x="4611" y="1"/>
                  </a:moveTo>
                  <a:cubicBezTo>
                    <a:pt x="2116" y="1"/>
                    <a:pt x="54" y="2062"/>
                    <a:pt x="54" y="4558"/>
                  </a:cubicBezTo>
                  <a:cubicBezTo>
                    <a:pt x="54" y="5290"/>
                    <a:pt x="217" y="5995"/>
                    <a:pt x="515" y="6646"/>
                  </a:cubicBezTo>
                  <a:lnTo>
                    <a:pt x="54" y="8545"/>
                  </a:lnTo>
                  <a:cubicBezTo>
                    <a:pt x="0" y="8708"/>
                    <a:pt x="54" y="8897"/>
                    <a:pt x="163" y="9006"/>
                  </a:cubicBezTo>
                  <a:cubicBezTo>
                    <a:pt x="271" y="9114"/>
                    <a:pt x="407" y="9142"/>
                    <a:pt x="543" y="9142"/>
                  </a:cubicBezTo>
                  <a:lnTo>
                    <a:pt x="678" y="9142"/>
                  </a:lnTo>
                  <a:lnTo>
                    <a:pt x="2577" y="8680"/>
                  </a:lnTo>
                  <a:cubicBezTo>
                    <a:pt x="3228" y="8979"/>
                    <a:pt x="3933" y="9142"/>
                    <a:pt x="4665" y="9142"/>
                  </a:cubicBezTo>
                  <a:cubicBezTo>
                    <a:pt x="7161" y="9142"/>
                    <a:pt x="9222" y="7080"/>
                    <a:pt x="9222" y="4558"/>
                  </a:cubicBezTo>
                  <a:cubicBezTo>
                    <a:pt x="9222" y="2062"/>
                    <a:pt x="7134" y="1"/>
                    <a:pt x="4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1414;p49"/>
          <p:cNvGrpSpPr/>
          <p:nvPr/>
        </p:nvGrpSpPr>
        <p:grpSpPr>
          <a:xfrm>
            <a:off x="6934312" y="1104341"/>
            <a:ext cx="398075" cy="434925"/>
            <a:chOff x="1542775" y="1286350"/>
            <a:chExt cx="398075" cy="434925"/>
          </a:xfrm>
        </p:grpSpPr>
        <p:sp>
          <p:nvSpPr>
            <p:cNvPr id="1415" name="Google Shape;1415;p49"/>
            <p:cNvSpPr/>
            <p:nvPr/>
          </p:nvSpPr>
          <p:spPr>
            <a:xfrm>
              <a:off x="1868925" y="1415175"/>
              <a:ext cx="71925" cy="195325"/>
            </a:xfrm>
            <a:custGeom>
              <a:avLst/>
              <a:gdLst/>
              <a:ahLst/>
              <a:cxnLst/>
              <a:rect l="l" t="t" r="r" b="b"/>
              <a:pathLst>
                <a:path w="287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876" y="7812"/>
                  </a:lnTo>
                  <a:lnTo>
                    <a:pt x="28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9"/>
            <p:cNvSpPr/>
            <p:nvPr/>
          </p:nvSpPr>
          <p:spPr>
            <a:xfrm>
              <a:off x="1868925" y="1364325"/>
              <a:ext cx="71925" cy="25800"/>
            </a:xfrm>
            <a:custGeom>
              <a:avLst/>
              <a:gdLst/>
              <a:ahLst/>
              <a:cxnLst/>
              <a:rect l="l" t="t" r="r" b="b"/>
              <a:pathLst>
                <a:path w="2877" h="1032" extrusionOk="0">
                  <a:moveTo>
                    <a:pt x="1" y="0"/>
                  </a:moveTo>
                  <a:lnTo>
                    <a:pt x="1" y="1031"/>
                  </a:lnTo>
                  <a:lnTo>
                    <a:pt x="2876" y="1031"/>
                  </a:lnTo>
                  <a:lnTo>
                    <a:pt x="28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9"/>
            <p:cNvSpPr/>
            <p:nvPr/>
          </p:nvSpPr>
          <p:spPr>
            <a:xfrm>
              <a:off x="1869625" y="1288375"/>
              <a:ext cx="71225" cy="50875"/>
            </a:xfrm>
            <a:custGeom>
              <a:avLst/>
              <a:gdLst/>
              <a:ahLst/>
              <a:cxnLst/>
              <a:rect l="l" t="t" r="r" b="b"/>
              <a:pathLst>
                <a:path w="2849" h="2035" extrusionOk="0">
                  <a:moveTo>
                    <a:pt x="1438" y="1"/>
                  </a:moveTo>
                  <a:cubicBezTo>
                    <a:pt x="651" y="1"/>
                    <a:pt x="0" y="624"/>
                    <a:pt x="0" y="1411"/>
                  </a:cubicBezTo>
                  <a:lnTo>
                    <a:pt x="0" y="2035"/>
                  </a:lnTo>
                  <a:lnTo>
                    <a:pt x="2848" y="2035"/>
                  </a:lnTo>
                  <a:lnTo>
                    <a:pt x="2848" y="1411"/>
                  </a:lnTo>
                  <a:cubicBezTo>
                    <a:pt x="2848" y="624"/>
                    <a:pt x="2224" y="1"/>
                    <a:pt x="14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/>
            <p:cNvSpPr/>
            <p:nvPr/>
          </p:nvSpPr>
          <p:spPr>
            <a:xfrm>
              <a:off x="1871650" y="1635550"/>
              <a:ext cx="64450" cy="84800"/>
            </a:xfrm>
            <a:custGeom>
              <a:avLst/>
              <a:gdLst/>
              <a:ahLst/>
              <a:cxnLst/>
              <a:rect l="l" t="t" r="r" b="b"/>
              <a:pathLst>
                <a:path w="2578" h="3392" extrusionOk="0">
                  <a:moveTo>
                    <a:pt x="0" y="1"/>
                  </a:moveTo>
                  <a:lnTo>
                    <a:pt x="814" y="3012"/>
                  </a:lnTo>
                  <a:cubicBezTo>
                    <a:pt x="868" y="3256"/>
                    <a:pt x="1085" y="3391"/>
                    <a:pt x="1275" y="3391"/>
                  </a:cubicBezTo>
                  <a:cubicBezTo>
                    <a:pt x="1492" y="3391"/>
                    <a:pt x="1736" y="3229"/>
                    <a:pt x="1763" y="3012"/>
                  </a:cubicBezTo>
                  <a:lnTo>
                    <a:pt x="25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/>
            <p:cNvSpPr/>
            <p:nvPr/>
          </p:nvSpPr>
          <p:spPr>
            <a:xfrm>
              <a:off x="1631600" y="1360925"/>
              <a:ext cx="118700" cy="118700"/>
            </a:xfrm>
            <a:custGeom>
              <a:avLst/>
              <a:gdLst/>
              <a:ahLst/>
              <a:cxnLst/>
              <a:rect l="l" t="t" r="r" b="b"/>
              <a:pathLst>
                <a:path w="4748" h="4748" extrusionOk="0">
                  <a:moveTo>
                    <a:pt x="2387" y="1872"/>
                  </a:moveTo>
                  <a:cubicBezTo>
                    <a:pt x="2659" y="1872"/>
                    <a:pt x="2876" y="2089"/>
                    <a:pt x="2876" y="2388"/>
                  </a:cubicBezTo>
                  <a:cubicBezTo>
                    <a:pt x="2876" y="2659"/>
                    <a:pt x="2659" y="2876"/>
                    <a:pt x="2387" y="2876"/>
                  </a:cubicBezTo>
                  <a:cubicBezTo>
                    <a:pt x="2116" y="2876"/>
                    <a:pt x="1872" y="2659"/>
                    <a:pt x="1872" y="2388"/>
                  </a:cubicBezTo>
                  <a:cubicBezTo>
                    <a:pt x="1872" y="2089"/>
                    <a:pt x="2116" y="1872"/>
                    <a:pt x="2387" y="1872"/>
                  </a:cubicBezTo>
                  <a:close/>
                  <a:moveTo>
                    <a:pt x="2387" y="1"/>
                  </a:moveTo>
                  <a:cubicBezTo>
                    <a:pt x="1058" y="1"/>
                    <a:pt x="1" y="1059"/>
                    <a:pt x="1" y="2388"/>
                  </a:cubicBezTo>
                  <a:cubicBezTo>
                    <a:pt x="1" y="3690"/>
                    <a:pt x="1058" y="4747"/>
                    <a:pt x="2387" y="4747"/>
                  </a:cubicBezTo>
                  <a:cubicBezTo>
                    <a:pt x="3689" y="4747"/>
                    <a:pt x="4747" y="3690"/>
                    <a:pt x="4747" y="2388"/>
                  </a:cubicBezTo>
                  <a:cubicBezTo>
                    <a:pt x="4747" y="1059"/>
                    <a:pt x="3662" y="1"/>
                    <a:pt x="23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/>
            <p:cNvSpPr/>
            <p:nvPr/>
          </p:nvSpPr>
          <p:spPr>
            <a:xfrm>
              <a:off x="1542775" y="1611150"/>
              <a:ext cx="38000" cy="25125"/>
            </a:xfrm>
            <a:custGeom>
              <a:avLst/>
              <a:gdLst/>
              <a:ahLst/>
              <a:cxnLst/>
              <a:rect l="l" t="t" r="r" b="b"/>
              <a:pathLst>
                <a:path w="1520" h="1005" extrusionOk="0">
                  <a:moveTo>
                    <a:pt x="516" y="0"/>
                  </a:moveTo>
                  <a:cubicBezTo>
                    <a:pt x="244" y="0"/>
                    <a:pt x="0" y="217"/>
                    <a:pt x="0" y="516"/>
                  </a:cubicBezTo>
                  <a:cubicBezTo>
                    <a:pt x="0" y="787"/>
                    <a:pt x="244" y="1004"/>
                    <a:pt x="516" y="1004"/>
                  </a:cubicBezTo>
                  <a:lnTo>
                    <a:pt x="1140" y="1004"/>
                  </a:lnTo>
                  <a:lnTo>
                    <a:pt x="15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/>
            <p:cNvSpPr/>
            <p:nvPr/>
          </p:nvSpPr>
          <p:spPr>
            <a:xfrm>
              <a:off x="1801125" y="1611150"/>
              <a:ext cx="38000" cy="25125"/>
            </a:xfrm>
            <a:custGeom>
              <a:avLst/>
              <a:gdLst/>
              <a:ahLst/>
              <a:cxnLst/>
              <a:rect l="l" t="t" r="r" b="b"/>
              <a:pathLst>
                <a:path w="1520" h="1005" extrusionOk="0">
                  <a:moveTo>
                    <a:pt x="1" y="0"/>
                  </a:moveTo>
                  <a:lnTo>
                    <a:pt x="380" y="1004"/>
                  </a:lnTo>
                  <a:lnTo>
                    <a:pt x="1031" y="1004"/>
                  </a:lnTo>
                  <a:cubicBezTo>
                    <a:pt x="1302" y="1004"/>
                    <a:pt x="1519" y="787"/>
                    <a:pt x="1519" y="516"/>
                  </a:cubicBezTo>
                  <a:cubicBezTo>
                    <a:pt x="1519" y="217"/>
                    <a:pt x="1302" y="0"/>
                    <a:pt x="10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/>
            <p:cNvSpPr/>
            <p:nvPr/>
          </p:nvSpPr>
          <p:spPr>
            <a:xfrm>
              <a:off x="1633625" y="1585375"/>
              <a:ext cx="113275" cy="76650"/>
            </a:xfrm>
            <a:custGeom>
              <a:avLst/>
              <a:gdLst/>
              <a:ahLst/>
              <a:cxnLst/>
              <a:rect l="l" t="t" r="r" b="b"/>
              <a:pathLst>
                <a:path w="4531" h="3066" extrusionOk="0">
                  <a:moveTo>
                    <a:pt x="2252" y="1"/>
                  </a:moveTo>
                  <a:cubicBezTo>
                    <a:pt x="1981" y="1"/>
                    <a:pt x="1764" y="245"/>
                    <a:pt x="1764" y="516"/>
                  </a:cubicBezTo>
                  <a:lnTo>
                    <a:pt x="1764" y="1031"/>
                  </a:lnTo>
                  <a:lnTo>
                    <a:pt x="354" y="1031"/>
                  </a:lnTo>
                  <a:lnTo>
                    <a:pt x="1" y="2035"/>
                  </a:lnTo>
                  <a:lnTo>
                    <a:pt x="1764" y="2035"/>
                  </a:lnTo>
                  <a:lnTo>
                    <a:pt x="1764" y="2550"/>
                  </a:lnTo>
                  <a:cubicBezTo>
                    <a:pt x="1764" y="2822"/>
                    <a:pt x="1981" y="3066"/>
                    <a:pt x="2252" y="3066"/>
                  </a:cubicBezTo>
                  <a:cubicBezTo>
                    <a:pt x="2523" y="3066"/>
                    <a:pt x="2768" y="2822"/>
                    <a:pt x="2768" y="2550"/>
                  </a:cubicBezTo>
                  <a:lnTo>
                    <a:pt x="2768" y="2035"/>
                  </a:lnTo>
                  <a:lnTo>
                    <a:pt x="4531" y="2035"/>
                  </a:lnTo>
                  <a:lnTo>
                    <a:pt x="4151" y="1031"/>
                  </a:lnTo>
                  <a:lnTo>
                    <a:pt x="2768" y="1031"/>
                  </a:lnTo>
                  <a:lnTo>
                    <a:pt x="2768" y="516"/>
                  </a:lnTo>
                  <a:cubicBezTo>
                    <a:pt x="2768" y="245"/>
                    <a:pt x="2523" y="1"/>
                    <a:pt x="2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/>
            <p:cNvSpPr/>
            <p:nvPr/>
          </p:nvSpPr>
          <p:spPr>
            <a:xfrm>
              <a:off x="1746875" y="1636250"/>
              <a:ext cx="80725" cy="85025"/>
            </a:xfrm>
            <a:custGeom>
              <a:avLst/>
              <a:gdLst/>
              <a:ahLst/>
              <a:cxnLst/>
              <a:rect l="l" t="t" r="r" b="b"/>
              <a:pathLst>
                <a:path w="3229" h="3401" extrusionOk="0">
                  <a:moveTo>
                    <a:pt x="1" y="0"/>
                  </a:moveTo>
                  <a:lnTo>
                    <a:pt x="1113" y="3065"/>
                  </a:lnTo>
                  <a:cubicBezTo>
                    <a:pt x="1196" y="3273"/>
                    <a:pt x="1374" y="3401"/>
                    <a:pt x="1575" y="3401"/>
                  </a:cubicBezTo>
                  <a:cubicBezTo>
                    <a:pt x="1636" y="3401"/>
                    <a:pt x="1700" y="3389"/>
                    <a:pt x="1764" y="3363"/>
                  </a:cubicBezTo>
                  <a:cubicBezTo>
                    <a:pt x="2740" y="3038"/>
                    <a:pt x="3228" y="1953"/>
                    <a:pt x="2876" y="1004"/>
                  </a:cubicBezTo>
                  <a:lnTo>
                    <a:pt x="25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/>
            <p:cNvSpPr/>
            <p:nvPr/>
          </p:nvSpPr>
          <p:spPr>
            <a:xfrm>
              <a:off x="1553625" y="1636250"/>
              <a:ext cx="80725" cy="85025"/>
            </a:xfrm>
            <a:custGeom>
              <a:avLst/>
              <a:gdLst/>
              <a:ahLst/>
              <a:cxnLst/>
              <a:rect l="l" t="t" r="r" b="b"/>
              <a:pathLst>
                <a:path w="3229" h="3401" extrusionOk="0">
                  <a:moveTo>
                    <a:pt x="706" y="0"/>
                  </a:moveTo>
                  <a:lnTo>
                    <a:pt x="380" y="1004"/>
                  </a:lnTo>
                  <a:cubicBezTo>
                    <a:pt x="0" y="1926"/>
                    <a:pt x="489" y="3038"/>
                    <a:pt x="1465" y="3363"/>
                  </a:cubicBezTo>
                  <a:cubicBezTo>
                    <a:pt x="1529" y="3389"/>
                    <a:pt x="1592" y="3401"/>
                    <a:pt x="1654" y="3401"/>
                  </a:cubicBezTo>
                  <a:cubicBezTo>
                    <a:pt x="1854" y="3401"/>
                    <a:pt x="2033" y="3273"/>
                    <a:pt x="2116" y="3065"/>
                  </a:cubicBezTo>
                  <a:lnTo>
                    <a:pt x="32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/>
            <p:cNvSpPr/>
            <p:nvPr/>
          </p:nvSpPr>
          <p:spPr>
            <a:xfrm>
              <a:off x="1699400" y="1478250"/>
              <a:ext cx="101750" cy="132925"/>
            </a:xfrm>
            <a:custGeom>
              <a:avLst/>
              <a:gdLst/>
              <a:ahLst/>
              <a:cxnLst/>
              <a:rect l="l" t="t" r="r" b="b"/>
              <a:pathLst>
                <a:path w="4070" h="5317" extrusionOk="0">
                  <a:moveTo>
                    <a:pt x="2144" y="0"/>
                  </a:moveTo>
                  <a:cubicBezTo>
                    <a:pt x="1601" y="570"/>
                    <a:pt x="842" y="977"/>
                    <a:pt x="1" y="1031"/>
                  </a:cubicBezTo>
                  <a:lnTo>
                    <a:pt x="1574" y="5316"/>
                  </a:lnTo>
                  <a:lnTo>
                    <a:pt x="4070" y="5316"/>
                  </a:lnTo>
                  <a:lnTo>
                    <a:pt x="21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/>
            <p:cNvSpPr/>
            <p:nvPr/>
          </p:nvSpPr>
          <p:spPr>
            <a:xfrm>
              <a:off x="1580075" y="1478250"/>
              <a:ext cx="101725" cy="132925"/>
            </a:xfrm>
            <a:custGeom>
              <a:avLst/>
              <a:gdLst/>
              <a:ahLst/>
              <a:cxnLst/>
              <a:rect l="l" t="t" r="r" b="b"/>
              <a:pathLst>
                <a:path w="4069" h="5317" extrusionOk="0">
                  <a:moveTo>
                    <a:pt x="1926" y="0"/>
                  </a:moveTo>
                  <a:lnTo>
                    <a:pt x="0" y="5316"/>
                  </a:lnTo>
                  <a:lnTo>
                    <a:pt x="2496" y="5316"/>
                  </a:lnTo>
                  <a:lnTo>
                    <a:pt x="4069" y="1031"/>
                  </a:lnTo>
                  <a:cubicBezTo>
                    <a:pt x="3255" y="977"/>
                    <a:pt x="2496" y="570"/>
                    <a:pt x="1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9"/>
            <p:cNvSpPr/>
            <p:nvPr/>
          </p:nvSpPr>
          <p:spPr>
            <a:xfrm>
              <a:off x="1665500" y="1286350"/>
              <a:ext cx="50900" cy="52900"/>
            </a:xfrm>
            <a:custGeom>
              <a:avLst/>
              <a:gdLst/>
              <a:ahLst/>
              <a:cxnLst/>
              <a:rect l="l" t="t" r="r" b="b"/>
              <a:pathLst>
                <a:path w="2036" h="2116" extrusionOk="0">
                  <a:moveTo>
                    <a:pt x="1031" y="0"/>
                  </a:moveTo>
                  <a:cubicBezTo>
                    <a:pt x="435" y="0"/>
                    <a:pt x="1" y="434"/>
                    <a:pt x="1" y="1031"/>
                  </a:cubicBezTo>
                  <a:lnTo>
                    <a:pt x="1" y="2116"/>
                  </a:lnTo>
                  <a:cubicBezTo>
                    <a:pt x="299" y="2007"/>
                    <a:pt x="679" y="1926"/>
                    <a:pt x="1031" y="1926"/>
                  </a:cubicBezTo>
                  <a:cubicBezTo>
                    <a:pt x="1357" y="1926"/>
                    <a:pt x="1710" y="2007"/>
                    <a:pt x="2035" y="2116"/>
                  </a:cubicBezTo>
                  <a:lnTo>
                    <a:pt x="2035" y="1031"/>
                  </a:lnTo>
                  <a:cubicBezTo>
                    <a:pt x="2035" y="434"/>
                    <a:pt x="1601" y="0"/>
                    <a:pt x="10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8" name="Google Shape;1428;p49"/>
          <p:cNvGrpSpPr/>
          <p:nvPr/>
        </p:nvGrpSpPr>
        <p:grpSpPr>
          <a:xfrm>
            <a:off x="4306277" y="1178916"/>
            <a:ext cx="406900" cy="435350"/>
            <a:chOff x="3625200" y="1287025"/>
            <a:chExt cx="406900" cy="435350"/>
          </a:xfrm>
        </p:grpSpPr>
        <p:sp>
          <p:nvSpPr>
            <p:cNvPr id="1429" name="Google Shape;1429;p49"/>
            <p:cNvSpPr/>
            <p:nvPr/>
          </p:nvSpPr>
          <p:spPr>
            <a:xfrm>
              <a:off x="3697075" y="1541975"/>
              <a:ext cx="25800" cy="25800"/>
            </a:xfrm>
            <a:custGeom>
              <a:avLst/>
              <a:gdLst/>
              <a:ahLst/>
              <a:cxnLst/>
              <a:rect l="l" t="t" r="r" b="b"/>
              <a:pathLst>
                <a:path w="1032" h="1032" extrusionOk="0">
                  <a:moveTo>
                    <a:pt x="516" y="1"/>
                  </a:moveTo>
                  <a:cubicBezTo>
                    <a:pt x="245" y="1"/>
                    <a:pt x="1" y="245"/>
                    <a:pt x="1" y="516"/>
                  </a:cubicBezTo>
                  <a:cubicBezTo>
                    <a:pt x="1" y="815"/>
                    <a:pt x="245" y="1032"/>
                    <a:pt x="516" y="1032"/>
                  </a:cubicBezTo>
                  <a:cubicBezTo>
                    <a:pt x="787" y="1032"/>
                    <a:pt x="1032" y="815"/>
                    <a:pt x="1032" y="516"/>
                  </a:cubicBezTo>
                  <a:cubicBezTo>
                    <a:pt x="1032" y="245"/>
                    <a:pt x="787" y="1"/>
                    <a:pt x="5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9"/>
            <p:cNvSpPr/>
            <p:nvPr/>
          </p:nvSpPr>
          <p:spPr>
            <a:xfrm>
              <a:off x="3697075" y="1440275"/>
              <a:ext cx="25800" cy="25775"/>
            </a:xfrm>
            <a:custGeom>
              <a:avLst/>
              <a:gdLst/>
              <a:ahLst/>
              <a:cxnLst/>
              <a:rect l="l" t="t" r="r" b="b"/>
              <a:pathLst>
                <a:path w="1032" h="1031" extrusionOk="0">
                  <a:moveTo>
                    <a:pt x="516" y="0"/>
                  </a:moveTo>
                  <a:cubicBezTo>
                    <a:pt x="245" y="0"/>
                    <a:pt x="1" y="244"/>
                    <a:pt x="1" y="516"/>
                  </a:cubicBezTo>
                  <a:cubicBezTo>
                    <a:pt x="1" y="814"/>
                    <a:pt x="245" y="1031"/>
                    <a:pt x="516" y="1031"/>
                  </a:cubicBezTo>
                  <a:cubicBezTo>
                    <a:pt x="787" y="1031"/>
                    <a:pt x="1032" y="814"/>
                    <a:pt x="1032" y="516"/>
                  </a:cubicBezTo>
                  <a:cubicBezTo>
                    <a:pt x="1032" y="244"/>
                    <a:pt x="787" y="0"/>
                    <a:pt x="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9"/>
            <p:cNvSpPr/>
            <p:nvPr/>
          </p:nvSpPr>
          <p:spPr>
            <a:xfrm>
              <a:off x="3764900" y="1622675"/>
              <a:ext cx="25775" cy="25800"/>
            </a:xfrm>
            <a:custGeom>
              <a:avLst/>
              <a:gdLst/>
              <a:ahLst/>
              <a:cxnLst/>
              <a:rect l="l" t="t" r="r" b="b"/>
              <a:pathLst>
                <a:path w="1031" h="1032" extrusionOk="0">
                  <a:moveTo>
                    <a:pt x="516" y="1"/>
                  </a:moveTo>
                  <a:cubicBezTo>
                    <a:pt x="244" y="1"/>
                    <a:pt x="0" y="245"/>
                    <a:pt x="0" y="516"/>
                  </a:cubicBezTo>
                  <a:cubicBezTo>
                    <a:pt x="0" y="787"/>
                    <a:pt x="244" y="1031"/>
                    <a:pt x="516" y="1031"/>
                  </a:cubicBezTo>
                  <a:cubicBezTo>
                    <a:pt x="787" y="1031"/>
                    <a:pt x="1031" y="787"/>
                    <a:pt x="1031" y="516"/>
                  </a:cubicBezTo>
                  <a:cubicBezTo>
                    <a:pt x="1031" y="245"/>
                    <a:pt x="787" y="1"/>
                    <a:pt x="5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9"/>
            <p:cNvSpPr/>
            <p:nvPr/>
          </p:nvSpPr>
          <p:spPr>
            <a:xfrm>
              <a:off x="3764900" y="1360250"/>
              <a:ext cx="25775" cy="25125"/>
            </a:xfrm>
            <a:custGeom>
              <a:avLst/>
              <a:gdLst/>
              <a:ahLst/>
              <a:cxnLst/>
              <a:rect l="l" t="t" r="r" b="b"/>
              <a:pathLst>
                <a:path w="1031" h="1005" extrusionOk="0">
                  <a:moveTo>
                    <a:pt x="516" y="1"/>
                  </a:moveTo>
                  <a:cubicBezTo>
                    <a:pt x="244" y="1"/>
                    <a:pt x="0" y="218"/>
                    <a:pt x="0" y="516"/>
                  </a:cubicBezTo>
                  <a:cubicBezTo>
                    <a:pt x="0" y="787"/>
                    <a:pt x="244" y="1004"/>
                    <a:pt x="516" y="1004"/>
                  </a:cubicBezTo>
                  <a:cubicBezTo>
                    <a:pt x="787" y="1004"/>
                    <a:pt x="1031" y="787"/>
                    <a:pt x="1031" y="516"/>
                  </a:cubicBezTo>
                  <a:cubicBezTo>
                    <a:pt x="1031" y="218"/>
                    <a:pt x="787" y="1"/>
                    <a:pt x="5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9"/>
            <p:cNvSpPr/>
            <p:nvPr/>
          </p:nvSpPr>
          <p:spPr>
            <a:xfrm>
              <a:off x="3625200" y="1288050"/>
              <a:ext cx="284150" cy="434325"/>
            </a:xfrm>
            <a:custGeom>
              <a:avLst/>
              <a:gdLst/>
              <a:ahLst/>
              <a:cxnLst/>
              <a:rect l="l" t="t" r="r" b="b"/>
              <a:pathLst>
                <a:path w="11366" h="17373" extrusionOk="0">
                  <a:moveTo>
                    <a:pt x="6104" y="1858"/>
                  </a:moveTo>
                  <a:cubicBezTo>
                    <a:pt x="6944" y="1858"/>
                    <a:pt x="7623" y="2536"/>
                    <a:pt x="7623" y="3404"/>
                  </a:cubicBezTo>
                  <a:cubicBezTo>
                    <a:pt x="7623" y="4245"/>
                    <a:pt x="6944" y="4923"/>
                    <a:pt x="6104" y="4923"/>
                  </a:cubicBezTo>
                  <a:cubicBezTo>
                    <a:pt x="5263" y="4923"/>
                    <a:pt x="4585" y="4245"/>
                    <a:pt x="4585" y="3404"/>
                  </a:cubicBezTo>
                  <a:cubicBezTo>
                    <a:pt x="4585" y="2536"/>
                    <a:pt x="5263" y="1858"/>
                    <a:pt x="6104" y="1858"/>
                  </a:cubicBezTo>
                  <a:close/>
                  <a:moveTo>
                    <a:pt x="3391" y="5086"/>
                  </a:moveTo>
                  <a:cubicBezTo>
                    <a:pt x="4232" y="5086"/>
                    <a:pt x="4910" y="5764"/>
                    <a:pt x="4910" y="6605"/>
                  </a:cubicBezTo>
                  <a:cubicBezTo>
                    <a:pt x="4910" y="7473"/>
                    <a:pt x="4232" y="8151"/>
                    <a:pt x="3391" y="8151"/>
                  </a:cubicBezTo>
                  <a:cubicBezTo>
                    <a:pt x="2550" y="8151"/>
                    <a:pt x="1872" y="7473"/>
                    <a:pt x="1872" y="6605"/>
                  </a:cubicBezTo>
                  <a:cubicBezTo>
                    <a:pt x="1872" y="5764"/>
                    <a:pt x="2550" y="5086"/>
                    <a:pt x="3391" y="5086"/>
                  </a:cubicBezTo>
                  <a:close/>
                  <a:moveTo>
                    <a:pt x="3391" y="9154"/>
                  </a:moveTo>
                  <a:cubicBezTo>
                    <a:pt x="4232" y="9154"/>
                    <a:pt x="4910" y="9832"/>
                    <a:pt x="4910" y="10673"/>
                  </a:cubicBezTo>
                  <a:cubicBezTo>
                    <a:pt x="4910" y="11541"/>
                    <a:pt x="4232" y="12219"/>
                    <a:pt x="3391" y="12219"/>
                  </a:cubicBezTo>
                  <a:cubicBezTo>
                    <a:pt x="2550" y="12219"/>
                    <a:pt x="1872" y="11541"/>
                    <a:pt x="1872" y="10673"/>
                  </a:cubicBezTo>
                  <a:cubicBezTo>
                    <a:pt x="1872" y="9832"/>
                    <a:pt x="2550" y="9154"/>
                    <a:pt x="3391" y="9154"/>
                  </a:cubicBezTo>
                  <a:close/>
                  <a:moveTo>
                    <a:pt x="6104" y="12382"/>
                  </a:moveTo>
                  <a:cubicBezTo>
                    <a:pt x="6944" y="12382"/>
                    <a:pt x="7623" y="13060"/>
                    <a:pt x="7623" y="13901"/>
                  </a:cubicBezTo>
                  <a:cubicBezTo>
                    <a:pt x="7623" y="14742"/>
                    <a:pt x="6944" y="15420"/>
                    <a:pt x="6104" y="15420"/>
                  </a:cubicBezTo>
                  <a:cubicBezTo>
                    <a:pt x="5263" y="15420"/>
                    <a:pt x="4585" y="14742"/>
                    <a:pt x="4585" y="13901"/>
                  </a:cubicBezTo>
                  <a:cubicBezTo>
                    <a:pt x="4585" y="13060"/>
                    <a:pt x="5263" y="12382"/>
                    <a:pt x="6104" y="12382"/>
                  </a:cubicBezTo>
                  <a:close/>
                  <a:moveTo>
                    <a:pt x="7407" y="0"/>
                  </a:moveTo>
                  <a:cubicBezTo>
                    <a:pt x="6917" y="0"/>
                    <a:pt x="6423" y="78"/>
                    <a:pt x="5941" y="203"/>
                  </a:cubicBezTo>
                  <a:cubicBezTo>
                    <a:pt x="4286" y="719"/>
                    <a:pt x="2740" y="1831"/>
                    <a:pt x="1710" y="3323"/>
                  </a:cubicBezTo>
                  <a:cubicBezTo>
                    <a:pt x="570" y="4842"/>
                    <a:pt x="1" y="6713"/>
                    <a:pt x="1" y="8693"/>
                  </a:cubicBezTo>
                  <a:cubicBezTo>
                    <a:pt x="1" y="10646"/>
                    <a:pt x="570" y="12490"/>
                    <a:pt x="1710" y="14037"/>
                  </a:cubicBezTo>
                  <a:cubicBezTo>
                    <a:pt x="2740" y="15528"/>
                    <a:pt x="4286" y="16613"/>
                    <a:pt x="5941" y="17156"/>
                  </a:cubicBezTo>
                  <a:cubicBezTo>
                    <a:pt x="6402" y="17291"/>
                    <a:pt x="6890" y="17373"/>
                    <a:pt x="7351" y="17373"/>
                  </a:cubicBezTo>
                  <a:cubicBezTo>
                    <a:pt x="7623" y="17373"/>
                    <a:pt x="7894" y="17319"/>
                    <a:pt x="8165" y="17291"/>
                  </a:cubicBezTo>
                  <a:cubicBezTo>
                    <a:pt x="8925" y="17156"/>
                    <a:pt x="9630" y="16830"/>
                    <a:pt x="10199" y="16342"/>
                  </a:cubicBezTo>
                  <a:cubicBezTo>
                    <a:pt x="11067" y="15637"/>
                    <a:pt x="11366" y="14742"/>
                    <a:pt x="11122" y="13765"/>
                  </a:cubicBezTo>
                  <a:cubicBezTo>
                    <a:pt x="10932" y="12924"/>
                    <a:pt x="10443" y="12138"/>
                    <a:pt x="9901" y="11324"/>
                  </a:cubicBezTo>
                  <a:cubicBezTo>
                    <a:pt x="9711" y="11026"/>
                    <a:pt x="9521" y="10755"/>
                    <a:pt x="9358" y="10456"/>
                  </a:cubicBezTo>
                  <a:cubicBezTo>
                    <a:pt x="8708" y="9371"/>
                    <a:pt x="8708" y="7961"/>
                    <a:pt x="9358" y="6876"/>
                  </a:cubicBezTo>
                  <a:cubicBezTo>
                    <a:pt x="9521" y="6578"/>
                    <a:pt x="9738" y="6279"/>
                    <a:pt x="9901" y="6008"/>
                  </a:cubicBezTo>
                  <a:cubicBezTo>
                    <a:pt x="10443" y="5194"/>
                    <a:pt x="10932" y="4408"/>
                    <a:pt x="11122" y="3594"/>
                  </a:cubicBezTo>
                  <a:cubicBezTo>
                    <a:pt x="11366" y="2617"/>
                    <a:pt x="11013" y="1722"/>
                    <a:pt x="10199" y="1017"/>
                  </a:cubicBezTo>
                  <a:cubicBezTo>
                    <a:pt x="9630" y="502"/>
                    <a:pt x="8925" y="203"/>
                    <a:pt x="8165" y="68"/>
                  </a:cubicBezTo>
                  <a:cubicBezTo>
                    <a:pt x="7915" y="21"/>
                    <a:pt x="7661" y="0"/>
                    <a:pt x="74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9"/>
            <p:cNvSpPr/>
            <p:nvPr/>
          </p:nvSpPr>
          <p:spPr>
            <a:xfrm>
              <a:off x="3933050" y="1287025"/>
              <a:ext cx="91575" cy="107825"/>
            </a:xfrm>
            <a:custGeom>
              <a:avLst/>
              <a:gdLst/>
              <a:ahLst/>
              <a:cxnLst/>
              <a:rect l="l" t="t" r="r" b="b"/>
              <a:pathLst>
                <a:path w="3663" h="4313" extrusionOk="0">
                  <a:moveTo>
                    <a:pt x="1818" y="0"/>
                  </a:moveTo>
                  <a:cubicBezTo>
                    <a:pt x="1656" y="0"/>
                    <a:pt x="1493" y="109"/>
                    <a:pt x="1384" y="272"/>
                  </a:cubicBezTo>
                  <a:lnTo>
                    <a:pt x="299" y="2170"/>
                  </a:lnTo>
                  <a:cubicBezTo>
                    <a:pt x="1" y="2713"/>
                    <a:pt x="1" y="3391"/>
                    <a:pt x="299" y="3933"/>
                  </a:cubicBezTo>
                  <a:cubicBezTo>
                    <a:pt x="381" y="4069"/>
                    <a:pt x="462" y="4204"/>
                    <a:pt x="571" y="4313"/>
                  </a:cubicBezTo>
                  <a:lnTo>
                    <a:pt x="3039" y="4313"/>
                  </a:lnTo>
                  <a:cubicBezTo>
                    <a:pt x="3147" y="4204"/>
                    <a:pt x="3256" y="4069"/>
                    <a:pt x="3310" y="3933"/>
                  </a:cubicBezTo>
                  <a:cubicBezTo>
                    <a:pt x="3663" y="3391"/>
                    <a:pt x="3663" y="2713"/>
                    <a:pt x="3364" y="2170"/>
                  </a:cubicBezTo>
                  <a:lnTo>
                    <a:pt x="2279" y="272"/>
                  </a:lnTo>
                  <a:cubicBezTo>
                    <a:pt x="2171" y="109"/>
                    <a:pt x="2008" y="0"/>
                    <a:pt x="18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9"/>
            <p:cNvSpPr/>
            <p:nvPr/>
          </p:nvSpPr>
          <p:spPr>
            <a:xfrm>
              <a:off x="3923575" y="1420600"/>
              <a:ext cx="108525" cy="71900"/>
            </a:xfrm>
            <a:custGeom>
              <a:avLst/>
              <a:gdLst/>
              <a:ahLst/>
              <a:cxnLst/>
              <a:rect l="l" t="t" r="r" b="b"/>
              <a:pathLst>
                <a:path w="4341" h="2876" extrusionOk="0">
                  <a:moveTo>
                    <a:pt x="1221" y="1"/>
                  </a:moveTo>
                  <a:cubicBezTo>
                    <a:pt x="868" y="1"/>
                    <a:pt x="570" y="136"/>
                    <a:pt x="326" y="353"/>
                  </a:cubicBezTo>
                  <a:cubicBezTo>
                    <a:pt x="109" y="597"/>
                    <a:pt x="0" y="950"/>
                    <a:pt x="27" y="1276"/>
                  </a:cubicBezTo>
                  <a:lnTo>
                    <a:pt x="217" y="2876"/>
                  </a:lnTo>
                  <a:lnTo>
                    <a:pt x="4177" y="2876"/>
                  </a:lnTo>
                  <a:lnTo>
                    <a:pt x="4313" y="1276"/>
                  </a:lnTo>
                  <a:cubicBezTo>
                    <a:pt x="4340" y="950"/>
                    <a:pt x="4232" y="597"/>
                    <a:pt x="4015" y="353"/>
                  </a:cubicBezTo>
                  <a:cubicBezTo>
                    <a:pt x="3770" y="136"/>
                    <a:pt x="3445" y="1"/>
                    <a:pt x="3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9"/>
            <p:cNvSpPr/>
            <p:nvPr/>
          </p:nvSpPr>
          <p:spPr>
            <a:xfrm>
              <a:off x="3931025" y="1517575"/>
              <a:ext cx="94950" cy="203450"/>
            </a:xfrm>
            <a:custGeom>
              <a:avLst/>
              <a:gdLst/>
              <a:ahLst/>
              <a:cxnLst/>
              <a:rect l="l" t="t" r="r" b="b"/>
              <a:pathLst>
                <a:path w="3798" h="8138" extrusionOk="0">
                  <a:moveTo>
                    <a:pt x="1" y="0"/>
                  </a:moveTo>
                  <a:lnTo>
                    <a:pt x="652" y="6998"/>
                  </a:lnTo>
                  <a:cubicBezTo>
                    <a:pt x="706" y="7649"/>
                    <a:pt x="1275" y="8138"/>
                    <a:pt x="1899" y="8138"/>
                  </a:cubicBezTo>
                  <a:cubicBezTo>
                    <a:pt x="2550" y="8138"/>
                    <a:pt x="3093" y="7676"/>
                    <a:pt x="3147" y="6998"/>
                  </a:cubicBezTo>
                  <a:lnTo>
                    <a:pt x="37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7" name="Google Shape;1437;p49"/>
          <p:cNvGrpSpPr/>
          <p:nvPr/>
        </p:nvGrpSpPr>
        <p:grpSpPr>
          <a:xfrm>
            <a:off x="3107672" y="2972292"/>
            <a:ext cx="297025" cy="406875"/>
            <a:chOff x="1554300" y="2288575"/>
            <a:chExt cx="297025" cy="406875"/>
          </a:xfrm>
        </p:grpSpPr>
        <p:sp>
          <p:nvSpPr>
            <p:cNvPr id="1438" name="Google Shape;1438;p49"/>
            <p:cNvSpPr/>
            <p:nvPr/>
          </p:nvSpPr>
          <p:spPr>
            <a:xfrm>
              <a:off x="1554300" y="2452675"/>
              <a:ext cx="297025" cy="50875"/>
            </a:xfrm>
            <a:custGeom>
              <a:avLst/>
              <a:gdLst/>
              <a:ahLst/>
              <a:cxnLst/>
              <a:rect l="l" t="t" r="r" b="b"/>
              <a:pathLst>
                <a:path w="11881" h="2035" extrusionOk="0">
                  <a:moveTo>
                    <a:pt x="1031" y="0"/>
                  </a:moveTo>
                  <a:cubicBezTo>
                    <a:pt x="462" y="0"/>
                    <a:pt x="0" y="434"/>
                    <a:pt x="0" y="1031"/>
                  </a:cubicBezTo>
                  <a:cubicBezTo>
                    <a:pt x="0" y="1600"/>
                    <a:pt x="462" y="2034"/>
                    <a:pt x="1031" y="2034"/>
                  </a:cubicBezTo>
                  <a:lnTo>
                    <a:pt x="10850" y="2034"/>
                  </a:lnTo>
                  <a:cubicBezTo>
                    <a:pt x="11447" y="2034"/>
                    <a:pt x="11881" y="1600"/>
                    <a:pt x="11881" y="1031"/>
                  </a:cubicBezTo>
                  <a:cubicBezTo>
                    <a:pt x="11881" y="488"/>
                    <a:pt x="11392" y="0"/>
                    <a:pt x="108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9"/>
            <p:cNvSpPr/>
            <p:nvPr/>
          </p:nvSpPr>
          <p:spPr>
            <a:xfrm>
              <a:off x="1589550" y="2529300"/>
              <a:ext cx="227875" cy="166150"/>
            </a:xfrm>
            <a:custGeom>
              <a:avLst/>
              <a:gdLst/>
              <a:ahLst/>
              <a:cxnLst/>
              <a:rect l="l" t="t" r="r" b="b"/>
              <a:pathLst>
                <a:path w="9115" h="6646" extrusionOk="0">
                  <a:moveTo>
                    <a:pt x="2903" y="1519"/>
                  </a:moveTo>
                  <a:lnTo>
                    <a:pt x="2903" y="2523"/>
                  </a:lnTo>
                  <a:lnTo>
                    <a:pt x="1574" y="2523"/>
                  </a:lnTo>
                  <a:cubicBezTo>
                    <a:pt x="1547" y="2197"/>
                    <a:pt x="1466" y="1845"/>
                    <a:pt x="1438" y="1519"/>
                  </a:cubicBezTo>
                  <a:close/>
                  <a:moveTo>
                    <a:pt x="5182" y="1519"/>
                  </a:moveTo>
                  <a:lnTo>
                    <a:pt x="5182" y="2523"/>
                  </a:lnTo>
                  <a:lnTo>
                    <a:pt x="3934" y="2523"/>
                  </a:lnTo>
                  <a:lnTo>
                    <a:pt x="3934" y="1519"/>
                  </a:lnTo>
                  <a:close/>
                  <a:moveTo>
                    <a:pt x="7623" y="1519"/>
                  </a:moveTo>
                  <a:cubicBezTo>
                    <a:pt x="7596" y="1845"/>
                    <a:pt x="7514" y="2197"/>
                    <a:pt x="7487" y="2523"/>
                  </a:cubicBezTo>
                  <a:lnTo>
                    <a:pt x="6158" y="2523"/>
                  </a:lnTo>
                  <a:lnTo>
                    <a:pt x="6158" y="1519"/>
                  </a:lnTo>
                  <a:close/>
                  <a:moveTo>
                    <a:pt x="2903" y="3553"/>
                  </a:moveTo>
                  <a:lnTo>
                    <a:pt x="2903" y="4557"/>
                  </a:lnTo>
                  <a:lnTo>
                    <a:pt x="1655" y="4557"/>
                  </a:lnTo>
                  <a:lnTo>
                    <a:pt x="1655" y="3933"/>
                  </a:lnTo>
                  <a:lnTo>
                    <a:pt x="1655" y="3553"/>
                  </a:lnTo>
                  <a:close/>
                  <a:moveTo>
                    <a:pt x="5182" y="3553"/>
                  </a:moveTo>
                  <a:lnTo>
                    <a:pt x="5182" y="4557"/>
                  </a:lnTo>
                  <a:lnTo>
                    <a:pt x="3934" y="4557"/>
                  </a:lnTo>
                  <a:lnTo>
                    <a:pt x="3934" y="3553"/>
                  </a:lnTo>
                  <a:close/>
                  <a:moveTo>
                    <a:pt x="7406" y="3553"/>
                  </a:moveTo>
                  <a:lnTo>
                    <a:pt x="7406" y="3906"/>
                  </a:lnTo>
                  <a:lnTo>
                    <a:pt x="7406" y="4557"/>
                  </a:lnTo>
                  <a:lnTo>
                    <a:pt x="6158" y="4557"/>
                  </a:lnTo>
                  <a:lnTo>
                    <a:pt x="6158" y="3553"/>
                  </a:lnTo>
                  <a:close/>
                  <a:moveTo>
                    <a:pt x="1" y="0"/>
                  </a:moveTo>
                  <a:cubicBezTo>
                    <a:pt x="435" y="1248"/>
                    <a:pt x="625" y="2577"/>
                    <a:pt x="625" y="3933"/>
                  </a:cubicBezTo>
                  <a:lnTo>
                    <a:pt x="625" y="6130"/>
                  </a:lnTo>
                  <a:cubicBezTo>
                    <a:pt x="625" y="6401"/>
                    <a:pt x="869" y="6645"/>
                    <a:pt x="1140" y="6645"/>
                  </a:cubicBezTo>
                  <a:cubicBezTo>
                    <a:pt x="1411" y="6645"/>
                    <a:pt x="1655" y="6401"/>
                    <a:pt x="1655" y="6130"/>
                  </a:cubicBezTo>
                  <a:lnTo>
                    <a:pt x="1655" y="5588"/>
                  </a:lnTo>
                  <a:lnTo>
                    <a:pt x="2903" y="5588"/>
                  </a:lnTo>
                  <a:lnTo>
                    <a:pt x="2903" y="6130"/>
                  </a:lnTo>
                  <a:cubicBezTo>
                    <a:pt x="2903" y="6401"/>
                    <a:pt x="3147" y="6645"/>
                    <a:pt x="3418" y="6645"/>
                  </a:cubicBezTo>
                  <a:cubicBezTo>
                    <a:pt x="3690" y="6645"/>
                    <a:pt x="3934" y="6401"/>
                    <a:pt x="3934" y="6130"/>
                  </a:cubicBezTo>
                  <a:lnTo>
                    <a:pt x="3934" y="5588"/>
                  </a:lnTo>
                  <a:lnTo>
                    <a:pt x="5182" y="5588"/>
                  </a:lnTo>
                  <a:lnTo>
                    <a:pt x="5182" y="6130"/>
                  </a:lnTo>
                  <a:cubicBezTo>
                    <a:pt x="5182" y="6401"/>
                    <a:pt x="5399" y="6645"/>
                    <a:pt x="5697" y="6645"/>
                  </a:cubicBezTo>
                  <a:cubicBezTo>
                    <a:pt x="5968" y="6645"/>
                    <a:pt x="6185" y="6401"/>
                    <a:pt x="6185" y="6130"/>
                  </a:cubicBezTo>
                  <a:lnTo>
                    <a:pt x="6185" y="5588"/>
                  </a:lnTo>
                  <a:lnTo>
                    <a:pt x="7433" y="5588"/>
                  </a:lnTo>
                  <a:lnTo>
                    <a:pt x="7433" y="6130"/>
                  </a:lnTo>
                  <a:cubicBezTo>
                    <a:pt x="7433" y="6401"/>
                    <a:pt x="7677" y="6645"/>
                    <a:pt x="7948" y="6645"/>
                  </a:cubicBezTo>
                  <a:cubicBezTo>
                    <a:pt x="8219" y="6645"/>
                    <a:pt x="8464" y="6401"/>
                    <a:pt x="8464" y="6130"/>
                  </a:cubicBezTo>
                  <a:lnTo>
                    <a:pt x="8464" y="3933"/>
                  </a:lnTo>
                  <a:cubicBezTo>
                    <a:pt x="8464" y="2577"/>
                    <a:pt x="8708" y="1248"/>
                    <a:pt x="9115" y="0"/>
                  </a:cubicBezTo>
                  <a:lnTo>
                    <a:pt x="8030" y="0"/>
                  </a:lnTo>
                  <a:cubicBezTo>
                    <a:pt x="7948" y="163"/>
                    <a:pt x="7921" y="326"/>
                    <a:pt x="7867" y="488"/>
                  </a:cubicBezTo>
                  <a:lnTo>
                    <a:pt x="6158" y="488"/>
                  </a:lnTo>
                  <a:lnTo>
                    <a:pt x="6158" y="0"/>
                  </a:lnTo>
                  <a:lnTo>
                    <a:pt x="5154" y="0"/>
                  </a:lnTo>
                  <a:lnTo>
                    <a:pt x="5154" y="488"/>
                  </a:lnTo>
                  <a:lnTo>
                    <a:pt x="3934" y="488"/>
                  </a:lnTo>
                  <a:lnTo>
                    <a:pt x="3934" y="0"/>
                  </a:lnTo>
                  <a:lnTo>
                    <a:pt x="2903" y="0"/>
                  </a:lnTo>
                  <a:lnTo>
                    <a:pt x="2903" y="488"/>
                  </a:lnTo>
                  <a:lnTo>
                    <a:pt x="1221" y="488"/>
                  </a:lnTo>
                  <a:cubicBezTo>
                    <a:pt x="1167" y="326"/>
                    <a:pt x="1113" y="163"/>
                    <a:pt x="10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9"/>
            <p:cNvSpPr/>
            <p:nvPr/>
          </p:nvSpPr>
          <p:spPr>
            <a:xfrm>
              <a:off x="1715000" y="2288575"/>
              <a:ext cx="50900" cy="88175"/>
            </a:xfrm>
            <a:custGeom>
              <a:avLst/>
              <a:gdLst/>
              <a:ahLst/>
              <a:cxnLst/>
              <a:rect l="l" t="t" r="r" b="b"/>
              <a:pathLst>
                <a:path w="2036" h="3527" extrusionOk="0">
                  <a:moveTo>
                    <a:pt x="1" y="0"/>
                  </a:moveTo>
                  <a:lnTo>
                    <a:pt x="1" y="3526"/>
                  </a:lnTo>
                  <a:lnTo>
                    <a:pt x="1032" y="3526"/>
                  </a:lnTo>
                  <a:cubicBezTo>
                    <a:pt x="1140" y="2523"/>
                    <a:pt x="1493" y="1628"/>
                    <a:pt x="1981" y="868"/>
                  </a:cubicBezTo>
                  <a:lnTo>
                    <a:pt x="2035" y="841"/>
                  </a:lnTo>
                  <a:cubicBezTo>
                    <a:pt x="1438" y="407"/>
                    <a:pt x="760" y="82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9"/>
            <p:cNvSpPr/>
            <p:nvPr/>
          </p:nvSpPr>
          <p:spPr>
            <a:xfrm>
              <a:off x="1639050" y="2288575"/>
              <a:ext cx="50900" cy="88175"/>
            </a:xfrm>
            <a:custGeom>
              <a:avLst/>
              <a:gdLst/>
              <a:ahLst/>
              <a:cxnLst/>
              <a:rect l="l" t="t" r="r" b="b"/>
              <a:pathLst>
                <a:path w="2036" h="3527" extrusionOk="0">
                  <a:moveTo>
                    <a:pt x="2035" y="0"/>
                  </a:moveTo>
                  <a:cubicBezTo>
                    <a:pt x="1303" y="82"/>
                    <a:pt x="571" y="407"/>
                    <a:pt x="1" y="841"/>
                  </a:cubicBezTo>
                  <a:lnTo>
                    <a:pt x="28" y="868"/>
                  </a:lnTo>
                  <a:cubicBezTo>
                    <a:pt x="598" y="1628"/>
                    <a:pt x="923" y="2523"/>
                    <a:pt x="1005" y="3526"/>
                  </a:cubicBezTo>
                  <a:lnTo>
                    <a:pt x="2035" y="3526"/>
                  </a:lnTo>
                  <a:lnTo>
                    <a:pt x="2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9"/>
            <p:cNvSpPr/>
            <p:nvPr/>
          </p:nvSpPr>
          <p:spPr>
            <a:xfrm>
              <a:off x="1601775" y="2327900"/>
              <a:ext cx="36625" cy="48850"/>
            </a:xfrm>
            <a:custGeom>
              <a:avLst/>
              <a:gdLst/>
              <a:ahLst/>
              <a:cxnLst/>
              <a:rect l="l" t="t" r="r" b="b"/>
              <a:pathLst>
                <a:path w="1465" h="1954" extrusionOk="0">
                  <a:moveTo>
                    <a:pt x="787" y="0"/>
                  </a:moveTo>
                  <a:cubicBezTo>
                    <a:pt x="380" y="543"/>
                    <a:pt x="81" y="1221"/>
                    <a:pt x="0" y="1953"/>
                  </a:cubicBezTo>
                  <a:lnTo>
                    <a:pt x="1465" y="1953"/>
                  </a:lnTo>
                  <a:cubicBezTo>
                    <a:pt x="1411" y="1221"/>
                    <a:pt x="1166" y="543"/>
                    <a:pt x="7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9"/>
            <p:cNvSpPr/>
            <p:nvPr/>
          </p:nvSpPr>
          <p:spPr>
            <a:xfrm>
              <a:off x="1659400" y="2401800"/>
              <a:ext cx="30550" cy="25800"/>
            </a:xfrm>
            <a:custGeom>
              <a:avLst/>
              <a:gdLst/>
              <a:ahLst/>
              <a:cxnLst/>
              <a:rect l="l" t="t" r="r" b="b"/>
              <a:pathLst>
                <a:path w="1222" h="1032" extrusionOk="0">
                  <a:moveTo>
                    <a:pt x="191" y="1"/>
                  </a:moveTo>
                  <a:cubicBezTo>
                    <a:pt x="136" y="353"/>
                    <a:pt x="109" y="679"/>
                    <a:pt x="1" y="1032"/>
                  </a:cubicBezTo>
                  <a:lnTo>
                    <a:pt x="1221" y="1032"/>
                  </a:lnTo>
                  <a:lnTo>
                    <a:pt x="12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9"/>
            <p:cNvSpPr/>
            <p:nvPr/>
          </p:nvSpPr>
          <p:spPr>
            <a:xfrm>
              <a:off x="1602450" y="2401800"/>
              <a:ext cx="36625" cy="25800"/>
            </a:xfrm>
            <a:custGeom>
              <a:avLst/>
              <a:gdLst/>
              <a:ahLst/>
              <a:cxnLst/>
              <a:rect l="l" t="t" r="r" b="b"/>
              <a:pathLst>
                <a:path w="1465" h="1032" extrusionOk="0">
                  <a:moveTo>
                    <a:pt x="0" y="1"/>
                  </a:moveTo>
                  <a:cubicBezTo>
                    <a:pt x="54" y="353"/>
                    <a:pt x="136" y="706"/>
                    <a:pt x="271" y="1032"/>
                  </a:cubicBezTo>
                  <a:lnTo>
                    <a:pt x="1248" y="1032"/>
                  </a:lnTo>
                  <a:cubicBezTo>
                    <a:pt x="1329" y="706"/>
                    <a:pt x="1411" y="353"/>
                    <a:pt x="14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9"/>
            <p:cNvSpPr/>
            <p:nvPr/>
          </p:nvSpPr>
          <p:spPr>
            <a:xfrm>
              <a:off x="1767225" y="2401800"/>
              <a:ext cx="36650" cy="25800"/>
            </a:xfrm>
            <a:custGeom>
              <a:avLst/>
              <a:gdLst/>
              <a:ahLst/>
              <a:cxnLst/>
              <a:rect l="l" t="t" r="r" b="b"/>
              <a:pathLst>
                <a:path w="1466" h="1032" extrusionOk="0">
                  <a:moveTo>
                    <a:pt x="0" y="1"/>
                  </a:moveTo>
                  <a:cubicBezTo>
                    <a:pt x="27" y="353"/>
                    <a:pt x="109" y="706"/>
                    <a:pt x="244" y="1032"/>
                  </a:cubicBezTo>
                  <a:lnTo>
                    <a:pt x="1194" y="1032"/>
                  </a:lnTo>
                  <a:cubicBezTo>
                    <a:pt x="1329" y="706"/>
                    <a:pt x="1384" y="353"/>
                    <a:pt x="14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9"/>
            <p:cNvSpPr/>
            <p:nvPr/>
          </p:nvSpPr>
          <p:spPr>
            <a:xfrm>
              <a:off x="1767225" y="2327900"/>
              <a:ext cx="36650" cy="48850"/>
            </a:xfrm>
            <a:custGeom>
              <a:avLst/>
              <a:gdLst/>
              <a:ahLst/>
              <a:cxnLst/>
              <a:rect l="l" t="t" r="r" b="b"/>
              <a:pathLst>
                <a:path w="1466" h="1954" extrusionOk="0">
                  <a:moveTo>
                    <a:pt x="678" y="0"/>
                  </a:moveTo>
                  <a:cubicBezTo>
                    <a:pt x="299" y="543"/>
                    <a:pt x="82" y="1221"/>
                    <a:pt x="0" y="1953"/>
                  </a:cubicBezTo>
                  <a:lnTo>
                    <a:pt x="1465" y="1953"/>
                  </a:lnTo>
                  <a:cubicBezTo>
                    <a:pt x="1357" y="1221"/>
                    <a:pt x="1085" y="543"/>
                    <a:pt x="6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9"/>
            <p:cNvSpPr/>
            <p:nvPr/>
          </p:nvSpPr>
          <p:spPr>
            <a:xfrm>
              <a:off x="1715675" y="2401800"/>
              <a:ext cx="30550" cy="25800"/>
            </a:xfrm>
            <a:custGeom>
              <a:avLst/>
              <a:gdLst/>
              <a:ahLst/>
              <a:cxnLst/>
              <a:rect l="l" t="t" r="r" b="b"/>
              <a:pathLst>
                <a:path w="1222" h="1032" extrusionOk="0">
                  <a:moveTo>
                    <a:pt x="1" y="1"/>
                  </a:moveTo>
                  <a:lnTo>
                    <a:pt x="1" y="1032"/>
                  </a:lnTo>
                  <a:lnTo>
                    <a:pt x="1221" y="1032"/>
                  </a:lnTo>
                  <a:cubicBezTo>
                    <a:pt x="1113" y="679"/>
                    <a:pt x="1059" y="353"/>
                    <a:pt x="10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8" name="Google Shape;1448;p49"/>
          <p:cNvGrpSpPr/>
          <p:nvPr/>
        </p:nvGrpSpPr>
        <p:grpSpPr>
          <a:xfrm>
            <a:off x="1811762" y="1261891"/>
            <a:ext cx="433325" cy="434000"/>
            <a:chOff x="-361325" y="4147900"/>
            <a:chExt cx="433325" cy="434000"/>
          </a:xfrm>
        </p:grpSpPr>
        <p:sp>
          <p:nvSpPr>
            <p:cNvPr id="1449" name="Google Shape;1449;p49"/>
            <p:cNvSpPr/>
            <p:nvPr/>
          </p:nvSpPr>
          <p:spPr>
            <a:xfrm>
              <a:off x="-132125" y="4147900"/>
              <a:ext cx="204125" cy="297025"/>
            </a:xfrm>
            <a:custGeom>
              <a:avLst/>
              <a:gdLst/>
              <a:ahLst/>
              <a:cxnLst/>
              <a:rect l="l" t="t" r="r" b="b"/>
              <a:pathLst>
                <a:path w="8165" h="11881" extrusionOk="0">
                  <a:moveTo>
                    <a:pt x="4069" y="2035"/>
                  </a:moveTo>
                  <a:cubicBezTo>
                    <a:pt x="4340" y="2035"/>
                    <a:pt x="4557" y="2279"/>
                    <a:pt x="4557" y="2550"/>
                  </a:cubicBezTo>
                  <a:lnTo>
                    <a:pt x="4557" y="3391"/>
                  </a:lnTo>
                  <a:lnTo>
                    <a:pt x="6266" y="3391"/>
                  </a:lnTo>
                  <a:cubicBezTo>
                    <a:pt x="6537" y="3391"/>
                    <a:pt x="6781" y="3635"/>
                    <a:pt x="6781" y="3906"/>
                  </a:cubicBezTo>
                  <a:cubicBezTo>
                    <a:pt x="6781" y="4178"/>
                    <a:pt x="6537" y="4422"/>
                    <a:pt x="6266" y="4422"/>
                  </a:cubicBezTo>
                  <a:lnTo>
                    <a:pt x="5886" y="4422"/>
                  </a:lnTo>
                  <a:cubicBezTo>
                    <a:pt x="5778" y="5235"/>
                    <a:pt x="5425" y="5941"/>
                    <a:pt x="4910" y="6510"/>
                  </a:cubicBezTo>
                  <a:cubicBezTo>
                    <a:pt x="5290" y="6673"/>
                    <a:pt x="5696" y="6782"/>
                    <a:pt x="6103" y="6782"/>
                  </a:cubicBezTo>
                  <a:cubicBezTo>
                    <a:pt x="6374" y="6782"/>
                    <a:pt x="6591" y="7026"/>
                    <a:pt x="6591" y="7297"/>
                  </a:cubicBezTo>
                  <a:cubicBezTo>
                    <a:pt x="6591" y="7568"/>
                    <a:pt x="6374" y="7812"/>
                    <a:pt x="6103" y="7812"/>
                  </a:cubicBezTo>
                  <a:cubicBezTo>
                    <a:pt x="5344" y="7812"/>
                    <a:pt x="4639" y="7595"/>
                    <a:pt x="4069" y="7216"/>
                  </a:cubicBezTo>
                  <a:cubicBezTo>
                    <a:pt x="3472" y="7595"/>
                    <a:pt x="2767" y="7812"/>
                    <a:pt x="2035" y="7812"/>
                  </a:cubicBezTo>
                  <a:cubicBezTo>
                    <a:pt x="1763" y="7812"/>
                    <a:pt x="1519" y="7568"/>
                    <a:pt x="1519" y="7297"/>
                  </a:cubicBezTo>
                  <a:cubicBezTo>
                    <a:pt x="1519" y="7026"/>
                    <a:pt x="1763" y="6782"/>
                    <a:pt x="2035" y="6782"/>
                  </a:cubicBezTo>
                  <a:cubicBezTo>
                    <a:pt x="2442" y="6782"/>
                    <a:pt x="2848" y="6673"/>
                    <a:pt x="3201" y="6510"/>
                  </a:cubicBezTo>
                  <a:cubicBezTo>
                    <a:pt x="2713" y="5941"/>
                    <a:pt x="2333" y="5181"/>
                    <a:pt x="2225" y="4422"/>
                  </a:cubicBezTo>
                  <a:lnTo>
                    <a:pt x="1845" y="4422"/>
                  </a:lnTo>
                  <a:cubicBezTo>
                    <a:pt x="1574" y="4422"/>
                    <a:pt x="1357" y="4178"/>
                    <a:pt x="1357" y="3906"/>
                  </a:cubicBezTo>
                  <a:cubicBezTo>
                    <a:pt x="1357" y="3635"/>
                    <a:pt x="1574" y="3391"/>
                    <a:pt x="1845" y="3391"/>
                  </a:cubicBezTo>
                  <a:lnTo>
                    <a:pt x="3554" y="3391"/>
                  </a:lnTo>
                  <a:lnTo>
                    <a:pt x="3554" y="2550"/>
                  </a:lnTo>
                  <a:cubicBezTo>
                    <a:pt x="3554" y="2279"/>
                    <a:pt x="3798" y="2035"/>
                    <a:pt x="4069" y="2035"/>
                  </a:cubicBezTo>
                  <a:close/>
                  <a:moveTo>
                    <a:pt x="489" y="1"/>
                  </a:moveTo>
                  <a:cubicBezTo>
                    <a:pt x="217" y="1"/>
                    <a:pt x="0" y="245"/>
                    <a:pt x="0" y="516"/>
                  </a:cubicBezTo>
                  <a:lnTo>
                    <a:pt x="0" y="9331"/>
                  </a:lnTo>
                  <a:cubicBezTo>
                    <a:pt x="0" y="9602"/>
                    <a:pt x="217" y="9847"/>
                    <a:pt x="489" y="9847"/>
                  </a:cubicBezTo>
                  <a:lnTo>
                    <a:pt x="5371" y="9847"/>
                  </a:lnTo>
                  <a:lnTo>
                    <a:pt x="7270" y="11745"/>
                  </a:lnTo>
                  <a:cubicBezTo>
                    <a:pt x="7378" y="11827"/>
                    <a:pt x="7514" y="11881"/>
                    <a:pt x="7649" y="11881"/>
                  </a:cubicBezTo>
                  <a:cubicBezTo>
                    <a:pt x="7731" y="11881"/>
                    <a:pt x="7785" y="11881"/>
                    <a:pt x="7866" y="11827"/>
                  </a:cubicBezTo>
                  <a:cubicBezTo>
                    <a:pt x="8056" y="11772"/>
                    <a:pt x="8165" y="11555"/>
                    <a:pt x="8165" y="11365"/>
                  </a:cubicBezTo>
                  <a:lnTo>
                    <a:pt x="8165" y="516"/>
                  </a:lnTo>
                  <a:cubicBezTo>
                    <a:pt x="8138" y="218"/>
                    <a:pt x="7893" y="1"/>
                    <a:pt x="76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9"/>
            <p:cNvSpPr/>
            <p:nvPr/>
          </p:nvSpPr>
          <p:spPr>
            <a:xfrm>
              <a:off x="-50075" y="4258425"/>
              <a:ext cx="40025" cy="38000"/>
            </a:xfrm>
            <a:custGeom>
              <a:avLst/>
              <a:gdLst/>
              <a:ahLst/>
              <a:cxnLst/>
              <a:rect l="l" t="t" r="r" b="b"/>
              <a:pathLst>
                <a:path w="1601" h="1520" extrusionOk="0">
                  <a:moveTo>
                    <a:pt x="0" y="1"/>
                  </a:moveTo>
                  <a:cubicBezTo>
                    <a:pt x="82" y="570"/>
                    <a:pt x="380" y="1113"/>
                    <a:pt x="787" y="1520"/>
                  </a:cubicBezTo>
                  <a:cubicBezTo>
                    <a:pt x="1194" y="1113"/>
                    <a:pt x="1492" y="570"/>
                    <a:pt x="1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9"/>
            <p:cNvSpPr/>
            <p:nvPr/>
          </p:nvSpPr>
          <p:spPr>
            <a:xfrm>
              <a:off x="-277250" y="4379125"/>
              <a:ext cx="34625" cy="46150"/>
            </a:xfrm>
            <a:custGeom>
              <a:avLst/>
              <a:gdLst/>
              <a:ahLst/>
              <a:cxnLst/>
              <a:rect l="l" t="t" r="r" b="b"/>
              <a:pathLst>
                <a:path w="1385" h="1846" extrusionOk="0">
                  <a:moveTo>
                    <a:pt x="706" y="1"/>
                  </a:moveTo>
                  <a:lnTo>
                    <a:pt x="1" y="1845"/>
                  </a:lnTo>
                  <a:lnTo>
                    <a:pt x="1384" y="1845"/>
                  </a:lnTo>
                  <a:lnTo>
                    <a:pt x="7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9"/>
            <p:cNvSpPr/>
            <p:nvPr/>
          </p:nvSpPr>
          <p:spPr>
            <a:xfrm>
              <a:off x="-361325" y="4285550"/>
              <a:ext cx="204125" cy="296350"/>
            </a:xfrm>
            <a:custGeom>
              <a:avLst/>
              <a:gdLst/>
              <a:ahLst/>
              <a:cxnLst/>
              <a:rect l="l" t="t" r="r" b="b"/>
              <a:pathLst>
                <a:path w="8165" h="11854" extrusionOk="0">
                  <a:moveTo>
                    <a:pt x="4096" y="2062"/>
                  </a:moveTo>
                  <a:cubicBezTo>
                    <a:pt x="4340" y="2062"/>
                    <a:pt x="4584" y="2198"/>
                    <a:pt x="4693" y="2442"/>
                  </a:cubicBezTo>
                  <a:lnTo>
                    <a:pt x="6456" y="7107"/>
                  </a:lnTo>
                  <a:cubicBezTo>
                    <a:pt x="6510" y="7351"/>
                    <a:pt x="6375" y="7650"/>
                    <a:pt x="6103" y="7758"/>
                  </a:cubicBezTo>
                  <a:cubicBezTo>
                    <a:pt x="6049" y="7785"/>
                    <a:pt x="5968" y="7785"/>
                    <a:pt x="5941" y="7785"/>
                  </a:cubicBezTo>
                  <a:cubicBezTo>
                    <a:pt x="5724" y="7785"/>
                    <a:pt x="5534" y="7650"/>
                    <a:pt x="5452" y="7460"/>
                  </a:cubicBezTo>
                  <a:lnTo>
                    <a:pt x="5154" y="6592"/>
                  </a:lnTo>
                  <a:lnTo>
                    <a:pt x="2984" y="6592"/>
                  </a:lnTo>
                  <a:lnTo>
                    <a:pt x="2686" y="7460"/>
                  </a:lnTo>
                  <a:cubicBezTo>
                    <a:pt x="2603" y="7667"/>
                    <a:pt x="2408" y="7796"/>
                    <a:pt x="2212" y="7796"/>
                  </a:cubicBezTo>
                  <a:cubicBezTo>
                    <a:pt x="2152" y="7796"/>
                    <a:pt x="2092" y="7784"/>
                    <a:pt x="2035" y="7758"/>
                  </a:cubicBezTo>
                  <a:cubicBezTo>
                    <a:pt x="1764" y="7650"/>
                    <a:pt x="1628" y="7351"/>
                    <a:pt x="1736" y="7107"/>
                  </a:cubicBezTo>
                  <a:lnTo>
                    <a:pt x="3527" y="2442"/>
                  </a:lnTo>
                  <a:cubicBezTo>
                    <a:pt x="3635" y="2198"/>
                    <a:pt x="3825" y="2062"/>
                    <a:pt x="4096" y="2062"/>
                  </a:cubicBezTo>
                  <a:close/>
                  <a:moveTo>
                    <a:pt x="516" y="1"/>
                  </a:moveTo>
                  <a:cubicBezTo>
                    <a:pt x="245" y="1"/>
                    <a:pt x="0" y="218"/>
                    <a:pt x="0" y="489"/>
                  </a:cubicBezTo>
                  <a:lnTo>
                    <a:pt x="0" y="11338"/>
                  </a:lnTo>
                  <a:cubicBezTo>
                    <a:pt x="0" y="11555"/>
                    <a:pt x="136" y="11745"/>
                    <a:pt x="299" y="11827"/>
                  </a:cubicBezTo>
                  <a:cubicBezTo>
                    <a:pt x="380" y="11854"/>
                    <a:pt x="462" y="11854"/>
                    <a:pt x="516" y="11854"/>
                  </a:cubicBezTo>
                  <a:cubicBezTo>
                    <a:pt x="651" y="11854"/>
                    <a:pt x="787" y="11800"/>
                    <a:pt x="896" y="11718"/>
                  </a:cubicBezTo>
                  <a:lnTo>
                    <a:pt x="2794" y="9820"/>
                  </a:lnTo>
                  <a:lnTo>
                    <a:pt x="7677" y="9820"/>
                  </a:lnTo>
                  <a:cubicBezTo>
                    <a:pt x="7948" y="9820"/>
                    <a:pt x="8165" y="9575"/>
                    <a:pt x="8165" y="9304"/>
                  </a:cubicBezTo>
                  <a:lnTo>
                    <a:pt x="8165" y="489"/>
                  </a:lnTo>
                  <a:cubicBezTo>
                    <a:pt x="8138" y="191"/>
                    <a:pt x="7894" y="1"/>
                    <a:pt x="76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1" name="Google Shape;1461;p49"/>
          <p:cNvSpPr/>
          <p:nvPr/>
        </p:nvSpPr>
        <p:spPr>
          <a:xfrm>
            <a:off x="347875" y="-1408480"/>
            <a:ext cx="9144000" cy="2460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0" name="Google Shape;1640;p55"/>
          <p:cNvGrpSpPr/>
          <p:nvPr/>
        </p:nvGrpSpPr>
        <p:grpSpPr>
          <a:xfrm>
            <a:off x="7403300" y="2763681"/>
            <a:ext cx="1034975" cy="380725"/>
            <a:chOff x="713225" y="4249875"/>
            <a:chExt cx="1034975" cy="380725"/>
          </a:xfrm>
        </p:grpSpPr>
        <p:grpSp>
          <p:nvGrpSpPr>
            <p:cNvPr id="1641" name="Google Shape;1641;p55"/>
            <p:cNvGrpSpPr/>
            <p:nvPr/>
          </p:nvGrpSpPr>
          <p:grpSpPr>
            <a:xfrm>
              <a:off x="713225" y="4577400"/>
              <a:ext cx="1034975" cy="53200"/>
              <a:chOff x="713225" y="4577400"/>
              <a:chExt cx="1034975" cy="53200"/>
            </a:xfrm>
          </p:grpSpPr>
          <p:sp>
            <p:nvSpPr>
              <p:cNvPr id="1642" name="Google Shape;1642;p55"/>
              <p:cNvSpPr/>
              <p:nvPr/>
            </p:nvSpPr>
            <p:spPr>
              <a:xfrm>
                <a:off x="1695000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87" y="0"/>
                      <a:pt x="0" y="487"/>
                      <a:pt x="0" y="1064"/>
                    </a:cubicBezTo>
                    <a:cubicBezTo>
                      <a:pt x="0" y="1672"/>
                      <a:pt x="487" y="2128"/>
                      <a:pt x="1064" y="2128"/>
                    </a:cubicBezTo>
                    <a:cubicBezTo>
                      <a:pt x="1672" y="2128"/>
                      <a:pt x="2128" y="1672"/>
                      <a:pt x="2128" y="1064"/>
                    </a:cubicBezTo>
                    <a:cubicBezTo>
                      <a:pt x="2128" y="487"/>
                      <a:pt x="167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55"/>
              <p:cNvSpPr/>
              <p:nvPr/>
            </p:nvSpPr>
            <p:spPr>
              <a:xfrm>
                <a:off x="1564300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55"/>
              <p:cNvSpPr/>
              <p:nvPr/>
            </p:nvSpPr>
            <p:spPr>
              <a:xfrm>
                <a:off x="140622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5" y="0"/>
                    </a:moveTo>
                    <a:cubicBezTo>
                      <a:pt x="487" y="0"/>
                      <a:pt x="1" y="487"/>
                      <a:pt x="1" y="1064"/>
                    </a:cubicBezTo>
                    <a:cubicBezTo>
                      <a:pt x="1" y="1672"/>
                      <a:pt x="487" y="2128"/>
                      <a:pt x="1065" y="2128"/>
                    </a:cubicBezTo>
                    <a:cubicBezTo>
                      <a:pt x="1673" y="2128"/>
                      <a:pt x="2129" y="1672"/>
                      <a:pt x="2129" y="1064"/>
                    </a:cubicBezTo>
                    <a:cubicBezTo>
                      <a:pt x="2129" y="487"/>
                      <a:pt x="1673" y="0"/>
                      <a:pt x="10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55"/>
              <p:cNvSpPr/>
              <p:nvPr/>
            </p:nvSpPr>
            <p:spPr>
              <a:xfrm>
                <a:off x="127477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55"/>
              <p:cNvSpPr/>
              <p:nvPr/>
            </p:nvSpPr>
            <p:spPr>
              <a:xfrm>
                <a:off x="1126600" y="4577400"/>
                <a:ext cx="5245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098" y="1672"/>
                      <a:pt x="2098" y="1064"/>
                    </a:cubicBezTo>
                    <a:cubicBezTo>
                      <a:pt x="209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55"/>
              <p:cNvSpPr/>
              <p:nvPr/>
            </p:nvSpPr>
            <p:spPr>
              <a:xfrm>
                <a:off x="994375" y="4577400"/>
                <a:ext cx="53225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2" y="2128"/>
                      <a:pt x="2128" y="1672"/>
                      <a:pt x="2128" y="1064"/>
                    </a:cubicBezTo>
                    <a:cubicBezTo>
                      <a:pt x="2128" y="487"/>
                      <a:pt x="164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55"/>
              <p:cNvSpPr/>
              <p:nvPr/>
            </p:nvSpPr>
            <p:spPr>
              <a:xfrm>
                <a:off x="843925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86" y="0"/>
                      <a:pt x="0" y="487"/>
                      <a:pt x="0" y="1064"/>
                    </a:cubicBezTo>
                    <a:cubicBezTo>
                      <a:pt x="0" y="1672"/>
                      <a:pt x="486" y="2128"/>
                      <a:pt x="1064" y="2128"/>
                    </a:cubicBezTo>
                    <a:cubicBezTo>
                      <a:pt x="1672" y="2128"/>
                      <a:pt x="2128" y="1672"/>
                      <a:pt x="2128" y="1064"/>
                    </a:cubicBezTo>
                    <a:cubicBezTo>
                      <a:pt x="2128" y="487"/>
                      <a:pt x="1672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55"/>
              <p:cNvSpPr/>
              <p:nvPr/>
            </p:nvSpPr>
            <p:spPr>
              <a:xfrm>
                <a:off x="713225" y="4577400"/>
                <a:ext cx="532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8" extrusionOk="0">
                    <a:moveTo>
                      <a:pt x="1064" y="0"/>
                    </a:moveTo>
                    <a:cubicBezTo>
                      <a:pt x="456" y="0"/>
                      <a:pt x="0" y="487"/>
                      <a:pt x="0" y="1064"/>
                    </a:cubicBezTo>
                    <a:cubicBezTo>
                      <a:pt x="0" y="1672"/>
                      <a:pt x="456" y="2128"/>
                      <a:pt x="1064" y="2128"/>
                    </a:cubicBezTo>
                    <a:cubicBezTo>
                      <a:pt x="1641" y="2128"/>
                      <a:pt x="2128" y="1672"/>
                      <a:pt x="2128" y="1064"/>
                    </a:cubicBezTo>
                    <a:cubicBezTo>
                      <a:pt x="2128" y="487"/>
                      <a:pt x="1641" y="0"/>
                      <a:pt x="10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0" name="Google Shape;1650;p55"/>
            <p:cNvGrpSpPr/>
            <p:nvPr/>
          </p:nvGrpSpPr>
          <p:grpSpPr>
            <a:xfrm>
              <a:off x="713225" y="4468725"/>
              <a:ext cx="1034975" cy="53225"/>
              <a:chOff x="713225" y="4468725"/>
              <a:chExt cx="1034975" cy="53225"/>
            </a:xfrm>
          </p:grpSpPr>
          <p:sp>
            <p:nvSpPr>
              <p:cNvPr id="1651" name="Google Shape;1651;p55"/>
              <p:cNvSpPr/>
              <p:nvPr/>
            </p:nvSpPr>
            <p:spPr>
              <a:xfrm>
                <a:off x="1695000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5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55"/>
              <p:cNvSpPr/>
              <p:nvPr/>
            </p:nvSpPr>
            <p:spPr>
              <a:xfrm>
                <a:off x="1564300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55"/>
              <p:cNvSpPr/>
              <p:nvPr/>
            </p:nvSpPr>
            <p:spPr>
              <a:xfrm>
                <a:off x="140622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5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5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55"/>
              <p:cNvSpPr/>
              <p:nvPr/>
            </p:nvSpPr>
            <p:spPr>
              <a:xfrm>
                <a:off x="127477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55"/>
              <p:cNvSpPr/>
              <p:nvPr/>
            </p:nvSpPr>
            <p:spPr>
              <a:xfrm>
                <a:off x="1126600" y="4468725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55"/>
              <p:cNvSpPr/>
              <p:nvPr/>
            </p:nvSpPr>
            <p:spPr>
              <a:xfrm>
                <a:off x="994375" y="446872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55"/>
              <p:cNvSpPr/>
              <p:nvPr/>
            </p:nvSpPr>
            <p:spPr>
              <a:xfrm>
                <a:off x="843925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5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55"/>
              <p:cNvSpPr/>
              <p:nvPr/>
            </p:nvSpPr>
            <p:spPr>
              <a:xfrm>
                <a:off x="713225" y="446872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5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9" name="Google Shape;1659;p55"/>
            <p:cNvGrpSpPr/>
            <p:nvPr/>
          </p:nvGrpSpPr>
          <p:grpSpPr>
            <a:xfrm>
              <a:off x="713225" y="4359300"/>
              <a:ext cx="1034975" cy="53225"/>
              <a:chOff x="713225" y="4359300"/>
              <a:chExt cx="1034975" cy="53225"/>
            </a:xfrm>
          </p:grpSpPr>
          <p:sp>
            <p:nvSpPr>
              <p:cNvPr id="1660" name="Google Shape;1660;p55"/>
              <p:cNvSpPr/>
              <p:nvPr/>
            </p:nvSpPr>
            <p:spPr>
              <a:xfrm>
                <a:off x="1695000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5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55"/>
              <p:cNvSpPr/>
              <p:nvPr/>
            </p:nvSpPr>
            <p:spPr>
              <a:xfrm>
                <a:off x="1564300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55"/>
              <p:cNvSpPr/>
              <p:nvPr/>
            </p:nvSpPr>
            <p:spPr>
              <a:xfrm>
                <a:off x="140622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5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5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55"/>
              <p:cNvSpPr/>
              <p:nvPr/>
            </p:nvSpPr>
            <p:spPr>
              <a:xfrm>
                <a:off x="127477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55"/>
              <p:cNvSpPr/>
              <p:nvPr/>
            </p:nvSpPr>
            <p:spPr>
              <a:xfrm>
                <a:off x="1126600" y="4359300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55"/>
              <p:cNvSpPr/>
              <p:nvPr/>
            </p:nvSpPr>
            <p:spPr>
              <a:xfrm>
                <a:off x="994375" y="4359300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5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55"/>
              <p:cNvSpPr/>
              <p:nvPr/>
            </p:nvSpPr>
            <p:spPr>
              <a:xfrm>
                <a:off x="843925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5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5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55"/>
              <p:cNvSpPr/>
              <p:nvPr/>
            </p:nvSpPr>
            <p:spPr>
              <a:xfrm>
                <a:off x="713225" y="4359300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5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5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8" name="Google Shape;1668;p55"/>
            <p:cNvGrpSpPr/>
            <p:nvPr/>
          </p:nvGrpSpPr>
          <p:grpSpPr>
            <a:xfrm>
              <a:off x="713225" y="4249875"/>
              <a:ext cx="1034975" cy="53225"/>
              <a:chOff x="713225" y="4249875"/>
              <a:chExt cx="1034975" cy="53225"/>
            </a:xfrm>
          </p:grpSpPr>
          <p:sp>
            <p:nvSpPr>
              <p:cNvPr id="1669" name="Google Shape;1669;p55"/>
              <p:cNvSpPr/>
              <p:nvPr/>
            </p:nvSpPr>
            <p:spPr>
              <a:xfrm>
                <a:off x="1695000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7" y="1"/>
                      <a:pt x="0" y="487"/>
                      <a:pt x="0" y="1065"/>
                    </a:cubicBezTo>
                    <a:cubicBezTo>
                      <a:pt x="0" y="1642"/>
                      <a:pt x="487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8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55"/>
              <p:cNvSpPr/>
              <p:nvPr/>
            </p:nvSpPr>
            <p:spPr>
              <a:xfrm>
                <a:off x="1564300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55"/>
              <p:cNvSpPr/>
              <p:nvPr/>
            </p:nvSpPr>
            <p:spPr>
              <a:xfrm>
                <a:off x="140622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5" y="1"/>
                    </a:moveTo>
                    <a:cubicBezTo>
                      <a:pt x="487" y="1"/>
                      <a:pt x="1" y="487"/>
                      <a:pt x="1" y="1065"/>
                    </a:cubicBezTo>
                    <a:cubicBezTo>
                      <a:pt x="1" y="1642"/>
                      <a:pt x="487" y="2128"/>
                      <a:pt x="1065" y="2128"/>
                    </a:cubicBezTo>
                    <a:cubicBezTo>
                      <a:pt x="1673" y="2128"/>
                      <a:pt x="2129" y="1642"/>
                      <a:pt x="2129" y="1065"/>
                    </a:cubicBezTo>
                    <a:cubicBezTo>
                      <a:pt x="2129" y="487"/>
                      <a:pt x="1673" y="1"/>
                      <a:pt x="10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55"/>
              <p:cNvSpPr/>
              <p:nvPr/>
            </p:nvSpPr>
            <p:spPr>
              <a:xfrm>
                <a:off x="127477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55"/>
              <p:cNvSpPr/>
              <p:nvPr/>
            </p:nvSpPr>
            <p:spPr>
              <a:xfrm>
                <a:off x="1126600" y="4249875"/>
                <a:ext cx="524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098" y="1642"/>
                      <a:pt x="2098" y="1065"/>
                    </a:cubicBezTo>
                    <a:cubicBezTo>
                      <a:pt x="209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55"/>
              <p:cNvSpPr/>
              <p:nvPr/>
            </p:nvSpPr>
            <p:spPr>
              <a:xfrm>
                <a:off x="994375" y="4249875"/>
                <a:ext cx="53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9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2" y="2128"/>
                      <a:pt x="2128" y="1642"/>
                      <a:pt x="2128" y="1065"/>
                    </a:cubicBezTo>
                    <a:cubicBezTo>
                      <a:pt x="2128" y="487"/>
                      <a:pt x="164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55"/>
              <p:cNvSpPr/>
              <p:nvPr/>
            </p:nvSpPr>
            <p:spPr>
              <a:xfrm>
                <a:off x="843925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86" y="1"/>
                      <a:pt x="0" y="487"/>
                      <a:pt x="0" y="1065"/>
                    </a:cubicBezTo>
                    <a:cubicBezTo>
                      <a:pt x="0" y="1642"/>
                      <a:pt x="486" y="2128"/>
                      <a:pt x="1064" y="2128"/>
                    </a:cubicBezTo>
                    <a:cubicBezTo>
                      <a:pt x="1672" y="2128"/>
                      <a:pt x="2128" y="1642"/>
                      <a:pt x="2128" y="1065"/>
                    </a:cubicBezTo>
                    <a:cubicBezTo>
                      <a:pt x="2128" y="487"/>
                      <a:pt x="1672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55"/>
              <p:cNvSpPr/>
              <p:nvPr/>
            </p:nvSpPr>
            <p:spPr>
              <a:xfrm>
                <a:off x="713225" y="4249875"/>
                <a:ext cx="5320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129" extrusionOk="0">
                    <a:moveTo>
                      <a:pt x="1064" y="1"/>
                    </a:moveTo>
                    <a:cubicBezTo>
                      <a:pt x="456" y="1"/>
                      <a:pt x="0" y="487"/>
                      <a:pt x="0" y="1065"/>
                    </a:cubicBezTo>
                    <a:cubicBezTo>
                      <a:pt x="0" y="1642"/>
                      <a:pt x="456" y="2128"/>
                      <a:pt x="1064" y="2128"/>
                    </a:cubicBezTo>
                    <a:cubicBezTo>
                      <a:pt x="1641" y="2128"/>
                      <a:pt x="2128" y="1642"/>
                      <a:pt x="2128" y="1065"/>
                    </a:cubicBezTo>
                    <a:cubicBezTo>
                      <a:pt x="2128" y="487"/>
                      <a:pt x="1641" y="1"/>
                      <a:pt x="10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48C42EB-32DE-4757-DA62-271A898D0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3" y="-31045"/>
            <a:ext cx="2825126" cy="2736446"/>
          </a:xfrm>
          <a:prstGeom prst="flowChartConnector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351A57-DB1B-4392-731B-22A062707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0" y="2434566"/>
            <a:ext cx="2658849" cy="2572274"/>
          </a:xfrm>
          <a:prstGeom prst="flowChartConnector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9CC426-27A2-2C93-8E99-6C2ABACFA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6496" y="35015"/>
            <a:ext cx="2838504" cy="2781891"/>
          </a:xfrm>
          <a:prstGeom prst="flowChartConnector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A933EF-FA8B-A2EF-98DB-F65DA362D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436" y="2300516"/>
            <a:ext cx="2838503" cy="2667644"/>
          </a:xfrm>
          <a:prstGeom prst="flowChartConnector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2A1D894-AB07-6982-A298-815076280E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270" y="1920125"/>
            <a:ext cx="2915844" cy="2886861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65"/>
          <p:cNvSpPr txBox="1">
            <a:spLocks noGrp="1"/>
          </p:cNvSpPr>
          <p:nvPr>
            <p:ph type="title"/>
          </p:nvPr>
        </p:nvSpPr>
        <p:spPr>
          <a:xfrm>
            <a:off x="2701630" y="1734092"/>
            <a:ext cx="3657600" cy="6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grpSp>
        <p:nvGrpSpPr>
          <p:cNvPr id="2033" name="Google Shape;2033;p65"/>
          <p:cNvGrpSpPr/>
          <p:nvPr/>
        </p:nvGrpSpPr>
        <p:grpSpPr>
          <a:xfrm>
            <a:off x="1295313" y="539504"/>
            <a:ext cx="1764065" cy="2802431"/>
            <a:chOff x="713225" y="850150"/>
            <a:chExt cx="2340850" cy="3718725"/>
          </a:xfrm>
        </p:grpSpPr>
        <p:sp>
          <p:nvSpPr>
            <p:cNvPr id="2034" name="Google Shape;2034;p65"/>
            <p:cNvSpPr/>
            <p:nvPr/>
          </p:nvSpPr>
          <p:spPr>
            <a:xfrm>
              <a:off x="713225" y="850150"/>
              <a:ext cx="652150" cy="975050"/>
            </a:xfrm>
            <a:custGeom>
              <a:avLst/>
              <a:gdLst/>
              <a:ahLst/>
              <a:cxnLst/>
              <a:rect l="l" t="t" r="r" b="b"/>
              <a:pathLst>
                <a:path w="26086" h="39002" extrusionOk="0">
                  <a:moveTo>
                    <a:pt x="6279" y="0"/>
                  </a:moveTo>
                  <a:cubicBezTo>
                    <a:pt x="5593" y="0"/>
                    <a:pt x="5070" y="540"/>
                    <a:pt x="5070" y="540"/>
                  </a:cubicBezTo>
                  <a:cubicBezTo>
                    <a:pt x="4725" y="267"/>
                    <a:pt x="4419" y="168"/>
                    <a:pt x="4156" y="168"/>
                  </a:cubicBezTo>
                  <a:cubicBezTo>
                    <a:pt x="3457" y="168"/>
                    <a:pt x="3069" y="874"/>
                    <a:pt x="3069" y="874"/>
                  </a:cubicBezTo>
                  <a:cubicBezTo>
                    <a:pt x="2953" y="803"/>
                    <a:pt x="2821" y="774"/>
                    <a:pt x="2683" y="774"/>
                  </a:cubicBezTo>
                  <a:cubicBezTo>
                    <a:pt x="2108" y="774"/>
                    <a:pt x="1434" y="1274"/>
                    <a:pt x="1434" y="1274"/>
                  </a:cubicBezTo>
                  <a:cubicBezTo>
                    <a:pt x="1331" y="1216"/>
                    <a:pt x="1226" y="1191"/>
                    <a:pt x="1121" y="1191"/>
                  </a:cubicBezTo>
                  <a:cubicBezTo>
                    <a:pt x="685" y="1191"/>
                    <a:pt x="268" y="1638"/>
                    <a:pt x="134" y="2041"/>
                  </a:cubicBezTo>
                  <a:cubicBezTo>
                    <a:pt x="0" y="2608"/>
                    <a:pt x="734" y="6978"/>
                    <a:pt x="1101" y="7479"/>
                  </a:cubicBezTo>
                  <a:cubicBezTo>
                    <a:pt x="1334" y="7812"/>
                    <a:pt x="1968" y="8146"/>
                    <a:pt x="2302" y="8279"/>
                  </a:cubicBezTo>
                  <a:cubicBezTo>
                    <a:pt x="2302" y="8346"/>
                    <a:pt x="2335" y="8479"/>
                    <a:pt x="2402" y="8679"/>
                  </a:cubicBezTo>
                  <a:cubicBezTo>
                    <a:pt x="2969" y="11281"/>
                    <a:pt x="5671" y="22656"/>
                    <a:pt x="7339" y="26125"/>
                  </a:cubicBezTo>
                  <a:cubicBezTo>
                    <a:pt x="7505" y="26492"/>
                    <a:pt x="7672" y="26792"/>
                    <a:pt x="7839" y="26959"/>
                  </a:cubicBezTo>
                  <a:cubicBezTo>
                    <a:pt x="9607" y="28861"/>
                    <a:pt x="16178" y="36800"/>
                    <a:pt x="24618" y="39001"/>
                  </a:cubicBezTo>
                  <a:cubicBezTo>
                    <a:pt x="24651" y="39001"/>
                    <a:pt x="26085" y="35599"/>
                    <a:pt x="23584" y="30295"/>
                  </a:cubicBezTo>
                  <a:cubicBezTo>
                    <a:pt x="23584" y="30295"/>
                    <a:pt x="18747" y="26159"/>
                    <a:pt x="14244" y="23957"/>
                  </a:cubicBezTo>
                  <a:cubicBezTo>
                    <a:pt x="14244" y="23957"/>
                    <a:pt x="12109" y="18086"/>
                    <a:pt x="9807" y="14350"/>
                  </a:cubicBezTo>
                  <a:cubicBezTo>
                    <a:pt x="8306" y="11982"/>
                    <a:pt x="7639" y="9246"/>
                    <a:pt x="7339" y="7579"/>
                  </a:cubicBezTo>
                  <a:lnTo>
                    <a:pt x="7239" y="7278"/>
                  </a:lnTo>
                  <a:cubicBezTo>
                    <a:pt x="7272" y="7178"/>
                    <a:pt x="7305" y="7012"/>
                    <a:pt x="7305" y="6878"/>
                  </a:cubicBezTo>
                  <a:cubicBezTo>
                    <a:pt x="7439" y="6778"/>
                    <a:pt x="8273" y="5844"/>
                    <a:pt x="8439" y="5144"/>
                  </a:cubicBezTo>
                  <a:cubicBezTo>
                    <a:pt x="8573" y="4777"/>
                    <a:pt x="8139" y="4443"/>
                    <a:pt x="7672" y="4143"/>
                  </a:cubicBezTo>
                  <a:cubicBezTo>
                    <a:pt x="8106" y="3342"/>
                    <a:pt x="8139" y="1174"/>
                    <a:pt x="7172" y="340"/>
                  </a:cubicBezTo>
                  <a:cubicBezTo>
                    <a:pt x="6864" y="90"/>
                    <a:pt x="6558" y="0"/>
                    <a:pt x="62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65"/>
            <p:cNvSpPr/>
            <p:nvPr/>
          </p:nvSpPr>
          <p:spPr>
            <a:xfrm>
              <a:off x="2622075" y="2066175"/>
              <a:ext cx="142625" cy="122600"/>
            </a:xfrm>
            <a:custGeom>
              <a:avLst/>
              <a:gdLst/>
              <a:ahLst/>
              <a:cxnLst/>
              <a:rect l="l" t="t" r="r" b="b"/>
              <a:pathLst>
                <a:path w="5705" h="4904" extrusionOk="0">
                  <a:moveTo>
                    <a:pt x="1201" y="0"/>
                  </a:moveTo>
                  <a:cubicBezTo>
                    <a:pt x="801" y="634"/>
                    <a:pt x="368" y="1235"/>
                    <a:pt x="1" y="1868"/>
                  </a:cubicBezTo>
                  <a:lnTo>
                    <a:pt x="4704" y="4904"/>
                  </a:lnTo>
                  <a:cubicBezTo>
                    <a:pt x="5038" y="4037"/>
                    <a:pt x="5371" y="3203"/>
                    <a:pt x="5705" y="2369"/>
                  </a:cubicBezTo>
                  <a:lnTo>
                    <a:pt x="1201" y="0"/>
                  </a:lnTo>
                  <a:close/>
                </a:path>
              </a:pathLst>
            </a:custGeom>
            <a:solidFill>
              <a:srgbClr val="F39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65"/>
            <p:cNvSpPr/>
            <p:nvPr/>
          </p:nvSpPr>
          <p:spPr>
            <a:xfrm>
              <a:off x="2496150" y="2287175"/>
              <a:ext cx="32550" cy="105925"/>
            </a:xfrm>
            <a:custGeom>
              <a:avLst/>
              <a:gdLst/>
              <a:ahLst/>
              <a:cxnLst/>
              <a:rect l="l" t="t" r="r" b="b"/>
              <a:pathLst>
                <a:path w="1302" h="4237" extrusionOk="0">
                  <a:moveTo>
                    <a:pt x="968" y="0"/>
                  </a:moveTo>
                  <a:lnTo>
                    <a:pt x="968" y="0"/>
                  </a:lnTo>
                  <a:cubicBezTo>
                    <a:pt x="701" y="534"/>
                    <a:pt x="534" y="834"/>
                    <a:pt x="534" y="834"/>
                  </a:cubicBezTo>
                  <a:cubicBezTo>
                    <a:pt x="368" y="701"/>
                    <a:pt x="201" y="534"/>
                    <a:pt x="1" y="400"/>
                  </a:cubicBezTo>
                  <a:lnTo>
                    <a:pt x="1" y="400"/>
                  </a:lnTo>
                  <a:cubicBezTo>
                    <a:pt x="1" y="401"/>
                    <a:pt x="735" y="2835"/>
                    <a:pt x="401" y="4236"/>
                  </a:cubicBezTo>
                  <a:cubicBezTo>
                    <a:pt x="401" y="4236"/>
                    <a:pt x="1302" y="3069"/>
                    <a:pt x="968" y="0"/>
                  </a:cubicBezTo>
                  <a:close/>
                </a:path>
              </a:pathLst>
            </a:custGeom>
            <a:solidFill>
              <a:srgbClr val="F39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65"/>
            <p:cNvSpPr/>
            <p:nvPr/>
          </p:nvSpPr>
          <p:spPr>
            <a:xfrm>
              <a:off x="1946600" y="3872475"/>
              <a:ext cx="330725" cy="408050"/>
            </a:xfrm>
            <a:custGeom>
              <a:avLst/>
              <a:gdLst/>
              <a:ahLst/>
              <a:cxnLst/>
              <a:rect l="l" t="t" r="r" b="b"/>
              <a:pathLst>
                <a:path w="13229" h="16322" extrusionOk="0">
                  <a:moveTo>
                    <a:pt x="3136" y="0"/>
                  </a:moveTo>
                  <a:cubicBezTo>
                    <a:pt x="2169" y="33"/>
                    <a:pt x="1068" y="1801"/>
                    <a:pt x="401" y="3036"/>
                  </a:cubicBezTo>
                  <a:cubicBezTo>
                    <a:pt x="367" y="3136"/>
                    <a:pt x="367" y="3169"/>
                    <a:pt x="334" y="3202"/>
                  </a:cubicBezTo>
                  <a:cubicBezTo>
                    <a:pt x="0" y="3836"/>
                    <a:pt x="34" y="4637"/>
                    <a:pt x="467" y="5204"/>
                  </a:cubicBezTo>
                  <a:cubicBezTo>
                    <a:pt x="1034" y="6104"/>
                    <a:pt x="1968" y="7472"/>
                    <a:pt x="2969" y="9140"/>
                  </a:cubicBezTo>
                  <a:cubicBezTo>
                    <a:pt x="4637" y="11942"/>
                    <a:pt x="5638" y="13510"/>
                    <a:pt x="8440" y="15144"/>
                  </a:cubicBezTo>
                  <a:cubicBezTo>
                    <a:pt x="9782" y="15937"/>
                    <a:pt x="10967" y="16321"/>
                    <a:pt x="11813" y="16321"/>
                  </a:cubicBezTo>
                  <a:cubicBezTo>
                    <a:pt x="12713" y="16321"/>
                    <a:pt x="13229" y="15886"/>
                    <a:pt x="13143" y="15044"/>
                  </a:cubicBezTo>
                  <a:cubicBezTo>
                    <a:pt x="13143" y="14977"/>
                    <a:pt x="13143" y="14877"/>
                    <a:pt x="13076" y="14811"/>
                  </a:cubicBezTo>
                  <a:cubicBezTo>
                    <a:pt x="13043" y="14677"/>
                    <a:pt x="13010" y="14544"/>
                    <a:pt x="12910" y="14377"/>
                  </a:cubicBezTo>
                  <a:cubicBezTo>
                    <a:pt x="12076" y="12542"/>
                    <a:pt x="9374" y="9307"/>
                    <a:pt x="9407" y="7872"/>
                  </a:cubicBezTo>
                  <a:cubicBezTo>
                    <a:pt x="9507" y="6305"/>
                    <a:pt x="7873" y="2602"/>
                    <a:pt x="7873" y="2602"/>
                  </a:cubicBezTo>
                  <a:lnTo>
                    <a:pt x="4203" y="601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65"/>
            <p:cNvSpPr/>
            <p:nvPr/>
          </p:nvSpPr>
          <p:spPr>
            <a:xfrm>
              <a:off x="1946600" y="3948350"/>
              <a:ext cx="329900" cy="332350"/>
            </a:xfrm>
            <a:custGeom>
              <a:avLst/>
              <a:gdLst/>
              <a:ahLst/>
              <a:cxnLst/>
              <a:rect l="l" t="t" r="r" b="b"/>
              <a:pathLst>
                <a:path w="13196" h="13294" extrusionOk="0">
                  <a:moveTo>
                    <a:pt x="401" y="1"/>
                  </a:moveTo>
                  <a:cubicBezTo>
                    <a:pt x="367" y="101"/>
                    <a:pt x="367" y="134"/>
                    <a:pt x="334" y="167"/>
                  </a:cubicBezTo>
                  <a:cubicBezTo>
                    <a:pt x="0" y="801"/>
                    <a:pt x="34" y="1602"/>
                    <a:pt x="467" y="2169"/>
                  </a:cubicBezTo>
                  <a:cubicBezTo>
                    <a:pt x="1034" y="3069"/>
                    <a:pt x="1968" y="4437"/>
                    <a:pt x="2969" y="6105"/>
                  </a:cubicBezTo>
                  <a:cubicBezTo>
                    <a:pt x="4637" y="8907"/>
                    <a:pt x="5638" y="10475"/>
                    <a:pt x="8440" y="12109"/>
                  </a:cubicBezTo>
                  <a:cubicBezTo>
                    <a:pt x="9795" y="12910"/>
                    <a:pt x="10991" y="13294"/>
                    <a:pt x="11831" y="13294"/>
                  </a:cubicBezTo>
                  <a:cubicBezTo>
                    <a:pt x="12706" y="13294"/>
                    <a:pt x="13195" y="12876"/>
                    <a:pt x="13076" y="12076"/>
                  </a:cubicBezTo>
                  <a:cubicBezTo>
                    <a:pt x="13076" y="11976"/>
                    <a:pt x="13076" y="11909"/>
                    <a:pt x="13043" y="11809"/>
                  </a:cubicBezTo>
                  <a:cubicBezTo>
                    <a:pt x="12946" y="12195"/>
                    <a:pt x="12780" y="12476"/>
                    <a:pt x="12090" y="12476"/>
                  </a:cubicBezTo>
                  <a:cubicBezTo>
                    <a:pt x="11826" y="12476"/>
                    <a:pt x="11485" y="12435"/>
                    <a:pt x="11042" y="12343"/>
                  </a:cubicBezTo>
                  <a:cubicBezTo>
                    <a:pt x="9040" y="11976"/>
                    <a:pt x="5971" y="9274"/>
                    <a:pt x="5504" y="8640"/>
                  </a:cubicBezTo>
                  <a:cubicBezTo>
                    <a:pt x="5071" y="8006"/>
                    <a:pt x="3203" y="4671"/>
                    <a:pt x="1968" y="3236"/>
                  </a:cubicBezTo>
                  <a:cubicBezTo>
                    <a:pt x="1001" y="2135"/>
                    <a:pt x="567" y="668"/>
                    <a:pt x="401" y="1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65"/>
            <p:cNvSpPr/>
            <p:nvPr/>
          </p:nvSpPr>
          <p:spPr>
            <a:xfrm>
              <a:off x="1946600" y="3872475"/>
              <a:ext cx="330725" cy="408050"/>
            </a:xfrm>
            <a:custGeom>
              <a:avLst/>
              <a:gdLst/>
              <a:ahLst/>
              <a:cxnLst/>
              <a:rect l="l" t="t" r="r" b="b"/>
              <a:pathLst>
                <a:path w="13229" h="16322" extrusionOk="0">
                  <a:moveTo>
                    <a:pt x="3136" y="0"/>
                  </a:moveTo>
                  <a:cubicBezTo>
                    <a:pt x="2169" y="33"/>
                    <a:pt x="1068" y="1801"/>
                    <a:pt x="401" y="3036"/>
                  </a:cubicBezTo>
                  <a:cubicBezTo>
                    <a:pt x="367" y="3136"/>
                    <a:pt x="367" y="3169"/>
                    <a:pt x="334" y="3202"/>
                  </a:cubicBezTo>
                  <a:cubicBezTo>
                    <a:pt x="0" y="3836"/>
                    <a:pt x="34" y="4637"/>
                    <a:pt x="467" y="5204"/>
                  </a:cubicBezTo>
                  <a:cubicBezTo>
                    <a:pt x="1034" y="6104"/>
                    <a:pt x="1968" y="7472"/>
                    <a:pt x="2969" y="9140"/>
                  </a:cubicBezTo>
                  <a:cubicBezTo>
                    <a:pt x="4637" y="11942"/>
                    <a:pt x="5638" y="13510"/>
                    <a:pt x="8440" y="15144"/>
                  </a:cubicBezTo>
                  <a:cubicBezTo>
                    <a:pt x="9782" y="15937"/>
                    <a:pt x="10967" y="16321"/>
                    <a:pt x="11813" y="16321"/>
                  </a:cubicBezTo>
                  <a:cubicBezTo>
                    <a:pt x="12713" y="16321"/>
                    <a:pt x="13229" y="15886"/>
                    <a:pt x="13143" y="15044"/>
                  </a:cubicBezTo>
                  <a:cubicBezTo>
                    <a:pt x="13143" y="14977"/>
                    <a:pt x="13143" y="14877"/>
                    <a:pt x="13076" y="14811"/>
                  </a:cubicBezTo>
                  <a:cubicBezTo>
                    <a:pt x="13043" y="14677"/>
                    <a:pt x="13010" y="14544"/>
                    <a:pt x="12910" y="14377"/>
                  </a:cubicBezTo>
                  <a:cubicBezTo>
                    <a:pt x="12763" y="14395"/>
                    <a:pt x="12616" y="14404"/>
                    <a:pt x="12470" y="14404"/>
                  </a:cubicBezTo>
                  <a:cubicBezTo>
                    <a:pt x="10178" y="14404"/>
                    <a:pt x="7904" y="12295"/>
                    <a:pt x="6839" y="11041"/>
                  </a:cubicBezTo>
                  <a:cubicBezTo>
                    <a:pt x="5671" y="9674"/>
                    <a:pt x="3469" y="6605"/>
                    <a:pt x="2802" y="4503"/>
                  </a:cubicBezTo>
                  <a:cubicBezTo>
                    <a:pt x="2135" y="2469"/>
                    <a:pt x="4203" y="601"/>
                    <a:pt x="4203" y="601"/>
                  </a:cubicBezTo>
                  <a:lnTo>
                    <a:pt x="31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65"/>
            <p:cNvSpPr/>
            <p:nvPr/>
          </p:nvSpPr>
          <p:spPr>
            <a:xfrm>
              <a:off x="1805650" y="4071775"/>
              <a:ext cx="326925" cy="497100"/>
            </a:xfrm>
            <a:custGeom>
              <a:avLst/>
              <a:gdLst/>
              <a:ahLst/>
              <a:cxnLst/>
              <a:rect l="l" t="t" r="r" b="b"/>
              <a:pathLst>
                <a:path w="13077" h="19884" extrusionOk="0">
                  <a:moveTo>
                    <a:pt x="735" y="0"/>
                  </a:moveTo>
                  <a:cubicBezTo>
                    <a:pt x="735" y="0"/>
                    <a:pt x="501" y="568"/>
                    <a:pt x="335" y="1401"/>
                  </a:cubicBezTo>
                  <a:cubicBezTo>
                    <a:pt x="134" y="2402"/>
                    <a:pt x="1" y="3803"/>
                    <a:pt x="435" y="5037"/>
                  </a:cubicBezTo>
                  <a:cubicBezTo>
                    <a:pt x="1235" y="7339"/>
                    <a:pt x="3036" y="13177"/>
                    <a:pt x="3804" y="14844"/>
                  </a:cubicBezTo>
                  <a:cubicBezTo>
                    <a:pt x="4571" y="16512"/>
                    <a:pt x="5472" y="19248"/>
                    <a:pt x="8774" y="19815"/>
                  </a:cubicBezTo>
                  <a:cubicBezTo>
                    <a:pt x="9089" y="19862"/>
                    <a:pt x="9385" y="19884"/>
                    <a:pt x="9662" y="19884"/>
                  </a:cubicBezTo>
                  <a:cubicBezTo>
                    <a:pt x="11944" y="19884"/>
                    <a:pt x="12988" y="18378"/>
                    <a:pt x="13077" y="16712"/>
                  </a:cubicBezTo>
                  <a:cubicBezTo>
                    <a:pt x="13077" y="16479"/>
                    <a:pt x="13077" y="16212"/>
                    <a:pt x="13010" y="15979"/>
                  </a:cubicBezTo>
                  <a:cubicBezTo>
                    <a:pt x="12977" y="15678"/>
                    <a:pt x="12910" y="15345"/>
                    <a:pt x="12777" y="14978"/>
                  </a:cubicBezTo>
                  <a:cubicBezTo>
                    <a:pt x="12110" y="12743"/>
                    <a:pt x="10408" y="9407"/>
                    <a:pt x="10142" y="6839"/>
                  </a:cubicBezTo>
                  <a:cubicBezTo>
                    <a:pt x="9841" y="3837"/>
                    <a:pt x="8607" y="1168"/>
                    <a:pt x="8607" y="1168"/>
                  </a:cubicBezTo>
                  <a:lnTo>
                    <a:pt x="1902" y="167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65"/>
            <p:cNvSpPr/>
            <p:nvPr/>
          </p:nvSpPr>
          <p:spPr>
            <a:xfrm>
              <a:off x="1805650" y="4106800"/>
              <a:ext cx="326925" cy="462075"/>
            </a:xfrm>
            <a:custGeom>
              <a:avLst/>
              <a:gdLst/>
              <a:ahLst/>
              <a:cxnLst/>
              <a:rect l="l" t="t" r="r" b="b"/>
              <a:pathLst>
                <a:path w="13077" h="18483" extrusionOk="0">
                  <a:moveTo>
                    <a:pt x="335" y="0"/>
                  </a:moveTo>
                  <a:lnTo>
                    <a:pt x="335" y="0"/>
                  </a:lnTo>
                  <a:cubicBezTo>
                    <a:pt x="134" y="1001"/>
                    <a:pt x="1" y="2402"/>
                    <a:pt x="435" y="3636"/>
                  </a:cubicBezTo>
                  <a:cubicBezTo>
                    <a:pt x="1235" y="5938"/>
                    <a:pt x="3036" y="11776"/>
                    <a:pt x="3804" y="13443"/>
                  </a:cubicBezTo>
                  <a:cubicBezTo>
                    <a:pt x="4571" y="15111"/>
                    <a:pt x="5472" y="17847"/>
                    <a:pt x="8774" y="18414"/>
                  </a:cubicBezTo>
                  <a:cubicBezTo>
                    <a:pt x="9089" y="18461"/>
                    <a:pt x="9385" y="18483"/>
                    <a:pt x="9662" y="18483"/>
                  </a:cubicBezTo>
                  <a:cubicBezTo>
                    <a:pt x="11944" y="18483"/>
                    <a:pt x="12988" y="16977"/>
                    <a:pt x="13077" y="15311"/>
                  </a:cubicBezTo>
                  <a:lnTo>
                    <a:pt x="13077" y="15311"/>
                  </a:lnTo>
                  <a:cubicBezTo>
                    <a:pt x="12738" y="16853"/>
                    <a:pt x="11375" y="17397"/>
                    <a:pt x="9963" y="17397"/>
                  </a:cubicBezTo>
                  <a:cubicBezTo>
                    <a:pt x="8595" y="17397"/>
                    <a:pt x="7180" y="16886"/>
                    <a:pt x="6606" y="16279"/>
                  </a:cubicBezTo>
                  <a:cubicBezTo>
                    <a:pt x="5438" y="15011"/>
                    <a:pt x="4104" y="11275"/>
                    <a:pt x="2436" y="6972"/>
                  </a:cubicBezTo>
                  <a:cubicBezTo>
                    <a:pt x="1402" y="4337"/>
                    <a:pt x="501" y="1068"/>
                    <a:pt x="3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65"/>
            <p:cNvSpPr/>
            <p:nvPr/>
          </p:nvSpPr>
          <p:spPr>
            <a:xfrm>
              <a:off x="1414550" y="2828075"/>
              <a:ext cx="1253425" cy="1356150"/>
            </a:xfrm>
            <a:custGeom>
              <a:avLst/>
              <a:gdLst/>
              <a:ahLst/>
              <a:cxnLst/>
              <a:rect l="l" t="t" r="r" b="b"/>
              <a:pathLst>
                <a:path w="50137" h="54246" extrusionOk="0">
                  <a:moveTo>
                    <a:pt x="24251" y="19127"/>
                  </a:moveTo>
                  <a:lnTo>
                    <a:pt x="35159" y="22529"/>
                  </a:lnTo>
                  <a:cubicBezTo>
                    <a:pt x="35159" y="22529"/>
                    <a:pt x="31423" y="27699"/>
                    <a:pt x="29155" y="30935"/>
                  </a:cubicBezTo>
                  <a:cubicBezTo>
                    <a:pt x="29755" y="28800"/>
                    <a:pt x="30189" y="27466"/>
                    <a:pt x="29722" y="26232"/>
                  </a:cubicBezTo>
                  <a:cubicBezTo>
                    <a:pt x="29155" y="24797"/>
                    <a:pt x="24251" y="19127"/>
                    <a:pt x="24251" y="19127"/>
                  </a:cubicBezTo>
                  <a:close/>
                  <a:moveTo>
                    <a:pt x="17555" y="1"/>
                  </a:moveTo>
                  <a:cubicBezTo>
                    <a:pt x="12758" y="1"/>
                    <a:pt x="5409" y="670"/>
                    <a:pt x="1568" y="4383"/>
                  </a:cubicBezTo>
                  <a:lnTo>
                    <a:pt x="1401" y="4549"/>
                  </a:lnTo>
                  <a:cubicBezTo>
                    <a:pt x="834" y="5083"/>
                    <a:pt x="401" y="5717"/>
                    <a:pt x="0" y="6417"/>
                  </a:cubicBezTo>
                  <a:cubicBezTo>
                    <a:pt x="0" y="6417"/>
                    <a:pt x="0" y="13990"/>
                    <a:pt x="3003" y="16758"/>
                  </a:cubicBezTo>
                  <a:cubicBezTo>
                    <a:pt x="6018" y="19508"/>
                    <a:pt x="15285" y="29168"/>
                    <a:pt x="16260" y="29168"/>
                  </a:cubicBezTo>
                  <a:cubicBezTo>
                    <a:pt x="16267" y="29168"/>
                    <a:pt x="16273" y="29168"/>
                    <a:pt x="16279" y="29167"/>
                  </a:cubicBezTo>
                  <a:cubicBezTo>
                    <a:pt x="16279" y="29167"/>
                    <a:pt x="16345" y="30701"/>
                    <a:pt x="17480" y="30768"/>
                  </a:cubicBezTo>
                  <a:cubicBezTo>
                    <a:pt x="17480" y="30768"/>
                    <a:pt x="15945" y="36973"/>
                    <a:pt x="16579" y="39641"/>
                  </a:cubicBezTo>
                  <a:cubicBezTo>
                    <a:pt x="16579" y="39641"/>
                    <a:pt x="15612" y="41910"/>
                    <a:pt x="16079" y="43477"/>
                  </a:cubicBezTo>
                  <a:cubicBezTo>
                    <a:pt x="16579" y="45112"/>
                    <a:pt x="15945" y="46713"/>
                    <a:pt x="15945" y="47714"/>
                  </a:cubicBezTo>
                  <a:cubicBezTo>
                    <a:pt x="15945" y="48714"/>
                    <a:pt x="16779" y="53051"/>
                    <a:pt x="19548" y="53918"/>
                  </a:cubicBezTo>
                  <a:cubicBezTo>
                    <a:pt x="20210" y="54139"/>
                    <a:pt x="20893" y="54246"/>
                    <a:pt x="21549" y="54246"/>
                  </a:cubicBezTo>
                  <a:cubicBezTo>
                    <a:pt x="23568" y="54246"/>
                    <a:pt x="25334" y="53237"/>
                    <a:pt x="25485" y="51450"/>
                  </a:cubicBezTo>
                  <a:cubicBezTo>
                    <a:pt x="25719" y="49081"/>
                    <a:pt x="25152" y="47547"/>
                    <a:pt x="25385" y="46213"/>
                  </a:cubicBezTo>
                  <a:cubicBezTo>
                    <a:pt x="25419" y="45812"/>
                    <a:pt x="25652" y="44778"/>
                    <a:pt x="26052" y="43377"/>
                  </a:cubicBezTo>
                  <a:cubicBezTo>
                    <a:pt x="26962" y="43923"/>
                    <a:pt x="28339" y="44358"/>
                    <a:pt x="28983" y="44358"/>
                  </a:cubicBezTo>
                  <a:cubicBezTo>
                    <a:pt x="29048" y="44358"/>
                    <a:pt x="29106" y="44354"/>
                    <a:pt x="29155" y="44345"/>
                  </a:cubicBezTo>
                  <a:cubicBezTo>
                    <a:pt x="29888" y="44245"/>
                    <a:pt x="31323" y="40108"/>
                    <a:pt x="32257" y="39808"/>
                  </a:cubicBezTo>
                  <a:cubicBezTo>
                    <a:pt x="33157" y="39541"/>
                    <a:pt x="36393" y="35572"/>
                    <a:pt x="38661" y="33303"/>
                  </a:cubicBezTo>
                  <a:cubicBezTo>
                    <a:pt x="40896" y="31202"/>
                    <a:pt x="50136" y="24297"/>
                    <a:pt x="48502" y="18126"/>
                  </a:cubicBezTo>
                  <a:cubicBezTo>
                    <a:pt x="48402" y="17625"/>
                    <a:pt x="48135" y="17158"/>
                    <a:pt x="47768" y="16792"/>
                  </a:cubicBezTo>
                  <a:cubicBezTo>
                    <a:pt x="46634" y="15491"/>
                    <a:pt x="43298" y="12055"/>
                    <a:pt x="36593" y="8052"/>
                  </a:cubicBezTo>
                  <a:cubicBezTo>
                    <a:pt x="28054" y="2948"/>
                    <a:pt x="26453" y="3382"/>
                    <a:pt x="22150" y="213"/>
                  </a:cubicBezTo>
                  <a:cubicBezTo>
                    <a:pt x="22150" y="213"/>
                    <a:pt x="20257" y="1"/>
                    <a:pt x="175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65"/>
            <p:cNvSpPr/>
            <p:nvPr/>
          </p:nvSpPr>
          <p:spPr>
            <a:xfrm>
              <a:off x="1450400" y="2935125"/>
              <a:ext cx="12550" cy="19200"/>
            </a:xfrm>
            <a:custGeom>
              <a:avLst/>
              <a:gdLst/>
              <a:ahLst/>
              <a:cxnLst/>
              <a:rect l="l" t="t" r="r" b="b"/>
              <a:pathLst>
                <a:path w="502" h="768" extrusionOk="0">
                  <a:moveTo>
                    <a:pt x="368" y="1"/>
                  </a:moveTo>
                  <a:lnTo>
                    <a:pt x="168" y="67"/>
                  </a:lnTo>
                  <a:lnTo>
                    <a:pt x="1" y="234"/>
                  </a:lnTo>
                  <a:cubicBezTo>
                    <a:pt x="1" y="334"/>
                    <a:pt x="34" y="501"/>
                    <a:pt x="101" y="768"/>
                  </a:cubicBezTo>
                  <a:lnTo>
                    <a:pt x="501" y="668"/>
                  </a:lnTo>
                  <a:cubicBezTo>
                    <a:pt x="468" y="267"/>
                    <a:pt x="434" y="1"/>
                    <a:pt x="368" y="1"/>
                  </a:cubicBezTo>
                  <a:close/>
                </a:path>
              </a:pathLst>
            </a:custGeom>
            <a:solidFill>
              <a:srgbClr val="5B5B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65"/>
            <p:cNvSpPr/>
            <p:nvPr/>
          </p:nvSpPr>
          <p:spPr>
            <a:xfrm>
              <a:off x="1602175" y="1783475"/>
              <a:ext cx="315250" cy="157325"/>
            </a:xfrm>
            <a:custGeom>
              <a:avLst/>
              <a:gdLst/>
              <a:ahLst/>
              <a:cxnLst/>
              <a:rect l="l" t="t" r="r" b="b"/>
              <a:pathLst>
                <a:path w="12610" h="6293" extrusionOk="0">
                  <a:moveTo>
                    <a:pt x="3170" y="0"/>
                  </a:moveTo>
                  <a:cubicBezTo>
                    <a:pt x="3170" y="0"/>
                    <a:pt x="1" y="4403"/>
                    <a:pt x="5805" y="5838"/>
                  </a:cubicBezTo>
                  <a:cubicBezTo>
                    <a:pt x="7092" y="6155"/>
                    <a:pt x="8119" y="6293"/>
                    <a:pt x="8946" y="6293"/>
                  </a:cubicBezTo>
                  <a:cubicBezTo>
                    <a:pt x="11422" y="6293"/>
                    <a:pt x="12110" y="5061"/>
                    <a:pt x="12610" y="3736"/>
                  </a:cubicBezTo>
                  <a:cubicBezTo>
                    <a:pt x="12476" y="3703"/>
                    <a:pt x="11909" y="3536"/>
                    <a:pt x="11743" y="3503"/>
                  </a:cubicBezTo>
                  <a:cubicBezTo>
                    <a:pt x="8340" y="2502"/>
                    <a:pt x="8273" y="2969"/>
                    <a:pt x="4137" y="701"/>
                  </a:cubicBezTo>
                  <a:cubicBezTo>
                    <a:pt x="4137" y="701"/>
                    <a:pt x="4070" y="634"/>
                    <a:pt x="3170" y="0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65"/>
            <p:cNvSpPr/>
            <p:nvPr/>
          </p:nvSpPr>
          <p:spPr>
            <a:xfrm>
              <a:off x="2200950" y="1844875"/>
              <a:ext cx="649650" cy="640900"/>
            </a:xfrm>
            <a:custGeom>
              <a:avLst/>
              <a:gdLst/>
              <a:ahLst/>
              <a:cxnLst/>
              <a:rect l="l" t="t" r="r" b="b"/>
              <a:pathLst>
                <a:path w="25986" h="25636" extrusionOk="0">
                  <a:moveTo>
                    <a:pt x="23131" y="0"/>
                  </a:moveTo>
                  <a:cubicBezTo>
                    <a:pt x="22496" y="0"/>
                    <a:pt x="22016" y="46"/>
                    <a:pt x="22016" y="46"/>
                  </a:cubicBezTo>
                  <a:cubicBezTo>
                    <a:pt x="22016" y="46"/>
                    <a:pt x="21616" y="3582"/>
                    <a:pt x="18347" y="8385"/>
                  </a:cubicBezTo>
                  <a:cubicBezTo>
                    <a:pt x="18280" y="8519"/>
                    <a:pt x="18180" y="8686"/>
                    <a:pt x="18046" y="8819"/>
                  </a:cubicBezTo>
                  <a:cubicBezTo>
                    <a:pt x="17646" y="9419"/>
                    <a:pt x="17213" y="10053"/>
                    <a:pt x="16846" y="10687"/>
                  </a:cubicBezTo>
                  <a:cubicBezTo>
                    <a:pt x="15011" y="13589"/>
                    <a:pt x="13510" y="16358"/>
                    <a:pt x="12809" y="17692"/>
                  </a:cubicBezTo>
                  <a:cubicBezTo>
                    <a:pt x="12509" y="18226"/>
                    <a:pt x="12376" y="18526"/>
                    <a:pt x="12376" y="18526"/>
                  </a:cubicBezTo>
                  <a:cubicBezTo>
                    <a:pt x="12209" y="18393"/>
                    <a:pt x="12009" y="18226"/>
                    <a:pt x="11842" y="18092"/>
                  </a:cubicBezTo>
                  <a:cubicBezTo>
                    <a:pt x="9874" y="16658"/>
                    <a:pt x="7639" y="15224"/>
                    <a:pt x="5971" y="14256"/>
                  </a:cubicBezTo>
                  <a:cubicBezTo>
                    <a:pt x="5704" y="14089"/>
                    <a:pt x="5471" y="13989"/>
                    <a:pt x="5204" y="13856"/>
                  </a:cubicBezTo>
                  <a:cubicBezTo>
                    <a:pt x="4670" y="16024"/>
                    <a:pt x="2635" y="17926"/>
                    <a:pt x="1001" y="19160"/>
                  </a:cubicBezTo>
                  <a:cubicBezTo>
                    <a:pt x="767" y="19560"/>
                    <a:pt x="501" y="19593"/>
                    <a:pt x="234" y="19760"/>
                  </a:cubicBezTo>
                  <a:cubicBezTo>
                    <a:pt x="167" y="19860"/>
                    <a:pt x="67" y="19894"/>
                    <a:pt x="0" y="19994"/>
                  </a:cubicBezTo>
                  <a:cubicBezTo>
                    <a:pt x="2869" y="21828"/>
                    <a:pt x="7005" y="23896"/>
                    <a:pt x="8373" y="24730"/>
                  </a:cubicBezTo>
                  <a:cubicBezTo>
                    <a:pt x="9621" y="25483"/>
                    <a:pt x="11186" y="25636"/>
                    <a:pt x="12252" y="25636"/>
                  </a:cubicBezTo>
                  <a:cubicBezTo>
                    <a:pt x="12981" y="25636"/>
                    <a:pt x="13477" y="25564"/>
                    <a:pt x="13477" y="25564"/>
                  </a:cubicBezTo>
                  <a:cubicBezTo>
                    <a:pt x="14511" y="25097"/>
                    <a:pt x="15545" y="24197"/>
                    <a:pt x="16512" y="22929"/>
                  </a:cubicBezTo>
                  <a:cubicBezTo>
                    <a:pt x="18347" y="20594"/>
                    <a:pt x="20081" y="17225"/>
                    <a:pt x="21516" y="13756"/>
                  </a:cubicBezTo>
                  <a:cubicBezTo>
                    <a:pt x="21883" y="12922"/>
                    <a:pt x="22216" y="12055"/>
                    <a:pt x="22516" y="11221"/>
                  </a:cubicBezTo>
                  <a:cubicBezTo>
                    <a:pt x="24651" y="5683"/>
                    <a:pt x="25985" y="680"/>
                    <a:pt x="25985" y="680"/>
                  </a:cubicBezTo>
                  <a:cubicBezTo>
                    <a:pt x="25478" y="111"/>
                    <a:pt x="24117" y="0"/>
                    <a:pt x="231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65"/>
            <p:cNvSpPr/>
            <p:nvPr/>
          </p:nvSpPr>
          <p:spPr>
            <a:xfrm>
              <a:off x="1255325" y="1617525"/>
              <a:ext cx="1074075" cy="1370175"/>
            </a:xfrm>
            <a:custGeom>
              <a:avLst/>
              <a:gdLst/>
              <a:ahLst/>
              <a:cxnLst/>
              <a:rect l="l" t="t" r="r" b="b"/>
              <a:pathLst>
                <a:path w="42963" h="54807" extrusionOk="0">
                  <a:moveTo>
                    <a:pt x="1833" y="0"/>
                  </a:moveTo>
                  <a:cubicBezTo>
                    <a:pt x="1866" y="34"/>
                    <a:pt x="2600" y="2869"/>
                    <a:pt x="2867" y="5604"/>
                  </a:cubicBezTo>
                  <a:cubicBezTo>
                    <a:pt x="2934" y="5871"/>
                    <a:pt x="3034" y="6138"/>
                    <a:pt x="3034" y="6438"/>
                  </a:cubicBezTo>
                  <a:cubicBezTo>
                    <a:pt x="3034" y="7272"/>
                    <a:pt x="3100" y="8039"/>
                    <a:pt x="3034" y="8673"/>
                  </a:cubicBezTo>
                  <a:lnTo>
                    <a:pt x="799" y="7973"/>
                  </a:lnTo>
                  <a:lnTo>
                    <a:pt x="799" y="7973"/>
                  </a:lnTo>
                  <a:cubicBezTo>
                    <a:pt x="799" y="7973"/>
                    <a:pt x="0" y="10879"/>
                    <a:pt x="2372" y="10879"/>
                  </a:cubicBezTo>
                  <a:cubicBezTo>
                    <a:pt x="2424" y="10879"/>
                    <a:pt x="2478" y="10878"/>
                    <a:pt x="2533" y="10875"/>
                  </a:cubicBezTo>
                  <a:lnTo>
                    <a:pt x="5435" y="11809"/>
                  </a:lnTo>
                  <a:cubicBezTo>
                    <a:pt x="5435" y="11809"/>
                    <a:pt x="2967" y="28154"/>
                    <a:pt x="4435" y="34425"/>
                  </a:cubicBezTo>
                  <a:cubicBezTo>
                    <a:pt x="5869" y="40663"/>
                    <a:pt x="6136" y="54706"/>
                    <a:pt x="6470" y="54806"/>
                  </a:cubicBezTo>
                  <a:cubicBezTo>
                    <a:pt x="6471" y="54806"/>
                    <a:pt x="6474" y="54807"/>
                    <a:pt x="6476" y="54807"/>
                  </a:cubicBezTo>
                  <a:cubicBezTo>
                    <a:pt x="6861" y="54807"/>
                    <a:pt x="14240" y="50432"/>
                    <a:pt x="19241" y="50432"/>
                  </a:cubicBezTo>
                  <a:cubicBezTo>
                    <a:pt x="19930" y="50432"/>
                    <a:pt x="20573" y="50515"/>
                    <a:pt x="21147" y="50703"/>
                  </a:cubicBezTo>
                  <a:cubicBezTo>
                    <a:pt x="23059" y="51350"/>
                    <a:pt x="25391" y="51577"/>
                    <a:pt x="27509" y="51577"/>
                  </a:cubicBezTo>
                  <a:cubicBezTo>
                    <a:pt x="30635" y="51577"/>
                    <a:pt x="33296" y="51081"/>
                    <a:pt x="33455" y="50703"/>
                  </a:cubicBezTo>
                  <a:cubicBezTo>
                    <a:pt x="33489" y="50636"/>
                    <a:pt x="33455" y="50470"/>
                    <a:pt x="33355" y="50270"/>
                  </a:cubicBezTo>
                  <a:cubicBezTo>
                    <a:pt x="32755" y="48768"/>
                    <a:pt x="29786" y="44232"/>
                    <a:pt x="29953" y="42330"/>
                  </a:cubicBezTo>
                  <a:cubicBezTo>
                    <a:pt x="30120" y="40129"/>
                    <a:pt x="29686" y="32390"/>
                    <a:pt x="31154" y="29421"/>
                  </a:cubicBezTo>
                  <a:lnTo>
                    <a:pt x="32622" y="26419"/>
                  </a:lnTo>
                  <a:lnTo>
                    <a:pt x="36624" y="29855"/>
                  </a:lnTo>
                  <a:cubicBezTo>
                    <a:pt x="36624" y="29855"/>
                    <a:pt x="36791" y="29788"/>
                    <a:pt x="37025" y="29621"/>
                  </a:cubicBezTo>
                  <a:cubicBezTo>
                    <a:pt x="37258" y="29521"/>
                    <a:pt x="37492" y="29321"/>
                    <a:pt x="37792" y="29088"/>
                  </a:cubicBezTo>
                  <a:cubicBezTo>
                    <a:pt x="37792" y="29088"/>
                    <a:pt x="38826" y="28454"/>
                    <a:pt x="39560" y="27553"/>
                  </a:cubicBezTo>
                  <a:cubicBezTo>
                    <a:pt x="39560" y="27553"/>
                    <a:pt x="42795" y="25152"/>
                    <a:pt x="42896" y="22950"/>
                  </a:cubicBezTo>
                  <a:cubicBezTo>
                    <a:pt x="42962" y="22883"/>
                    <a:pt x="42962" y="22883"/>
                    <a:pt x="42962" y="22850"/>
                  </a:cubicBezTo>
                  <a:cubicBezTo>
                    <a:pt x="42962" y="22850"/>
                    <a:pt x="42729" y="22683"/>
                    <a:pt x="42395" y="22316"/>
                  </a:cubicBezTo>
                  <a:cubicBezTo>
                    <a:pt x="42362" y="22216"/>
                    <a:pt x="42295" y="22183"/>
                    <a:pt x="42228" y="22116"/>
                  </a:cubicBezTo>
                  <a:cubicBezTo>
                    <a:pt x="41161" y="20848"/>
                    <a:pt x="39026" y="18347"/>
                    <a:pt x="37725" y="16178"/>
                  </a:cubicBezTo>
                  <a:cubicBezTo>
                    <a:pt x="36024" y="13276"/>
                    <a:pt x="31354" y="11809"/>
                    <a:pt x="27284" y="10608"/>
                  </a:cubicBezTo>
                  <a:cubicBezTo>
                    <a:pt x="27118" y="10541"/>
                    <a:pt x="26984" y="10508"/>
                    <a:pt x="26817" y="10474"/>
                  </a:cubicBezTo>
                  <a:cubicBezTo>
                    <a:pt x="23448" y="9474"/>
                    <a:pt x="22147" y="9607"/>
                    <a:pt x="18011" y="7339"/>
                  </a:cubicBezTo>
                  <a:cubicBezTo>
                    <a:pt x="18011" y="7339"/>
                    <a:pt x="17344" y="6838"/>
                    <a:pt x="16477" y="6205"/>
                  </a:cubicBezTo>
                  <a:cubicBezTo>
                    <a:pt x="15309" y="5371"/>
                    <a:pt x="13808" y="4303"/>
                    <a:pt x="13174" y="3936"/>
                  </a:cubicBezTo>
                  <a:cubicBezTo>
                    <a:pt x="11106" y="2669"/>
                    <a:pt x="5602" y="1034"/>
                    <a:pt x="3100" y="334"/>
                  </a:cubicBezTo>
                  <a:cubicBezTo>
                    <a:pt x="2333" y="134"/>
                    <a:pt x="1866" y="0"/>
                    <a:pt x="18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65"/>
            <p:cNvSpPr/>
            <p:nvPr/>
          </p:nvSpPr>
          <p:spPr>
            <a:xfrm>
              <a:off x="1667225" y="1260575"/>
              <a:ext cx="587175" cy="365300"/>
            </a:xfrm>
            <a:custGeom>
              <a:avLst/>
              <a:gdLst/>
              <a:ahLst/>
              <a:cxnLst/>
              <a:rect l="l" t="t" r="r" b="b"/>
              <a:pathLst>
                <a:path w="23487" h="14612" extrusionOk="0">
                  <a:moveTo>
                    <a:pt x="19985" y="1"/>
                  </a:moveTo>
                  <a:cubicBezTo>
                    <a:pt x="19984" y="1"/>
                    <a:pt x="19983" y="1"/>
                    <a:pt x="19982" y="1"/>
                  </a:cubicBezTo>
                  <a:cubicBezTo>
                    <a:pt x="19537" y="465"/>
                    <a:pt x="18680" y="516"/>
                    <a:pt x="17538" y="516"/>
                  </a:cubicBezTo>
                  <a:cubicBezTo>
                    <a:pt x="17211" y="516"/>
                    <a:pt x="16861" y="512"/>
                    <a:pt x="16491" y="512"/>
                  </a:cubicBezTo>
                  <a:cubicBezTo>
                    <a:pt x="15825" y="512"/>
                    <a:pt x="15092" y="525"/>
                    <a:pt x="14311" y="602"/>
                  </a:cubicBezTo>
                  <a:cubicBezTo>
                    <a:pt x="12877" y="769"/>
                    <a:pt x="11442" y="869"/>
                    <a:pt x="10241" y="935"/>
                  </a:cubicBezTo>
                  <a:cubicBezTo>
                    <a:pt x="8106" y="1069"/>
                    <a:pt x="6072" y="2003"/>
                    <a:pt x="4537" y="3537"/>
                  </a:cubicBezTo>
                  <a:lnTo>
                    <a:pt x="4537" y="3571"/>
                  </a:lnTo>
                  <a:cubicBezTo>
                    <a:pt x="4437" y="3370"/>
                    <a:pt x="4204" y="3204"/>
                    <a:pt x="3870" y="2970"/>
                  </a:cubicBezTo>
                  <a:cubicBezTo>
                    <a:pt x="3827" y="2945"/>
                    <a:pt x="3781" y="2932"/>
                    <a:pt x="3734" y="2932"/>
                  </a:cubicBezTo>
                  <a:cubicBezTo>
                    <a:pt x="3599" y="2932"/>
                    <a:pt x="3470" y="3038"/>
                    <a:pt x="3470" y="3237"/>
                  </a:cubicBezTo>
                  <a:cubicBezTo>
                    <a:pt x="3470" y="3437"/>
                    <a:pt x="3503" y="3604"/>
                    <a:pt x="3537" y="3804"/>
                  </a:cubicBezTo>
                  <a:cubicBezTo>
                    <a:pt x="3436" y="3771"/>
                    <a:pt x="3270" y="3771"/>
                    <a:pt x="3036" y="3771"/>
                  </a:cubicBezTo>
                  <a:cubicBezTo>
                    <a:pt x="2836" y="3771"/>
                    <a:pt x="2703" y="4071"/>
                    <a:pt x="2836" y="4238"/>
                  </a:cubicBezTo>
                  <a:cubicBezTo>
                    <a:pt x="2936" y="4371"/>
                    <a:pt x="3036" y="4505"/>
                    <a:pt x="3170" y="4605"/>
                  </a:cubicBezTo>
                  <a:cubicBezTo>
                    <a:pt x="2136" y="5172"/>
                    <a:pt x="201" y="6506"/>
                    <a:pt x="134" y="9441"/>
                  </a:cubicBezTo>
                  <a:cubicBezTo>
                    <a:pt x="1" y="13544"/>
                    <a:pt x="2336" y="14612"/>
                    <a:pt x="2336" y="14612"/>
                  </a:cubicBezTo>
                  <a:lnTo>
                    <a:pt x="18047" y="9108"/>
                  </a:lnTo>
                  <a:cubicBezTo>
                    <a:pt x="18047" y="9108"/>
                    <a:pt x="18147" y="9074"/>
                    <a:pt x="18280" y="8941"/>
                  </a:cubicBezTo>
                  <a:cubicBezTo>
                    <a:pt x="23487" y="5625"/>
                    <a:pt x="20187" y="1"/>
                    <a:pt x="199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65"/>
            <p:cNvSpPr/>
            <p:nvPr/>
          </p:nvSpPr>
          <p:spPr>
            <a:xfrm>
              <a:off x="2080025" y="1459075"/>
              <a:ext cx="77575" cy="150125"/>
            </a:xfrm>
            <a:custGeom>
              <a:avLst/>
              <a:gdLst/>
              <a:ahLst/>
              <a:cxnLst/>
              <a:rect l="l" t="t" r="r" b="b"/>
              <a:pathLst>
                <a:path w="3103" h="6005" extrusionOk="0">
                  <a:moveTo>
                    <a:pt x="1468" y="0"/>
                  </a:moveTo>
                  <a:lnTo>
                    <a:pt x="1468" y="0"/>
                  </a:lnTo>
                  <a:cubicBezTo>
                    <a:pt x="0" y="1501"/>
                    <a:pt x="367" y="6005"/>
                    <a:pt x="434" y="6005"/>
                  </a:cubicBezTo>
                  <a:cubicBezTo>
                    <a:pt x="3103" y="3770"/>
                    <a:pt x="1468" y="1"/>
                    <a:pt x="1468" y="0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65"/>
            <p:cNvSpPr/>
            <p:nvPr/>
          </p:nvSpPr>
          <p:spPr>
            <a:xfrm>
              <a:off x="1901575" y="1497075"/>
              <a:ext cx="99250" cy="60425"/>
            </a:xfrm>
            <a:custGeom>
              <a:avLst/>
              <a:gdLst/>
              <a:ahLst/>
              <a:cxnLst/>
              <a:rect l="l" t="t" r="r" b="b"/>
              <a:pathLst>
                <a:path w="3970" h="2417" extrusionOk="0">
                  <a:moveTo>
                    <a:pt x="1409" y="0"/>
                  </a:moveTo>
                  <a:cubicBezTo>
                    <a:pt x="970" y="0"/>
                    <a:pt x="495" y="153"/>
                    <a:pt x="0" y="548"/>
                  </a:cubicBezTo>
                  <a:lnTo>
                    <a:pt x="167" y="1149"/>
                  </a:lnTo>
                  <a:cubicBezTo>
                    <a:pt x="167" y="1149"/>
                    <a:pt x="615" y="917"/>
                    <a:pt x="1243" y="917"/>
                  </a:cubicBezTo>
                  <a:cubicBezTo>
                    <a:pt x="1942" y="917"/>
                    <a:pt x="2863" y="1204"/>
                    <a:pt x="3636" y="2416"/>
                  </a:cubicBezTo>
                  <a:lnTo>
                    <a:pt x="3970" y="1749"/>
                  </a:lnTo>
                  <a:cubicBezTo>
                    <a:pt x="3970" y="1749"/>
                    <a:pt x="2896" y="0"/>
                    <a:pt x="1409" y="0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65"/>
            <p:cNvSpPr/>
            <p:nvPr/>
          </p:nvSpPr>
          <p:spPr>
            <a:xfrm>
              <a:off x="1968275" y="1590000"/>
              <a:ext cx="125125" cy="110925"/>
            </a:xfrm>
            <a:custGeom>
              <a:avLst/>
              <a:gdLst/>
              <a:ahLst/>
              <a:cxnLst/>
              <a:rect l="l" t="t" r="r" b="b"/>
              <a:pathLst>
                <a:path w="5005" h="4437" extrusionOk="0">
                  <a:moveTo>
                    <a:pt x="3637" y="0"/>
                  </a:moveTo>
                  <a:cubicBezTo>
                    <a:pt x="3136" y="0"/>
                    <a:pt x="2803" y="334"/>
                    <a:pt x="2803" y="334"/>
                  </a:cubicBezTo>
                  <a:lnTo>
                    <a:pt x="2969" y="2369"/>
                  </a:lnTo>
                  <a:cubicBezTo>
                    <a:pt x="2999" y="2634"/>
                    <a:pt x="2794" y="2847"/>
                    <a:pt x="2539" y="2847"/>
                  </a:cubicBezTo>
                  <a:cubicBezTo>
                    <a:pt x="2505" y="2847"/>
                    <a:pt x="2471" y="2844"/>
                    <a:pt x="2436" y="2836"/>
                  </a:cubicBezTo>
                  <a:cubicBezTo>
                    <a:pt x="2244" y="2789"/>
                    <a:pt x="2046" y="2770"/>
                    <a:pt x="1848" y="2770"/>
                  </a:cubicBezTo>
                  <a:cubicBezTo>
                    <a:pt x="911" y="2770"/>
                    <a:pt x="1" y="3203"/>
                    <a:pt x="1" y="3203"/>
                  </a:cubicBezTo>
                  <a:cubicBezTo>
                    <a:pt x="2135" y="3403"/>
                    <a:pt x="3103" y="3937"/>
                    <a:pt x="3503" y="4437"/>
                  </a:cubicBezTo>
                  <a:cubicBezTo>
                    <a:pt x="3737" y="3870"/>
                    <a:pt x="3803" y="3236"/>
                    <a:pt x="3803" y="2602"/>
                  </a:cubicBezTo>
                  <a:lnTo>
                    <a:pt x="4237" y="1935"/>
                  </a:lnTo>
                  <a:cubicBezTo>
                    <a:pt x="4604" y="1401"/>
                    <a:pt x="4837" y="734"/>
                    <a:pt x="5004" y="67"/>
                  </a:cubicBezTo>
                  <a:cubicBezTo>
                    <a:pt x="4571" y="0"/>
                    <a:pt x="3937" y="0"/>
                    <a:pt x="3637" y="0"/>
                  </a:cubicBezTo>
                  <a:close/>
                </a:path>
              </a:pathLst>
            </a:custGeom>
            <a:solidFill>
              <a:srgbClr val="F39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65"/>
            <p:cNvSpPr/>
            <p:nvPr/>
          </p:nvSpPr>
          <p:spPr>
            <a:xfrm>
              <a:off x="2053350" y="1574900"/>
              <a:ext cx="50875" cy="18150"/>
            </a:xfrm>
            <a:custGeom>
              <a:avLst/>
              <a:gdLst/>
              <a:ahLst/>
              <a:cxnLst/>
              <a:rect l="l" t="t" r="r" b="b"/>
              <a:pathLst>
                <a:path w="2035" h="726" extrusionOk="0">
                  <a:moveTo>
                    <a:pt x="411" y="0"/>
                  </a:moveTo>
                  <a:cubicBezTo>
                    <a:pt x="278" y="0"/>
                    <a:pt x="200" y="4"/>
                    <a:pt x="200" y="4"/>
                  </a:cubicBezTo>
                  <a:lnTo>
                    <a:pt x="0" y="604"/>
                  </a:lnTo>
                  <a:cubicBezTo>
                    <a:pt x="168" y="586"/>
                    <a:pt x="328" y="578"/>
                    <a:pt x="481" y="578"/>
                  </a:cubicBezTo>
                  <a:cubicBezTo>
                    <a:pt x="877" y="578"/>
                    <a:pt x="1231" y="632"/>
                    <a:pt x="1568" y="704"/>
                  </a:cubicBezTo>
                  <a:cubicBezTo>
                    <a:pt x="1610" y="718"/>
                    <a:pt x="1653" y="725"/>
                    <a:pt x="1695" y="725"/>
                  </a:cubicBezTo>
                  <a:cubicBezTo>
                    <a:pt x="1857" y="725"/>
                    <a:pt x="2008" y="629"/>
                    <a:pt x="2035" y="471"/>
                  </a:cubicBezTo>
                  <a:cubicBezTo>
                    <a:pt x="2035" y="304"/>
                    <a:pt x="1901" y="137"/>
                    <a:pt x="1701" y="104"/>
                  </a:cubicBezTo>
                  <a:cubicBezTo>
                    <a:pt x="1168" y="15"/>
                    <a:pt x="678" y="0"/>
                    <a:pt x="411" y="0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65"/>
            <p:cNvSpPr/>
            <p:nvPr/>
          </p:nvSpPr>
          <p:spPr>
            <a:xfrm>
              <a:off x="1880725" y="1675050"/>
              <a:ext cx="140950" cy="98475"/>
            </a:xfrm>
            <a:custGeom>
              <a:avLst/>
              <a:gdLst/>
              <a:ahLst/>
              <a:cxnLst/>
              <a:rect l="l" t="t" r="r" b="b"/>
              <a:pathLst>
                <a:path w="5638" h="3939" extrusionOk="0">
                  <a:moveTo>
                    <a:pt x="134" y="1"/>
                  </a:moveTo>
                  <a:lnTo>
                    <a:pt x="134" y="1"/>
                  </a:lnTo>
                  <a:cubicBezTo>
                    <a:pt x="134" y="1"/>
                    <a:pt x="0" y="3203"/>
                    <a:pt x="3069" y="3870"/>
                  </a:cubicBezTo>
                  <a:cubicBezTo>
                    <a:pt x="3290" y="3917"/>
                    <a:pt x="3491" y="3938"/>
                    <a:pt x="3676" y="3938"/>
                  </a:cubicBezTo>
                  <a:cubicBezTo>
                    <a:pt x="5473" y="3938"/>
                    <a:pt x="5637" y="1936"/>
                    <a:pt x="5637" y="1936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65"/>
            <p:cNvSpPr/>
            <p:nvPr/>
          </p:nvSpPr>
          <p:spPr>
            <a:xfrm>
              <a:off x="1674725" y="1420375"/>
              <a:ext cx="432025" cy="496175"/>
            </a:xfrm>
            <a:custGeom>
              <a:avLst/>
              <a:gdLst/>
              <a:ahLst/>
              <a:cxnLst/>
              <a:rect l="l" t="t" r="r" b="b"/>
              <a:pathLst>
                <a:path w="17281" h="19847" extrusionOk="0">
                  <a:moveTo>
                    <a:pt x="10474" y="1"/>
                  </a:moveTo>
                  <a:cubicBezTo>
                    <a:pt x="9956" y="1"/>
                    <a:pt x="9421" y="46"/>
                    <a:pt x="8874" y="147"/>
                  </a:cubicBezTo>
                  <a:cubicBezTo>
                    <a:pt x="6072" y="681"/>
                    <a:pt x="4404" y="2649"/>
                    <a:pt x="3537" y="4150"/>
                  </a:cubicBezTo>
                  <a:cubicBezTo>
                    <a:pt x="3260" y="3899"/>
                    <a:pt x="2908" y="3723"/>
                    <a:pt x="2466" y="3723"/>
                  </a:cubicBezTo>
                  <a:cubicBezTo>
                    <a:pt x="2321" y="3723"/>
                    <a:pt x="2167" y="3742"/>
                    <a:pt x="2002" y="3783"/>
                  </a:cubicBezTo>
                  <a:cubicBezTo>
                    <a:pt x="334" y="4284"/>
                    <a:pt x="1" y="8520"/>
                    <a:pt x="1969" y="8820"/>
                  </a:cubicBezTo>
                  <a:cubicBezTo>
                    <a:pt x="1836" y="9554"/>
                    <a:pt x="1735" y="10355"/>
                    <a:pt x="1735" y="11189"/>
                  </a:cubicBezTo>
                  <a:cubicBezTo>
                    <a:pt x="1735" y="13257"/>
                    <a:pt x="1402" y="15358"/>
                    <a:pt x="668" y="17260"/>
                  </a:cubicBezTo>
                  <a:cubicBezTo>
                    <a:pt x="535" y="17660"/>
                    <a:pt x="701" y="18060"/>
                    <a:pt x="1035" y="18227"/>
                  </a:cubicBezTo>
                  <a:cubicBezTo>
                    <a:pt x="2160" y="18775"/>
                    <a:pt x="4581" y="19846"/>
                    <a:pt x="6078" y="19846"/>
                  </a:cubicBezTo>
                  <a:cubicBezTo>
                    <a:pt x="6313" y="19846"/>
                    <a:pt x="6525" y="19820"/>
                    <a:pt x="6706" y="19761"/>
                  </a:cubicBezTo>
                  <a:cubicBezTo>
                    <a:pt x="7406" y="19561"/>
                    <a:pt x="7907" y="19294"/>
                    <a:pt x="8240" y="19027"/>
                  </a:cubicBezTo>
                  <a:lnTo>
                    <a:pt x="8340" y="18927"/>
                  </a:lnTo>
                  <a:lnTo>
                    <a:pt x="8440" y="18827"/>
                  </a:lnTo>
                  <a:lnTo>
                    <a:pt x="8707" y="16726"/>
                  </a:lnTo>
                  <a:cubicBezTo>
                    <a:pt x="8841" y="16759"/>
                    <a:pt x="8907" y="16826"/>
                    <a:pt x="9041" y="16826"/>
                  </a:cubicBezTo>
                  <a:cubicBezTo>
                    <a:pt x="9325" y="16906"/>
                    <a:pt x="9613" y="16945"/>
                    <a:pt x="9898" y="16945"/>
                  </a:cubicBezTo>
                  <a:cubicBezTo>
                    <a:pt x="10913" y="16945"/>
                    <a:pt x="11884" y="16452"/>
                    <a:pt x="12510" y="15592"/>
                  </a:cubicBezTo>
                  <a:lnTo>
                    <a:pt x="14578" y="12656"/>
                  </a:lnTo>
                  <a:cubicBezTo>
                    <a:pt x="14912" y="12189"/>
                    <a:pt x="15145" y="11722"/>
                    <a:pt x="15312" y="11189"/>
                  </a:cubicBezTo>
                  <a:cubicBezTo>
                    <a:pt x="15512" y="10588"/>
                    <a:pt x="15579" y="9988"/>
                    <a:pt x="15579" y="9354"/>
                  </a:cubicBezTo>
                  <a:lnTo>
                    <a:pt x="16046" y="8687"/>
                  </a:lnTo>
                  <a:cubicBezTo>
                    <a:pt x="16413" y="8086"/>
                    <a:pt x="16713" y="7486"/>
                    <a:pt x="16846" y="6819"/>
                  </a:cubicBezTo>
                  <a:cubicBezTo>
                    <a:pt x="16880" y="6585"/>
                    <a:pt x="16913" y="6385"/>
                    <a:pt x="16913" y="6185"/>
                  </a:cubicBezTo>
                  <a:lnTo>
                    <a:pt x="17280" y="2516"/>
                  </a:lnTo>
                  <a:lnTo>
                    <a:pt x="17280" y="2516"/>
                  </a:lnTo>
                  <a:cubicBezTo>
                    <a:pt x="17280" y="2516"/>
                    <a:pt x="17280" y="2516"/>
                    <a:pt x="17280" y="2516"/>
                  </a:cubicBezTo>
                  <a:cubicBezTo>
                    <a:pt x="17280" y="2516"/>
                    <a:pt x="17280" y="2516"/>
                    <a:pt x="17280" y="2516"/>
                  </a:cubicBezTo>
                  <a:lnTo>
                    <a:pt x="17280" y="2516"/>
                  </a:lnTo>
                  <a:lnTo>
                    <a:pt x="17280" y="2516"/>
                  </a:lnTo>
                  <a:cubicBezTo>
                    <a:pt x="17250" y="2494"/>
                    <a:pt x="14336" y="1"/>
                    <a:pt x="104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65"/>
            <p:cNvSpPr/>
            <p:nvPr/>
          </p:nvSpPr>
          <p:spPr>
            <a:xfrm>
              <a:off x="1754800" y="1409425"/>
              <a:ext cx="159300" cy="184775"/>
            </a:xfrm>
            <a:custGeom>
              <a:avLst/>
              <a:gdLst/>
              <a:ahLst/>
              <a:cxnLst/>
              <a:rect l="l" t="t" r="r" b="b"/>
              <a:pathLst>
                <a:path w="6372" h="7391" extrusionOk="0">
                  <a:moveTo>
                    <a:pt x="5074" y="1"/>
                  </a:moveTo>
                  <a:cubicBezTo>
                    <a:pt x="3506" y="1"/>
                    <a:pt x="1431" y="1263"/>
                    <a:pt x="801" y="2220"/>
                  </a:cubicBezTo>
                  <a:cubicBezTo>
                    <a:pt x="0" y="3454"/>
                    <a:pt x="134" y="7090"/>
                    <a:pt x="134" y="7090"/>
                  </a:cubicBezTo>
                  <a:lnTo>
                    <a:pt x="1334" y="7390"/>
                  </a:lnTo>
                  <a:cubicBezTo>
                    <a:pt x="1334" y="7390"/>
                    <a:pt x="1496" y="5387"/>
                    <a:pt x="3091" y="5387"/>
                  </a:cubicBezTo>
                  <a:cubicBezTo>
                    <a:pt x="3117" y="5387"/>
                    <a:pt x="3143" y="5388"/>
                    <a:pt x="3169" y="5389"/>
                  </a:cubicBezTo>
                  <a:cubicBezTo>
                    <a:pt x="3181" y="5389"/>
                    <a:pt x="3194" y="5389"/>
                    <a:pt x="3206" y="5389"/>
                  </a:cubicBezTo>
                  <a:cubicBezTo>
                    <a:pt x="4873" y="5389"/>
                    <a:pt x="5071" y="3145"/>
                    <a:pt x="5204" y="1886"/>
                  </a:cubicBezTo>
                  <a:cubicBezTo>
                    <a:pt x="5337" y="585"/>
                    <a:pt x="6371" y="452"/>
                    <a:pt x="6371" y="452"/>
                  </a:cubicBezTo>
                  <a:cubicBezTo>
                    <a:pt x="6037" y="133"/>
                    <a:pt x="5582" y="1"/>
                    <a:pt x="5074" y="1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65"/>
            <p:cNvSpPr/>
            <p:nvPr/>
          </p:nvSpPr>
          <p:spPr>
            <a:xfrm>
              <a:off x="2370225" y="1597500"/>
              <a:ext cx="683850" cy="623800"/>
            </a:xfrm>
            <a:custGeom>
              <a:avLst/>
              <a:gdLst/>
              <a:ahLst/>
              <a:cxnLst/>
              <a:rect l="l" t="t" r="r" b="b"/>
              <a:pathLst>
                <a:path w="27354" h="24952" extrusionOk="0">
                  <a:moveTo>
                    <a:pt x="8073" y="1"/>
                  </a:moveTo>
                  <a:lnTo>
                    <a:pt x="1" y="12776"/>
                  </a:lnTo>
                  <a:lnTo>
                    <a:pt x="19281" y="24952"/>
                  </a:lnTo>
                  <a:lnTo>
                    <a:pt x="27354" y="12209"/>
                  </a:lnTo>
                  <a:lnTo>
                    <a:pt x="8073" y="1"/>
                  </a:ln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65"/>
            <p:cNvSpPr/>
            <p:nvPr/>
          </p:nvSpPr>
          <p:spPr>
            <a:xfrm>
              <a:off x="2371075" y="1869375"/>
              <a:ext cx="683000" cy="351925"/>
            </a:xfrm>
            <a:custGeom>
              <a:avLst/>
              <a:gdLst/>
              <a:ahLst/>
              <a:cxnLst/>
              <a:rect l="l" t="t" r="r" b="b"/>
              <a:pathLst>
                <a:path w="27320" h="14077" extrusionOk="0">
                  <a:moveTo>
                    <a:pt x="26953" y="0"/>
                  </a:moveTo>
                  <a:lnTo>
                    <a:pt x="834" y="1835"/>
                  </a:lnTo>
                  <a:lnTo>
                    <a:pt x="0" y="1901"/>
                  </a:lnTo>
                  <a:lnTo>
                    <a:pt x="19247" y="14077"/>
                  </a:lnTo>
                  <a:lnTo>
                    <a:pt x="27320" y="1334"/>
                  </a:lnTo>
                  <a:lnTo>
                    <a:pt x="27220" y="867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65"/>
            <p:cNvSpPr/>
            <p:nvPr/>
          </p:nvSpPr>
          <p:spPr>
            <a:xfrm>
              <a:off x="2712150" y="1868525"/>
              <a:ext cx="339425" cy="328600"/>
            </a:xfrm>
            <a:custGeom>
              <a:avLst/>
              <a:gdLst/>
              <a:ahLst/>
              <a:cxnLst/>
              <a:rect l="l" t="t" r="r" b="b"/>
              <a:pathLst>
                <a:path w="13577" h="13144" extrusionOk="0">
                  <a:moveTo>
                    <a:pt x="13310" y="1"/>
                  </a:moveTo>
                  <a:lnTo>
                    <a:pt x="0" y="568"/>
                  </a:lnTo>
                  <a:lnTo>
                    <a:pt x="5271" y="12777"/>
                  </a:lnTo>
                  <a:cubicBezTo>
                    <a:pt x="5704" y="13077"/>
                    <a:pt x="5604" y="12977"/>
                    <a:pt x="5871" y="13143"/>
                  </a:cubicBezTo>
                  <a:lnTo>
                    <a:pt x="13577" y="901"/>
                  </a:lnTo>
                  <a:lnTo>
                    <a:pt x="133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65"/>
            <p:cNvSpPr/>
            <p:nvPr/>
          </p:nvSpPr>
          <p:spPr>
            <a:xfrm>
              <a:off x="2383575" y="1577500"/>
              <a:ext cx="662175" cy="610450"/>
            </a:xfrm>
            <a:custGeom>
              <a:avLst/>
              <a:gdLst/>
              <a:ahLst/>
              <a:cxnLst/>
              <a:rect l="l" t="t" r="r" b="b"/>
              <a:pathLst>
                <a:path w="26487" h="24418" extrusionOk="0">
                  <a:moveTo>
                    <a:pt x="8040" y="0"/>
                  </a:moveTo>
                  <a:lnTo>
                    <a:pt x="0" y="12776"/>
                  </a:lnTo>
                  <a:lnTo>
                    <a:pt x="18414" y="24418"/>
                  </a:lnTo>
                  <a:lnTo>
                    <a:pt x="26486" y="11642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65"/>
            <p:cNvSpPr/>
            <p:nvPr/>
          </p:nvSpPr>
          <p:spPr>
            <a:xfrm>
              <a:off x="2683850" y="1667925"/>
              <a:ext cx="221800" cy="180725"/>
            </a:xfrm>
            <a:custGeom>
              <a:avLst/>
              <a:gdLst/>
              <a:ahLst/>
              <a:cxnLst/>
              <a:rect l="l" t="t" r="r" b="b"/>
              <a:pathLst>
                <a:path w="8872" h="7229" extrusionOk="0">
                  <a:moveTo>
                    <a:pt x="4325" y="1"/>
                  </a:moveTo>
                  <a:cubicBezTo>
                    <a:pt x="4279" y="1"/>
                    <a:pt x="4238" y="7"/>
                    <a:pt x="4201" y="19"/>
                  </a:cubicBezTo>
                  <a:cubicBezTo>
                    <a:pt x="4201" y="19"/>
                    <a:pt x="1799" y="453"/>
                    <a:pt x="1232" y="2120"/>
                  </a:cubicBezTo>
                  <a:cubicBezTo>
                    <a:pt x="680" y="3746"/>
                    <a:pt x="0" y="5593"/>
                    <a:pt x="738" y="5593"/>
                  </a:cubicBezTo>
                  <a:cubicBezTo>
                    <a:pt x="757" y="5593"/>
                    <a:pt x="777" y="5592"/>
                    <a:pt x="799" y="5590"/>
                  </a:cubicBezTo>
                  <a:cubicBezTo>
                    <a:pt x="1032" y="5556"/>
                    <a:pt x="1332" y="5323"/>
                    <a:pt x="1566" y="4956"/>
                  </a:cubicBezTo>
                  <a:lnTo>
                    <a:pt x="1566" y="4956"/>
                  </a:lnTo>
                  <a:cubicBezTo>
                    <a:pt x="1314" y="5900"/>
                    <a:pt x="1181" y="6666"/>
                    <a:pt x="1615" y="6666"/>
                  </a:cubicBezTo>
                  <a:cubicBezTo>
                    <a:pt x="1641" y="6666"/>
                    <a:pt x="1669" y="6663"/>
                    <a:pt x="1699" y="6657"/>
                  </a:cubicBezTo>
                  <a:cubicBezTo>
                    <a:pt x="1999" y="6624"/>
                    <a:pt x="2366" y="6257"/>
                    <a:pt x="2700" y="5790"/>
                  </a:cubicBezTo>
                  <a:lnTo>
                    <a:pt x="2700" y="5790"/>
                  </a:lnTo>
                  <a:cubicBezTo>
                    <a:pt x="2473" y="6634"/>
                    <a:pt x="2403" y="7225"/>
                    <a:pt x="2861" y="7225"/>
                  </a:cubicBezTo>
                  <a:cubicBezTo>
                    <a:pt x="2874" y="7225"/>
                    <a:pt x="2887" y="7225"/>
                    <a:pt x="2900" y="7224"/>
                  </a:cubicBezTo>
                  <a:cubicBezTo>
                    <a:pt x="3367" y="7157"/>
                    <a:pt x="3968" y="6424"/>
                    <a:pt x="4368" y="5590"/>
                  </a:cubicBezTo>
                  <a:lnTo>
                    <a:pt x="4368" y="5590"/>
                  </a:lnTo>
                  <a:cubicBezTo>
                    <a:pt x="4080" y="6516"/>
                    <a:pt x="4007" y="7228"/>
                    <a:pt x="4470" y="7228"/>
                  </a:cubicBezTo>
                  <a:cubicBezTo>
                    <a:pt x="4491" y="7228"/>
                    <a:pt x="4512" y="7227"/>
                    <a:pt x="4535" y="7224"/>
                  </a:cubicBezTo>
                  <a:cubicBezTo>
                    <a:pt x="5202" y="7124"/>
                    <a:pt x="5669" y="5790"/>
                    <a:pt x="6336" y="4756"/>
                  </a:cubicBezTo>
                  <a:cubicBezTo>
                    <a:pt x="6773" y="4101"/>
                    <a:pt x="6951" y="4011"/>
                    <a:pt x="7159" y="4011"/>
                  </a:cubicBezTo>
                  <a:cubicBezTo>
                    <a:pt x="7237" y="4011"/>
                    <a:pt x="7318" y="4024"/>
                    <a:pt x="7419" y="4024"/>
                  </a:cubicBezTo>
                  <a:cubicBezTo>
                    <a:pt x="7543" y="4024"/>
                    <a:pt x="7695" y="4005"/>
                    <a:pt x="7904" y="3922"/>
                  </a:cubicBezTo>
                  <a:lnTo>
                    <a:pt x="8537" y="4289"/>
                  </a:lnTo>
                  <a:cubicBezTo>
                    <a:pt x="8871" y="3588"/>
                    <a:pt x="8504" y="2988"/>
                    <a:pt x="8471" y="2954"/>
                  </a:cubicBezTo>
                  <a:cubicBezTo>
                    <a:pt x="8304" y="2621"/>
                    <a:pt x="7870" y="2321"/>
                    <a:pt x="7570" y="2287"/>
                  </a:cubicBezTo>
                  <a:cubicBezTo>
                    <a:pt x="7570" y="1987"/>
                    <a:pt x="7303" y="1754"/>
                    <a:pt x="6970" y="1587"/>
                  </a:cubicBezTo>
                  <a:cubicBezTo>
                    <a:pt x="6841" y="1532"/>
                    <a:pt x="6723" y="1507"/>
                    <a:pt x="6609" y="1507"/>
                  </a:cubicBezTo>
                  <a:cubicBezTo>
                    <a:pt x="6516" y="1507"/>
                    <a:pt x="6426" y="1523"/>
                    <a:pt x="6336" y="1553"/>
                  </a:cubicBezTo>
                  <a:cubicBezTo>
                    <a:pt x="6245" y="1252"/>
                    <a:pt x="5936" y="977"/>
                    <a:pt x="5705" y="977"/>
                  </a:cubicBezTo>
                  <a:cubicBezTo>
                    <a:pt x="5681" y="977"/>
                    <a:pt x="5658" y="980"/>
                    <a:pt x="5635" y="986"/>
                  </a:cubicBezTo>
                  <a:cubicBezTo>
                    <a:pt x="5635" y="986"/>
                    <a:pt x="5569" y="986"/>
                    <a:pt x="5469" y="1053"/>
                  </a:cubicBezTo>
                  <a:cubicBezTo>
                    <a:pt x="5402" y="786"/>
                    <a:pt x="5302" y="619"/>
                    <a:pt x="5302" y="619"/>
                  </a:cubicBezTo>
                  <a:cubicBezTo>
                    <a:pt x="5155" y="297"/>
                    <a:pt x="4649" y="1"/>
                    <a:pt x="4325" y="1"/>
                  </a:cubicBezTo>
                  <a:close/>
                </a:path>
              </a:pathLst>
            </a:custGeom>
            <a:solidFill>
              <a:srgbClr val="F9B5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65"/>
            <p:cNvSpPr/>
            <p:nvPr/>
          </p:nvSpPr>
          <p:spPr>
            <a:xfrm>
              <a:off x="1175200" y="1632350"/>
              <a:ext cx="780600" cy="1203250"/>
            </a:xfrm>
            <a:custGeom>
              <a:avLst/>
              <a:gdLst/>
              <a:ahLst/>
              <a:cxnLst/>
              <a:rect l="l" t="t" r="r" b="b"/>
              <a:pathLst>
                <a:path w="31224" h="48130" extrusionOk="0">
                  <a:moveTo>
                    <a:pt x="17893" y="1"/>
                  </a:moveTo>
                  <a:cubicBezTo>
                    <a:pt x="14074" y="1"/>
                    <a:pt x="9994" y="5039"/>
                    <a:pt x="7373" y="10749"/>
                  </a:cubicBezTo>
                  <a:cubicBezTo>
                    <a:pt x="7073" y="10815"/>
                    <a:pt x="6806" y="10849"/>
                    <a:pt x="6506" y="10849"/>
                  </a:cubicBezTo>
                  <a:cubicBezTo>
                    <a:pt x="4771" y="11049"/>
                    <a:pt x="3303" y="12283"/>
                    <a:pt x="2836" y="14018"/>
                  </a:cubicBezTo>
                  <a:cubicBezTo>
                    <a:pt x="2136" y="16753"/>
                    <a:pt x="1702" y="20956"/>
                    <a:pt x="1602" y="25493"/>
                  </a:cubicBezTo>
                  <a:cubicBezTo>
                    <a:pt x="1335" y="25526"/>
                    <a:pt x="1102" y="25593"/>
                    <a:pt x="835" y="25726"/>
                  </a:cubicBezTo>
                  <a:cubicBezTo>
                    <a:pt x="1" y="26126"/>
                    <a:pt x="335" y="33098"/>
                    <a:pt x="835" y="33865"/>
                  </a:cubicBezTo>
                  <a:cubicBezTo>
                    <a:pt x="1035" y="34132"/>
                    <a:pt x="1369" y="34265"/>
                    <a:pt x="1769" y="34366"/>
                  </a:cubicBezTo>
                  <a:cubicBezTo>
                    <a:pt x="2036" y="38769"/>
                    <a:pt x="2636" y="42538"/>
                    <a:pt x="3503" y="44139"/>
                  </a:cubicBezTo>
                  <a:cubicBezTo>
                    <a:pt x="4949" y="46798"/>
                    <a:pt x="10671" y="48130"/>
                    <a:pt x="16242" y="48130"/>
                  </a:cubicBezTo>
                  <a:cubicBezTo>
                    <a:pt x="21085" y="48130"/>
                    <a:pt x="25814" y="47123"/>
                    <a:pt x="27521" y="45107"/>
                  </a:cubicBezTo>
                  <a:cubicBezTo>
                    <a:pt x="31223" y="40770"/>
                    <a:pt x="30289" y="15385"/>
                    <a:pt x="24152" y="12150"/>
                  </a:cubicBezTo>
                  <a:cubicBezTo>
                    <a:pt x="21636" y="10825"/>
                    <a:pt x="17837" y="10405"/>
                    <a:pt x="14225" y="10405"/>
                  </a:cubicBezTo>
                  <a:cubicBezTo>
                    <a:pt x="13287" y="10405"/>
                    <a:pt x="12362" y="10434"/>
                    <a:pt x="11476" y="10482"/>
                  </a:cubicBezTo>
                  <a:cubicBezTo>
                    <a:pt x="14785" y="5066"/>
                    <a:pt x="17172" y="3178"/>
                    <a:pt x="18000" y="3178"/>
                  </a:cubicBezTo>
                  <a:cubicBezTo>
                    <a:pt x="18090" y="3178"/>
                    <a:pt x="18162" y="3201"/>
                    <a:pt x="18214" y="3243"/>
                  </a:cubicBezTo>
                  <a:cubicBezTo>
                    <a:pt x="18814" y="3710"/>
                    <a:pt x="18848" y="5045"/>
                    <a:pt x="18848" y="5045"/>
                  </a:cubicBezTo>
                  <a:lnTo>
                    <a:pt x="20315" y="6079"/>
                  </a:lnTo>
                  <a:cubicBezTo>
                    <a:pt x="20315" y="6079"/>
                    <a:pt x="20983" y="541"/>
                    <a:pt x="18681" y="74"/>
                  </a:cubicBezTo>
                  <a:cubicBezTo>
                    <a:pt x="18420" y="25"/>
                    <a:pt x="18157" y="1"/>
                    <a:pt x="178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65"/>
            <p:cNvSpPr/>
            <p:nvPr/>
          </p:nvSpPr>
          <p:spPr>
            <a:xfrm>
              <a:off x="1937425" y="1825825"/>
              <a:ext cx="234350" cy="729900"/>
            </a:xfrm>
            <a:custGeom>
              <a:avLst/>
              <a:gdLst/>
              <a:ahLst/>
              <a:cxnLst/>
              <a:rect l="l" t="t" r="r" b="b"/>
              <a:pathLst>
                <a:path w="9374" h="29196" extrusionOk="0">
                  <a:moveTo>
                    <a:pt x="3551" y="1"/>
                  </a:moveTo>
                  <a:cubicBezTo>
                    <a:pt x="888" y="1"/>
                    <a:pt x="0" y="2309"/>
                    <a:pt x="0" y="2309"/>
                  </a:cubicBezTo>
                  <a:lnTo>
                    <a:pt x="1268" y="2676"/>
                  </a:lnTo>
                  <a:cubicBezTo>
                    <a:pt x="1268" y="2676"/>
                    <a:pt x="1686" y="2472"/>
                    <a:pt x="2272" y="2472"/>
                  </a:cubicBezTo>
                  <a:cubicBezTo>
                    <a:pt x="3220" y="2472"/>
                    <a:pt x="4608" y="3007"/>
                    <a:pt x="5371" y="5812"/>
                  </a:cubicBezTo>
                  <a:cubicBezTo>
                    <a:pt x="6638" y="10348"/>
                    <a:pt x="3136" y="21923"/>
                    <a:pt x="3136" y="21923"/>
                  </a:cubicBezTo>
                  <a:cubicBezTo>
                    <a:pt x="2536" y="24625"/>
                    <a:pt x="2736" y="29195"/>
                    <a:pt x="2736" y="29195"/>
                  </a:cubicBezTo>
                  <a:cubicBezTo>
                    <a:pt x="2736" y="29195"/>
                    <a:pt x="7839" y="16252"/>
                    <a:pt x="8406" y="10982"/>
                  </a:cubicBezTo>
                  <a:cubicBezTo>
                    <a:pt x="8973" y="5745"/>
                    <a:pt x="9374" y="1742"/>
                    <a:pt x="5638" y="408"/>
                  </a:cubicBezTo>
                  <a:cubicBezTo>
                    <a:pt x="4845" y="119"/>
                    <a:pt x="4152" y="1"/>
                    <a:pt x="3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2" name="Google Shape;2062;p65"/>
          <p:cNvGrpSpPr/>
          <p:nvPr/>
        </p:nvGrpSpPr>
        <p:grpSpPr>
          <a:xfrm>
            <a:off x="5972249" y="931669"/>
            <a:ext cx="1843147" cy="2204214"/>
            <a:chOff x="6103275" y="1371275"/>
            <a:chExt cx="2327500" cy="2783450"/>
          </a:xfrm>
        </p:grpSpPr>
        <p:sp>
          <p:nvSpPr>
            <p:cNvPr id="2063" name="Google Shape;2063;p65"/>
            <p:cNvSpPr/>
            <p:nvPr/>
          </p:nvSpPr>
          <p:spPr>
            <a:xfrm>
              <a:off x="6315075" y="2389650"/>
              <a:ext cx="692050" cy="487875"/>
            </a:xfrm>
            <a:custGeom>
              <a:avLst/>
              <a:gdLst/>
              <a:ahLst/>
              <a:cxnLst/>
              <a:rect l="l" t="t" r="r" b="b"/>
              <a:pathLst>
                <a:path w="27682" h="19515" extrusionOk="0">
                  <a:moveTo>
                    <a:pt x="23552" y="0"/>
                  </a:moveTo>
                  <a:cubicBezTo>
                    <a:pt x="23551" y="0"/>
                    <a:pt x="23551" y="0"/>
                    <a:pt x="23551" y="1"/>
                  </a:cubicBezTo>
                  <a:cubicBezTo>
                    <a:pt x="23084" y="101"/>
                    <a:pt x="22350" y="368"/>
                    <a:pt x="21516" y="835"/>
                  </a:cubicBezTo>
                  <a:cubicBezTo>
                    <a:pt x="18981" y="2169"/>
                    <a:pt x="15479" y="4604"/>
                    <a:pt x="15479" y="4604"/>
                  </a:cubicBezTo>
                  <a:cubicBezTo>
                    <a:pt x="15145" y="4671"/>
                    <a:pt x="14811" y="4771"/>
                    <a:pt x="14478" y="4871"/>
                  </a:cubicBezTo>
                  <a:cubicBezTo>
                    <a:pt x="10175" y="6439"/>
                    <a:pt x="6472" y="10041"/>
                    <a:pt x="4404" y="11776"/>
                  </a:cubicBezTo>
                  <a:cubicBezTo>
                    <a:pt x="2803" y="13143"/>
                    <a:pt x="1" y="15879"/>
                    <a:pt x="1" y="15879"/>
                  </a:cubicBezTo>
                  <a:lnTo>
                    <a:pt x="1535" y="19515"/>
                  </a:lnTo>
                  <a:cubicBezTo>
                    <a:pt x="1535" y="19515"/>
                    <a:pt x="2302" y="19114"/>
                    <a:pt x="3503" y="18547"/>
                  </a:cubicBezTo>
                  <a:cubicBezTo>
                    <a:pt x="3637" y="18481"/>
                    <a:pt x="3737" y="18414"/>
                    <a:pt x="3904" y="18347"/>
                  </a:cubicBezTo>
                  <a:cubicBezTo>
                    <a:pt x="5171" y="17813"/>
                    <a:pt x="6806" y="17180"/>
                    <a:pt x="8640" y="16679"/>
                  </a:cubicBezTo>
                  <a:cubicBezTo>
                    <a:pt x="10842" y="16045"/>
                    <a:pt x="13144" y="14978"/>
                    <a:pt x="16079" y="13277"/>
                  </a:cubicBezTo>
                  <a:cubicBezTo>
                    <a:pt x="18647" y="11842"/>
                    <a:pt x="20582" y="10608"/>
                    <a:pt x="20582" y="10608"/>
                  </a:cubicBezTo>
                  <a:cubicBezTo>
                    <a:pt x="24018" y="9307"/>
                    <a:pt x="26386" y="7206"/>
                    <a:pt x="26386" y="7206"/>
                  </a:cubicBezTo>
                  <a:cubicBezTo>
                    <a:pt x="27681" y="3719"/>
                    <a:pt x="23621" y="0"/>
                    <a:pt x="235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65"/>
            <p:cNvSpPr/>
            <p:nvPr/>
          </p:nvSpPr>
          <p:spPr>
            <a:xfrm>
              <a:off x="6103275" y="2775750"/>
              <a:ext cx="308575" cy="297825"/>
            </a:xfrm>
            <a:custGeom>
              <a:avLst/>
              <a:gdLst/>
              <a:ahLst/>
              <a:cxnLst/>
              <a:rect l="l" t="t" r="r" b="b"/>
              <a:pathLst>
                <a:path w="12343" h="11913" extrusionOk="0">
                  <a:moveTo>
                    <a:pt x="8506" y="268"/>
                  </a:moveTo>
                  <a:lnTo>
                    <a:pt x="1201" y="5105"/>
                  </a:lnTo>
                  <a:lnTo>
                    <a:pt x="267" y="7106"/>
                  </a:lnTo>
                  <a:lnTo>
                    <a:pt x="33" y="8073"/>
                  </a:lnTo>
                  <a:cubicBezTo>
                    <a:pt x="0" y="8207"/>
                    <a:pt x="100" y="8374"/>
                    <a:pt x="267" y="8440"/>
                  </a:cubicBezTo>
                  <a:cubicBezTo>
                    <a:pt x="313" y="8468"/>
                    <a:pt x="361" y="8480"/>
                    <a:pt x="409" y="8480"/>
                  </a:cubicBezTo>
                  <a:cubicBezTo>
                    <a:pt x="534" y="8480"/>
                    <a:pt x="652" y="8394"/>
                    <a:pt x="701" y="8274"/>
                  </a:cubicBezTo>
                  <a:lnTo>
                    <a:pt x="1101" y="7440"/>
                  </a:lnTo>
                  <a:lnTo>
                    <a:pt x="2469" y="5338"/>
                  </a:lnTo>
                  <a:lnTo>
                    <a:pt x="1034" y="8040"/>
                  </a:lnTo>
                  <a:lnTo>
                    <a:pt x="200" y="10775"/>
                  </a:lnTo>
                  <a:cubicBezTo>
                    <a:pt x="134" y="11076"/>
                    <a:pt x="300" y="11409"/>
                    <a:pt x="601" y="11509"/>
                  </a:cubicBezTo>
                  <a:cubicBezTo>
                    <a:pt x="641" y="11521"/>
                    <a:pt x="684" y="11526"/>
                    <a:pt x="727" y="11526"/>
                  </a:cubicBezTo>
                  <a:cubicBezTo>
                    <a:pt x="934" y="11526"/>
                    <a:pt x="1158" y="11402"/>
                    <a:pt x="1268" y="11209"/>
                  </a:cubicBezTo>
                  <a:lnTo>
                    <a:pt x="2335" y="8874"/>
                  </a:lnTo>
                  <a:lnTo>
                    <a:pt x="4337" y="5538"/>
                  </a:lnTo>
                  <a:lnTo>
                    <a:pt x="3669" y="7907"/>
                  </a:lnTo>
                  <a:lnTo>
                    <a:pt x="3469" y="11242"/>
                  </a:lnTo>
                  <a:cubicBezTo>
                    <a:pt x="3438" y="11652"/>
                    <a:pt x="3763" y="11912"/>
                    <a:pt x="4108" y="11912"/>
                  </a:cubicBezTo>
                  <a:cubicBezTo>
                    <a:pt x="4128" y="11912"/>
                    <a:pt x="4149" y="11911"/>
                    <a:pt x="4170" y="11910"/>
                  </a:cubicBezTo>
                  <a:cubicBezTo>
                    <a:pt x="4437" y="11876"/>
                    <a:pt x="4637" y="11709"/>
                    <a:pt x="4703" y="11443"/>
                  </a:cubicBezTo>
                  <a:lnTo>
                    <a:pt x="5704" y="7673"/>
                  </a:lnTo>
                  <a:lnTo>
                    <a:pt x="6638" y="5372"/>
                  </a:lnTo>
                  <a:lnTo>
                    <a:pt x="6271" y="7606"/>
                  </a:lnTo>
                  <a:lnTo>
                    <a:pt x="6004" y="10709"/>
                  </a:lnTo>
                  <a:cubicBezTo>
                    <a:pt x="5971" y="11042"/>
                    <a:pt x="6171" y="11309"/>
                    <a:pt x="6505" y="11409"/>
                  </a:cubicBezTo>
                  <a:cubicBezTo>
                    <a:pt x="6547" y="11417"/>
                    <a:pt x="6589" y="11421"/>
                    <a:pt x="6629" y="11421"/>
                  </a:cubicBezTo>
                  <a:cubicBezTo>
                    <a:pt x="6945" y="11421"/>
                    <a:pt x="7217" y="11200"/>
                    <a:pt x="7305" y="10875"/>
                  </a:cubicBezTo>
                  <a:lnTo>
                    <a:pt x="7772" y="8307"/>
                  </a:lnTo>
                  <a:lnTo>
                    <a:pt x="8640" y="6706"/>
                  </a:lnTo>
                  <a:lnTo>
                    <a:pt x="9707" y="5038"/>
                  </a:lnTo>
                  <a:lnTo>
                    <a:pt x="10041" y="5872"/>
                  </a:lnTo>
                  <a:lnTo>
                    <a:pt x="8173" y="8607"/>
                  </a:lnTo>
                  <a:cubicBezTo>
                    <a:pt x="8006" y="8907"/>
                    <a:pt x="8006" y="9274"/>
                    <a:pt x="8273" y="9541"/>
                  </a:cubicBezTo>
                  <a:cubicBezTo>
                    <a:pt x="8414" y="9700"/>
                    <a:pt x="8610" y="9784"/>
                    <a:pt x="8808" y="9784"/>
                  </a:cubicBezTo>
                  <a:cubicBezTo>
                    <a:pt x="8986" y="9784"/>
                    <a:pt x="9165" y="9716"/>
                    <a:pt x="9307" y="9575"/>
                  </a:cubicBezTo>
                  <a:lnTo>
                    <a:pt x="11842" y="7240"/>
                  </a:lnTo>
                  <a:cubicBezTo>
                    <a:pt x="12175" y="6939"/>
                    <a:pt x="12342" y="6506"/>
                    <a:pt x="12309" y="6039"/>
                  </a:cubicBezTo>
                  <a:lnTo>
                    <a:pt x="11842" y="1702"/>
                  </a:lnTo>
                  <a:cubicBezTo>
                    <a:pt x="9774" y="1"/>
                    <a:pt x="8506" y="401"/>
                    <a:pt x="8506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65"/>
            <p:cNvSpPr/>
            <p:nvPr/>
          </p:nvSpPr>
          <p:spPr>
            <a:xfrm>
              <a:off x="7303300" y="2081075"/>
              <a:ext cx="798075" cy="962275"/>
            </a:xfrm>
            <a:custGeom>
              <a:avLst/>
              <a:gdLst/>
              <a:ahLst/>
              <a:cxnLst/>
              <a:rect l="l" t="t" r="r" b="b"/>
              <a:pathLst>
                <a:path w="31923" h="38491" extrusionOk="0">
                  <a:moveTo>
                    <a:pt x="22997" y="1"/>
                  </a:moveTo>
                  <a:cubicBezTo>
                    <a:pt x="22970" y="1"/>
                    <a:pt x="22943" y="1"/>
                    <a:pt x="22916" y="1"/>
                  </a:cubicBezTo>
                  <a:cubicBezTo>
                    <a:pt x="18713" y="35"/>
                    <a:pt x="9840" y="502"/>
                    <a:pt x="5637" y="3504"/>
                  </a:cubicBezTo>
                  <a:cubicBezTo>
                    <a:pt x="0" y="7507"/>
                    <a:pt x="2235" y="32825"/>
                    <a:pt x="6471" y="36661"/>
                  </a:cubicBezTo>
                  <a:cubicBezTo>
                    <a:pt x="7857" y="37926"/>
                    <a:pt x="10687" y="38491"/>
                    <a:pt x="13930" y="38491"/>
                  </a:cubicBezTo>
                  <a:cubicBezTo>
                    <a:pt x="20523" y="38491"/>
                    <a:pt x="28824" y="36157"/>
                    <a:pt x="30188" y="32625"/>
                  </a:cubicBezTo>
                  <a:cubicBezTo>
                    <a:pt x="30855" y="30890"/>
                    <a:pt x="30989" y="27121"/>
                    <a:pt x="30689" y="22684"/>
                  </a:cubicBezTo>
                  <a:cubicBezTo>
                    <a:pt x="31056" y="22551"/>
                    <a:pt x="31356" y="22351"/>
                    <a:pt x="31523" y="22051"/>
                  </a:cubicBezTo>
                  <a:cubicBezTo>
                    <a:pt x="31923" y="21217"/>
                    <a:pt x="31356" y="14312"/>
                    <a:pt x="30488" y="14011"/>
                  </a:cubicBezTo>
                  <a:cubicBezTo>
                    <a:pt x="30188" y="13945"/>
                    <a:pt x="29921" y="13878"/>
                    <a:pt x="29688" y="13878"/>
                  </a:cubicBezTo>
                  <a:cubicBezTo>
                    <a:pt x="28987" y="9475"/>
                    <a:pt x="28020" y="5305"/>
                    <a:pt x="26986" y="2670"/>
                  </a:cubicBezTo>
                  <a:cubicBezTo>
                    <a:pt x="26329" y="1060"/>
                    <a:pt x="24734" y="1"/>
                    <a:pt x="229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65"/>
            <p:cNvSpPr/>
            <p:nvPr/>
          </p:nvSpPr>
          <p:spPr>
            <a:xfrm>
              <a:off x="6875475" y="3733125"/>
              <a:ext cx="489550" cy="404475"/>
            </a:xfrm>
            <a:custGeom>
              <a:avLst/>
              <a:gdLst/>
              <a:ahLst/>
              <a:cxnLst/>
              <a:rect l="l" t="t" r="r" b="b"/>
              <a:pathLst>
                <a:path w="19582" h="16179" extrusionOk="0">
                  <a:moveTo>
                    <a:pt x="15745" y="0"/>
                  </a:moveTo>
                  <a:cubicBezTo>
                    <a:pt x="15178" y="0"/>
                    <a:pt x="14645" y="67"/>
                    <a:pt x="14244" y="234"/>
                  </a:cubicBezTo>
                  <a:cubicBezTo>
                    <a:pt x="12610" y="834"/>
                    <a:pt x="11576" y="2302"/>
                    <a:pt x="10408" y="3603"/>
                  </a:cubicBezTo>
                  <a:cubicBezTo>
                    <a:pt x="10008" y="3970"/>
                    <a:pt x="8140" y="5104"/>
                    <a:pt x="6672" y="5971"/>
                  </a:cubicBezTo>
                  <a:cubicBezTo>
                    <a:pt x="5104" y="6905"/>
                    <a:pt x="3737" y="8073"/>
                    <a:pt x="2569" y="9474"/>
                  </a:cubicBezTo>
                  <a:cubicBezTo>
                    <a:pt x="1602" y="10641"/>
                    <a:pt x="635" y="12009"/>
                    <a:pt x="334" y="13143"/>
                  </a:cubicBezTo>
                  <a:cubicBezTo>
                    <a:pt x="1" y="14310"/>
                    <a:pt x="134" y="15078"/>
                    <a:pt x="434" y="15511"/>
                  </a:cubicBezTo>
                  <a:cubicBezTo>
                    <a:pt x="768" y="16012"/>
                    <a:pt x="1302" y="16178"/>
                    <a:pt x="1669" y="16178"/>
                  </a:cubicBezTo>
                  <a:cubicBezTo>
                    <a:pt x="1769" y="16178"/>
                    <a:pt x="1835" y="16178"/>
                    <a:pt x="1969" y="16145"/>
                  </a:cubicBezTo>
                  <a:cubicBezTo>
                    <a:pt x="3236" y="15811"/>
                    <a:pt x="7273" y="14144"/>
                    <a:pt x="8007" y="13443"/>
                  </a:cubicBezTo>
                  <a:cubicBezTo>
                    <a:pt x="8040" y="13410"/>
                    <a:pt x="8140" y="13343"/>
                    <a:pt x="8173" y="13310"/>
                  </a:cubicBezTo>
                  <a:cubicBezTo>
                    <a:pt x="8440" y="13143"/>
                    <a:pt x="8740" y="12976"/>
                    <a:pt x="9074" y="12843"/>
                  </a:cubicBezTo>
                  <a:cubicBezTo>
                    <a:pt x="10442" y="12309"/>
                    <a:pt x="12610" y="12009"/>
                    <a:pt x="13911" y="11475"/>
                  </a:cubicBezTo>
                  <a:cubicBezTo>
                    <a:pt x="15612" y="10774"/>
                    <a:pt x="17447" y="10007"/>
                    <a:pt x="17447" y="10007"/>
                  </a:cubicBezTo>
                  <a:cubicBezTo>
                    <a:pt x="16980" y="9440"/>
                    <a:pt x="16746" y="8806"/>
                    <a:pt x="16579" y="8173"/>
                  </a:cubicBezTo>
                  <a:cubicBezTo>
                    <a:pt x="15645" y="4437"/>
                    <a:pt x="19581" y="767"/>
                    <a:pt x="19581" y="767"/>
                  </a:cubicBezTo>
                  <a:cubicBezTo>
                    <a:pt x="19581" y="767"/>
                    <a:pt x="17480" y="67"/>
                    <a:pt x="157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65"/>
            <p:cNvSpPr/>
            <p:nvPr/>
          </p:nvSpPr>
          <p:spPr>
            <a:xfrm>
              <a:off x="6867150" y="3732275"/>
              <a:ext cx="402800" cy="405325"/>
            </a:xfrm>
            <a:custGeom>
              <a:avLst/>
              <a:gdLst/>
              <a:ahLst/>
              <a:cxnLst/>
              <a:rect l="l" t="t" r="r" b="b"/>
              <a:pathLst>
                <a:path w="16112" h="16213" extrusionOk="0">
                  <a:moveTo>
                    <a:pt x="16112" y="1"/>
                  </a:moveTo>
                  <a:cubicBezTo>
                    <a:pt x="15511" y="1"/>
                    <a:pt x="14978" y="34"/>
                    <a:pt x="14544" y="201"/>
                  </a:cubicBezTo>
                  <a:cubicBezTo>
                    <a:pt x="12943" y="835"/>
                    <a:pt x="11875" y="2302"/>
                    <a:pt x="10708" y="3603"/>
                  </a:cubicBezTo>
                  <a:cubicBezTo>
                    <a:pt x="10341" y="3970"/>
                    <a:pt x="8473" y="5104"/>
                    <a:pt x="7005" y="5972"/>
                  </a:cubicBezTo>
                  <a:cubicBezTo>
                    <a:pt x="5437" y="6872"/>
                    <a:pt x="4070" y="8040"/>
                    <a:pt x="2902" y="9474"/>
                  </a:cubicBezTo>
                  <a:cubicBezTo>
                    <a:pt x="1935" y="10642"/>
                    <a:pt x="968" y="12009"/>
                    <a:pt x="667" y="13143"/>
                  </a:cubicBezTo>
                  <a:cubicBezTo>
                    <a:pt x="0" y="15645"/>
                    <a:pt x="1301" y="16212"/>
                    <a:pt x="2002" y="16212"/>
                  </a:cubicBezTo>
                  <a:cubicBezTo>
                    <a:pt x="2102" y="16212"/>
                    <a:pt x="2168" y="16212"/>
                    <a:pt x="2302" y="16179"/>
                  </a:cubicBezTo>
                  <a:cubicBezTo>
                    <a:pt x="1768" y="16012"/>
                    <a:pt x="834" y="15278"/>
                    <a:pt x="1301" y="13344"/>
                  </a:cubicBezTo>
                  <a:cubicBezTo>
                    <a:pt x="1802" y="11142"/>
                    <a:pt x="6972" y="7072"/>
                    <a:pt x="8306" y="6205"/>
                  </a:cubicBezTo>
                  <a:cubicBezTo>
                    <a:pt x="9640" y="5338"/>
                    <a:pt x="12743" y="3870"/>
                    <a:pt x="13510" y="2503"/>
                  </a:cubicBezTo>
                  <a:cubicBezTo>
                    <a:pt x="14077" y="1602"/>
                    <a:pt x="15311" y="601"/>
                    <a:pt x="16112" y="1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65"/>
            <p:cNvSpPr/>
            <p:nvPr/>
          </p:nvSpPr>
          <p:spPr>
            <a:xfrm>
              <a:off x="6788750" y="3482625"/>
              <a:ext cx="316100" cy="501050"/>
            </a:xfrm>
            <a:custGeom>
              <a:avLst/>
              <a:gdLst/>
              <a:ahLst/>
              <a:cxnLst/>
              <a:rect l="l" t="t" r="r" b="b"/>
              <a:pathLst>
                <a:path w="12644" h="20042" extrusionOk="0">
                  <a:moveTo>
                    <a:pt x="10266" y="0"/>
                  </a:moveTo>
                  <a:cubicBezTo>
                    <a:pt x="9837" y="0"/>
                    <a:pt x="9350" y="51"/>
                    <a:pt x="8807" y="180"/>
                  </a:cubicBezTo>
                  <a:cubicBezTo>
                    <a:pt x="6272" y="813"/>
                    <a:pt x="5171" y="6317"/>
                    <a:pt x="2636" y="9019"/>
                  </a:cubicBezTo>
                  <a:cubicBezTo>
                    <a:pt x="1" y="11821"/>
                    <a:pt x="634" y="18793"/>
                    <a:pt x="2636" y="19760"/>
                  </a:cubicBezTo>
                  <a:cubicBezTo>
                    <a:pt x="2736" y="19794"/>
                    <a:pt x="2836" y="19827"/>
                    <a:pt x="2969" y="19860"/>
                  </a:cubicBezTo>
                  <a:cubicBezTo>
                    <a:pt x="3312" y="19985"/>
                    <a:pt x="3648" y="20042"/>
                    <a:pt x="3975" y="20042"/>
                  </a:cubicBezTo>
                  <a:cubicBezTo>
                    <a:pt x="4701" y="20042"/>
                    <a:pt x="5384" y="19763"/>
                    <a:pt x="6005" y="19327"/>
                  </a:cubicBezTo>
                  <a:lnTo>
                    <a:pt x="6072" y="19293"/>
                  </a:lnTo>
                  <a:lnTo>
                    <a:pt x="6105" y="19293"/>
                  </a:lnTo>
                  <a:cubicBezTo>
                    <a:pt x="7706" y="18159"/>
                    <a:pt x="8874" y="16091"/>
                    <a:pt x="9007" y="14590"/>
                  </a:cubicBezTo>
                  <a:cubicBezTo>
                    <a:pt x="9007" y="14590"/>
                    <a:pt x="11242" y="11955"/>
                    <a:pt x="11375" y="10654"/>
                  </a:cubicBezTo>
                  <a:cubicBezTo>
                    <a:pt x="11442" y="9953"/>
                    <a:pt x="10975" y="8252"/>
                    <a:pt x="11042" y="6184"/>
                  </a:cubicBezTo>
                  <a:cubicBezTo>
                    <a:pt x="11075" y="4616"/>
                    <a:pt x="11409" y="2748"/>
                    <a:pt x="12443" y="980"/>
                  </a:cubicBezTo>
                  <a:cubicBezTo>
                    <a:pt x="12510" y="914"/>
                    <a:pt x="12576" y="780"/>
                    <a:pt x="12643" y="680"/>
                  </a:cubicBezTo>
                  <a:cubicBezTo>
                    <a:pt x="12643" y="680"/>
                    <a:pt x="11840" y="0"/>
                    <a:pt x="102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65"/>
            <p:cNvSpPr/>
            <p:nvPr/>
          </p:nvSpPr>
          <p:spPr>
            <a:xfrm>
              <a:off x="6788750" y="3482125"/>
              <a:ext cx="316100" cy="500525"/>
            </a:xfrm>
            <a:custGeom>
              <a:avLst/>
              <a:gdLst/>
              <a:ahLst/>
              <a:cxnLst/>
              <a:rect l="l" t="t" r="r" b="b"/>
              <a:pathLst>
                <a:path w="12644" h="20021" extrusionOk="0">
                  <a:moveTo>
                    <a:pt x="10253" y="0"/>
                  </a:moveTo>
                  <a:cubicBezTo>
                    <a:pt x="9828" y="0"/>
                    <a:pt x="9346" y="47"/>
                    <a:pt x="8807" y="166"/>
                  </a:cubicBezTo>
                  <a:cubicBezTo>
                    <a:pt x="6272" y="800"/>
                    <a:pt x="5204" y="6304"/>
                    <a:pt x="2636" y="9006"/>
                  </a:cubicBezTo>
                  <a:cubicBezTo>
                    <a:pt x="1" y="11808"/>
                    <a:pt x="634" y="18780"/>
                    <a:pt x="2636" y="19714"/>
                  </a:cubicBezTo>
                  <a:cubicBezTo>
                    <a:pt x="3072" y="19925"/>
                    <a:pt x="3508" y="20021"/>
                    <a:pt x="3939" y="20021"/>
                  </a:cubicBezTo>
                  <a:cubicBezTo>
                    <a:pt x="4662" y="20021"/>
                    <a:pt x="5370" y="19752"/>
                    <a:pt x="6038" y="19313"/>
                  </a:cubicBezTo>
                  <a:lnTo>
                    <a:pt x="6038" y="19313"/>
                  </a:lnTo>
                  <a:cubicBezTo>
                    <a:pt x="5750" y="19486"/>
                    <a:pt x="5098" y="19747"/>
                    <a:pt x="4342" y="19747"/>
                  </a:cubicBezTo>
                  <a:cubicBezTo>
                    <a:pt x="3784" y="19747"/>
                    <a:pt x="3169" y="19605"/>
                    <a:pt x="2603" y="19180"/>
                  </a:cubicBezTo>
                  <a:cubicBezTo>
                    <a:pt x="1202" y="18146"/>
                    <a:pt x="1535" y="14477"/>
                    <a:pt x="1602" y="13009"/>
                  </a:cubicBezTo>
                  <a:cubicBezTo>
                    <a:pt x="1702" y="11541"/>
                    <a:pt x="4237" y="7805"/>
                    <a:pt x="5071" y="6738"/>
                  </a:cubicBezTo>
                  <a:cubicBezTo>
                    <a:pt x="5905" y="5704"/>
                    <a:pt x="6772" y="1968"/>
                    <a:pt x="8307" y="967"/>
                  </a:cubicBezTo>
                  <a:cubicBezTo>
                    <a:pt x="8834" y="638"/>
                    <a:pt x="9474" y="529"/>
                    <a:pt x="10091" y="529"/>
                  </a:cubicBezTo>
                  <a:cubicBezTo>
                    <a:pt x="11229" y="529"/>
                    <a:pt x="12292" y="902"/>
                    <a:pt x="12443" y="967"/>
                  </a:cubicBezTo>
                  <a:cubicBezTo>
                    <a:pt x="12543" y="867"/>
                    <a:pt x="12576" y="767"/>
                    <a:pt x="12643" y="667"/>
                  </a:cubicBezTo>
                  <a:cubicBezTo>
                    <a:pt x="12643" y="667"/>
                    <a:pt x="11852" y="0"/>
                    <a:pt x="10253" y="0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65"/>
            <p:cNvSpPr/>
            <p:nvPr/>
          </p:nvSpPr>
          <p:spPr>
            <a:xfrm>
              <a:off x="7832825" y="3128250"/>
              <a:ext cx="93425" cy="145400"/>
            </a:xfrm>
            <a:custGeom>
              <a:avLst/>
              <a:gdLst/>
              <a:ahLst/>
              <a:cxnLst/>
              <a:rect l="l" t="t" r="r" b="b"/>
              <a:pathLst>
                <a:path w="3737" h="5816" extrusionOk="0">
                  <a:moveTo>
                    <a:pt x="755" y="0"/>
                  </a:moveTo>
                  <a:cubicBezTo>
                    <a:pt x="497" y="0"/>
                    <a:pt x="305" y="174"/>
                    <a:pt x="234" y="612"/>
                  </a:cubicBezTo>
                  <a:cubicBezTo>
                    <a:pt x="1" y="2513"/>
                    <a:pt x="1502" y="5815"/>
                    <a:pt x="1502" y="5815"/>
                  </a:cubicBezTo>
                  <a:cubicBezTo>
                    <a:pt x="3236" y="5482"/>
                    <a:pt x="3737" y="3280"/>
                    <a:pt x="3403" y="2480"/>
                  </a:cubicBezTo>
                  <a:cubicBezTo>
                    <a:pt x="3148" y="1866"/>
                    <a:pt x="1600" y="0"/>
                    <a:pt x="7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65"/>
            <p:cNvSpPr/>
            <p:nvPr/>
          </p:nvSpPr>
          <p:spPr>
            <a:xfrm>
              <a:off x="6928850" y="2992700"/>
              <a:ext cx="1204725" cy="1162025"/>
            </a:xfrm>
            <a:custGeom>
              <a:avLst/>
              <a:gdLst/>
              <a:ahLst/>
              <a:cxnLst/>
              <a:rect l="l" t="t" r="r" b="b"/>
              <a:pathLst>
                <a:path w="48189" h="46481" extrusionOk="0">
                  <a:moveTo>
                    <a:pt x="24318" y="20210"/>
                  </a:moveTo>
                  <a:cubicBezTo>
                    <a:pt x="24318" y="20211"/>
                    <a:pt x="26553" y="27082"/>
                    <a:pt x="32857" y="32953"/>
                  </a:cubicBezTo>
                  <a:cubicBezTo>
                    <a:pt x="32857" y="32953"/>
                    <a:pt x="26493" y="31616"/>
                    <a:pt x="22902" y="31616"/>
                  </a:cubicBezTo>
                  <a:cubicBezTo>
                    <a:pt x="22816" y="31616"/>
                    <a:pt x="22732" y="31617"/>
                    <a:pt x="22650" y="31619"/>
                  </a:cubicBezTo>
                  <a:cubicBezTo>
                    <a:pt x="22650" y="31619"/>
                    <a:pt x="20482" y="31118"/>
                    <a:pt x="18447" y="30551"/>
                  </a:cubicBezTo>
                  <a:cubicBezTo>
                    <a:pt x="20682" y="29584"/>
                    <a:pt x="22750" y="27949"/>
                    <a:pt x="23451" y="26015"/>
                  </a:cubicBezTo>
                  <a:cubicBezTo>
                    <a:pt x="24385" y="23079"/>
                    <a:pt x="24018" y="21511"/>
                    <a:pt x="24318" y="20210"/>
                  </a:cubicBezTo>
                  <a:close/>
                  <a:moveTo>
                    <a:pt x="17769" y="0"/>
                  </a:moveTo>
                  <a:cubicBezTo>
                    <a:pt x="14067" y="0"/>
                    <a:pt x="10220" y="1182"/>
                    <a:pt x="7639" y="5100"/>
                  </a:cubicBezTo>
                  <a:cubicBezTo>
                    <a:pt x="7639" y="5100"/>
                    <a:pt x="6806" y="8602"/>
                    <a:pt x="8807" y="12338"/>
                  </a:cubicBezTo>
                  <a:cubicBezTo>
                    <a:pt x="9641" y="13872"/>
                    <a:pt x="10275" y="18609"/>
                    <a:pt x="9641" y="19577"/>
                  </a:cubicBezTo>
                  <a:cubicBezTo>
                    <a:pt x="9641" y="19577"/>
                    <a:pt x="8807" y="19643"/>
                    <a:pt x="7039" y="20244"/>
                  </a:cubicBezTo>
                  <a:cubicBezTo>
                    <a:pt x="5972" y="20611"/>
                    <a:pt x="4270" y="21344"/>
                    <a:pt x="3136" y="21778"/>
                  </a:cubicBezTo>
                  <a:cubicBezTo>
                    <a:pt x="1702" y="22379"/>
                    <a:pt x="601" y="23613"/>
                    <a:pt x="201" y="25114"/>
                  </a:cubicBezTo>
                  <a:cubicBezTo>
                    <a:pt x="1" y="25914"/>
                    <a:pt x="1" y="26782"/>
                    <a:pt x="334" y="27782"/>
                  </a:cubicBezTo>
                  <a:cubicBezTo>
                    <a:pt x="1249" y="30416"/>
                    <a:pt x="3292" y="31091"/>
                    <a:pt x="4990" y="31091"/>
                  </a:cubicBezTo>
                  <a:cubicBezTo>
                    <a:pt x="5336" y="31091"/>
                    <a:pt x="5667" y="31063"/>
                    <a:pt x="5972" y="31018"/>
                  </a:cubicBezTo>
                  <a:cubicBezTo>
                    <a:pt x="5972" y="31018"/>
                    <a:pt x="9808" y="31018"/>
                    <a:pt x="12810" y="31552"/>
                  </a:cubicBezTo>
                  <a:cubicBezTo>
                    <a:pt x="13177" y="31619"/>
                    <a:pt x="13610" y="31619"/>
                    <a:pt x="14044" y="31619"/>
                  </a:cubicBezTo>
                  <a:cubicBezTo>
                    <a:pt x="13210" y="32252"/>
                    <a:pt x="12476" y="33086"/>
                    <a:pt x="12276" y="34220"/>
                  </a:cubicBezTo>
                  <a:cubicBezTo>
                    <a:pt x="11642" y="37223"/>
                    <a:pt x="14544" y="39424"/>
                    <a:pt x="14544" y="39424"/>
                  </a:cubicBezTo>
                  <a:cubicBezTo>
                    <a:pt x="14544" y="39424"/>
                    <a:pt x="14790" y="39943"/>
                    <a:pt x="16566" y="39943"/>
                  </a:cubicBezTo>
                  <a:cubicBezTo>
                    <a:pt x="16753" y="39943"/>
                    <a:pt x="16957" y="39937"/>
                    <a:pt x="17180" y="39924"/>
                  </a:cubicBezTo>
                  <a:cubicBezTo>
                    <a:pt x="18666" y="39840"/>
                    <a:pt x="19206" y="39552"/>
                    <a:pt x="19902" y="39552"/>
                  </a:cubicBezTo>
                  <a:cubicBezTo>
                    <a:pt x="20299" y="39552"/>
                    <a:pt x="20746" y="39646"/>
                    <a:pt x="21449" y="39924"/>
                  </a:cubicBezTo>
                  <a:cubicBezTo>
                    <a:pt x="23351" y="40725"/>
                    <a:pt x="36860" y="46262"/>
                    <a:pt x="41330" y="46462"/>
                  </a:cubicBezTo>
                  <a:cubicBezTo>
                    <a:pt x="41528" y="46474"/>
                    <a:pt x="41722" y="46480"/>
                    <a:pt x="41911" y="46480"/>
                  </a:cubicBezTo>
                  <a:cubicBezTo>
                    <a:pt x="46036" y="46480"/>
                    <a:pt x="48189" y="43700"/>
                    <a:pt x="47902" y="38023"/>
                  </a:cubicBezTo>
                  <a:cubicBezTo>
                    <a:pt x="47635" y="32052"/>
                    <a:pt x="37828" y="16875"/>
                    <a:pt x="36293" y="5333"/>
                  </a:cubicBezTo>
                  <a:lnTo>
                    <a:pt x="30122" y="3098"/>
                  </a:lnTo>
                  <a:cubicBezTo>
                    <a:pt x="29288" y="2865"/>
                    <a:pt x="29655" y="3031"/>
                    <a:pt x="28688" y="2731"/>
                  </a:cubicBezTo>
                  <a:cubicBezTo>
                    <a:pt x="28688" y="2731"/>
                    <a:pt x="23396" y="0"/>
                    <a:pt x="177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65"/>
            <p:cNvSpPr/>
            <p:nvPr/>
          </p:nvSpPr>
          <p:spPr>
            <a:xfrm>
              <a:off x="7311625" y="3773975"/>
              <a:ext cx="32550" cy="9200"/>
            </a:xfrm>
            <a:custGeom>
              <a:avLst/>
              <a:gdLst/>
              <a:ahLst/>
              <a:cxnLst/>
              <a:rect l="l" t="t" r="r" b="b"/>
              <a:pathLst>
                <a:path w="1302" h="368" extrusionOk="0">
                  <a:moveTo>
                    <a:pt x="701" y="1"/>
                  </a:moveTo>
                  <a:cubicBezTo>
                    <a:pt x="501" y="1"/>
                    <a:pt x="301" y="1"/>
                    <a:pt x="34" y="34"/>
                  </a:cubicBezTo>
                  <a:lnTo>
                    <a:pt x="1" y="167"/>
                  </a:lnTo>
                  <a:cubicBezTo>
                    <a:pt x="468" y="267"/>
                    <a:pt x="868" y="334"/>
                    <a:pt x="1235" y="368"/>
                  </a:cubicBezTo>
                  <a:lnTo>
                    <a:pt x="1302" y="101"/>
                  </a:lnTo>
                  <a:cubicBezTo>
                    <a:pt x="1135" y="34"/>
                    <a:pt x="901" y="1"/>
                    <a:pt x="701" y="1"/>
                  </a:cubicBezTo>
                  <a:close/>
                </a:path>
              </a:pathLst>
            </a:custGeom>
            <a:solidFill>
              <a:srgbClr val="5B5B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65"/>
            <p:cNvSpPr/>
            <p:nvPr/>
          </p:nvSpPr>
          <p:spPr>
            <a:xfrm>
              <a:off x="6852975" y="1805075"/>
              <a:ext cx="1283425" cy="1468125"/>
            </a:xfrm>
            <a:custGeom>
              <a:avLst/>
              <a:gdLst/>
              <a:ahLst/>
              <a:cxnLst/>
              <a:rect l="l" t="t" r="r" b="b"/>
              <a:pathLst>
                <a:path w="51337" h="58725" extrusionOk="0">
                  <a:moveTo>
                    <a:pt x="50403" y="0"/>
                  </a:moveTo>
                  <a:cubicBezTo>
                    <a:pt x="50403" y="0"/>
                    <a:pt x="49936" y="100"/>
                    <a:pt x="49202" y="334"/>
                  </a:cubicBezTo>
                  <a:cubicBezTo>
                    <a:pt x="46433" y="1101"/>
                    <a:pt x="39995" y="2902"/>
                    <a:pt x="38494" y="3036"/>
                  </a:cubicBezTo>
                  <a:cubicBezTo>
                    <a:pt x="37327" y="3102"/>
                    <a:pt x="34425" y="4737"/>
                    <a:pt x="32423" y="5938"/>
                  </a:cubicBezTo>
                  <a:cubicBezTo>
                    <a:pt x="31189" y="6705"/>
                    <a:pt x="30255" y="7272"/>
                    <a:pt x="30255" y="7272"/>
                  </a:cubicBezTo>
                  <a:cubicBezTo>
                    <a:pt x="30255" y="7272"/>
                    <a:pt x="28933" y="8033"/>
                    <a:pt x="26903" y="8033"/>
                  </a:cubicBezTo>
                  <a:cubicBezTo>
                    <a:pt x="26178" y="8033"/>
                    <a:pt x="25362" y="7936"/>
                    <a:pt x="24484" y="7672"/>
                  </a:cubicBezTo>
                  <a:cubicBezTo>
                    <a:pt x="24484" y="7672"/>
                    <a:pt x="23750" y="7873"/>
                    <a:pt x="22683" y="8173"/>
                  </a:cubicBezTo>
                  <a:cubicBezTo>
                    <a:pt x="20181" y="8907"/>
                    <a:pt x="15845" y="10274"/>
                    <a:pt x="14644" y="11442"/>
                  </a:cubicBezTo>
                  <a:cubicBezTo>
                    <a:pt x="12909" y="13110"/>
                    <a:pt x="12709" y="13043"/>
                    <a:pt x="11408" y="13677"/>
                  </a:cubicBezTo>
                  <a:cubicBezTo>
                    <a:pt x="10141" y="14277"/>
                    <a:pt x="6638" y="18247"/>
                    <a:pt x="3669" y="20448"/>
                  </a:cubicBezTo>
                  <a:cubicBezTo>
                    <a:pt x="2469" y="21382"/>
                    <a:pt x="1635" y="22016"/>
                    <a:pt x="1034" y="22483"/>
                  </a:cubicBezTo>
                  <a:cubicBezTo>
                    <a:pt x="234" y="23083"/>
                    <a:pt x="0" y="23350"/>
                    <a:pt x="0" y="23350"/>
                  </a:cubicBezTo>
                  <a:lnTo>
                    <a:pt x="3870" y="29221"/>
                  </a:lnTo>
                  <a:lnTo>
                    <a:pt x="5838" y="32190"/>
                  </a:lnTo>
                  <a:cubicBezTo>
                    <a:pt x="5838" y="32190"/>
                    <a:pt x="6371" y="31923"/>
                    <a:pt x="7205" y="31523"/>
                  </a:cubicBezTo>
                  <a:cubicBezTo>
                    <a:pt x="9574" y="30355"/>
                    <a:pt x="14177" y="27920"/>
                    <a:pt x="14877" y="26753"/>
                  </a:cubicBezTo>
                  <a:cubicBezTo>
                    <a:pt x="14877" y="26753"/>
                    <a:pt x="14978" y="27120"/>
                    <a:pt x="15044" y="27720"/>
                  </a:cubicBezTo>
                  <a:cubicBezTo>
                    <a:pt x="15311" y="29221"/>
                    <a:pt x="15711" y="32123"/>
                    <a:pt x="15645" y="33991"/>
                  </a:cubicBezTo>
                  <a:cubicBezTo>
                    <a:pt x="15578" y="34358"/>
                    <a:pt x="15578" y="34692"/>
                    <a:pt x="15511" y="34992"/>
                  </a:cubicBezTo>
                  <a:cubicBezTo>
                    <a:pt x="15011" y="37027"/>
                    <a:pt x="14344" y="41997"/>
                    <a:pt x="13176" y="43498"/>
                  </a:cubicBezTo>
                  <a:cubicBezTo>
                    <a:pt x="12009" y="44999"/>
                    <a:pt x="10608" y="52605"/>
                    <a:pt x="10608" y="52605"/>
                  </a:cubicBezTo>
                  <a:cubicBezTo>
                    <a:pt x="10608" y="52605"/>
                    <a:pt x="13666" y="48876"/>
                    <a:pt x="19349" y="48876"/>
                  </a:cubicBezTo>
                  <a:cubicBezTo>
                    <a:pt x="20003" y="48876"/>
                    <a:pt x="20692" y="48925"/>
                    <a:pt x="21415" y="49035"/>
                  </a:cubicBezTo>
                  <a:cubicBezTo>
                    <a:pt x="26119" y="49702"/>
                    <a:pt x="35392" y="52071"/>
                    <a:pt x="39362" y="53472"/>
                  </a:cubicBezTo>
                  <a:cubicBezTo>
                    <a:pt x="39695" y="53605"/>
                    <a:pt x="39962" y="53739"/>
                    <a:pt x="40229" y="53805"/>
                  </a:cubicBezTo>
                  <a:cubicBezTo>
                    <a:pt x="41897" y="54473"/>
                    <a:pt x="43264" y="57608"/>
                    <a:pt x="40629" y="58709"/>
                  </a:cubicBezTo>
                  <a:cubicBezTo>
                    <a:pt x="40629" y="58709"/>
                    <a:pt x="40728" y="58725"/>
                    <a:pt x="40885" y="58725"/>
                  </a:cubicBezTo>
                  <a:cubicBezTo>
                    <a:pt x="41558" y="58725"/>
                    <a:pt x="43308" y="58440"/>
                    <a:pt x="43064" y="55440"/>
                  </a:cubicBezTo>
                  <a:cubicBezTo>
                    <a:pt x="42764" y="51771"/>
                    <a:pt x="42130" y="49436"/>
                    <a:pt x="42230" y="47234"/>
                  </a:cubicBezTo>
                  <a:cubicBezTo>
                    <a:pt x="42297" y="45066"/>
                    <a:pt x="42631" y="39962"/>
                    <a:pt x="42631" y="38261"/>
                  </a:cubicBezTo>
                  <a:cubicBezTo>
                    <a:pt x="42631" y="37627"/>
                    <a:pt x="42564" y="35459"/>
                    <a:pt x="42531" y="32790"/>
                  </a:cubicBezTo>
                  <a:lnTo>
                    <a:pt x="42531" y="32457"/>
                  </a:lnTo>
                  <a:cubicBezTo>
                    <a:pt x="42464" y="30355"/>
                    <a:pt x="42464" y="27954"/>
                    <a:pt x="42531" y="25752"/>
                  </a:cubicBezTo>
                  <a:cubicBezTo>
                    <a:pt x="42597" y="23017"/>
                    <a:pt x="42731" y="20648"/>
                    <a:pt x="43064" y="19447"/>
                  </a:cubicBezTo>
                  <a:cubicBezTo>
                    <a:pt x="43898" y="16545"/>
                    <a:pt x="47267" y="13677"/>
                    <a:pt x="49969" y="12309"/>
                  </a:cubicBezTo>
                  <a:cubicBezTo>
                    <a:pt x="50403" y="12076"/>
                    <a:pt x="50770" y="11909"/>
                    <a:pt x="51170" y="11809"/>
                  </a:cubicBezTo>
                  <a:cubicBezTo>
                    <a:pt x="51170" y="11809"/>
                    <a:pt x="51237" y="10374"/>
                    <a:pt x="51270" y="8373"/>
                  </a:cubicBezTo>
                  <a:cubicBezTo>
                    <a:pt x="51337" y="5838"/>
                    <a:pt x="51203" y="2369"/>
                    <a:pt x="504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65"/>
            <p:cNvSpPr/>
            <p:nvPr/>
          </p:nvSpPr>
          <p:spPr>
            <a:xfrm>
              <a:off x="7423375" y="1954350"/>
              <a:ext cx="252700" cy="121150"/>
            </a:xfrm>
            <a:custGeom>
              <a:avLst/>
              <a:gdLst/>
              <a:ahLst/>
              <a:cxnLst/>
              <a:rect l="l" t="t" r="r" b="b"/>
              <a:pathLst>
                <a:path w="10108" h="4846" extrusionOk="0">
                  <a:moveTo>
                    <a:pt x="9741" y="0"/>
                  </a:moveTo>
                  <a:lnTo>
                    <a:pt x="9741" y="0"/>
                  </a:lnTo>
                  <a:cubicBezTo>
                    <a:pt x="8473" y="734"/>
                    <a:pt x="7573" y="1334"/>
                    <a:pt x="7573" y="1334"/>
                  </a:cubicBezTo>
                  <a:cubicBezTo>
                    <a:pt x="7573" y="1334"/>
                    <a:pt x="6249" y="2068"/>
                    <a:pt x="4231" y="2068"/>
                  </a:cubicBezTo>
                  <a:cubicBezTo>
                    <a:pt x="3493" y="2068"/>
                    <a:pt x="2662" y="1969"/>
                    <a:pt x="1768" y="1701"/>
                  </a:cubicBezTo>
                  <a:cubicBezTo>
                    <a:pt x="1768" y="1701"/>
                    <a:pt x="1068" y="1902"/>
                    <a:pt x="0" y="2202"/>
                  </a:cubicBezTo>
                  <a:cubicBezTo>
                    <a:pt x="258" y="2748"/>
                    <a:pt x="1445" y="4846"/>
                    <a:pt x="4191" y="4846"/>
                  </a:cubicBezTo>
                  <a:cubicBezTo>
                    <a:pt x="4293" y="4846"/>
                    <a:pt x="4397" y="4843"/>
                    <a:pt x="4504" y="4837"/>
                  </a:cubicBezTo>
                  <a:cubicBezTo>
                    <a:pt x="7839" y="4670"/>
                    <a:pt x="10108" y="3002"/>
                    <a:pt x="9741" y="0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65"/>
            <p:cNvSpPr/>
            <p:nvPr/>
          </p:nvSpPr>
          <p:spPr>
            <a:xfrm>
              <a:off x="7279100" y="1583225"/>
              <a:ext cx="79250" cy="110125"/>
            </a:xfrm>
            <a:custGeom>
              <a:avLst/>
              <a:gdLst/>
              <a:ahLst/>
              <a:cxnLst/>
              <a:rect l="l" t="t" r="r" b="b"/>
              <a:pathLst>
                <a:path w="3170" h="4405" extrusionOk="0">
                  <a:moveTo>
                    <a:pt x="1962" y="1"/>
                  </a:moveTo>
                  <a:cubicBezTo>
                    <a:pt x="1389" y="1"/>
                    <a:pt x="345" y="226"/>
                    <a:pt x="201" y="1836"/>
                  </a:cubicBezTo>
                  <a:cubicBezTo>
                    <a:pt x="1" y="3704"/>
                    <a:pt x="2436" y="4404"/>
                    <a:pt x="2436" y="4404"/>
                  </a:cubicBezTo>
                  <a:cubicBezTo>
                    <a:pt x="2436" y="4404"/>
                    <a:pt x="3170" y="1235"/>
                    <a:pt x="2336" y="35"/>
                  </a:cubicBezTo>
                  <a:cubicBezTo>
                    <a:pt x="2336" y="35"/>
                    <a:pt x="2184" y="1"/>
                    <a:pt x="1962" y="1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65"/>
            <p:cNvSpPr/>
            <p:nvPr/>
          </p:nvSpPr>
          <p:spPr>
            <a:xfrm>
              <a:off x="7302450" y="1663425"/>
              <a:ext cx="79250" cy="109975"/>
            </a:xfrm>
            <a:custGeom>
              <a:avLst/>
              <a:gdLst/>
              <a:ahLst/>
              <a:cxnLst/>
              <a:rect l="l" t="t" r="r" b="b"/>
              <a:pathLst>
                <a:path w="3170" h="4399" extrusionOk="0">
                  <a:moveTo>
                    <a:pt x="1993" y="0"/>
                  </a:moveTo>
                  <a:cubicBezTo>
                    <a:pt x="1427" y="0"/>
                    <a:pt x="348" y="216"/>
                    <a:pt x="201" y="1830"/>
                  </a:cubicBezTo>
                  <a:cubicBezTo>
                    <a:pt x="1" y="3698"/>
                    <a:pt x="2402" y="4399"/>
                    <a:pt x="2402" y="4399"/>
                  </a:cubicBezTo>
                  <a:cubicBezTo>
                    <a:pt x="2402" y="4399"/>
                    <a:pt x="3170" y="1196"/>
                    <a:pt x="2336" y="29"/>
                  </a:cubicBezTo>
                  <a:cubicBezTo>
                    <a:pt x="2336" y="29"/>
                    <a:pt x="2198" y="0"/>
                    <a:pt x="1993" y="0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65"/>
            <p:cNvSpPr/>
            <p:nvPr/>
          </p:nvSpPr>
          <p:spPr>
            <a:xfrm>
              <a:off x="7253250" y="1371275"/>
              <a:ext cx="558750" cy="529450"/>
            </a:xfrm>
            <a:custGeom>
              <a:avLst/>
              <a:gdLst/>
              <a:ahLst/>
              <a:cxnLst/>
              <a:rect l="l" t="t" r="r" b="b"/>
              <a:pathLst>
                <a:path w="22350" h="21178" extrusionOk="0">
                  <a:moveTo>
                    <a:pt x="8976" y="0"/>
                  </a:moveTo>
                  <a:cubicBezTo>
                    <a:pt x="8899" y="0"/>
                    <a:pt x="8820" y="2"/>
                    <a:pt x="8740" y="6"/>
                  </a:cubicBezTo>
                  <a:cubicBezTo>
                    <a:pt x="6138" y="140"/>
                    <a:pt x="6005" y="2475"/>
                    <a:pt x="6005" y="2475"/>
                  </a:cubicBezTo>
                  <a:cubicBezTo>
                    <a:pt x="6005" y="2475"/>
                    <a:pt x="5227" y="2211"/>
                    <a:pt x="4273" y="2211"/>
                  </a:cubicBezTo>
                  <a:cubicBezTo>
                    <a:pt x="3079" y="2211"/>
                    <a:pt x="1609" y="2623"/>
                    <a:pt x="1035" y="4476"/>
                  </a:cubicBezTo>
                  <a:cubicBezTo>
                    <a:pt x="1" y="7812"/>
                    <a:pt x="3036" y="8946"/>
                    <a:pt x="3036" y="8946"/>
                  </a:cubicBezTo>
                  <a:cubicBezTo>
                    <a:pt x="3320" y="8877"/>
                    <a:pt x="3603" y="8844"/>
                    <a:pt x="3884" y="8844"/>
                  </a:cubicBezTo>
                  <a:cubicBezTo>
                    <a:pt x="8892" y="8844"/>
                    <a:pt x="13377" y="19220"/>
                    <a:pt x="13377" y="19220"/>
                  </a:cubicBezTo>
                  <a:cubicBezTo>
                    <a:pt x="13377" y="19220"/>
                    <a:pt x="13145" y="21177"/>
                    <a:pt x="15057" y="21177"/>
                  </a:cubicBezTo>
                  <a:cubicBezTo>
                    <a:pt x="15321" y="21177"/>
                    <a:pt x="15626" y="21140"/>
                    <a:pt x="15979" y="21055"/>
                  </a:cubicBezTo>
                  <a:cubicBezTo>
                    <a:pt x="18847" y="20354"/>
                    <a:pt x="18414" y="17386"/>
                    <a:pt x="18414" y="17386"/>
                  </a:cubicBezTo>
                  <a:lnTo>
                    <a:pt x="18414" y="17386"/>
                  </a:lnTo>
                  <a:cubicBezTo>
                    <a:pt x="18414" y="17386"/>
                    <a:pt x="18416" y="17386"/>
                    <a:pt x="18419" y="17386"/>
                  </a:cubicBezTo>
                  <a:cubicBezTo>
                    <a:pt x="18544" y="17386"/>
                    <a:pt x="20706" y="17354"/>
                    <a:pt x="21516" y="15184"/>
                  </a:cubicBezTo>
                  <a:cubicBezTo>
                    <a:pt x="22350" y="12882"/>
                    <a:pt x="20815" y="11214"/>
                    <a:pt x="20815" y="11214"/>
                  </a:cubicBezTo>
                  <a:cubicBezTo>
                    <a:pt x="22083" y="10347"/>
                    <a:pt x="21850" y="8012"/>
                    <a:pt x="20815" y="6411"/>
                  </a:cubicBezTo>
                  <a:cubicBezTo>
                    <a:pt x="20044" y="5203"/>
                    <a:pt x="19036" y="5064"/>
                    <a:pt x="18613" y="5064"/>
                  </a:cubicBezTo>
                  <a:cubicBezTo>
                    <a:pt x="18488" y="5064"/>
                    <a:pt x="18414" y="5077"/>
                    <a:pt x="18414" y="5077"/>
                  </a:cubicBezTo>
                  <a:cubicBezTo>
                    <a:pt x="19081" y="3876"/>
                    <a:pt x="18347" y="1274"/>
                    <a:pt x="16212" y="740"/>
                  </a:cubicBezTo>
                  <a:cubicBezTo>
                    <a:pt x="15928" y="670"/>
                    <a:pt x="15651" y="640"/>
                    <a:pt x="15384" y="640"/>
                  </a:cubicBezTo>
                  <a:cubicBezTo>
                    <a:pt x="13619" y="640"/>
                    <a:pt x="12309" y="1975"/>
                    <a:pt x="12309" y="1975"/>
                  </a:cubicBezTo>
                  <a:cubicBezTo>
                    <a:pt x="12309" y="1975"/>
                    <a:pt x="11401" y="0"/>
                    <a:pt x="89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65"/>
            <p:cNvSpPr/>
            <p:nvPr/>
          </p:nvSpPr>
          <p:spPr>
            <a:xfrm>
              <a:off x="7319975" y="1535000"/>
              <a:ext cx="347775" cy="514150"/>
            </a:xfrm>
            <a:custGeom>
              <a:avLst/>
              <a:gdLst/>
              <a:ahLst/>
              <a:cxnLst/>
              <a:rect l="l" t="t" r="r" b="b"/>
              <a:pathLst>
                <a:path w="13911" h="20566" extrusionOk="0">
                  <a:moveTo>
                    <a:pt x="5442" y="0"/>
                  </a:moveTo>
                  <a:cubicBezTo>
                    <a:pt x="2678" y="0"/>
                    <a:pt x="534" y="1130"/>
                    <a:pt x="534" y="1130"/>
                  </a:cubicBezTo>
                  <a:lnTo>
                    <a:pt x="34" y="4732"/>
                  </a:lnTo>
                  <a:cubicBezTo>
                    <a:pt x="0" y="4966"/>
                    <a:pt x="0" y="5166"/>
                    <a:pt x="0" y="5366"/>
                  </a:cubicBezTo>
                  <a:cubicBezTo>
                    <a:pt x="0" y="6033"/>
                    <a:pt x="67" y="6767"/>
                    <a:pt x="267" y="7367"/>
                  </a:cubicBezTo>
                  <a:lnTo>
                    <a:pt x="534" y="8135"/>
                  </a:lnTo>
                  <a:cubicBezTo>
                    <a:pt x="367" y="8702"/>
                    <a:pt x="334" y="9335"/>
                    <a:pt x="367" y="9969"/>
                  </a:cubicBezTo>
                  <a:cubicBezTo>
                    <a:pt x="400" y="10503"/>
                    <a:pt x="534" y="11003"/>
                    <a:pt x="734" y="11504"/>
                  </a:cubicBezTo>
                  <a:lnTo>
                    <a:pt x="2035" y="14839"/>
                  </a:lnTo>
                  <a:cubicBezTo>
                    <a:pt x="2525" y="16080"/>
                    <a:pt x="3686" y="16842"/>
                    <a:pt x="4987" y="16842"/>
                  </a:cubicBezTo>
                  <a:cubicBezTo>
                    <a:pt x="5015" y="16842"/>
                    <a:pt x="5043" y="16842"/>
                    <a:pt x="5070" y="16841"/>
                  </a:cubicBezTo>
                  <a:cubicBezTo>
                    <a:pt x="5204" y="16841"/>
                    <a:pt x="5304" y="16841"/>
                    <a:pt x="5404" y="16808"/>
                  </a:cubicBezTo>
                  <a:lnTo>
                    <a:pt x="5404" y="16808"/>
                  </a:lnTo>
                  <a:lnTo>
                    <a:pt x="5137" y="19109"/>
                  </a:lnTo>
                  <a:cubicBezTo>
                    <a:pt x="5485" y="19662"/>
                    <a:pt x="6687" y="20566"/>
                    <a:pt x="8411" y="20566"/>
                  </a:cubicBezTo>
                  <a:cubicBezTo>
                    <a:pt x="9497" y="20566"/>
                    <a:pt x="10791" y="20207"/>
                    <a:pt x="12209" y="19176"/>
                  </a:cubicBezTo>
                  <a:cubicBezTo>
                    <a:pt x="12643" y="18876"/>
                    <a:pt x="12843" y="18342"/>
                    <a:pt x="12743" y="17808"/>
                  </a:cubicBezTo>
                  <a:lnTo>
                    <a:pt x="12342" y="15707"/>
                  </a:lnTo>
                  <a:cubicBezTo>
                    <a:pt x="13910" y="13172"/>
                    <a:pt x="13877" y="9736"/>
                    <a:pt x="13743" y="8035"/>
                  </a:cubicBezTo>
                  <a:lnTo>
                    <a:pt x="13743" y="7901"/>
                  </a:lnTo>
                  <a:cubicBezTo>
                    <a:pt x="13743" y="7901"/>
                    <a:pt x="13743" y="7534"/>
                    <a:pt x="13643" y="7000"/>
                  </a:cubicBezTo>
                  <a:lnTo>
                    <a:pt x="13643" y="6967"/>
                  </a:lnTo>
                  <a:cubicBezTo>
                    <a:pt x="13343" y="5366"/>
                    <a:pt x="12342" y="2197"/>
                    <a:pt x="9207" y="796"/>
                  </a:cubicBezTo>
                  <a:cubicBezTo>
                    <a:pt x="7918" y="207"/>
                    <a:pt x="6623" y="0"/>
                    <a:pt x="54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65"/>
            <p:cNvSpPr/>
            <p:nvPr/>
          </p:nvSpPr>
          <p:spPr>
            <a:xfrm>
              <a:off x="7596825" y="1677175"/>
              <a:ext cx="133525" cy="127225"/>
            </a:xfrm>
            <a:custGeom>
              <a:avLst/>
              <a:gdLst/>
              <a:ahLst/>
              <a:cxnLst/>
              <a:rect l="l" t="t" r="r" b="b"/>
              <a:pathLst>
                <a:path w="5341" h="5089" extrusionOk="0">
                  <a:moveTo>
                    <a:pt x="3066" y="1"/>
                  </a:moveTo>
                  <a:cubicBezTo>
                    <a:pt x="1941" y="1"/>
                    <a:pt x="1235" y="1347"/>
                    <a:pt x="1235" y="1347"/>
                  </a:cubicBezTo>
                  <a:cubicBezTo>
                    <a:pt x="1235" y="1347"/>
                    <a:pt x="1" y="4082"/>
                    <a:pt x="2302" y="4983"/>
                  </a:cubicBezTo>
                  <a:cubicBezTo>
                    <a:pt x="2495" y="5055"/>
                    <a:pt x="2678" y="5089"/>
                    <a:pt x="2850" y="5089"/>
                  </a:cubicBezTo>
                  <a:cubicBezTo>
                    <a:pt x="4732" y="5089"/>
                    <a:pt x="5340" y="1071"/>
                    <a:pt x="3904" y="246"/>
                  </a:cubicBezTo>
                  <a:cubicBezTo>
                    <a:pt x="3605" y="72"/>
                    <a:pt x="3324" y="1"/>
                    <a:pt x="30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65"/>
            <p:cNvSpPr/>
            <p:nvPr/>
          </p:nvSpPr>
          <p:spPr>
            <a:xfrm>
              <a:off x="7307450" y="1479350"/>
              <a:ext cx="318600" cy="134100"/>
            </a:xfrm>
            <a:custGeom>
              <a:avLst/>
              <a:gdLst/>
              <a:ahLst/>
              <a:cxnLst/>
              <a:rect l="l" t="t" r="r" b="b"/>
              <a:pathLst>
                <a:path w="12744" h="5364" extrusionOk="0">
                  <a:moveTo>
                    <a:pt x="5009" y="0"/>
                  </a:moveTo>
                  <a:cubicBezTo>
                    <a:pt x="4650" y="0"/>
                    <a:pt x="4332" y="78"/>
                    <a:pt x="4070" y="253"/>
                  </a:cubicBezTo>
                  <a:cubicBezTo>
                    <a:pt x="1869" y="1754"/>
                    <a:pt x="1" y="2555"/>
                    <a:pt x="868" y="4623"/>
                  </a:cubicBezTo>
                  <a:cubicBezTo>
                    <a:pt x="868" y="4623"/>
                    <a:pt x="1222" y="4715"/>
                    <a:pt x="1737" y="4715"/>
                  </a:cubicBezTo>
                  <a:cubicBezTo>
                    <a:pt x="2295" y="4715"/>
                    <a:pt x="3043" y="4607"/>
                    <a:pt x="3737" y="4156"/>
                  </a:cubicBezTo>
                  <a:cubicBezTo>
                    <a:pt x="5037" y="3223"/>
                    <a:pt x="4738" y="2422"/>
                    <a:pt x="4738" y="2422"/>
                  </a:cubicBezTo>
                  <a:lnTo>
                    <a:pt x="4738" y="2422"/>
                  </a:lnTo>
                  <a:cubicBezTo>
                    <a:pt x="4738" y="2422"/>
                    <a:pt x="5265" y="3661"/>
                    <a:pt x="6856" y="3661"/>
                  </a:cubicBezTo>
                  <a:cubicBezTo>
                    <a:pt x="6915" y="3661"/>
                    <a:pt x="6977" y="3659"/>
                    <a:pt x="7039" y="3656"/>
                  </a:cubicBezTo>
                  <a:cubicBezTo>
                    <a:pt x="8840" y="3522"/>
                    <a:pt x="9041" y="3022"/>
                    <a:pt x="9041" y="3022"/>
                  </a:cubicBezTo>
                  <a:lnTo>
                    <a:pt x="9041" y="3022"/>
                  </a:lnTo>
                  <a:cubicBezTo>
                    <a:pt x="9041" y="3022"/>
                    <a:pt x="8974" y="5023"/>
                    <a:pt x="10408" y="5324"/>
                  </a:cubicBezTo>
                  <a:cubicBezTo>
                    <a:pt x="10559" y="5351"/>
                    <a:pt x="10703" y="5363"/>
                    <a:pt x="10841" y="5363"/>
                  </a:cubicBezTo>
                  <a:cubicBezTo>
                    <a:pt x="12045" y="5363"/>
                    <a:pt x="12743" y="4423"/>
                    <a:pt x="12743" y="4423"/>
                  </a:cubicBezTo>
                  <a:cubicBezTo>
                    <a:pt x="12743" y="4423"/>
                    <a:pt x="7722" y="0"/>
                    <a:pt x="5009" y="0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65"/>
            <p:cNvSpPr/>
            <p:nvPr/>
          </p:nvSpPr>
          <p:spPr>
            <a:xfrm>
              <a:off x="7586000" y="1594500"/>
              <a:ext cx="72575" cy="135550"/>
            </a:xfrm>
            <a:custGeom>
              <a:avLst/>
              <a:gdLst/>
              <a:ahLst/>
              <a:cxnLst/>
              <a:rect l="l" t="t" r="r" b="b"/>
              <a:pathLst>
                <a:path w="2903" h="5422" extrusionOk="0">
                  <a:moveTo>
                    <a:pt x="1435" y="1"/>
                  </a:moveTo>
                  <a:cubicBezTo>
                    <a:pt x="1268" y="1"/>
                    <a:pt x="1080" y="27"/>
                    <a:pt x="867" y="84"/>
                  </a:cubicBezTo>
                  <a:cubicBezTo>
                    <a:pt x="867" y="84"/>
                    <a:pt x="0" y="1785"/>
                    <a:pt x="1501" y="2752"/>
                  </a:cubicBezTo>
                  <a:cubicBezTo>
                    <a:pt x="1501" y="2752"/>
                    <a:pt x="1434" y="4220"/>
                    <a:pt x="934" y="5421"/>
                  </a:cubicBezTo>
                  <a:lnTo>
                    <a:pt x="2068" y="5421"/>
                  </a:lnTo>
                  <a:cubicBezTo>
                    <a:pt x="2068" y="5421"/>
                    <a:pt x="2902" y="3953"/>
                    <a:pt x="2835" y="2719"/>
                  </a:cubicBezTo>
                  <a:cubicBezTo>
                    <a:pt x="2747" y="1596"/>
                    <a:pt x="2737" y="1"/>
                    <a:pt x="1435" y="1"/>
                  </a:cubicBezTo>
                  <a:close/>
                </a:path>
              </a:pathLst>
            </a:custGeom>
            <a:solidFill>
              <a:srgbClr val="2C2A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65"/>
            <p:cNvSpPr/>
            <p:nvPr/>
          </p:nvSpPr>
          <p:spPr>
            <a:xfrm>
              <a:off x="8070500" y="1383225"/>
              <a:ext cx="360275" cy="612825"/>
            </a:xfrm>
            <a:custGeom>
              <a:avLst/>
              <a:gdLst/>
              <a:ahLst/>
              <a:cxnLst/>
              <a:rect l="l" t="t" r="r" b="b"/>
              <a:pathLst>
                <a:path w="14411" h="24513" extrusionOk="0">
                  <a:moveTo>
                    <a:pt x="7681" y="1"/>
                  </a:moveTo>
                  <a:cubicBezTo>
                    <a:pt x="7260" y="1"/>
                    <a:pt x="6831" y="170"/>
                    <a:pt x="6739" y="563"/>
                  </a:cubicBezTo>
                  <a:cubicBezTo>
                    <a:pt x="6739" y="563"/>
                    <a:pt x="5505" y="863"/>
                    <a:pt x="5404" y="1563"/>
                  </a:cubicBezTo>
                  <a:cubicBezTo>
                    <a:pt x="5404" y="1563"/>
                    <a:pt x="5325" y="1551"/>
                    <a:pt x="5203" y="1551"/>
                  </a:cubicBezTo>
                  <a:cubicBezTo>
                    <a:pt x="4793" y="1551"/>
                    <a:pt x="3896" y="1690"/>
                    <a:pt x="3870" y="2898"/>
                  </a:cubicBezTo>
                  <a:cubicBezTo>
                    <a:pt x="3870" y="2898"/>
                    <a:pt x="2369" y="2998"/>
                    <a:pt x="2369" y="4399"/>
                  </a:cubicBezTo>
                  <a:cubicBezTo>
                    <a:pt x="2336" y="5700"/>
                    <a:pt x="4037" y="7034"/>
                    <a:pt x="4904" y="7234"/>
                  </a:cubicBezTo>
                  <a:cubicBezTo>
                    <a:pt x="4837" y="7768"/>
                    <a:pt x="4837" y="8335"/>
                    <a:pt x="5171" y="8435"/>
                  </a:cubicBezTo>
                  <a:cubicBezTo>
                    <a:pt x="5717" y="8680"/>
                    <a:pt x="6620" y="8703"/>
                    <a:pt x="7022" y="8703"/>
                  </a:cubicBezTo>
                  <a:cubicBezTo>
                    <a:pt x="7111" y="8703"/>
                    <a:pt x="7175" y="8702"/>
                    <a:pt x="7206" y="8702"/>
                  </a:cubicBezTo>
                  <a:cubicBezTo>
                    <a:pt x="7206" y="8702"/>
                    <a:pt x="7239" y="8702"/>
                    <a:pt x="7239" y="8735"/>
                  </a:cubicBezTo>
                  <a:cubicBezTo>
                    <a:pt x="7306" y="8768"/>
                    <a:pt x="7373" y="8935"/>
                    <a:pt x="7406" y="9269"/>
                  </a:cubicBezTo>
                  <a:cubicBezTo>
                    <a:pt x="7473" y="9702"/>
                    <a:pt x="7406" y="10403"/>
                    <a:pt x="6972" y="11404"/>
                  </a:cubicBezTo>
                  <a:cubicBezTo>
                    <a:pt x="6072" y="13305"/>
                    <a:pt x="5571" y="15040"/>
                    <a:pt x="5571" y="15040"/>
                  </a:cubicBezTo>
                  <a:cubicBezTo>
                    <a:pt x="5238" y="15140"/>
                    <a:pt x="4904" y="15273"/>
                    <a:pt x="4571" y="15440"/>
                  </a:cubicBezTo>
                  <a:cubicBezTo>
                    <a:pt x="4003" y="15707"/>
                    <a:pt x="3403" y="15974"/>
                    <a:pt x="2969" y="16240"/>
                  </a:cubicBezTo>
                  <a:cubicBezTo>
                    <a:pt x="2336" y="16574"/>
                    <a:pt x="1869" y="16807"/>
                    <a:pt x="1869" y="16807"/>
                  </a:cubicBezTo>
                  <a:cubicBezTo>
                    <a:pt x="1" y="19743"/>
                    <a:pt x="2069" y="24513"/>
                    <a:pt x="2069" y="24513"/>
                  </a:cubicBezTo>
                  <a:lnTo>
                    <a:pt x="7306" y="21611"/>
                  </a:lnTo>
                  <a:lnTo>
                    <a:pt x="12476" y="18742"/>
                  </a:lnTo>
                  <a:cubicBezTo>
                    <a:pt x="14411" y="14406"/>
                    <a:pt x="12409" y="8368"/>
                    <a:pt x="11742" y="6567"/>
                  </a:cubicBezTo>
                  <a:lnTo>
                    <a:pt x="11809" y="6567"/>
                  </a:lnTo>
                  <a:cubicBezTo>
                    <a:pt x="11375" y="6233"/>
                    <a:pt x="11542" y="6033"/>
                    <a:pt x="11542" y="6033"/>
                  </a:cubicBezTo>
                  <a:cubicBezTo>
                    <a:pt x="11542" y="6033"/>
                    <a:pt x="11876" y="4932"/>
                    <a:pt x="11742" y="4332"/>
                  </a:cubicBezTo>
                  <a:cubicBezTo>
                    <a:pt x="11642" y="3698"/>
                    <a:pt x="8707" y="329"/>
                    <a:pt x="8206" y="96"/>
                  </a:cubicBezTo>
                  <a:cubicBezTo>
                    <a:pt x="8053" y="34"/>
                    <a:pt x="7868" y="1"/>
                    <a:pt x="76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65"/>
            <p:cNvSpPr/>
            <p:nvPr/>
          </p:nvSpPr>
          <p:spPr>
            <a:xfrm>
              <a:off x="6940525" y="3964950"/>
              <a:ext cx="875" cy="85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" y="34"/>
                  </a:moveTo>
                  <a:cubicBezTo>
                    <a:pt x="34" y="0"/>
                    <a:pt x="34" y="0"/>
                    <a:pt x="1" y="34"/>
                  </a:cubicBezTo>
                  <a:lnTo>
                    <a:pt x="1" y="34"/>
                  </a:lnTo>
                  <a:cubicBezTo>
                    <a:pt x="34" y="0"/>
                    <a:pt x="34" y="0"/>
                    <a:pt x="1" y="34"/>
                  </a:cubicBezTo>
                  <a:close/>
                </a:path>
              </a:pathLst>
            </a:custGeom>
            <a:solidFill>
              <a:srgbClr val="A5C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65"/>
            <p:cNvSpPr/>
            <p:nvPr/>
          </p:nvSpPr>
          <p:spPr>
            <a:xfrm>
              <a:off x="7094800" y="1949425"/>
              <a:ext cx="311925" cy="753800"/>
            </a:xfrm>
            <a:custGeom>
              <a:avLst/>
              <a:gdLst/>
              <a:ahLst/>
              <a:cxnLst/>
              <a:rect l="l" t="t" r="r" b="b"/>
              <a:pathLst>
                <a:path w="12477" h="30152" extrusionOk="0">
                  <a:moveTo>
                    <a:pt x="8591" y="1"/>
                  </a:moveTo>
                  <a:cubicBezTo>
                    <a:pt x="7725" y="1"/>
                    <a:pt x="6829" y="484"/>
                    <a:pt x="6038" y="1865"/>
                  </a:cubicBezTo>
                  <a:cubicBezTo>
                    <a:pt x="3904" y="5568"/>
                    <a:pt x="1" y="23981"/>
                    <a:pt x="5705" y="30152"/>
                  </a:cubicBezTo>
                  <a:cubicBezTo>
                    <a:pt x="5705" y="30152"/>
                    <a:pt x="6872" y="27817"/>
                    <a:pt x="6339" y="25048"/>
                  </a:cubicBezTo>
                  <a:cubicBezTo>
                    <a:pt x="6339" y="25048"/>
                    <a:pt x="6038" y="14474"/>
                    <a:pt x="7539" y="5568"/>
                  </a:cubicBezTo>
                  <a:cubicBezTo>
                    <a:pt x="7539" y="5568"/>
                    <a:pt x="8173" y="2699"/>
                    <a:pt x="9007" y="2532"/>
                  </a:cubicBezTo>
                  <a:cubicBezTo>
                    <a:pt x="9097" y="2507"/>
                    <a:pt x="9185" y="2496"/>
                    <a:pt x="9270" y="2496"/>
                  </a:cubicBezTo>
                  <a:cubicBezTo>
                    <a:pt x="9977" y="2496"/>
                    <a:pt x="10508" y="3266"/>
                    <a:pt x="10508" y="3266"/>
                  </a:cubicBezTo>
                  <a:lnTo>
                    <a:pt x="12476" y="2632"/>
                  </a:lnTo>
                  <a:cubicBezTo>
                    <a:pt x="12476" y="2632"/>
                    <a:pt x="10613" y="1"/>
                    <a:pt x="85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65"/>
            <p:cNvSpPr/>
            <p:nvPr/>
          </p:nvSpPr>
          <p:spPr>
            <a:xfrm>
              <a:off x="7683550" y="1825875"/>
              <a:ext cx="284400" cy="745600"/>
            </a:xfrm>
            <a:custGeom>
              <a:avLst/>
              <a:gdLst/>
              <a:ahLst/>
              <a:cxnLst/>
              <a:rect l="l" t="t" r="r" b="b"/>
              <a:pathLst>
                <a:path w="11376" h="29824" extrusionOk="0">
                  <a:moveTo>
                    <a:pt x="169" y="4629"/>
                  </a:moveTo>
                  <a:lnTo>
                    <a:pt x="1" y="4706"/>
                  </a:lnTo>
                  <a:lnTo>
                    <a:pt x="168" y="4639"/>
                  </a:lnTo>
                  <a:cubicBezTo>
                    <a:pt x="168" y="4639"/>
                    <a:pt x="168" y="4635"/>
                    <a:pt x="169" y="4629"/>
                  </a:cubicBezTo>
                  <a:close/>
                  <a:moveTo>
                    <a:pt x="4132" y="1"/>
                  </a:moveTo>
                  <a:cubicBezTo>
                    <a:pt x="4100" y="1"/>
                    <a:pt x="4069" y="1"/>
                    <a:pt x="4037" y="2"/>
                  </a:cubicBezTo>
                  <a:cubicBezTo>
                    <a:pt x="859" y="132"/>
                    <a:pt x="203" y="4393"/>
                    <a:pt x="169" y="4629"/>
                  </a:cubicBezTo>
                  <a:lnTo>
                    <a:pt x="169" y="4629"/>
                  </a:lnTo>
                  <a:lnTo>
                    <a:pt x="1168" y="4172"/>
                  </a:lnTo>
                  <a:cubicBezTo>
                    <a:pt x="1935" y="3136"/>
                    <a:pt x="2680" y="2134"/>
                    <a:pt x="3447" y="2134"/>
                  </a:cubicBezTo>
                  <a:cubicBezTo>
                    <a:pt x="4015" y="2134"/>
                    <a:pt x="4595" y="2683"/>
                    <a:pt x="5205" y="4172"/>
                  </a:cubicBezTo>
                  <a:cubicBezTo>
                    <a:pt x="6539" y="7374"/>
                    <a:pt x="9274" y="25587"/>
                    <a:pt x="9274" y="25587"/>
                  </a:cubicBezTo>
                  <a:lnTo>
                    <a:pt x="9341" y="29823"/>
                  </a:lnTo>
                  <a:cubicBezTo>
                    <a:pt x="9341" y="29823"/>
                    <a:pt x="11376" y="28356"/>
                    <a:pt x="10975" y="20917"/>
                  </a:cubicBezTo>
                  <a:cubicBezTo>
                    <a:pt x="10544" y="13557"/>
                    <a:pt x="9290" y="1"/>
                    <a:pt x="4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E53D76E-79A6-A9C0-1F9B-40E93D4BE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524" y="3717575"/>
            <a:ext cx="3411705" cy="9297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llege Center by Slidego">
  <a:themeElements>
    <a:clrScheme name="Simple Light">
      <a:dk1>
        <a:srgbClr val="000000"/>
      </a:dk1>
      <a:lt1>
        <a:srgbClr val="FFFFFF"/>
      </a:lt1>
      <a:dk2>
        <a:srgbClr val="B4A7D6"/>
      </a:dk2>
      <a:lt2>
        <a:srgbClr val="EEEEEE"/>
      </a:lt2>
      <a:accent1>
        <a:srgbClr val="B9E3C6"/>
      </a:accent1>
      <a:accent2>
        <a:srgbClr val="FF7E6B"/>
      </a:accent2>
      <a:accent3>
        <a:srgbClr val="2C302E"/>
      </a:accent3>
      <a:accent4>
        <a:srgbClr val="124E78"/>
      </a:accent4>
      <a:accent5>
        <a:srgbClr val="FCF6BD"/>
      </a:accent5>
      <a:accent6>
        <a:srgbClr val="F9CB9C"/>
      </a:accent6>
      <a:hlink>
        <a:srgbClr val="124E7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On-screen Show (16:9)</PresentationFormat>
  <Paragraphs>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Lato</vt:lpstr>
      <vt:lpstr>Arial</vt:lpstr>
      <vt:lpstr>Martel Heavy</vt:lpstr>
      <vt:lpstr>Alegreya Sans</vt:lpstr>
      <vt:lpstr>Josefin Sans SemiBold</vt:lpstr>
      <vt:lpstr>College Center by Slidego</vt:lpstr>
      <vt:lpstr>LAKSHMANDEV VK</vt:lpstr>
      <vt:lpstr>ACADEMICS</vt:lpstr>
      <vt:lpstr>SKILLS….</vt:lpstr>
      <vt:lpstr>THE CURRICULUM</vt:lpstr>
      <vt:lpstr>THE CURRICULUM</vt:lpstr>
      <vt:lpstr>THE CURRICULUM</vt:lpstr>
      <vt:lpstr>EXTRA CURRICULAR</vt:lpstr>
      <vt:lpstr>EXTRA CURRICULAR</vt:lpstr>
      <vt:lpstr>AWARDS</vt:lpstr>
      <vt:lpstr>MY PROGRESS</vt:lpstr>
      <vt:lpstr>OTHER PROJECTS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LAKSHMANDEV VK</dc:title>
  <dc:creator>vkkav</dc:creator>
  <cp:lastModifiedBy>vkkavitha1981@gmail.com</cp:lastModifiedBy>
  <cp:revision>1</cp:revision>
  <dcterms:modified xsi:type="dcterms:W3CDTF">2024-02-18T18:08:05Z</dcterms:modified>
</cp:coreProperties>
</file>