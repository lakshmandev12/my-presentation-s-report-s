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2" r:id="rId1"/>
  </p:sldMasterIdLst>
  <p:notesMasterIdLst>
    <p:notesMasterId r:id="rId27"/>
  </p:notesMasterIdLst>
  <p:sldIdLst>
    <p:sldId id="256" r:id="rId2"/>
    <p:sldId id="359" r:id="rId3"/>
    <p:sldId id="258" r:id="rId4"/>
    <p:sldId id="263" r:id="rId5"/>
    <p:sldId id="259" r:id="rId6"/>
    <p:sldId id="260" r:id="rId7"/>
    <p:sldId id="340" r:id="rId8"/>
    <p:sldId id="262" r:id="rId9"/>
    <p:sldId id="341" r:id="rId10"/>
    <p:sldId id="342" r:id="rId11"/>
    <p:sldId id="343" r:id="rId12"/>
    <p:sldId id="346" r:id="rId13"/>
    <p:sldId id="344" r:id="rId14"/>
    <p:sldId id="348" r:id="rId15"/>
    <p:sldId id="269" r:id="rId16"/>
    <p:sldId id="268" r:id="rId17"/>
    <p:sldId id="275" r:id="rId18"/>
    <p:sldId id="353" r:id="rId19"/>
    <p:sldId id="286" r:id="rId20"/>
    <p:sldId id="354" r:id="rId21"/>
    <p:sldId id="293" r:id="rId22"/>
    <p:sldId id="355" r:id="rId23"/>
    <p:sldId id="356" r:id="rId24"/>
    <p:sldId id="358" r:id="rId25"/>
    <p:sldId id="357" r:id="rId2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2BDBB82-314E-4EDB-A817-BB601CB7E71B}">
  <a:tblStyle styleId="{22BDBB82-314E-4EDB-A817-BB601CB7E71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2" d="100"/>
          <a:sy n="112" d="100"/>
        </p:scale>
        <p:origin x="6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1105934082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1105934082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4284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1105934082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1105934082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910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105934082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105934082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38389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5235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4435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1059340824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1059340824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13366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g11059340824_1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2" name="Google Shape;1092;g11059340824_1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3530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1059340824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1059340824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11234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11059340824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11059340824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e0d60e239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3" name="Google Shape;573;ge0d60e239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1059340824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1059340824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e0d60e239f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e0d60e239f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67309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11059340824_1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5" name="Google Shape;965;g11059340824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11059340824_1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5" name="Google Shape;965;g11059340824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64529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e0d60e239f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e0d60e239f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11059340824_1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5" name="Google Shape;965;g11059340824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97606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11059340824_1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5" name="Google Shape;965;g11059340824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53881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11059340824_1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5" name="Google Shape;965;g11059340824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51506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1059340824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1059340824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0151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056531" y="1188113"/>
            <a:ext cx="5031000" cy="2566800"/>
          </a:xfrm>
          <a:prstGeom prst="rect">
            <a:avLst/>
          </a:prstGeom>
        </p:spPr>
        <p:txBody>
          <a:bodyPr spcFirstLastPara="1" wrap="square" lIns="91425" tIns="91425" rIns="91425" bIns="91425" anchor="ctr" anchorCtr="0">
            <a:noAutofit/>
          </a:bodyPr>
          <a:lstStyle>
            <a:lvl1pPr lvl="0" algn="ctr">
              <a:spcBef>
                <a:spcPts val="0"/>
              </a:spcBef>
              <a:spcAft>
                <a:spcPts val="0"/>
              </a:spcAft>
              <a:buSzPts val="5200"/>
              <a:buNone/>
              <a:defRPr sz="5200" b="1">
                <a:latin typeface="Fjalla One"/>
                <a:ea typeface="Fjalla One"/>
                <a:cs typeface="Fjalla One"/>
                <a:sym typeface="Fjalla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056475" y="3799788"/>
            <a:ext cx="5031000" cy="475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800">
                <a:solidFill>
                  <a:schemeClr val="dk1"/>
                </a:solidFill>
                <a:latin typeface="Lato"/>
                <a:ea typeface="Lato"/>
                <a:cs typeface="Lato"/>
                <a:sym typeface="Lat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1028425" y="-337265"/>
            <a:ext cx="3877361" cy="1938199"/>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6010232" y="4359938"/>
            <a:ext cx="3009008" cy="1504130"/>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833870" y="1700000"/>
            <a:ext cx="3220942" cy="1610071"/>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028425" y="-608876"/>
            <a:ext cx="3877361" cy="1938199"/>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5400000">
            <a:off x="6588728" y="2004211"/>
            <a:ext cx="4841837" cy="2420317"/>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5400000">
            <a:off x="6927898" y="2004211"/>
            <a:ext cx="4841837" cy="2420317"/>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458000" y="4115506"/>
            <a:ext cx="2165000" cy="1265125"/>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10800000">
            <a:off x="7200960" y="-337237"/>
            <a:ext cx="2610341" cy="1525361"/>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1938900" y="2775025"/>
            <a:ext cx="52662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000">
                <a:solidFill>
                  <a:schemeClr val="accen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1" name="Google Shape;21;p3"/>
          <p:cNvSpPr txBox="1">
            <a:spLocks noGrp="1"/>
          </p:cNvSpPr>
          <p:nvPr>
            <p:ph type="title" idx="2" hasCustomPrompt="1"/>
          </p:nvPr>
        </p:nvSpPr>
        <p:spPr>
          <a:xfrm>
            <a:off x="3785100" y="1833313"/>
            <a:ext cx="15738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2" name="Google Shape;22;p3"/>
          <p:cNvSpPr txBox="1">
            <a:spLocks noGrp="1"/>
          </p:cNvSpPr>
          <p:nvPr>
            <p:ph type="subTitle" idx="1"/>
          </p:nvPr>
        </p:nvSpPr>
        <p:spPr>
          <a:xfrm>
            <a:off x="1938900" y="3716738"/>
            <a:ext cx="5266200" cy="36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3" name="Google Shape;23;p3"/>
          <p:cNvSpPr/>
          <p:nvPr/>
        </p:nvSpPr>
        <p:spPr>
          <a:xfrm>
            <a:off x="259466" y="-337265"/>
            <a:ext cx="3877361" cy="1938199"/>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259466" y="-608876"/>
            <a:ext cx="3877361" cy="1938199"/>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1214485" y="997747"/>
            <a:ext cx="3564673" cy="2083028"/>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5192116" y="-608875"/>
            <a:ext cx="3546140" cy="1772630"/>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7000992" y="800779"/>
            <a:ext cx="3303141" cy="1930201"/>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1629135" y="826525"/>
            <a:ext cx="2447100" cy="42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2000">
                <a:solidFill>
                  <a:schemeClr val="accen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 name="Google Shape;35;p5"/>
          <p:cNvSpPr txBox="1">
            <a:spLocks noGrp="1"/>
          </p:cNvSpPr>
          <p:nvPr>
            <p:ph type="title" idx="2"/>
          </p:nvPr>
        </p:nvSpPr>
        <p:spPr>
          <a:xfrm>
            <a:off x="5067783" y="2878525"/>
            <a:ext cx="2447100" cy="42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2000">
                <a:solidFill>
                  <a:schemeClr val="accen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6" name="Google Shape;36;p5"/>
          <p:cNvSpPr txBox="1">
            <a:spLocks noGrp="1"/>
          </p:cNvSpPr>
          <p:nvPr>
            <p:ph type="subTitle" idx="1"/>
          </p:nvPr>
        </p:nvSpPr>
        <p:spPr>
          <a:xfrm>
            <a:off x="5067788" y="3306275"/>
            <a:ext cx="2447100" cy="1010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7" name="Google Shape;37;p5"/>
          <p:cNvSpPr txBox="1">
            <a:spLocks noGrp="1"/>
          </p:cNvSpPr>
          <p:nvPr>
            <p:ph type="subTitle" idx="3"/>
          </p:nvPr>
        </p:nvSpPr>
        <p:spPr>
          <a:xfrm>
            <a:off x="1629112" y="1254275"/>
            <a:ext cx="2447100" cy="1010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8" name="Google Shape;38;p5"/>
          <p:cNvSpPr/>
          <p:nvPr/>
        </p:nvSpPr>
        <p:spPr>
          <a:xfrm rot="-5400000">
            <a:off x="6980405" y="1606654"/>
            <a:ext cx="3303141" cy="1930201"/>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5"/>
          <p:cNvSpPr/>
          <p:nvPr/>
        </p:nvSpPr>
        <p:spPr>
          <a:xfrm rot="-5400000">
            <a:off x="-1317079" y="1708189"/>
            <a:ext cx="3455113" cy="1727128"/>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2317950" y="905550"/>
            <a:ext cx="4508100" cy="33324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10000">
                <a:solidFill>
                  <a:schemeClr val="accen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50" name="Google Shape;50;p8"/>
          <p:cNvGrpSpPr/>
          <p:nvPr/>
        </p:nvGrpSpPr>
        <p:grpSpPr>
          <a:xfrm>
            <a:off x="-371550" y="1260424"/>
            <a:ext cx="1666100" cy="2622681"/>
            <a:chOff x="-371550" y="1260424"/>
            <a:chExt cx="1666100" cy="2622681"/>
          </a:xfrm>
        </p:grpSpPr>
        <p:sp>
          <p:nvSpPr>
            <p:cNvPr id="51" name="Google Shape;51;p8"/>
            <p:cNvSpPr/>
            <p:nvPr/>
          </p:nvSpPr>
          <p:spPr>
            <a:xfrm rot="5400000">
              <a:off x="-783077" y="1805478"/>
              <a:ext cx="2622681" cy="1532572"/>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8"/>
            <p:cNvSpPr/>
            <p:nvPr/>
          </p:nvSpPr>
          <p:spPr>
            <a:xfrm rot="-5400000">
              <a:off x="-849506" y="2094083"/>
              <a:ext cx="1911349" cy="955437"/>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oogle Shape;53;p8"/>
          <p:cNvGrpSpPr/>
          <p:nvPr/>
        </p:nvGrpSpPr>
        <p:grpSpPr>
          <a:xfrm flipH="1">
            <a:off x="7849450" y="1260424"/>
            <a:ext cx="1666100" cy="2622681"/>
            <a:chOff x="-371550" y="1260424"/>
            <a:chExt cx="1666100" cy="2622681"/>
          </a:xfrm>
        </p:grpSpPr>
        <p:sp>
          <p:nvSpPr>
            <p:cNvPr id="54" name="Google Shape;54;p8"/>
            <p:cNvSpPr/>
            <p:nvPr/>
          </p:nvSpPr>
          <p:spPr>
            <a:xfrm rot="5400000">
              <a:off x="-783077" y="1805478"/>
              <a:ext cx="2622681" cy="1532572"/>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5400000">
              <a:off x="-849506" y="2094083"/>
              <a:ext cx="1911349" cy="955437"/>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6"/>
        <p:cNvGrpSpPr/>
        <p:nvPr/>
      </p:nvGrpSpPr>
      <p:grpSpPr>
        <a:xfrm>
          <a:off x="0" y="0"/>
          <a:ext cx="0" cy="0"/>
          <a:chOff x="0" y="0"/>
          <a:chExt cx="0" cy="0"/>
        </a:xfrm>
      </p:grpSpPr>
      <p:sp>
        <p:nvSpPr>
          <p:cNvPr id="57" name="Google Shape;57;p9"/>
          <p:cNvSpPr/>
          <p:nvPr/>
        </p:nvSpPr>
        <p:spPr>
          <a:xfrm rot="10800000">
            <a:off x="3489500" y="-156056"/>
            <a:ext cx="2165000" cy="1265125"/>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9"/>
          <p:cNvSpPr/>
          <p:nvPr/>
        </p:nvSpPr>
        <p:spPr>
          <a:xfrm>
            <a:off x="3489500" y="4034431"/>
            <a:ext cx="2165000" cy="1265125"/>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9"/>
          <p:cNvSpPr txBox="1">
            <a:spLocks noGrp="1"/>
          </p:cNvSpPr>
          <p:nvPr>
            <p:ph type="title"/>
          </p:nvPr>
        </p:nvSpPr>
        <p:spPr>
          <a:xfrm>
            <a:off x="2137800" y="1494300"/>
            <a:ext cx="48684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500">
                <a:solidFill>
                  <a:schemeClr val="accen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0" name="Google Shape;60;p9"/>
          <p:cNvSpPr txBox="1">
            <a:spLocks noGrp="1"/>
          </p:cNvSpPr>
          <p:nvPr>
            <p:ph type="subTitle" idx="1"/>
          </p:nvPr>
        </p:nvSpPr>
        <p:spPr>
          <a:xfrm>
            <a:off x="2137800" y="2336101"/>
            <a:ext cx="4868400" cy="1398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75"/>
        <p:cNvGrpSpPr/>
        <p:nvPr/>
      </p:nvGrpSpPr>
      <p:grpSpPr>
        <a:xfrm>
          <a:off x="0" y="0"/>
          <a:ext cx="0" cy="0"/>
          <a:chOff x="0" y="0"/>
          <a:chExt cx="0" cy="0"/>
        </a:xfrm>
      </p:grpSpPr>
      <p:sp>
        <p:nvSpPr>
          <p:cNvPr id="76" name="Google Shape;76;p13"/>
          <p:cNvSpPr/>
          <p:nvPr/>
        </p:nvSpPr>
        <p:spPr>
          <a:xfrm rot="5400000">
            <a:off x="7660126" y="219331"/>
            <a:ext cx="2048701" cy="1024096"/>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3"/>
          <p:cNvSpPr/>
          <p:nvPr/>
        </p:nvSpPr>
        <p:spPr>
          <a:xfrm>
            <a:off x="-661388" y="-208158"/>
            <a:ext cx="2305570" cy="1152499"/>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9" name="Google Shape;79;p13"/>
          <p:cNvSpPr txBox="1">
            <a:spLocks noGrp="1"/>
          </p:cNvSpPr>
          <p:nvPr>
            <p:ph type="title" idx="2"/>
          </p:nvPr>
        </p:nvSpPr>
        <p:spPr>
          <a:xfrm>
            <a:off x="720000" y="1937650"/>
            <a:ext cx="2305500" cy="420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0" name="Google Shape;80;p13"/>
          <p:cNvSpPr txBox="1">
            <a:spLocks noGrp="1"/>
          </p:cNvSpPr>
          <p:nvPr>
            <p:ph type="subTitle" idx="1"/>
          </p:nvPr>
        </p:nvSpPr>
        <p:spPr>
          <a:xfrm>
            <a:off x="720000" y="2358250"/>
            <a:ext cx="23055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1" name="Google Shape;81;p13"/>
          <p:cNvSpPr txBox="1">
            <a:spLocks noGrp="1"/>
          </p:cNvSpPr>
          <p:nvPr>
            <p:ph type="title" idx="3"/>
          </p:nvPr>
        </p:nvSpPr>
        <p:spPr>
          <a:xfrm>
            <a:off x="3419271" y="1937650"/>
            <a:ext cx="2305500" cy="420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2" name="Google Shape;82;p13"/>
          <p:cNvSpPr txBox="1">
            <a:spLocks noGrp="1"/>
          </p:cNvSpPr>
          <p:nvPr>
            <p:ph type="subTitle" idx="4"/>
          </p:nvPr>
        </p:nvSpPr>
        <p:spPr>
          <a:xfrm>
            <a:off x="3419271" y="2358250"/>
            <a:ext cx="23055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3" name="Google Shape;83;p13"/>
          <p:cNvSpPr txBox="1">
            <a:spLocks noGrp="1"/>
          </p:cNvSpPr>
          <p:nvPr>
            <p:ph type="title" idx="5"/>
          </p:nvPr>
        </p:nvSpPr>
        <p:spPr>
          <a:xfrm>
            <a:off x="720000" y="3639300"/>
            <a:ext cx="2305500" cy="420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4" name="Google Shape;84;p13"/>
          <p:cNvSpPr txBox="1">
            <a:spLocks noGrp="1"/>
          </p:cNvSpPr>
          <p:nvPr>
            <p:ph type="subTitle" idx="6"/>
          </p:nvPr>
        </p:nvSpPr>
        <p:spPr>
          <a:xfrm>
            <a:off x="720000" y="4059900"/>
            <a:ext cx="23055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5" name="Google Shape;85;p13"/>
          <p:cNvSpPr txBox="1">
            <a:spLocks noGrp="1"/>
          </p:cNvSpPr>
          <p:nvPr>
            <p:ph type="title" idx="7"/>
          </p:nvPr>
        </p:nvSpPr>
        <p:spPr>
          <a:xfrm>
            <a:off x="3419271" y="3639300"/>
            <a:ext cx="2305500" cy="420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6" name="Google Shape;86;p13"/>
          <p:cNvSpPr txBox="1">
            <a:spLocks noGrp="1"/>
          </p:cNvSpPr>
          <p:nvPr>
            <p:ph type="subTitle" idx="8"/>
          </p:nvPr>
        </p:nvSpPr>
        <p:spPr>
          <a:xfrm>
            <a:off x="3419271" y="4059900"/>
            <a:ext cx="23055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7" name="Google Shape;87;p13"/>
          <p:cNvSpPr txBox="1">
            <a:spLocks noGrp="1"/>
          </p:cNvSpPr>
          <p:nvPr>
            <p:ph type="title" idx="9"/>
          </p:nvPr>
        </p:nvSpPr>
        <p:spPr>
          <a:xfrm>
            <a:off x="6118549" y="1937650"/>
            <a:ext cx="2305500" cy="420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8" name="Google Shape;88;p13"/>
          <p:cNvSpPr txBox="1">
            <a:spLocks noGrp="1"/>
          </p:cNvSpPr>
          <p:nvPr>
            <p:ph type="subTitle" idx="13"/>
          </p:nvPr>
        </p:nvSpPr>
        <p:spPr>
          <a:xfrm>
            <a:off x="6118549" y="2358250"/>
            <a:ext cx="23055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9" name="Google Shape;89;p13"/>
          <p:cNvSpPr txBox="1">
            <a:spLocks noGrp="1"/>
          </p:cNvSpPr>
          <p:nvPr>
            <p:ph type="title" idx="14"/>
          </p:nvPr>
        </p:nvSpPr>
        <p:spPr>
          <a:xfrm>
            <a:off x="6118550" y="3639300"/>
            <a:ext cx="2305500" cy="420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0" name="Google Shape;90;p13"/>
          <p:cNvSpPr txBox="1">
            <a:spLocks noGrp="1"/>
          </p:cNvSpPr>
          <p:nvPr>
            <p:ph type="subTitle" idx="15"/>
          </p:nvPr>
        </p:nvSpPr>
        <p:spPr>
          <a:xfrm>
            <a:off x="6118549" y="4059900"/>
            <a:ext cx="23055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1" name="Google Shape;91;p13"/>
          <p:cNvSpPr txBox="1">
            <a:spLocks noGrp="1"/>
          </p:cNvSpPr>
          <p:nvPr>
            <p:ph type="title" idx="16" hasCustomPrompt="1"/>
          </p:nvPr>
        </p:nvSpPr>
        <p:spPr>
          <a:xfrm>
            <a:off x="1437900" y="1364950"/>
            <a:ext cx="869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600"/>
              <a:buNone/>
              <a:defRPr sz="2600"/>
            </a:lvl1pPr>
            <a:lvl2pPr lvl="1" algn="ctr" rtl="0">
              <a:spcBef>
                <a:spcPts val="0"/>
              </a:spcBef>
              <a:spcAft>
                <a:spcPts val="0"/>
              </a:spcAft>
              <a:buSzPts val="2600"/>
              <a:buNone/>
              <a:defRPr sz="2600"/>
            </a:lvl2pPr>
            <a:lvl3pPr lvl="2" algn="ctr" rtl="0">
              <a:spcBef>
                <a:spcPts val="0"/>
              </a:spcBef>
              <a:spcAft>
                <a:spcPts val="0"/>
              </a:spcAft>
              <a:buSzPts val="2600"/>
              <a:buNone/>
              <a:defRPr sz="2600"/>
            </a:lvl3pPr>
            <a:lvl4pPr lvl="3" algn="ctr" rtl="0">
              <a:spcBef>
                <a:spcPts val="0"/>
              </a:spcBef>
              <a:spcAft>
                <a:spcPts val="0"/>
              </a:spcAft>
              <a:buSzPts val="2600"/>
              <a:buNone/>
              <a:defRPr sz="2600"/>
            </a:lvl4pPr>
            <a:lvl5pPr lvl="4" algn="ctr" rtl="0">
              <a:spcBef>
                <a:spcPts val="0"/>
              </a:spcBef>
              <a:spcAft>
                <a:spcPts val="0"/>
              </a:spcAft>
              <a:buSzPts val="2600"/>
              <a:buNone/>
              <a:defRPr sz="2600"/>
            </a:lvl5pPr>
            <a:lvl6pPr lvl="5" algn="ctr" rtl="0">
              <a:spcBef>
                <a:spcPts val="0"/>
              </a:spcBef>
              <a:spcAft>
                <a:spcPts val="0"/>
              </a:spcAft>
              <a:buSzPts val="2600"/>
              <a:buNone/>
              <a:defRPr sz="2600"/>
            </a:lvl6pPr>
            <a:lvl7pPr lvl="6" algn="ctr" rtl="0">
              <a:spcBef>
                <a:spcPts val="0"/>
              </a:spcBef>
              <a:spcAft>
                <a:spcPts val="0"/>
              </a:spcAft>
              <a:buSzPts val="2600"/>
              <a:buNone/>
              <a:defRPr sz="2600"/>
            </a:lvl7pPr>
            <a:lvl8pPr lvl="7" algn="ctr" rtl="0">
              <a:spcBef>
                <a:spcPts val="0"/>
              </a:spcBef>
              <a:spcAft>
                <a:spcPts val="0"/>
              </a:spcAft>
              <a:buSzPts val="2600"/>
              <a:buNone/>
              <a:defRPr sz="2600"/>
            </a:lvl8pPr>
            <a:lvl9pPr lvl="8" algn="ctr" rtl="0">
              <a:spcBef>
                <a:spcPts val="0"/>
              </a:spcBef>
              <a:spcAft>
                <a:spcPts val="0"/>
              </a:spcAft>
              <a:buSzPts val="2600"/>
              <a:buNone/>
              <a:defRPr sz="2600"/>
            </a:lvl9pPr>
          </a:lstStyle>
          <a:p>
            <a:r>
              <a:t>xx%</a:t>
            </a:r>
          </a:p>
        </p:txBody>
      </p:sp>
      <p:sp>
        <p:nvSpPr>
          <p:cNvPr id="92" name="Google Shape;92;p13"/>
          <p:cNvSpPr txBox="1">
            <a:spLocks noGrp="1"/>
          </p:cNvSpPr>
          <p:nvPr>
            <p:ph type="title" idx="17" hasCustomPrompt="1"/>
          </p:nvPr>
        </p:nvSpPr>
        <p:spPr>
          <a:xfrm>
            <a:off x="4137150" y="1364950"/>
            <a:ext cx="869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600"/>
              <a:buNone/>
              <a:defRPr sz="2600"/>
            </a:lvl1pPr>
            <a:lvl2pPr lvl="1" algn="ctr" rtl="0">
              <a:spcBef>
                <a:spcPts val="0"/>
              </a:spcBef>
              <a:spcAft>
                <a:spcPts val="0"/>
              </a:spcAft>
              <a:buSzPts val="2600"/>
              <a:buNone/>
              <a:defRPr sz="2600"/>
            </a:lvl2pPr>
            <a:lvl3pPr lvl="2" algn="ctr" rtl="0">
              <a:spcBef>
                <a:spcPts val="0"/>
              </a:spcBef>
              <a:spcAft>
                <a:spcPts val="0"/>
              </a:spcAft>
              <a:buSzPts val="2600"/>
              <a:buNone/>
              <a:defRPr sz="2600"/>
            </a:lvl3pPr>
            <a:lvl4pPr lvl="3" algn="ctr" rtl="0">
              <a:spcBef>
                <a:spcPts val="0"/>
              </a:spcBef>
              <a:spcAft>
                <a:spcPts val="0"/>
              </a:spcAft>
              <a:buSzPts val="2600"/>
              <a:buNone/>
              <a:defRPr sz="2600"/>
            </a:lvl4pPr>
            <a:lvl5pPr lvl="4" algn="ctr" rtl="0">
              <a:spcBef>
                <a:spcPts val="0"/>
              </a:spcBef>
              <a:spcAft>
                <a:spcPts val="0"/>
              </a:spcAft>
              <a:buSzPts val="2600"/>
              <a:buNone/>
              <a:defRPr sz="2600"/>
            </a:lvl5pPr>
            <a:lvl6pPr lvl="5" algn="ctr" rtl="0">
              <a:spcBef>
                <a:spcPts val="0"/>
              </a:spcBef>
              <a:spcAft>
                <a:spcPts val="0"/>
              </a:spcAft>
              <a:buSzPts val="2600"/>
              <a:buNone/>
              <a:defRPr sz="2600"/>
            </a:lvl6pPr>
            <a:lvl7pPr lvl="6" algn="ctr" rtl="0">
              <a:spcBef>
                <a:spcPts val="0"/>
              </a:spcBef>
              <a:spcAft>
                <a:spcPts val="0"/>
              </a:spcAft>
              <a:buSzPts val="2600"/>
              <a:buNone/>
              <a:defRPr sz="2600"/>
            </a:lvl7pPr>
            <a:lvl8pPr lvl="7" algn="ctr" rtl="0">
              <a:spcBef>
                <a:spcPts val="0"/>
              </a:spcBef>
              <a:spcAft>
                <a:spcPts val="0"/>
              </a:spcAft>
              <a:buSzPts val="2600"/>
              <a:buNone/>
              <a:defRPr sz="2600"/>
            </a:lvl8pPr>
            <a:lvl9pPr lvl="8" algn="ctr" rtl="0">
              <a:spcBef>
                <a:spcPts val="0"/>
              </a:spcBef>
              <a:spcAft>
                <a:spcPts val="0"/>
              </a:spcAft>
              <a:buSzPts val="2600"/>
              <a:buNone/>
              <a:defRPr sz="2600"/>
            </a:lvl9pPr>
          </a:lstStyle>
          <a:p>
            <a:r>
              <a:t>xx%</a:t>
            </a:r>
          </a:p>
        </p:txBody>
      </p:sp>
      <p:sp>
        <p:nvSpPr>
          <p:cNvPr id="93" name="Google Shape;93;p13"/>
          <p:cNvSpPr txBox="1">
            <a:spLocks noGrp="1"/>
          </p:cNvSpPr>
          <p:nvPr>
            <p:ph type="title" idx="18" hasCustomPrompt="1"/>
          </p:nvPr>
        </p:nvSpPr>
        <p:spPr>
          <a:xfrm>
            <a:off x="6836400" y="1364950"/>
            <a:ext cx="869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600"/>
              <a:buNone/>
              <a:defRPr sz="2600"/>
            </a:lvl1pPr>
            <a:lvl2pPr lvl="1" algn="ctr" rtl="0">
              <a:spcBef>
                <a:spcPts val="0"/>
              </a:spcBef>
              <a:spcAft>
                <a:spcPts val="0"/>
              </a:spcAft>
              <a:buSzPts val="2600"/>
              <a:buNone/>
              <a:defRPr sz="2600"/>
            </a:lvl2pPr>
            <a:lvl3pPr lvl="2" algn="ctr" rtl="0">
              <a:spcBef>
                <a:spcPts val="0"/>
              </a:spcBef>
              <a:spcAft>
                <a:spcPts val="0"/>
              </a:spcAft>
              <a:buSzPts val="2600"/>
              <a:buNone/>
              <a:defRPr sz="2600"/>
            </a:lvl3pPr>
            <a:lvl4pPr lvl="3" algn="ctr" rtl="0">
              <a:spcBef>
                <a:spcPts val="0"/>
              </a:spcBef>
              <a:spcAft>
                <a:spcPts val="0"/>
              </a:spcAft>
              <a:buSzPts val="2600"/>
              <a:buNone/>
              <a:defRPr sz="2600"/>
            </a:lvl4pPr>
            <a:lvl5pPr lvl="4" algn="ctr" rtl="0">
              <a:spcBef>
                <a:spcPts val="0"/>
              </a:spcBef>
              <a:spcAft>
                <a:spcPts val="0"/>
              </a:spcAft>
              <a:buSzPts val="2600"/>
              <a:buNone/>
              <a:defRPr sz="2600"/>
            </a:lvl5pPr>
            <a:lvl6pPr lvl="5" algn="ctr" rtl="0">
              <a:spcBef>
                <a:spcPts val="0"/>
              </a:spcBef>
              <a:spcAft>
                <a:spcPts val="0"/>
              </a:spcAft>
              <a:buSzPts val="2600"/>
              <a:buNone/>
              <a:defRPr sz="2600"/>
            </a:lvl6pPr>
            <a:lvl7pPr lvl="6" algn="ctr" rtl="0">
              <a:spcBef>
                <a:spcPts val="0"/>
              </a:spcBef>
              <a:spcAft>
                <a:spcPts val="0"/>
              </a:spcAft>
              <a:buSzPts val="2600"/>
              <a:buNone/>
              <a:defRPr sz="2600"/>
            </a:lvl7pPr>
            <a:lvl8pPr lvl="7" algn="ctr" rtl="0">
              <a:spcBef>
                <a:spcPts val="0"/>
              </a:spcBef>
              <a:spcAft>
                <a:spcPts val="0"/>
              </a:spcAft>
              <a:buSzPts val="2600"/>
              <a:buNone/>
              <a:defRPr sz="2600"/>
            </a:lvl8pPr>
            <a:lvl9pPr lvl="8" algn="ctr" rtl="0">
              <a:spcBef>
                <a:spcPts val="0"/>
              </a:spcBef>
              <a:spcAft>
                <a:spcPts val="0"/>
              </a:spcAft>
              <a:buSzPts val="2600"/>
              <a:buNone/>
              <a:defRPr sz="2600"/>
            </a:lvl9pPr>
          </a:lstStyle>
          <a:p>
            <a:r>
              <a:t>xx%</a:t>
            </a:r>
          </a:p>
        </p:txBody>
      </p:sp>
      <p:sp>
        <p:nvSpPr>
          <p:cNvPr id="94" name="Google Shape;94;p13"/>
          <p:cNvSpPr txBox="1">
            <a:spLocks noGrp="1"/>
          </p:cNvSpPr>
          <p:nvPr>
            <p:ph type="title" idx="19" hasCustomPrompt="1"/>
          </p:nvPr>
        </p:nvSpPr>
        <p:spPr>
          <a:xfrm>
            <a:off x="1437900" y="3066600"/>
            <a:ext cx="869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600"/>
              <a:buNone/>
              <a:defRPr sz="2600"/>
            </a:lvl1pPr>
            <a:lvl2pPr lvl="1" algn="ctr" rtl="0">
              <a:spcBef>
                <a:spcPts val="0"/>
              </a:spcBef>
              <a:spcAft>
                <a:spcPts val="0"/>
              </a:spcAft>
              <a:buSzPts val="2600"/>
              <a:buNone/>
              <a:defRPr sz="2600"/>
            </a:lvl2pPr>
            <a:lvl3pPr lvl="2" algn="ctr" rtl="0">
              <a:spcBef>
                <a:spcPts val="0"/>
              </a:spcBef>
              <a:spcAft>
                <a:spcPts val="0"/>
              </a:spcAft>
              <a:buSzPts val="2600"/>
              <a:buNone/>
              <a:defRPr sz="2600"/>
            </a:lvl3pPr>
            <a:lvl4pPr lvl="3" algn="ctr" rtl="0">
              <a:spcBef>
                <a:spcPts val="0"/>
              </a:spcBef>
              <a:spcAft>
                <a:spcPts val="0"/>
              </a:spcAft>
              <a:buSzPts val="2600"/>
              <a:buNone/>
              <a:defRPr sz="2600"/>
            </a:lvl4pPr>
            <a:lvl5pPr lvl="4" algn="ctr" rtl="0">
              <a:spcBef>
                <a:spcPts val="0"/>
              </a:spcBef>
              <a:spcAft>
                <a:spcPts val="0"/>
              </a:spcAft>
              <a:buSzPts val="2600"/>
              <a:buNone/>
              <a:defRPr sz="2600"/>
            </a:lvl5pPr>
            <a:lvl6pPr lvl="5" algn="ctr" rtl="0">
              <a:spcBef>
                <a:spcPts val="0"/>
              </a:spcBef>
              <a:spcAft>
                <a:spcPts val="0"/>
              </a:spcAft>
              <a:buSzPts val="2600"/>
              <a:buNone/>
              <a:defRPr sz="2600"/>
            </a:lvl6pPr>
            <a:lvl7pPr lvl="6" algn="ctr" rtl="0">
              <a:spcBef>
                <a:spcPts val="0"/>
              </a:spcBef>
              <a:spcAft>
                <a:spcPts val="0"/>
              </a:spcAft>
              <a:buSzPts val="2600"/>
              <a:buNone/>
              <a:defRPr sz="2600"/>
            </a:lvl7pPr>
            <a:lvl8pPr lvl="7" algn="ctr" rtl="0">
              <a:spcBef>
                <a:spcPts val="0"/>
              </a:spcBef>
              <a:spcAft>
                <a:spcPts val="0"/>
              </a:spcAft>
              <a:buSzPts val="2600"/>
              <a:buNone/>
              <a:defRPr sz="2600"/>
            </a:lvl8pPr>
            <a:lvl9pPr lvl="8" algn="ctr" rtl="0">
              <a:spcBef>
                <a:spcPts val="0"/>
              </a:spcBef>
              <a:spcAft>
                <a:spcPts val="0"/>
              </a:spcAft>
              <a:buSzPts val="2600"/>
              <a:buNone/>
              <a:defRPr sz="2600"/>
            </a:lvl9pPr>
          </a:lstStyle>
          <a:p>
            <a:r>
              <a:t>xx%</a:t>
            </a:r>
          </a:p>
        </p:txBody>
      </p:sp>
      <p:sp>
        <p:nvSpPr>
          <p:cNvPr id="95" name="Google Shape;95;p13"/>
          <p:cNvSpPr txBox="1">
            <a:spLocks noGrp="1"/>
          </p:cNvSpPr>
          <p:nvPr>
            <p:ph type="title" idx="20" hasCustomPrompt="1"/>
          </p:nvPr>
        </p:nvSpPr>
        <p:spPr>
          <a:xfrm>
            <a:off x="4137150" y="3066600"/>
            <a:ext cx="869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600"/>
              <a:buNone/>
              <a:defRPr sz="2600"/>
            </a:lvl1pPr>
            <a:lvl2pPr lvl="1" algn="ctr" rtl="0">
              <a:spcBef>
                <a:spcPts val="0"/>
              </a:spcBef>
              <a:spcAft>
                <a:spcPts val="0"/>
              </a:spcAft>
              <a:buSzPts val="2600"/>
              <a:buNone/>
              <a:defRPr sz="2600"/>
            </a:lvl2pPr>
            <a:lvl3pPr lvl="2" algn="ctr" rtl="0">
              <a:spcBef>
                <a:spcPts val="0"/>
              </a:spcBef>
              <a:spcAft>
                <a:spcPts val="0"/>
              </a:spcAft>
              <a:buSzPts val="2600"/>
              <a:buNone/>
              <a:defRPr sz="2600"/>
            </a:lvl3pPr>
            <a:lvl4pPr lvl="3" algn="ctr" rtl="0">
              <a:spcBef>
                <a:spcPts val="0"/>
              </a:spcBef>
              <a:spcAft>
                <a:spcPts val="0"/>
              </a:spcAft>
              <a:buSzPts val="2600"/>
              <a:buNone/>
              <a:defRPr sz="2600"/>
            </a:lvl4pPr>
            <a:lvl5pPr lvl="4" algn="ctr" rtl="0">
              <a:spcBef>
                <a:spcPts val="0"/>
              </a:spcBef>
              <a:spcAft>
                <a:spcPts val="0"/>
              </a:spcAft>
              <a:buSzPts val="2600"/>
              <a:buNone/>
              <a:defRPr sz="2600"/>
            </a:lvl5pPr>
            <a:lvl6pPr lvl="5" algn="ctr" rtl="0">
              <a:spcBef>
                <a:spcPts val="0"/>
              </a:spcBef>
              <a:spcAft>
                <a:spcPts val="0"/>
              </a:spcAft>
              <a:buSzPts val="2600"/>
              <a:buNone/>
              <a:defRPr sz="2600"/>
            </a:lvl6pPr>
            <a:lvl7pPr lvl="6" algn="ctr" rtl="0">
              <a:spcBef>
                <a:spcPts val="0"/>
              </a:spcBef>
              <a:spcAft>
                <a:spcPts val="0"/>
              </a:spcAft>
              <a:buSzPts val="2600"/>
              <a:buNone/>
              <a:defRPr sz="2600"/>
            </a:lvl7pPr>
            <a:lvl8pPr lvl="7" algn="ctr" rtl="0">
              <a:spcBef>
                <a:spcPts val="0"/>
              </a:spcBef>
              <a:spcAft>
                <a:spcPts val="0"/>
              </a:spcAft>
              <a:buSzPts val="2600"/>
              <a:buNone/>
              <a:defRPr sz="2600"/>
            </a:lvl8pPr>
            <a:lvl9pPr lvl="8" algn="ctr" rtl="0">
              <a:spcBef>
                <a:spcPts val="0"/>
              </a:spcBef>
              <a:spcAft>
                <a:spcPts val="0"/>
              </a:spcAft>
              <a:buSzPts val="2600"/>
              <a:buNone/>
              <a:defRPr sz="2600"/>
            </a:lvl9pPr>
          </a:lstStyle>
          <a:p>
            <a:r>
              <a:t>xx%</a:t>
            </a:r>
          </a:p>
        </p:txBody>
      </p:sp>
      <p:sp>
        <p:nvSpPr>
          <p:cNvPr id="96" name="Google Shape;96;p13"/>
          <p:cNvSpPr txBox="1">
            <a:spLocks noGrp="1"/>
          </p:cNvSpPr>
          <p:nvPr>
            <p:ph type="title" idx="21" hasCustomPrompt="1"/>
          </p:nvPr>
        </p:nvSpPr>
        <p:spPr>
          <a:xfrm>
            <a:off x="6836400" y="3066600"/>
            <a:ext cx="869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600"/>
              <a:buNone/>
              <a:defRPr sz="2600"/>
            </a:lvl1pPr>
            <a:lvl2pPr lvl="1" algn="ctr" rtl="0">
              <a:spcBef>
                <a:spcPts val="0"/>
              </a:spcBef>
              <a:spcAft>
                <a:spcPts val="0"/>
              </a:spcAft>
              <a:buSzPts val="2600"/>
              <a:buNone/>
              <a:defRPr sz="2600"/>
            </a:lvl2pPr>
            <a:lvl3pPr lvl="2" algn="ctr" rtl="0">
              <a:spcBef>
                <a:spcPts val="0"/>
              </a:spcBef>
              <a:spcAft>
                <a:spcPts val="0"/>
              </a:spcAft>
              <a:buSzPts val="2600"/>
              <a:buNone/>
              <a:defRPr sz="2600"/>
            </a:lvl3pPr>
            <a:lvl4pPr lvl="3" algn="ctr" rtl="0">
              <a:spcBef>
                <a:spcPts val="0"/>
              </a:spcBef>
              <a:spcAft>
                <a:spcPts val="0"/>
              </a:spcAft>
              <a:buSzPts val="2600"/>
              <a:buNone/>
              <a:defRPr sz="2600"/>
            </a:lvl4pPr>
            <a:lvl5pPr lvl="4" algn="ctr" rtl="0">
              <a:spcBef>
                <a:spcPts val="0"/>
              </a:spcBef>
              <a:spcAft>
                <a:spcPts val="0"/>
              </a:spcAft>
              <a:buSzPts val="2600"/>
              <a:buNone/>
              <a:defRPr sz="2600"/>
            </a:lvl5pPr>
            <a:lvl6pPr lvl="5" algn="ctr" rtl="0">
              <a:spcBef>
                <a:spcPts val="0"/>
              </a:spcBef>
              <a:spcAft>
                <a:spcPts val="0"/>
              </a:spcAft>
              <a:buSzPts val="2600"/>
              <a:buNone/>
              <a:defRPr sz="2600"/>
            </a:lvl6pPr>
            <a:lvl7pPr lvl="6" algn="ctr" rtl="0">
              <a:spcBef>
                <a:spcPts val="0"/>
              </a:spcBef>
              <a:spcAft>
                <a:spcPts val="0"/>
              </a:spcAft>
              <a:buSzPts val="2600"/>
              <a:buNone/>
              <a:defRPr sz="2600"/>
            </a:lvl7pPr>
            <a:lvl8pPr lvl="7" algn="ctr" rtl="0">
              <a:spcBef>
                <a:spcPts val="0"/>
              </a:spcBef>
              <a:spcAft>
                <a:spcPts val="0"/>
              </a:spcAft>
              <a:buSzPts val="2600"/>
              <a:buNone/>
              <a:defRPr sz="2600"/>
            </a:lvl8pPr>
            <a:lvl9pPr lvl="8" algn="ctr" rtl="0">
              <a:spcBef>
                <a:spcPts val="0"/>
              </a:spcBef>
              <a:spcAft>
                <a:spcPts val="0"/>
              </a:spcAft>
              <a:buSzPts val="2600"/>
              <a:buNone/>
              <a:defRPr sz="2600"/>
            </a:lvl9pPr>
          </a:lstStyle>
          <a:p>
            <a:r>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
    <p:spTree>
      <p:nvGrpSpPr>
        <p:cNvPr id="1" name="Shape 97"/>
        <p:cNvGrpSpPr/>
        <p:nvPr/>
      </p:nvGrpSpPr>
      <p:grpSpPr>
        <a:xfrm>
          <a:off x="0" y="0"/>
          <a:ext cx="0" cy="0"/>
          <a:chOff x="0" y="0"/>
          <a:chExt cx="0" cy="0"/>
        </a:xfrm>
      </p:grpSpPr>
      <p:sp>
        <p:nvSpPr>
          <p:cNvPr id="98" name="Google Shape;98;p14"/>
          <p:cNvSpPr/>
          <p:nvPr/>
        </p:nvSpPr>
        <p:spPr>
          <a:xfrm>
            <a:off x="-896150" y="-337265"/>
            <a:ext cx="3877361" cy="1938199"/>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4"/>
          <p:cNvSpPr/>
          <p:nvPr/>
        </p:nvSpPr>
        <p:spPr>
          <a:xfrm rot="10800000">
            <a:off x="1859407" y="4469563"/>
            <a:ext cx="3009008" cy="1504130"/>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4"/>
          <p:cNvSpPr/>
          <p:nvPr/>
        </p:nvSpPr>
        <p:spPr>
          <a:xfrm rot="-5400000">
            <a:off x="-1833870" y="1700000"/>
            <a:ext cx="3220942" cy="1610071"/>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4"/>
          <p:cNvSpPr/>
          <p:nvPr/>
        </p:nvSpPr>
        <p:spPr>
          <a:xfrm>
            <a:off x="-896150" y="-608876"/>
            <a:ext cx="3877361" cy="1938199"/>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4"/>
          <p:cNvSpPr/>
          <p:nvPr/>
        </p:nvSpPr>
        <p:spPr>
          <a:xfrm rot="10800000">
            <a:off x="5589913" y="3492151"/>
            <a:ext cx="4841837" cy="2420317"/>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4"/>
          <p:cNvSpPr/>
          <p:nvPr/>
        </p:nvSpPr>
        <p:spPr>
          <a:xfrm rot="10800000">
            <a:off x="5589913" y="3831321"/>
            <a:ext cx="4841837" cy="2420317"/>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4"/>
          <p:cNvSpPr/>
          <p:nvPr/>
        </p:nvSpPr>
        <p:spPr>
          <a:xfrm>
            <a:off x="-305600" y="4115506"/>
            <a:ext cx="2165000" cy="1265125"/>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4"/>
          <p:cNvSpPr/>
          <p:nvPr/>
        </p:nvSpPr>
        <p:spPr>
          <a:xfrm>
            <a:off x="6118774" y="-464475"/>
            <a:ext cx="3022674" cy="1510962"/>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4"/>
          <p:cNvSpPr/>
          <p:nvPr/>
        </p:nvSpPr>
        <p:spPr>
          <a:xfrm rot="-5400000">
            <a:off x="7465791" y="1092549"/>
            <a:ext cx="2815583" cy="1645295"/>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4"/>
          <p:cNvSpPr/>
          <p:nvPr/>
        </p:nvSpPr>
        <p:spPr>
          <a:xfrm>
            <a:off x="3067500" y="-912867"/>
            <a:ext cx="3009008" cy="1504130"/>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4"/>
          <p:cNvSpPr txBox="1">
            <a:spLocks noGrp="1"/>
          </p:cNvSpPr>
          <p:nvPr>
            <p:ph type="title"/>
          </p:nvPr>
        </p:nvSpPr>
        <p:spPr>
          <a:xfrm>
            <a:off x="2137800" y="1494300"/>
            <a:ext cx="48684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500">
                <a:solidFill>
                  <a:schemeClr val="accen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9" name="Google Shape;109;p14"/>
          <p:cNvSpPr txBox="1">
            <a:spLocks noGrp="1"/>
          </p:cNvSpPr>
          <p:nvPr>
            <p:ph type="subTitle" idx="1"/>
          </p:nvPr>
        </p:nvSpPr>
        <p:spPr>
          <a:xfrm>
            <a:off x="2137800" y="2336101"/>
            <a:ext cx="4868400" cy="1398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2">
  <p:cSld name="CUSTOM_6_2">
    <p:spTree>
      <p:nvGrpSpPr>
        <p:cNvPr id="1" name="Shape 110"/>
        <p:cNvGrpSpPr/>
        <p:nvPr/>
      </p:nvGrpSpPr>
      <p:grpSpPr>
        <a:xfrm>
          <a:off x="0" y="0"/>
          <a:ext cx="0" cy="0"/>
          <a:chOff x="0" y="0"/>
          <a:chExt cx="0" cy="0"/>
        </a:xfrm>
      </p:grpSpPr>
      <p:sp>
        <p:nvSpPr>
          <p:cNvPr id="111" name="Google Shape;111;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2" name="Google Shape;112;p15"/>
          <p:cNvSpPr txBox="1">
            <a:spLocks noGrp="1"/>
          </p:cNvSpPr>
          <p:nvPr>
            <p:ph type="title" idx="2"/>
          </p:nvPr>
        </p:nvSpPr>
        <p:spPr>
          <a:xfrm>
            <a:off x="4072561" y="2322925"/>
            <a:ext cx="2165100" cy="3942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3" name="Google Shape;113;p15"/>
          <p:cNvSpPr txBox="1">
            <a:spLocks noGrp="1"/>
          </p:cNvSpPr>
          <p:nvPr>
            <p:ph type="subTitle" idx="1"/>
          </p:nvPr>
        </p:nvSpPr>
        <p:spPr>
          <a:xfrm>
            <a:off x="4072561" y="2685650"/>
            <a:ext cx="2165100" cy="535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4" name="Google Shape;114;p15"/>
          <p:cNvSpPr txBox="1">
            <a:spLocks noGrp="1"/>
          </p:cNvSpPr>
          <p:nvPr>
            <p:ph type="title" idx="3"/>
          </p:nvPr>
        </p:nvSpPr>
        <p:spPr>
          <a:xfrm>
            <a:off x="4072557" y="1265625"/>
            <a:ext cx="2165100" cy="3942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5" name="Google Shape;115;p15"/>
          <p:cNvSpPr txBox="1">
            <a:spLocks noGrp="1"/>
          </p:cNvSpPr>
          <p:nvPr>
            <p:ph type="subTitle" idx="4"/>
          </p:nvPr>
        </p:nvSpPr>
        <p:spPr>
          <a:xfrm>
            <a:off x="4072561" y="1628300"/>
            <a:ext cx="2165100" cy="535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6" name="Google Shape;116;p15"/>
          <p:cNvSpPr txBox="1">
            <a:spLocks noGrp="1"/>
          </p:cNvSpPr>
          <p:nvPr>
            <p:ph type="title" idx="5"/>
          </p:nvPr>
        </p:nvSpPr>
        <p:spPr>
          <a:xfrm>
            <a:off x="4072559" y="3380225"/>
            <a:ext cx="2165100" cy="3942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7" name="Google Shape;117;p15"/>
          <p:cNvSpPr txBox="1">
            <a:spLocks noGrp="1"/>
          </p:cNvSpPr>
          <p:nvPr>
            <p:ph type="subTitle" idx="6"/>
          </p:nvPr>
        </p:nvSpPr>
        <p:spPr>
          <a:xfrm>
            <a:off x="4072561" y="3742950"/>
            <a:ext cx="2165100" cy="535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8" name="Google Shape;118;p15"/>
          <p:cNvSpPr/>
          <p:nvPr/>
        </p:nvSpPr>
        <p:spPr>
          <a:xfrm rot="-5400000">
            <a:off x="-1317079" y="126064"/>
            <a:ext cx="3455113" cy="1727128"/>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5"/>
          <p:cNvSpPr/>
          <p:nvPr/>
        </p:nvSpPr>
        <p:spPr>
          <a:xfrm>
            <a:off x="-931570" y="3439104"/>
            <a:ext cx="3303141" cy="1930201"/>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5"/>
          <p:cNvSpPr/>
          <p:nvPr/>
        </p:nvSpPr>
        <p:spPr>
          <a:xfrm flipH="1">
            <a:off x="6237650" y="-596640"/>
            <a:ext cx="3877361" cy="1938199"/>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5"/>
          <p:cNvSpPr/>
          <p:nvPr/>
        </p:nvSpPr>
        <p:spPr>
          <a:xfrm flipH="1">
            <a:off x="6237650" y="-868251"/>
            <a:ext cx="3877361" cy="1938199"/>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5"/>
          <p:cNvSpPr/>
          <p:nvPr/>
        </p:nvSpPr>
        <p:spPr>
          <a:xfrm rot="-5400000" flipH="1">
            <a:off x="7198651" y="2319647"/>
            <a:ext cx="3564673" cy="2083028"/>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23"/>
        <p:cNvGrpSpPr/>
        <p:nvPr/>
      </p:nvGrpSpPr>
      <p:grpSpPr>
        <a:xfrm>
          <a:off x="0" y="0"/>
          <a:ext cx="0" cy="0"/>
          <a:chOff x="0" y="0"/>
          <a:chExt cx="0" cy="0"/>
        </a:xfrm>
      </p:grpSpPr>
      <p:sp>
        <p:nvSpPr>
          <p:cNvPr id="124" name="Google Shape;124;p16"/>
          <p:cNvSpPr txBox="1">
            <a:spLocks noGrp="1"/>
          </p:cNvSpPr>
          <p:nvPr>
            <p:ph type="title"/>
          </p:nvPr>
        </p:nvSpPr>
        <p:spPr>
          <a:xfrm>
            <a:off x="941825" y="2711288"/>
            <a:ext cx="4601700" cy="9936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a:solidFill>
                  <a:schemeClr val="accen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5" name="Google Shape;125;p16"/>
          <p:cNvSpPr txBox="1">
            <a:spLocks noGrp="1"/>
          </p:cNvSpPr>
          <p:nvPr>
            <p:ph type="title" idx="2" hasCustomPrompt="1"/>
          </p:nvPr>
        </p:nvSpPr>
        <p:spPr>
          <a:xfrm>
            <a:off x="941825" y="1869485"/>
            <a:ext cx="15738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6" name="Google Shape;126;p16"/>
          <p:cNvSpPr txBox="1">
            <a:spLocks noGrp="1"/>
          </p:cNvSpPr>
          <p:nvPr>
            <p:ph type="subTitle" idx="1"/>
          </p:nvPr>
        </p:nvSpPr>
        <p:spPr>
          <a:xfrm>
            <a:off x="941825" y="3672063"/>
            <a:ext cx="5173200" cy="36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7" name="Google Shape;127;p16"/>
          <p:cNvSpPr/>
          <p:nvPr/>
        </p:nvSpPr>
        <p:spPr>
          <a:xfrm>
            <a:off x="5323791" y="-163990"/>
            <a:ext cx="3877361" cy="1938199"/>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6"/>
          <p:cNvSpPr/>
          <p:nvPr/>
        </p:nvSpPr>
        <p:spPr>
          <a:xfrm>
            <a:off x="5323791" y="-435601"/>
            <a:ext cx="3877361" cy="1938199"/>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6"/>
          <p:cNvSpPr/>
          <p:nvPr/>
        </p:nvSpPr>
        <p:spPr>
          <a:xfrm rot="10800000">
            <a:off x="1360865" y="-508015"/>
            <a:ext cx="3564673" cy="2083028"/>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6"/>
          <p:cNvSpPr/>
          <p:nvPr/>
        </p:nvSpPr>
        <p:spPr>
          <a:xfrm rot="5400000">
            <a:off x="6657703" y="2321787"/>
            <a:ext cx="3546140" cy="1772630"/>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6"/>
          <p:cNvSpPr/>
          <p:nvPr/>
        </p:nvSpPr>
        <p:spPr>
          <a:xfrm>
            <a:off x="4981692" y="4039279"/>
            <a:ext cx="3303140" cy="1930201"/>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
    <p:spTree>
      <p:nvGrpSpPr>
        <p:cNvPr id="1" name="Shape 152"/>
        <p:cNvGrpSpPr/>
        <p:nvPr/>
      </p:nvGrpSpPr>
      <p:grpSpPr>
        <a:xfrm>
          <a:off x="0" y="0"/>
          <a:ext cx="0" cy="0"/>
          <a:chOff x="0" y="0"/>
          <a:chExt cx="0" cy="0"/>
        </a:xfrm>
      </p:grpSpPr>
      <p:sp>
        <p:nvSpPr>
          <p:cNvPr id="153" name="Google Shape;153;p20"/>
          <p:cNvSpPr txBox="1">
            <a:spLocks noGrp="1"/>
          </p:cNvSpPr>
          <p:nvPr>
            <p:ph type="title"/>
          </p:nvPr>
        </p:nvSpPr>
        <p:spPr>
          <a:xfrm>
            <a:off x="1629135" y="2524900"/>
            <a:ext cx="2447100" cy="42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2000">
                <a:solidFill>
                  <a:schemeClr val="accen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4" name="Google Shape;154;p20"/>
          <p:cNvSpPr txBox="1">
            <a:spLocks noGrp="1"/>
          </p:cNvSpPr>
          <p:nvPr>
            <p:ph type="title" idx="2"/>
          </p:nvPr>
        </p:nvSpPr>
        <p:spPr>
          <a:xfrm>
            <a:off x="5067783" y="2524900"/>
            <a:ext cx="2447100" cy="42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2000">
                <a:solidFill>
                  <a:schemeClr val="accen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5" name="Google Shape;155;p20"/>
          <p:cNvSpPr txBox="1">
            <a:spLocks noGrp="1"/>
          </p:cNvSpPr>
          <p:nvPr>
            <p:ph type="subTitle" idx="1"/>
          </p:nvPr>
        </p:nvSpPr>
        <p:spPr>
          <a:xfrm>
            <a:off x="5067788" y="2952650"/>
            <a:ext cx="2447100" cy="1010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56" name="Google Shape;156;p20"/>
          <p:cNvSpPr txBox="1">
            <a:spLocks noGrp="1"/>
          </p:cNvSpPr>
          <p:nvPr>
            <p:ph type="subTitle" idx="3"/>
          </p:nvPr>
        </p:nvSpPr>
        <p:spPr>
          <a:xfrm>
            <a:off x="1629112" y="2952650"/>
            <a:ext cx="2447100" cy="1010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57" name="Google Shape;157;p20"/>
          <p:cNvSpPr/>
          <p:nvPr/>
        </p:nvSpPr>
        <p:spPr>
          <a:xfrm rot="-5400000">
            <a:off x="7151855" y="3333779"/>
            <a:ext cx="3303141" cy="1930201"/>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0"/>
          <p:cNvSpPr/>
          <p:nvPr/>
        </p:nvSpPr>
        <p:spPr>
          <a:xfrm rot="10800000">
            <a:off x="2844446" y="4223314"/>
            <a:ext cx="3455113" cy="1727128"/>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0"/>
          <p:cNvSpPr txBox="1">
            <a:spLocks noGrp="1"/>
          </p:cNvSpPr>
          <p:nvPr>
            <p:ph type="title" idx="4"/>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0" name="Google Shape;160;p20"/>
          <p:cNvSpPr/>
          <p:nvPr/>
        </p:nvSpPr>
        <p:spPr>
          <a:xfrm rot="-5400000" flipH="1">
            <a:off x="-1665645" y="94730"/>
            <a:ext cx="3877361" cy="1938199"/>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0"/>
          <p:cNvSpPr/>
          <p:nvPr/>
        </p:nvSpPr>
        <p:spPr>
          <a:xfrm rot="-5400000" flipH="1">
            <a:off x="-1937256" y="94730"/>
            <a:ext cx="3877361" cy="1938199"/>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0"/>
          <p:cNvSpPr/>
          <p:nvPr/>
        </p:nvSpPr>
        <p:spPr>
          <a:xfrm rot="5400000" flipH="1">
            <a:off x="-659977" y="3340456"/>
            <a:ext cx="1866013" cy="1090411"/>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0"/>
          <p:cNvSpPr/>
          <p:nvPr/>
        </p:nvSpPr>
        <p:spPr>
          <a:xfrm>
            <a:off x="7220829" y="-411028"/>
            <a:ext cx="2406326" cy="1202864"/>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CUSTOM_11">
    <p:spTree>
      <p:nvGrpSpPr>
        <p:cNvPr id="1" name="Shape 210"/>
        <p:cNvGrpSpPr/>
        <p:nvPr/>
      </p:nvGrpSpPr>
      <p:grpSpPr>
        <a:xfrm>
          <a:off x="0" y="0"/>
          <a:ext cx="0" cy="0"/>
          <a:chOff x="0" y="0"/>
          <a:chExt cx="0" cy="0"/>
        </a:xfrm>
      </p:grpSpPr>
      <p:sp>
        <p:nvSpPr>
          <p:cNvPr id="211" name="Google Shape;211;p25"/>
          <p:cNvSpPr/>
          <p:nvPr/>
        </p:nvSpPr>
        <p:spPr>
          <a:xfrm flipH="1">
            <a:off x="-355156" y="-411025"/>
            <a:ext cx="2010947" cy="1005224"/>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5"/>
          <p:cNvSpPr/>
          <p:nvPr/>
        </p:nvSpPr>
        <p:spPr>
          <a:xfrm rot="5400000" flipH="1">
            <a:off x="-782962" y="610497"/>
            <a:ext cx="1809290" cy="1057265"/>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5"/>
          <p:cNvSpPr/>
          <p:nvPr/>
        </p:nvSpPr>
        <p:spPr>
          <a:xfrm rot="5400000">
            <a:off x="7847462" y="-36258"/>
            <a:ext cx="2305570" cy="1152499"/>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225"/>
        <p:cNvGrpSpPr/>
        <p:nvPr/>
      </p:nvGrpSpPr>
      <p:grpSpPr>
        <a:xfrm>
          <a:off x="0" y="0"/>
          <a:ext cx="0" cy="0"/>
          <a:chOff x="0" y="0"/>
          <a:chExt cx="0" cy="0"/>
        </a:xfrm>
      </p:grpSpPr>
      <p:sp>
        <p:nvSpPr>
          <p:cNvPr id="226" name="Google Shape;226;p28"/>
          <p:cNvSpPr txBox="1">
            <a:spLocks noGrp="1"/>
          </p:cNvSpPr>
          <p:nvPr>
            <p:ph type="title"/>
          </p:nvPr>
        </p:nvSpPr>
        <p:spPr>
          <a:xfrm>
            <a:off x="959885" y="1662600"/>
            <a:ext cx="3690300" cy="7380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27" name="Google Shape;227;p28"/>
          <p:cNvSpPr txBox="1">
            <a:spLocks noGrp="1"/>
          </p:cNvSpPr>
          <p:nvPr>
            <p:ph type="subTitle" idx="1"/>
          </p:nvPr>
        </p:nvSpPr>
        <p:spPr>
          <a:xfrm>
            <a:off x="959885" y="2400613"/>
            <a:ext cx="3342900" cy="1080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28" name="Google Shape;228;p28"/>
          <p:cNvSpPr/>
          <p:nvPr/>
        </p:nvSpPr>
        <p:spPr>
          <a:xfrm rot="10800000">
            <a:off x="12" y="4140375"/>
            <a:ext cx="3022674" cy="1510962"/>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8"/>
          <p:cNvSpPr/>
          <p:nvPr/>
        </p:nvSpPr>
        <p:spPr>
          <a:xfrm rot="10800000">
            <a:off x="-279959" y="-548776"/>
            <a:ext cx="2815583" cy="1645295"/>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8"/>
          <p:cNvSpPr/>
          <p:nvPr/>
        </p:nvSpPr>
        <p:spPr>
          <a:xfrm rot="5400000" flipH="1">
            <a:off x="7137344" y="3370205"/>
            <a:ext cx="3877361" cy="1938199"/>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8"/>
          <p:cNvSpPr/>
          <p:nvPr/>
        </p:nvSpPr>
        <p:spPr>
          <a:xfrm rot="5400000" flipH="1">
            <a:off x="7408955" y="3370205"/>
            <a:ext cx="3877361" cy="1938199"/>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8"/>
          <p:cNvSpPr/>
          <p:nvPr/>
        </p:nvSpPr>
        <p:spPr>
          <a:xfrm rot="5400000">
            <a:off x="-729900" y="3291725"/>
            <a:ext cx="2165000" cy="1265125"/>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92"/>
        <p:cNvGrpSpPr/>
        <p:nvPr/>
      </p:nvGrpSpPr>
      <p:grpSpPr>
        <a:xfrm>
          <a:off x="0" y="0"/>
          <a:ext cx="0" cy="0"/>
          <a:chOff x="0" y="0"/>
          <a:chExt cx="0" cy="0"/>
        </a:xfrm>
      </p:grpSpPr>
      <p:sp>
        <p:nvSpPr>
          <p:cNvPr id="393" name="Google Shape;393;p41"/>
          <p:cNvSpPr/>
          <p:nvPr/>
        </p:nvSpPr>
        <p:spPr>
          <a:xfrm flipH="1">
            <a:off x="-355156" y="-411025"/>
            <a:ext cx="2010947" cy="1005224"/>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41"/>
          <p:cNvSpPr/>
          <p:nvPr/>
        </p:nvSpPr>
        <p:spPr>
          <a:xfrm rot="5400000" flipH="1">
            <a:off x="-782962" y="610497"/>
            <a:ext cx="1809290" cy="1057265"/>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41"/>
          <p:cNvSpPr/>
          <p:nvPr/>
        </p:nvSpPr>
        <p:spPr>
          <a:xfrm rot="5400000">
            <a:off x="7847462" y="-36258"/>
            <a:ext cx="2305570" cy="1152499"/>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96"/>
        <p:cNvGrpSpPr/>
        <p:nvPr/>
      </p:nvGrpSpPr>
      <p:grpSpPr>
        <a:xfrm>
          <a:off x="0" y="0"/>
          <a:ext cx="0" cy="0"/>
          <a:chOff x="0" y="0"/>
          <a:chExt cx="0" cy="0"/>
        </a:xfrm>
      </p:grpSpPr>
      <p:sp>
        <p:nvSpPr>
          <p:cNvPr id="397" name="Google Shape;397;p42"/>
          <p:cNvSpPr/>
          <p:nvPr/>
        </p:nvSpPr>
        <p:spPr>
          <a:xfrm>
            <a:off x="7254425" y="-88810"/>
            <a:ext cx="2339156" cy="1169287"/>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42"/>
          <p:cNvSpPr/>
          <p:nvPr/>
        </p:nvSpPr>
        <p:spPr>
          <a:xfrm>
            <a:off x="7254425" y="-252675"/>
            <a:ext cx="2339156" cy="1169287"/>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42"/>
          <p:cNvSpPr/>
          <p:nvPr/>
        </p:nvSpPr>
        <p:spPr>
          <a:xfrm>
            <a:off x="-271600" y="4603502"/>
            <a:ext cx="1983140" cy="1158854"/>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42"/>
          <p:cNvSpPr/>
          <p:nvPr/>
        </p:nvSpPr>
        <p:spPr>
          <a:xfrm rot="-5400000">
            <a:off x="8103167" y="878807"/>
            <a:ext cx="2087277" cy="1219707"/>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2"/>
          <p:cNvSpPr/>
          <p:nvPr/>
        </p:nvSpPr>
        <p:spPr>
          <a:xfrm rot="-5400000">
            <a:off x="-793252" y="3853204"/>
            <a:ext cx="1857149" cy="928344"/>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Fjalla One"/>
              <a:buNone/>
              <a:defRPr sz="3500" b="1">
                <a:solidFill>
                  <a:schemeClr val="dk1"/>
                </a:solidFill>
                <a:latin typeface="Fjalla One"/>
                <a:ea typeface="Fjalla One"/>
                <a:cs typeface="Fjalla One"/>
                <a:sym typeface="Fjalla One"/>
              </a:defRPr>
            </a:lvl1pPr>
            <a:lvl2pPr lvl="1" rtl="0">
              <a:spcBef>
                <a:spcPts val="0"/>
              </a:spcBef>
              <a:spcAft>
                <a:spcPts val="0"/>
              </a:spcAft>
              <a:buClr>
                <a:schemeClr val="dk1"/>
              </a:buClr>
              <a:buSzPts val="3500"/>
              <a:buFont typeface="Fjalla One"/>
              <a:buNone/>
              <a:defRPr sz="3500">
                <a:solidFill>
                  <a:schemeClr val="dk1"/>
                </a:solidFill>
                <a:latin typeface="Fjalla One"/>
                <a:ea typeface="Fjalla One"/>
                <a:cs typeface="Fjalla One"/>
                <a:sym typeface="Fjalla One"/>
              </a:defRPr>
            </a:lvl2pPr>
            <a:lvl3pPr lvl="2" rtl="0">
              <a:spcBef>
                <a:spcPts val="0"/>
              </a:spcBef>
              <a:spcAft>
                <a:spcPts val="0"/>
              </a:spcAft>
              <a:buClr>
                <a:schemeClr val="dk1"/>
              </a:buClr>
              <a:buSzPts val="3500"/>
              <a:buFont typeface="Fjalla One"/>
              <a:buNone/>
              <a:defRPr sz="3500">
                <a:solidFill>
                  <a:schemeClr val="dk1"/>
                </a:solidFill>
                <a:latin typeface="Fjalla One"/>
                <a:ea typeface="Fjalla One"/>
                <a:cs typeface="Fjalla One"/>
                <a:sym typeface="Fjalla One"/>
              </a:defRPr>
            </a:lvl3pPr>
            <a:lvl4pPr lvl="3" rtl="0">
              <a:spcBef>
                <a:spcPts val="0"/>
              </a:spcBef>
              <a:spcAft>
                <a:spcPts val="0"/>
              </a:spcAft>
              <a:buClr>
                <a:schemeClr val="dk1"/>
              </a:buClr>
              <a:buSzPts val="3500"/>
              <a:buFont typeface="Fjalla One"/>
              <a:buNone/>
              <a:defRPr sz="3500">
                <a:solidFill>
                  <a:schemeClr val="dk1"/>
                </a:solidFill>
                <a:latin typeface="Fjalla One"/>
                <a:ea typeface="Fjalla One"/>
                <a:cs typeface="Fjalla One"/>
                <a:sym typeface="Fjalla One"/>
              </a:defRPr>
            </a:lvl4pPr>
            <a:lvl5pPr lvl="4" rtl="0">
              <a:spcBef>
                <a:spcPts val="0"/>
              </a:spcBef>
              <a:spcAft>
                <a:spcPts val="0"/>
              </a:spcAft>
              <a:buClr>
                <a:schemeClr val="dk1"/>
              </a:buClr>
              <a:buSzPts val="3500"/>
              <a:buFont typeface="Fjalla One"/>
              <a:buNone/>
              <a:defRPr sz="3500">
                <a:solidFill>
                  <a:schemeClr val="dk1"/>
                </a:solidFill>
                <a:latin typeface="Fjalla One"/>
                <a:ea typeface="Fjalla One"/>
                <a:cs typeface="Fjalla One"/>
                <a:sym typeface="Fjalla One"/>
              </a:defRPr>
            </a:lvl5pPr>
            <a:lvl6pPr lvl="5" rtl="0">
              <a:spcBef>
                <a:spcPts val="0"/>
              </a:spcBef>
              <a:spcAft>
                <a:spcPts val="0"/>
              </a:spcAft>
              <a:buClr>
                <a:schemeClr val="dk1"/>
              </a:buClr>
              <a:buSzPts val="3500"/>
              <a:buFont typeface="Fjalla One"/>
              <a:buNone/>
              <a:defRPr sz="3500">
                <a:solidFill>
                  <a:schemeClr val="dk1"/>
                </a:solidFill>
                <a:latin typeface="Fjalla One"/>
                <a:ea typeface="Fjalla One"/>
                <a:cs typeface="Fjalla One"/>
                <a:sym typeface="Fjalla One"/>
              </a:defRPr>
            </a:lvl6pPr>
            <a:lvl7pPr lvl="6" rtl="0">
              <a:spcBef>
                <a:spcPts val="0"/>
              </a:spcBef>
              <a:spcAft>
                <a:spcPts val="0"/>
              </a:spcAft>
              <a:buClr>
                <a:schemeClr val="dk1"/>
              </a:buClr>
              <a:buSzPts val="3500"/>
              <a:buFont typeface="Fjalla One"/>
              <a:buNone/>
              <a:defRPr sz="3500">
                <a:solidFill>
                  <a:schemeClr val="dk1"/>
                </a:solidFill>
                <a:latin typeface="Fjalla One"/>
                <a:ea typeface="Fjalla One"/>
                <a:cs typeface="Fjalla One"/>
                <a:sym typeface="Fjalla One"/>
              </a:defRPr>
            </a:lvl7pPr>
            <a:lvl8pPr lvl="7" rtl="0">
              <a:spcBef>
                <a:spcPts val="0"/>
              </a:spcBef>
              <a:spcAft>
                <a:spcPts val="0"/>
              </a:spcAft>
              <a:buClr>
                <a:schemeClr val="dk1"/>
              </a:buClr>
              <a:buSzPts val="3500"/>
              <a:buFont typeface="Fjalla One"/>
              <a:buNone/>
              <a:defRPr sz="3500">
                <a:solidFill>
                  <a:schemeClr val="dk1"/>
                </a:solidFill>
                <a:latin typeface="Fjalla One"/>
                <a:ea typeface="Fjalla One"/>
                <a:cs typeface="Fjalla One"/>
                <a:sym typeface="Fjalla One"/>
              </a:defRPr>
            </a:lvl8pPr>
            <a:lvl9pPr lvl="8" rtl="0">
              <a:spcBef>
                <a:spcPts val="0"/>
              </a:spcBef>
              <a:spcAft>
                <a:spcPts val="0"/>
              </a:spcAft>
              <a:buClr>
                <a:schemeClr val="dk1"/>
              </a:buClr>
              <a:buSzPts val="3500"/>
              <a:buFont typeface="Fjalla One"/>
              <a:buNone/>
              <a:defRPr sz="3500">
                <a:solidFill>
                  <a:schemeClr val="dk1"/>
                </a:solidFill>
                <a:latin typeface="Fjalla One"/>
                <a:ea typeface="Fjalla One"/>
                <a:cs typeface="Fjalla One"/>
                <a:sym typeface="Fjalla One"/>
              </a:defRPr>
            </a:lvl9pPr>
          </a:lstStyle>
          <a:p>
            <a:endParaRPr/>
          </a:p>
        </p:txBody>
      </p:sp>
      <p:sp>
        <p:nvSpPr>
          <p:cNvPr id="7" name="Google Shape;7;p1"/>
          <p:cNvSpPr txBox="1">
            <a:spLocks noGrp="1"/>
          </p:cNvSpPr>
          <p:nvPr>
            <p:ph type="body" idx="1"/>
          </p:nvPr>
        </p:nvSpPr>
        <p:spPr>
          <a:xfrm>
            <a:off x="720000" y="1152475"/>
            <a:ext cx="7704000" cy="34509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1600"/>
              </a:spcBef>
              <a:spcAft>
                <a:spcPts val="160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4" r:id="rId4"/>
    <p:sldLayoutId id="2147483655" r:id="rId5"/>
    <p:sldLayoutId id="2147483658" r:id="rId6"/>
    <p:sldLayoutId id="2147483659" r:id="rId7"/>
    <p:sldLayoutId id="2147483660" r:id="rId8"/>
    <p:sldLayoutId id="2147483661" r:id="rId9"/>
    <p:sldLayoutId id="2147483662" r:id="rId10"/>
    <p:sldLayoutId id="2147483666" r:id="rId11"/>
    <p:sldLayoutId id="2147483671" r:id="rId12"/>
    <p:sldLayoutId id="2147483674" r:id="rId13"/>
    <p:sldLayoutId id="2147483687" r:id="rId14"/>
    <p:sldLayoutId id="2147483688"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6.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9.jpeg"/></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48"/>
          <p:cNvSpPr txBox="1">
            <a:spLocks noGrp="1"/>
          </p:cNvSpPr>
          <p:nvPr>
            <p:ph type="ctrTitle"/>
          </p:nvPr>
        </p:nvSpPr>
        <p:spPr>
          <a:xfrm>
            <a:off x="1255594" y="1028957"/>
            <a:ext cx="7116203" cy="2484150"/>
          </a:xfrm>
          <a:prstGeom prst="rect">
            <a:avLst/>
          </a:prstGeom>
        </p:spPr>
        <p:txBody>
          <a:bodyPr spcFirstLastPara="1" wrap="square" lIns="91425" tIns="91425" rIns="91425" bIns="91425" anchor="ctr" anchorCtr="0">
            <a:noAutofit/>
          </a:bodyPr>
          <a:lstStyle/>
          <a:p>
            <a:pPr lvl="0"/>
            <a:r>
              <a:rPr lang="en-US" sz="6200" dirty="0"/>
              <a:t>I21456 INTERNSHIP</a:t>
            </a:r>
            <a:endParaRPr sz="5100" dirty="0">
              <a:solidFill>
                <a:schemeClr val="accent1"/>
              </a:solidFill>
            </a:endParaRPr>
          </a:p>
        </p:txBody>
      </p:sp>
      <p:sp>
        <p:nvSpPr>
          <p:cNvPr id="2" name="Google Shape;428;p50">
            <a:extLst>
              <a:ext uri="{FF2B5EF4-FFF2-40B4-BE49-F238E27FC236}">
                <a16:creationId xmlns:a16="http://schemas.microsoft.com/office/drawing/2014/main" id="{952299CF-066B-6174-1CA5-234DB4DB8AFF}"/>
              </a:ext>
            </a:extLst>
          </p:cNvPr>
          <p:cNvSpPr txBox="1">
            <a:spLocks/>
          </p:cNvSpPr>
          <p:nvPr/>
        </p:nvSpPr>
        <p:spPr>
          <a:xfrm>
            <a:off x="883773" y="1066626"/>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Fjalla One"/>
              <a:buNone/>
              <a:defRPr sz="5200" b="1" i="0" u="none" strike="noStrike" cap="none">
                <a:solidFill>
                  <a:schemeClr val="dk1"/>
                </a:solidFill>
                <a:latin typeface="Fjalla One"/>
                <a:ea typeface="Fjalla One"/>
                <a:cs typeface="Fjalla One"/>
                <a:sym typeface="Fjalla One"/>
              </a:defRPr>
            </a:lvl1pPr>
            <a:lvl2pPr marR="0" lvl="1"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2pPr>
            <a:lvl3pPr marR="0" lvl="2"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3pPr>
            <a:lvl4pPr marR="0" lvl="3"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4pPr>
            <a:lvl5pPr marR="0" lvl="4"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5pPr>
            <a:lvl6pPr marR="0" lvl="5"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6pPr>
            <a:lvl7pPr marR="0" lvl="6"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7pPr>
            <a:lvl8pPr marR="0" lvl="7"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8pPr>
            <a:lvl9pPr marR="0" lvl="8"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9pPr>
          </a:lstStyle>
          <a:p>
            <a:r>
              <a:rPr lang="en-IN" sz="4400" dirty="0"/>
              <a:t>INFORMATION TECHNOLOGY</a:t>
            </a:r>
          </a:p>
        </p:txBody>
      </p:sp>
      <p:sp>
        <p:nvSpPr>
          <p:cNvPr id="3" name="Google Shape;756;p67">
            <a:extLst>
              <a:ext uri="{FF2B5EF4-FFF2-40B4-BE49-F238E27FC236}">
                <a16:creationId xmlns:a16="http://schemas.microsoft.com/office/drawing/2014/main" id="{42DC66C6-9398-84A5-7614-97CEF77846CD}"/>
              </a:ext>
            </a:extLst>
          </p:cNvPr>
          <p:cNvSpPr txBox="1">
            <a:spLocks/>
          </p:cNvSpPr>
          <p:nvPr/>
        </p:nvSpPr>
        <p:spPr>
          <a:xfrm>
            <a:off x="6471030" y="3754913"/>
            <a:ext cx="2569471" cy="110878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Lato"/>
              <a:buNone/>
              <a:defRPr sz="1800" b="0" i="0" u="none" strike="noStrike" cap="none">
                <a:solidFill>
                  <a:schemeClr val="dk1"/>
                </a:solidFill>
                <a:latin typeface="Lato"/>
                <a:ea typeface="Lato"/>
                <a:cs typeface="Lato"/>
                <a:sym typeface="Lato"/>
              </a:defRPr>
            </a:lvl1pPr>
            <a:lvl2pPr marL="914400" marR="0" lvl="1" indent="-3175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175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175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175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175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175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175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175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lgn="l"/>
            <a:r>
              <a:rPr lang="en-US" sz="1600" b="1" dirty="0"/>
              <a:t>BY,</a:t>
            </a:r>
          </a:p>
          <a:p>
            <a:pPr marL="0" indent="0" algn="l"/>
            <a:r>
              <a:rPr lang="en-US" sz="1600" b="1" dirty="0"/>
              <a:t>ABHIJITHA</a:t>
            </a:r>
          </a:p>
          <a:p>
            <a:pPr marL="0" indent="0" algn="l"/>
            <a:r>
              <a:rPr lang="en-US" sz="1600" b="1" dirty="0"/>
              <a:t>KIRAN</a:t>
            </a:r>
          </a:p>
          <a:p>
            <a:pPr marL="0" indent="0" algn="l"/>
            <a:r>
              <a:rPr lang="en-US" sz="1600" b="1" dirty="0"/>
              <a:t>LAKSHMANDEV</a:t>
            </a:r>
          </a:p>
          <a:p>
            <a:pPr marL="0" indent="0" algn="l"/>
            <a:r>
              <a:rPr lang="en-US" sz="1600" b="1" dirty="0"/>
              <a:t>RAJARAJAN</a:t>
            </a:r>
          </a:p>
        </p:txBody>
      </p:sp>
      <p:sp>
        <p:nvSpPr>
          <p:cNvPr id="4" name="Google Shape;428;p50">
            <a:extLst>
              <a:ext uri="{FF2B5EF4-FFF2-40B4-BE49-F238E27FC236}">
                <a16:creationId xmlns:a16="http://schemas.microsoft.com/office/drawing/2014/main" id="{2F8175C5-C526-EB0C-7799-23C4EB91C9B7}"/>
              </a:ext>
            </a:extLst>
          </p:cNvPr>
          <p:cNvSpPr txBox="1">
            <a:spLocks/>
          </p:cNvSpPr>
          <p:nvPr/>
        </p:nvSpPr>
        <p:spPr>
          <a:xfrm>
            <a:off x="883773" y="391338"/>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Fjalla One"/>
              <a:buNone/>
              <a:defRPr sz="5200" b="1" i="0" u="none" strike="noStrike" cap="none">
                <a:solidFill>
                  <a:schemeClr val="dk1"/>
                </a:solidFill>
                <a:latin typeface="Fjalla One"/>
                <a:ea typeface="Fjalla One"/>
                <a:cs typeface="Fjalla One"/>
                <a:sym typeface="Fjalla One"/>
              </a:defRPr>
            </a:lvl1pPr>
            <a:lvl2pPr marR="0" lvl="1"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2pPr>
            <a:lvl3pPr marR="0" lvl="2"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3pPr>
            <a:lvl4pPr marR="0" lvl="3"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4pPr>
            <a:lvl5pPr marR="0" lvl="4"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5pPr>
            <a:lvl6pPr marR="0" lvl="5"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6pPr>
            <a:lvl7pPr marR="0" lvl="6"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7pPr>
            <a:lvl8pPr marR="0" lvl="7"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8pPr>
            <a:lvl9pPr marR="0" lvl="8"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9pPr>
          </a:lstStyle>
          <a:p>
            <a:r>
              <a:rPr lang="en-IN" sz="4400" dirty="0"/>
              <a:t>PSG POLYTECHNIC COLLEGE</a:t>
            </a:r>
          </a:p>
        </p:txBody>
      </p:sp>
      <p:sp>
        <p:nvSpPr>
          <p:cNvPr id="7" name="Google Shape;429;p50">
            <a:extLst>
              <a:ext uri="{FF2B5EF4-FFF2-40B4-BE49-F238E27FC236}">
                <a16:creationId xmlns:a16="http://schemas.microsoft.com/office/drawing/2014/main" id="{9439716F-4DBA-B088-A633-5BB502806DB0}"/>
              </a:ext>
            </a:extLst>
          </p:cNvPr>
          <p:cNvSpPr txBox="1">
            <a:spLocks/>
          </p:cNvSpPr>
          <p:nvPr/>
        </p:nvSpPr>
        <p:spPr>
          <a:xfrm>
            <a:off x="2074702" y="3595757"/>
            <a:ext cx="5322141" cy="4206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700" dirty="0">
                <a:latin typeface="Fjalla One" panose="02000506040000020004" pitchFamily="2" charset="0"/>
              </a:rPr>
              <a:t>FACULTY GUIDE: Mrs. A.HARITHA DEEPTHI </a:t>
            </a:r>
            <a:endParaRPr lang="en-IN" sz="1700" dirty="0">
              <a:latin typeface="Fjalla One" panose="02000506040000020004" pitchFamily="2" charset="0"/>
            </a:endParaRPr>
          </a:p>
        </p:txBody>
      </p:sp>
      <p:sp>
        <p:nvSpPr>
          <p:cNvPr id="5" name="Google Shape;429;p50">
            <a:extLst>
              <a:ext uri="{FF2B5EF4-FFF2-40B4-BE49-F238E27FC236}">
                <a16:creationId xmlns:a16="http://schemas.microsoft.com/office/drawing/2014/main" id="{CBDB9217-7D60-BEF1-9656-30973D7D9A21}"/>
              </a:ext>
            </a:extLst>
          </p:cNvPr>
          <p:cNvSpPr txBox="1">
            <a:spLocks/>
          </p:cNvSpPr>
          <p:nvPr/>
        </p:nvSpPr>
        <p:spPr>
          <a:xfrm>
            <a:off x="1910929" y="4099007"/>
            <a:ext cx="5322141" cy="4206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1700" dirty="0">
                <a:latin typeface="Fjalla One" panose="02000506040000020004" pitchFamily="2" charset="0"/>
              </a:rPr>
              <a:t>BATCH - 7</a:t>
            </a:r>
          </a:p>
        </p:txBody>
      </p:sp>
      <p:sp>
        <p:nvSpPr>
          <p:cNvPr id="6" name="Google Shape;428;p50">
            <a:extLst>
              <a:ext uri="{FF2B5EF4-FFF2-40B4-BE49-F238E27FC236}">
                <a16:creationId xmlns:a16="http://schemas.microsoft.com/office/drawing/2014/main" id="{2F852856-7D52-99DB-A840-42243DA59676}"/>
              </a:ext>
            </a:extLst>
          </p:cNvPr>
          <p:cNvSpPr txBox="1">
            <a:spLocks/>
          </p:cNvSpPr>
          <p:nvPr/>
        </p:nvSpPr>
        <p:spPr>
          <a:xfrm>
            <a:off x="883773" y="2748413"/>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Fjalla One"/>
              <a:buNone/>
              <a:defRPr sz="5200" b="1" i="0" u="none" strike="noStrike" cap="none">
                <a:solidFill>
                  <a:schemeClr val="dk1"/>
                </a:solidFill>
                <a:latin typeface="Fjalla One"/>
                <a:ea typeface="Fjalla One"/>
                <a:cs typeface="Fjalla One"/>
                <a:sym typeface="Fjalla One"/>
              </a:defRPr>
            </a:lvl1pPr>
            <a:lvl2pPr marR="0" lvl="1"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2pPr>
            <a:lvl3pPr marR="0" lvl="2"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3pPr>
            <a:lvl4pPr marR="0" lvl="3"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4pPr>
            <a:lvl5pPr marR="0" lvl="4"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5pPr>
            <a:lvl6pPr marR="0" lvl="5"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6pPr>
            <a:lvl7pPr marR="0" lvl="6"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7pPr>
            <a:lvl8pPr marR="0" lvl="7"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8pPr>
            <a:lvl9pPr marR="0" lvl="8" algn="ctr" rtl="0">
              <a:lnSpc>
                <a:spcPct val="100000"/>
              </a:lnSpc>
              <a:spcBef>
                <a:spcPts val="0"/>
              </a:spcBef>
              <a:spcAft>
                <a:spcPts val="0"/>
              </a:spcAft>
              <a:buClr>
                <a:schemeClr val="dk1"/>
              </a:buClr>
              <a:buSzPts val="5200"/>
              <a:buFont typeface="Fjalla One"/>
              <a:buNone/>
              <a:defRPr sz="5200" b="0" i="0" u="none" strike="noStrike" cap="none">
                <a:solidFill>
                  <a:schemeClr val="dk1"/>
                </a:solidFill>
                <a:latin typeface="Fjalla One"/>
                <a:ea typeface="Fjalla One"/>
                <a:cs typeface="Fjalla One"/>
                <a:sym typeface="Fjalla One"/>
              </a:defRPr>
            </a:lvl9pPr>
          </a:lstStyle>
          <a:p>
            <a:r>
              <a:rPr lang="en-IN" sz="4400" dirty="0"/>
              <a:t>VIRTUALIZATION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16"/>
                                        </p:tgtEl>
                                        <p:attrNameLst>
                                          <p:attrName>style.visibility</p:attrName>
                                        </p:attrNameLst>
                                      </p:cBhvr>
                                      <p:to>
                                        <p:strVal val="visible"/>
                                      </p:to>
                                    </p:set>
                                    <p:animEffect transition="in" filter="fade">
                                      <p:cBhvr>
                                        <p:cTn id="7" dur="1000"/>
                                        <p:tgtEl>
                                          <p:spTgt spid="416"/>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51"/>
          <p:cNvSpPr txBox="1">
            <a:spLocks noGrp="1"/>
          </p:cNvSpPr>
          <p:nvPr>
            <p:ph type="title"/>
          </p:nvPr>
        </p:nvSpPr>
        <p:spPr>
          <a:xfrm>
            <a:off x="2137800" y="884700"/>
            <a:ext cx="48684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ABOUT THE COMPANY</a:t>
            </a:r>
            <a:endParaRPr dirty="0"/>
          </a:p>
        </p:txBody>
      </p:sp>
      <p:sp>
        <p:nvSpPr>
          <p:cNvPr id="452" name="Google Shape;452;p51"/>
          <p:cNvSpPr txBox="1">
            <a:spLocks noGrp="1"/>
          </p:cNvSpPr>
          <p:nvPr>
            <p:ph type="subTitle" idx="1"/>
          </p:nvPr>
        </p:nvSpPr>
        <p:spPr>
          <a:xfrm>
            <a:off x="2052456" y="1749360"/>
            <a:ext cx="4868400" cy="1398300"/>
          </a:xfrm>
          <a:prstGeom prst="rect">
            <a:avLst/>
          </a:prstGeom>
        </p:spPr>
        <p:txBody>
          <a:bodyPr spcFirstLastPara="1" wrap="square" lIns="91425" tIns="91425" rIns="91425" bIns="91425" anchor="ctr" anchorCtr="0">
            <a:noAutofit/>
          </a:bodyPr>
          <a:lstStyle/>
          <a:p>
            <a:pPr marL="0" lvl="0" indent="0"/>
            <a:r>
              <a:rPr lang="en-US" dirty="0"/>
              <a:t>CRAPER SOFT is a newly developed Global Technology Development Corporation, building the new technical skilled manpower for global industry requirements. The company which was set up in 2015 and we are ISO 9001:2015 certified company.</a:t>
            </a:r>
          </a:p>
        </p:txBody>
      </p:sp>
      <p:pic>
        <p:nvPicPr>
          <p:cNvPr id="2" name="image5.jpeg" descr="craper soft - Software/Hardware Training Institute in Coimbatore">
            <a:extLst>
              <a:ext uri="{FF2B5EF4-FFF2-40B4-BE49-F238E27FC236}">
                <a16:creationId xmlns:a16="http://schemas.microsoft.com/office/drawing/2014/main" id="{2A57F864-D818-F832-1AA1-379295EAE19A}"/>
              </a:ext>
            </a:extLst>
          </p:cNvPr>
          <p:cNvPicPr>
            <a:picLocks noChangeAspect="1"/>
          </p:cNvPicPr>
          <p:nvPr/>
        </p:nvPicPr>
        <p:blipFill>
          <a:blip r:embed="rId3" cstate="print"/>
          <a:stretch>
            <a:fillRect/>
          </a:stretch>
        </p:blipFill>
        <p:spPr>
          <a:xfrm>
            <a:off x="3701156" y="3147660"/>
            <a:ext cx="1254008" cy="1373737"/>
          </a:xfrm>
          <a:prstGeom prst="rect">
            <a:avLst/>
          </a:prstGeom>
        </p:spPr>
      </p:pic>
    </p:spTree>
    <p:extLst>
      <p:ext uri="{BB962C8B-B14F-4D97-AF65-F5344CB8AC3E}">
        <p14:creationId xmlns:p14="http://schemas.microsoft.com/office/powerpoint/2010/main" val="3100265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52"/>
                                        </p:tgtEl>
                                        <p:attrNameLst>
                                          <p:attrName>style.visibility</p:attrName>
                                        </p:attrNameLst>
                                      </p:cBhvr>
                                      <p:to>
                                        <p:strVal val="visible"/>
                                      </p:to>
                                    </p:set>
                                    <p:animEffect transition="in" filter="fade">
                                      <p:cBhvr>
                                        <p:cTn id="7" dur="1000"/>
                                        <p:tgtEl>
                                          <p:spTgt spid="452"/>
                                        </p:tgtEl>
                                      </p:cBhvr>
                                    </p:animEffect>
                                  </p:childTnLst>
                                </p:cTn>
                              </p:par>
                              <p:par>
                                <p:cTn id="8" presetID="10" presetClass="entr" presetSubtype="0" fill="hold" nodeType="withEffect">
                                  <p:stCondLst>
                                    <p:cond delay="0"/>
                                  </p:stCondLst>
                                  <p:childTnLst>
                                    <p:set>
                                      <p:cBhvr>
                                        <p:cTn id="9" dur="1" fill="hold">
                                          <p:stCondLst>
                                            <p:cond delay="0"/>
                                          </p:stCondLst>
                                        </p:cTn>
                                        <p:tgtEl>
                                          <p:spTgt spid="451"/>
                                        </p:tgtEl>
                                        <p:attrNameLst>
                                          <p:attrName>style.visibility</p:attrName>
                                        </p:attrNameLst>
                                      </p:cBhvr>
                                      <p:to>
                                        <p:strVal val="visible"/>
                                      </p:to>
                                    </p:set>
                                    <p:animEffect transition="in" filter="fade">
                                      <p:cBhvr>
                                        <p:cTn id="10" dur="1000"/>
                                        <p:tgtEl>
                                          <p:spTgt spid="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5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 dirty="0"/>
              <a:t>CONTENTS</a:t>
            </a:r>
            <a:endParaRPr dirty="0"/>
          </a:p>
        </p:txBody>
      </p:sp>
      <p:sp>
        <p:nvSpPr>
          <p:cNvPr id="429" name="Google Shape;429;p50"/>
          <p:cNvSpPr txBox="1">
            <a:spLocks noGrp="1"/>
          </p:cNvSpPr>
          <p:nvPr>
            <p:ph type="title" idx="2"/>
          </p:nvPr>
        </p:nvSpPr>
        <p:spPr>
          <a:xfrm>
            <a:off x="720000" y="1937650"/>
            <a:ext cx="23055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sz="1700" dirty="0"/>
              <a:t>INTRODUCTION</a:t>
            </a:r>
            <a:endParaRPr sz="1700" dirty="0"/>
          </a:p>
        </p:txBody>
      </p:sp>
      <p:sp>
        <p:nvSpPr>
          <p:cNvPr id="430" name="Google Shape;430;p50"/>
          <p:cNvSpPr txBox="1">
            <a:spLocks noGrp="1"/>
          </p:cNvSpPr>
          <p:nvPr>
            <p:ph type="subTitle" idx="1"/>
          </p:nvPr>
        </p:nvSpPr>
        <p:spPr>
          <a:xfrm>
            <a:off x="720000" y="2343975"/>
            <a:ext cx="23055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Introduction about </a:t>
            </a:r>
            <a:r>
              <a:rPr lang="en-US" dirty="0"/>
              <a:t>Virtualization </a:t>
            </a:r>
            <a:endParaRPr dirty="0"/>
          </a:p>
        </p:txBody>
      </p:sp>
      <p:sp>
        <p:nvSpPr>
          <p:cNvPr id="431" name="Google Shape;431;p50"/>
          <p:cNvSpPr txBox="1">
            <a:spLocks noGrp="1"/>
          </p:cNvSpPr>
          <p:nvPr>
            <p:ph type="title" idx="3"/>
          </p:nvPr>
        </p:nvSpPr>
        <p:spPr>
          <a:xfrm>
            <a:off x="3419271" y="1937650"/>
            <a:ext cx="23055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sz="1700" dirty="0"/>
              <a:t>TYPES</a:t>
            </a:r>
            <a:endParaRPr sz="1700" dirty="0"/>
          </a:p>
        </p:txBody>
      </p:sp>
      <p:sp>
        <p:nvSpPr>
          <p:cNvPr id="432" name="Google Shape;432;p50"/>
          <p:cNvSpPr txBox="1">
            <a:spLocks noGrp="1"/>
          </p:cNvSpPr>
          <p:nvPr>
            <p:ph type="subTitle" idx="4"/>
          </p:nvPr>
        </p:nvSpPr>
        <p:spPr>
          <a:xfrm>
            <a:off x="3419271" y="2358250"/>
            <a:ext cx="23055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Types of Virtualization</a:t>
            </a:r>
            <a:endParaRPr dirty="0"/>
          </a:p>
        </p:txBody>
      </p:sp>
      <p:sp>
        <p:nvSpPr>
          <p:cNvPr id="435" name="Google Shape;435;p50"/>
          <p:cNvSpPr txBox="1">
            <a:spLocks noGrp="1"/>
          </p:cNvSpPr>
          <p:nvPr>
            <p:ph type="title" idx="7"/>
          </p:nvPr>
        </p:nvSpPr>
        <p:spPr>
          <a:xfrm>
            <a:off x="1872750" y="3532200"/>
            <a:ext cx="23055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sz="1700" dirty="0"/>
              <a:t>TOOLS</a:t>
            </a:r>
            <a:endParaRPr sz="1700" dirty="0"/>
          </a:p>
        </p:txBody>
      </p:sp>
      <p:sp>
        <p:nvSpPr>
          <p:cNvPr id="436" name="Google Shape;436;p50"/>
          <p:cNvSpPr txBox="1">
            <a:spLocks noGrp="1"/>
          </p:cNvSpPr>
          <p:nvPr>
            <p:ph type="subTitle" idx="8"/>
          </p:nvPr>
        </p:nvSpPr>
        <p:spPr>
          <a:xfrm>
            <a:off x="1988036" y="3957535"/>
            <a:ext cx="23055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Management and tools of Virtualization </a:t>
            </a:r>
            <a:endParaRPr dirty="0"/>
          </a:p>
        </p:txBody>
      </p:sp>
      <p:sp>
        <p:nvSpPr>
          <p:cNvPr id="437" name="Google Shape;437;p50"/>
          <p:cNvSpPr txBox="1">
            <a:spLocks noGrp="1"/>
          </p:cNvSpPr>
          <p:nvPr>
            <p:ph type="title" idx="9"/>
          </p:nvPr>
        </p:nvSpPr>
        <p:spPr>
          <a:xfrm>
            <a:off x="6118549" y="1937650"/>
            <a:ext cx="23055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700" dirty="0"/>
              <a:t>BENEFITS</a:t>
            </a:r>
            <a:endParaRPr sz="1700" dirty="0"/>
          </a:p>
        </p:txBody>
      </p:sp>
      <p:sp>
        <p:nvSpPr>
          <p:cNvPr id="438" name="Google Shape;438;p50"/>
          <p:cNvSpPr txBox="1">
            <a:spLocks noGrp="1"/>
          </p:cNvSpPr>
          <p:nvPr>
            <p:ph type="subTitle" idx="13"/>
          </p:nvPr>
        </p:nvSpPr>
        <p:spPr>
          <a:xfrm>
            <a:off x="6118549" y="2358250"/>
            <a:ext cx="23055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Benefits of Virtualization</a:t>
            </a:r>
            <a:endParaRPr dirty="0"/>
          </a:p>
        </p:txBody>
      </p:sp>
      <p:sp>
        <p:nvSpPr>
          <p:cNvPr id="439" name="Google Shape;439;p50"/>
          <p:cNvSpPr txBox="1">
            <a:spLocks noGrp="1"/>
          </p:cNvSpPr>
          <p:nvPr>
            <p:ph type="title" idx="14"/>
          </p:nvPr>
        </p:nvSpPr>
        <p:spPr>
          <a:xfrm>
            <a:off x="4930996" y="3505050"/>
            <a:ext cx="23055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sz="1700" dirty="0"/>
              <a:t>OUR PROJECT</a:t>
            </a:r>
            <a:endParaRPr sz="1700" dirty="0"/>
          </a:p>
        </p:txBody>
      </p:sp>
      <p:sp>
        <p:nvSpPr>
          <p:cNvPr id="440" name="Google Shape;440;p50"/>
          <p:cNvSpPr txBox="1">
            <a:spLocks noGrp="1"/>
          </p:cNvSpPr>
          <p:nvPr>
            <p:ph type="subTitle" idx="15"/>
          </p:nvPr>
        </p:nvSpPr>
        <p:spPr>
          <a:xfrm>
            <a:off x="4965799" y="3918398"/>
            <a:ext cx="23055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Project </a:t>
            </a:r>
            <a:r>
              <a:rPr lang="fr" dirty="0"/>
              <a:t>on </a:t>
            </a:r>
            <a:r>
              <a:rPr lang="en-US" dirty="0"/>
              <a:t>Virtualization </a:t>
            </a:r>
            <a:endParaRPr dirty="0"/>
          </a:p>
        </p:txBody>
      </p:sp>
      <p:sp>
        <p:nvSpPr>
          <p:cNvPr id="441" name="Google Shape;441;p50"/>
          <p:cNvSpPr txBox="1">
            <a:spLocks noGrp="1"/>
          </p:cNvSpPr>
          <p:nvPr>
            <p:ph type="title" idx="16"/>
          </p:nvPr>
        </p:nvSpPr>
        <p:spPr>
          <a:xfrm>
            <a:off x="1437900" y="1364950"/>
            <a:ext cx="869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01.</a:t>
            </a:r>
            <a:endParaRPr/>
          </a:p>
        </p:txBody>
      </p:sp>
      <p:sp>
        <p:nvSpPr>
          <p:cNvPr id="442" name="Google Shape;442;p50"/>
          <p:cNvSpPr txBox="1">
            <a:spLocks noGrp="1"/>
          </p:cNvSpPr>
          <p:nvPr>
            <p:ph type="title" idx="17"/>
          </p:nvPr>
        </p:nvSpPr>
        <p:spPr>
          <a:xfrm>
            <a:off x="4137150" y="1364950"/>
            <a:ext cx="869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02.</a:t>
            </a:r>
            <a:endParaRPr/>
          </a:p>
        </p:txBody>
      </p:sp>
      <p:sp>
        <p:nvSpPr>
          <p:cNvPr id="443" name="Google Shape;443;p50"/>
          <p:cNvSpPr txBox="1">
            <a:spLocks noGrp="1"/>
          </p:cNvSpPr>
          <p:nvPr>
            <p:ph type="title" idx="18"/>
          </p:nvPr>
        </p:nvSpPr>
        <p:spPr>
          <a:xfrm>
            <a:off x="6836400" y="1364950"/>
            <a:ext cx="869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03.</a:t>
            </a:r>
            <a:endParaRPr/>
          </a:p>
        </p:txBody>
      </p:sp>
      <p:sp>
        <p:nvSpPr>
          <p:cNvPr id="445" name="Google Shape;445;p50"/>
          <p:cNvSpPr txBox="1">
            <a:spLocks noGrp="1"/>
          </p:cNvSpPr>
          <p:nvPr>
            <p:ph type="title" idx="20"/>
          </p:nvPr>
        </p:nvSpPr>
        <p:spPr>
          <a:xfrm>
            <a:off x="2590650" y="2930950"/>
            <a:ext cx="869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04.</a:t>
            </a:r>
            <a:endParaRPr dirty="0"/>
          </a:p>
        </p:txBody>
      </p:sp>
      <p:sp>
        <p:nvSpPr>
          <p:cNvPr id="446" name="Google Shape;446;p50"/>
          <p:cNvSpPr txBox="1">
            <a:spLocks noGrp="1"/>
          </p:cNvSpPr>
          <p:nvPr>
            <p:ph type="title" idx="21"/>
          </p:nvPr>
        </p:nvSpPr>
        <p:spPr>
          <a:xfrm>
            <a:off x="5589171" y="2930950"/>
            <a:ext cx="869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06.</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55"/>
          <p:cNvSpPr txBox="1">
            <a:spLocks noGrp="1"/>
          </p:cNvSpPr>
          <p:nvPr>
            <p:ph type="title"/>
          </p:nvPr>
        </p:nvSpPr>
        <p:spPr>
          <a:xfrm>
            <a:off x="1938900" y="2775025"/>
            <a:ext cx="52662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INTRODUCTION</a:t>
            </a:r>
            <a:endParaRPr dirty="0"/>
          </a:p>
        </p:txBody>
      </p:sp>
      <p:sp>
        <p:nvSpPr>
          <p:cNvPr id="534" name="Google Shape;534;p55"/>
          <p:cNvSpPr txBox="1">
            <a:spLocks noGrp="1"/>
          </p:cNvSpPr>
          <p:nvPr>
            <p:ph type="title" idx="2"/>
          </p:nvPr>
        </p:nvSpPr>
        <p:spPr>
          <a:xfrm>
            <a:off x="3785100" y="1833313"/>
            <a:ext cx="1573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01.</a:t>
            </a:r>
            <a:endParaRPr/>
          </a:p>
        </p:txBody>
      </p:sp>
      <p:sp>
        <p:nvSpPr>
          <p:cNvPr id="535" name="Google Shape;535;p55"/>
          <p:cNvSpPr txBox="1">
            <a:spLocks noGrp="1"/>
          </p:cNvSpPr>
          <p:nvPr>
            <p:ph type="subTitle" idx="1"/>
          </p:nvPr>
        </p:nvSpPr>
        <p:spPr>
          <a:xfrm>
            <a:off x="1938900" y="3716738"/>
            <a:ext cx="5266200" cy="367200"/>
          </a:xfrm>
          <a:prstGeom prst="rect">
            <a:avLst/>
          </a:prstGeom>
        </p:spPr>
        <p:txBody>
          <a:bodyPr spcFirstLastPara="1" wrap="square" lIns="91425" tIns="91425" rIns="91425" bIns="91425" anchor="ctr" anchorCtr="0">
            <a:noAutofit/>
          </a:bodyPr>
          <a:lstStyle/>
          <a:p>
            <a:pPr marL="0" lvl="0" indent="0"/>
            <a:r>
              <a:rPr lang="en-IN" dirty="0"/>
              <a:t>Introduction about Virtualization </a:t>
            </a:r>
          </a:p>
        </p:txBody>
      </p:sp>
      <p:sp>
        <p:nvSpPr>
          <p:cNvPr id="2" name="Google Shape;495;p54">
            <a:extLst>
              <a:ext uri="{FF2B5EF4-FFF2-40B4-BE49-F238E27FC236}">
                <a16:creationId xmlns:a16="http://schemas.microsoft.com/office/drawing/2014/main" id="{B2A6C6ED-12C1-8CD2-C927-7989344B1C65}"/>
              </a:ext>
            </a:extLst>
          </p:cNvPr>
          <p:cNvSpPr txBox="1">
            <a:spLocks/>
          </p:cNvSpPr>
          <p:nvPr/>
        </p:nvSpPr>
        <p:spPr>
          <a:xfrm>
            <a:off x="6653914" y="4203026"/>
            <a:ext cx="2165100" cy="535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00000"/>
              </a:lnSpc>
              <a:spcBef>
                <a:spcPts val="1600"/>
              </a:spcBef>
              <a:spcAft>
                <a:spcPts val="160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0" indent="0"/>
            <a:r>
              <a:rPr lang="en-US" dirty="0"/>
              <a:t>BY</a:t>
            </a:r>
          </a:p>
          <a:p>
            <a:pPr marL="0" indent="0"/>
            <a:r>
              <a:rPr lang="en-US" dirty="0"/>
              <a:t>LAKSHMANDEV</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33"/>
                                        </p:tgtEl>
                                        <p:attrNameLst>
                                          <p:attrName>style.visibility</p:attrName>
                                        </p:attrNameLst>
                                      </p:cBhvr>
                                      <p:to>
                                        <p:strVal val="visible"/>
                                      </p:to>
                                    </p:set>
                                    <p:animEffect transition="in" filter="fade">
                                      <p:cBhvr>
                                        <p:cTn id="7" dur="1000"/>
                                        <p:tgtEl>
                                          <p:spTgt spid="533"/>
                                        </p:tgtEl>
                                      </p:cBhvr>
                                    </p:animEffect>
                                  </p:childTnLst>
                                </p:cTn>
                              </p:par>
                              <p:par>
                                <p:cTn id="8" presetID="10" presetClass="entr" presetSubtype="0" fill="hold" nodeType="withEffect">
                                  <p:stCondLst>
                                    <p:cond delay="0"/>
                                  </p:stCondLst>
                                  <p:childTnLst>
                                    <p:set>
                                      <p:cBhvr>
                                        <p:cTn id="9" dur="1" fill="hold">
                                          <p:stCondLst>
                                            <p:cond delay="0"/>
                                          </p:stCondLst>
                                        </p:cTn>
                                        <p:tgtEl>
                                          <p:spTgt spid="534"/>
                                        </p:tgtEl>
                                        <p:attrNameLst>
                                          <p:attrName>style.visibility</p:attrName>
                                        </p:attrNameLst>
                                      </p:cBhvr>
                                      <p:to>
                                        <p:strVal val="visible"/>
                                      </p:to>
                                    </p:set>
                                    <p:animEffect transition="in" filter="fade">
                                      <p:cBhvr>
                                        <p:cTn id="10" dur="1000"/>
                                        <p:tgtEl>
                                          <p:spTgt spid="534"/>
                                        </p:tgtEl>
                                      </p:cBhvr>
                                    </p:animEffect>
                                  </p:childTnLst>
                                </p:cTn>
                              </p:par>
                              <p:par>
                                <p:cTn id="11" presetID="10" presetClass="entr" presetSubtype="0" fill="hold" nodeType="withEffect">
                                  <p:stCondLst>
                                    <p:cond delay="0"/>
                                  </p:stCondLst>
                                  <p:childTnLst>
                                    <p:set>
                                      <p:cBhvr>
                                        <p:cTn id="12" dur="1" fill="hold">
                                          <p:stCondLst>
                                            <p:cond delay="0"/>
                                          </p:stCondLst>
                                        </p:cTn>
                                        <p:tgtEl>
                                          <p:spTgt spid="535"/>
                                        </p:tgtEl>
                                        <p:attrNameLst>
                                          <p:attrName>style.visibility</p:attrName>
                                        </p:attrNameLst>
                                      </p:cBhvr>
                                      <p:to>
                                        <p:strVal val="visible"/>
                                      </p:to>
                                    </p:set>
                                    <p:animEffect transition="in" filter="fade">
                                      <p:cBhvr>
                                        <p:cTn id="13" dur="1000"/>
                                        <p:tgtEl>
                                          <p:spTgt spid="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51"/>
          <p:cNvSpPr txBox="1">
            <a:spLocks noGrp="1"/>
          </p:cNvSpPr>
          <p:nvPr>
            <p:ph type="title"/>
          </p:nvPr>
        </p:nvSpPr>
        <p:spPr>
          <a:xfrm>
            <a:off x="2137800" y="1494300"/>
            <a:ext cx="48684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Introduction</a:t>
            </a:r>
            <a:endParaRPr/>
          </a:p>
        </p:txBody>
      </p:sp>
      <p:sp>
        <p:nvSpPr>
          <p:cNvPr id="452" name="Google Shape;452;p51"/>
          <p:cNvSpPr txBox="1">
            <a:spLocks noGrp="1"/>
          </p:cNvSpPr>
          <p:nvPr>
            <p:ph type="subTitle" idx="1"/>
          </p:nvPr>
        </p:nvSpPr>
        <p:spPr>
          <a:xfrm>
            <a:off x="2137800" y="2571750"/>
            <a:ext cx="4868400" cy="1398300"/>
          </a:xfrm>
          <a:prstGeom prst="rect">
            <a:avLst/>
          </a:prstGeom>
        </p:spPr>
        <p:txBody>
          <a:bodyPr spcFirstLastPara="1" wrap="square" lIns="91425" tIns="91425" rIns="91425" bIns="91425" anchor="ctr" anchorCtr="0">
            <a:noAutofit/>
          </a:bodyPr>
          <a:lstStyle/>
          <a:p>
            <a:pPr marL="0" lvl="0" indent="0"/>
            <a:r>
              <a:rPr lang="en-US" dirty="0"/>
              <a:t>Virtualization is the technology that allows the creation of virtual environments or machines within a physical infrastructure, providing benefits such as resource optimization, flexibility, security, and efficient management of computing resources. It enables the abstraction and isolation of software from the underlying hardware, revolutionizing the way IT infrastructure is utilized and managed</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52"/>
                                        </p:tgtEl>
                                        <p:attrNameLst>
                                          <p:attrName>style.visibility</p:attrName>
                                        </p:attrNameLst>
                                      </p:cBhvr>
                                      <p:to>
                                        <p:strVal val="visible"/>
                                      </p:to>
                                    </p:set>
                                    <p:animEffect transition="in" filter="fade">
                                      <p:cBhvr>
                                        <p:cTn id="7" dur="1000"/>
                                        <p:tgtEl>
                                          <p:spTgt spid="452"/>
                                        </p:tgtEl>
                                      </p:cBhvr>
                                    </p:animEffect>
                                  </p:childTnLst>
                                </p:cTn>
                              </p:par>
                              <p:par>
                                <p:cTn id="8" presetID="10" presetClass="entr" presetSubtype="0" fill="hold" nodeType="withEffect">
                                  <p:stCondLst>
                                    <p:cond delay="0"/>
                                  </p:stCondLst>
                                  <p:childTnLst>
                                    <p:set>
                                      <p:cBhvr>
                                        <p:cTn id="9" dur="1" fill="hold">
                                          <p:stCondLst>
                                            <p:cond delay="0"/>
                                          </p:stCondLst>
                                        </p:cTn>
                                        <p:tgtEl>
                                          <p:spTgt spid="451"/>
                                        </p:tgtEl>
                                        <p:attrNameLst>
                                          <p:attrName>style.visibility</p:attrName>
                                        </p:attrNameLst>
                                      </p:cBhvr>
                                      <p:to>
                                        <p:strVal val="visible"/>
                                      </p:to>
                                    </p:set>
                                    <p:animEffect transition="in" filter="fade">
                                      <p:cBhvr>
                                        <p:cTn id="10" dur="1000"/>
                                        <p:tgtEl>
                                          <p:spTgt spid="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52"/>
          <p:cNvSpPr/>
          <p:nvPr/>
        </p:nvSpPr>
        <p:spPr>
          <a:xfrm>
            <a:off x="1228650" y="819150"/>
            <a:ext cx="6686700" cy="3505200"/>
          </a:xfrm>
          <a:prstGeom prst="roundRect">
            <a:avLst>
              <a:gd name="adj" fmla="val 7002"/>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52"/>
          <p:cNvSpPr txBox="1">
            <a:spLocks noGrp="1"/>
          </p:cNvSpPr>
          <p:nvPr>
            <p:ph type="title"/>
          </p:nvPr>
        </p:nvSpPr>
        <p:spPr>
          <a:xfrm>
            <a:off x="2137800" y="1494300"/>
            <a:ext cx="48684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DEFINITION</a:t>
            </a:r>
            <a:endParaRPr dirty="0"/>
          </a:p>
        </p:txBody>
      </p:sp>
      <p:sp>
        <p:nvSpPr>
          <p:cNvPr id="459" name="Google Shape;459;p52"/>
          <p:cNvSpPr txBox="1">
            <a:spLocks noGrp="1"/>
          </p:cNvSpPr>
          <p:nvPr>
            <p:ph type="subTitle" idx="1"/>
          </p:nvPr>
        </p:nvSpPr>
        <p:spPr>
          <a:xfrm>
            <a:off x="2137800" y="2336101"/>
            <a:ext cx="4868400" cy="139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Virtualization is the creation of virtual instances that mimic physical computing resources, enabling efficient utilization, flexibility, and simplified management of IT infrastructure.</a:t>
            </a:r>
            <a:endParaRPr lang="fr-FR" dirty="0"/>
          </a:p>
        </p:txBody>
      </p:sp>
      <p:sp>
        <p:nvSpPr>
          <p:cNvPr id="460" name="Google Shape;460;p52"/>
          <p:cNvSpPr/>
          <p:nvPr/>
        </p:nvSpPr>
        <p:spPr>
          <a:xfrm rot="10800000">
            <a:off x="3489500" y="-156056"/>
            <a:ext cx="2165000" cy="1265125"/>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52"/>
          <p:cNvSpPr/>
          <p:nvPr/>
        </p:nvSpPr>
        <p:spPr>
          <a:xfrm>
            <a:off x="3489500" y="4034431"/>
            <a:ext cx="2165000" cy="1265125"/>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55"/>
          <p:cNvSpPr txBox="1">
            <a:spLocks noGrp="1"/>
          </p:cNvSpPr>
          <p:nvPr>
            <p:ph type="title"/>
          </p:nvPr>
        </p:nvSpPr>
        <p:spPr>
          <a:xfrm>
            <a:off x="1938900" y="2579192"/>
            <a:ext cx="52662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TYPES OF VIRTUALIZATION</a:t>
            </a:r>
            <a:endParaRPr dirty="0"/>
          </a:p>
        </p:txBody>
      </p:sp>
      <p:sp>
        <p:nvSpPr>
          <p:cNvPr id="534" name="Google Shape;534;p55"/>
          <p:cNvSpPr txBox="1">
            <a:spLocks noGrp="1"/>
          </p:cNvSpPr>
          <p:nvPr>
            <p:ph type="title" idx="2"/>
          </p:nvPr>
        </p:nvSpPr>
        <p:spPr>
          <a:xfrm>
            <a:off x="3785100" y="1307219"/>
            <a:ext cx="1573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02.</a:t>
            </a:r>
            <a:endParaRPr dirty="0"/>
          </a:p>
        </p:txBody>
      </p:sp>
      <p:sp>
        <p:nvSpPr>
          <p:cNvPr id="535" name="Google Shape;535;p55"/>
          <p:cNvSpPr txBox="1">
            <a:spLocks noGrp="1"/>
          </p:cNvSpPr>
          <p:nvPr>
            <p:ph type="subTitle" idx="1"/>
          </p:nvPr>
        </p:nvSpPr>
        <p:spPr>
          <a:xfrm>
            <a:off x="1938900" y="4155650"/>
            <a:ext cx="5266200" cy="367200"/>
          </a:xfrm>
          <a:prstGeom prst="rect">
            <a:avLst/>
          </a:prstGeom>
        </p:spPr>
        <p:txBody>
          <a:bodyPr spcFirstLastPara="1" wrap="square" lIns="91425" tIns="91425" rIns="91425" bIns="91425" anchor="ctr" anchorCtr="0">
            <a:noAutofit/>
          </a:bodyPr>
          <a:lstStyle/>
          <a:p>
            <a:pPr marL="0" indent="0"/>
            <a:r>
              <a:rPr lang="en-IN" dirty="0"/>
              <a:t>Types of Virtualization</a:t>
            </a:r>
          </a:p>
          <a:p>
            <a:pPr marL="0" lvl="0" indent="0"/>
            <a:endParaRPr lang="en-IN" dirty="0"/>
          </a:p>
        </p:txBody>
      </p:sp>
      <p:sp>
        <p:nvSpPr>
          <p:cNvPr id="2" name="Google Shape;495;p54">
            <a:extLst>
              <a:ext uri="{FF2B5EF4-FFF2-40B4-BE49-F238E27FC236}">
                <a16:creationId xmlns:a16="http://schemas.microsoft.com/office/drawing/2014/main" id="{477626A4-F193-9A3A-4284-3FD5E0FC9BA0}"/>
              </a:ext>
            </a:extLst>
          </p:cNvPr>
          <p:cNvSpPr txBox="1">
            <a:spLocks/>
          </p:cNvSpPr>
          <p:nvPr/>
        </p:nvSpPr>
        <p:spPr>
          <a:xfrm>
            <a:off x="6653914" y="4203026"/>
            <a:ext cx="2165100" cy="535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00000"/>
              </a:lnSpc>
              <a:spcBef>
                <a:spcPts val="1600"/>
              </a:spcBef>
              <a:spcAft>
                <a:spcPts val="160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0" indent="0"/>
            <a:r>
              <a:rPr lang="en-US" dirty="0"/>
              <a:t>BY</a:t>
            </a:r>
          </a:p>
          <a:p>
            <a:pPr marL="0" indent="0"/>
            <a:r>
              <a:rPr lang="en-US" dirty="0"/>
              <a:t>ABHIJITHA</a:t>
            </a:r>
          </a:p>
        </p:txBody>
      </p:sp>
    </p:spTree>
    <p:extLst>
      <p:ext uri="{BB962C8B-B14F-4D97-AF65-F5344CB8AC3E}">
        <p14:creationId xmlns:p14="http://schemas.microsoft.com/office/powerpoint/2010/main" val="3209162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33"/>
                                        </p:tgtEl>
                                        <p:attrNameLst>
                                          <p:attrName>style.visibility</p:attrName>
                                        </p:attrNameLst>
                                      </p:cBhvr>
                                      <p:to>
                                        <p:strVal val="visible"/>
                                      </p:to>
                                    </p:set>
                                    <p:animEffect transition="in" filter="fade">
                                      <p:cBhvr>
                                        <p:cTn id="7" dur="1000"/>
                                        <p:tgtEl>
                                          <p:spTgt spid="533"/>
                                        </p:tgtEl>
                                      </p:cBhvr>
                                    </p:animEffect>
                                  </p:childTnLst>
                                </p:cTn>
                              </p:par>
                              <p:par>
                                <p:cTn id="8" presetID="10" presetClass="entr" presetSubtype="0" fill="hold" nodeType="withEffect">
                                  <p:stCondLst>
                                    <p:cond delay="0"/>
                                  </p:stCondLst>
                                  <p:childTnLst>
                                    <p:set>
                                      <p:cBhvr>
                                        <p:cTn id="9" dur="1" fill="hold">
                                          <p:stCondLst>
                                            <p:cond delay="0"/>
                                          </p:stCondLst>
                                        </p:cTn>
                                        <p:tgtEl>
                                          <p:spTgt spid="534"/>
                                        </p:tgtEl>
                                        <p:attrNameLst>
                                          <p:attrName>style.visibility</p:attrName>
                                        </p:attrNameLst>
                                      </p:cBhvr>
                                      <p:to>
                                        <p:strVal val="visible"/>
                                      </p:to>
                                    </p:set>
                                    <p:animEffect transition="in" filter="fade">
                                      <p:cBhvr>
                                        <p:cTn id="10" dur="1000"/>
                                        <p:tgtEl>
                                          <p:spTgt spid="534"/>
                                        </p:tgtEl>
                                      </p:cBhvr>
                                    </p:animEffect>
                                  </p:childTnLst>
                                </p:cTn>
                              </p:par>
                              <p:par>
                                <p:cTn id="11" presetID="10" presetClass="entr" presetSubtype="0" fill="hold" nodeType="withEffect">
                                  <p:stCondLst>
                                    <p:cond delay="0"/>
                                  </p:stCondLst>
                                  <p:childTnLst>
                                    <p:set>
                                      <p:cBhvr>
                                        <p:cTn id="12" dur="1" fill="hold">
                                          <p:stCondLst>
                                            <p:cond delay="0"/>
                                          </p:stCondLst>
                                        </p:cTn>
                                        <p:tgtEl>
                                          <p:spTgt spid="535"/>
                                        </p:tgtEl>
                                        <p:attrNameLst>
                                          <p:attrName>style.visibility</p:attrName>
                                        </p:attrNameLst>
                                      </p:cBhvr>
                                      <p:to>
                                        <p:strVal val="visible"/>
                                      </p:to>
                                    </p:set>
                                    <p:animEffect transition="in" filter="fade">
                                      <p:cBhvr>
                                        <p:cTn id="13" dur="1000"/>
                                        <p:tgtEl>
                                          <p:spTgt spid="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5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T</a:t>
            </a:r>
            <a:r>
              <a:rPr lang="fr" dirty="0"/>
              <a:t>ypes </a:t>
            </a:r>
            <a:endParaRPr dirty="0"/>
          </a:p>
        </p:txBody>
      </p:sp>
      <p:sp>
        <p:nvSpPr>
          <p:cNvPr id="490" name="Google Shape;490;p54"/>
          <p:cNvSpPr txBox="1">
            <a:spLocks noGrp="1"/>
          </p:cNvSpPr>
          <p:nvPr>
            <p:ph type="title" idx="2"/>
          </p:nvPr>
        </p:nvSpPr>
        <p:spPr>
          <a:xfrm>
            <a:off x="4072561" y="2322925"/>
            <a:ext cx="2165100" cy="394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Para-virtualization</a:t>
            </a:r>
            <a:endParaRPr dirty="0"/>
          </a:p>
        </p:txBody>
      </p:sp>
      <p:sp>
        <p:nvSpPr>
          <p:cNvPr id="491" name="Google Shape;491;p54"/>
          <p:cNvSpPr txBox="1">
            <a:spLocks noGrp="1"/>
          </p:cNvSpPr>
          <p:nvPr>
            <p:ph type="subTitle" idx="1"/>
          </p:nvPr>
        </p:nvSpPr>
        <p:spPr>
          <a:xfrm>
            <a:off x="4072557" y="2732911"/>
            <a:ext cx="2165100" cy="535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VMware and Xen are some examples of paravirtualization.</a:t>
            </a:r>
            <a:endParaRPr dirty="0"/>
          </a:p>
        </p:txBody>
      </p:sp>
      <p:sp>
        <p:nvSpPr>
          <p:cNvPr id="492" name="Google Shape;492;p54"/>
          <p:cNvSpPr txBox="1">
            <a:spLocks noGrp="1"/>
          </p:cNvSpPr>
          <p:nvPr>
            <p:ph type="title" idx="3"/>
          </p:nvPr>
        </p:nvSpPr>
        <p:spPr>
          <a:xfrm>
            <a:off x="4048173" y="1277819"/>
            <a:ext cx="2165100" cy="394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 Full-virtualization</a:t>
            </a:r>
          </a:p>
        </p:txBody>
      </p:sp>
      <p:sp>
        <p:nvSpPr>
          <p:cNvPr id="493" name="Google Shape;493;p54"/>
          <p:cNvSpPr txBox="1">
            <a:spLocks noGrp="1"/>
          </p:cNvSpPr>
          <p:nvPr>
            <p:ph type="subTitle" idx="4"/>
          </p:nvPr>
        </p:nvSpPr>
        <p:spPr>
          <a:xfrm>
            <a:off x="4072557" y="1687805"/>
            <a:ext cx="2165100" cy="535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US" dirty="0"/>
              <a:t> Microsoft and Parallels systems are examples of full virtualization.</a:t>
            </a:r>
            <a:endParaRPr dirty="0"/>
          </a:p>
        </p:txBody>
      </p:sp>
      <p:sp>
        <p:nvSpPr>
          <p:cNvPr id="494" name="Google Shape;494;p54"/>
          <p:cNvSpPr txBox="1">
            <a:spLocks noGrp="1"/>
          </p:cNvSpPr>
          <p:nvPr>
            <p:ph type="title" idx="5"/>
          </p:nvPr>
        </p:nvSpPr>
        <p:spPr>
          <a:xfrm>
            <a:off x="4072558" y="3380225"/>
            <a:ext cx="2511121" cy="394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OS-level virtualization</a:t>
            </a:r>
            <a:endParaRPr dirty="0"/>
          </a:p>
        </p:txBody>
      </p:sp>
      <p:sp>
        <p:nvSpPr>
          <p:cNvPr id="495" name="Google Shape;495;p54"/>
          <p:cNvSpPr txBox="1">
            <a:spLocks noGrp="1"/>
          </p:cNvSpPr>
          <p:nvPr>
            <p:ph type="subTitle" idx="6"/>
          </p:nvPr>
        </p:nvSpPr>
        <p:spPr>
          <a:xfrm>
            <a:off x="4072557" y="3931511"/>
            <a:ext cx="2165100" cy="535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 Linux-</a:t>
            </a:r>
            <a:r>
              <a:rPr lang="en-IN" dirty="0" err="1"/>
              <a:t>VServer</a:t>
            </a:r>
            <a:r>
              <a:rPr lang="en-IN" dirty="0"/>
              <a:t>, Parallels </a:t>
            </a:r>
            <a:r>
              <a:rPr lang="en-IN" dirty="0" err="1"/>
              <a:t>Virtuozzo</a:t>
            </a:r>
            <a:r>
              <a:rPr lang="en-IN" dirty="0"/>
              <a:t> Containers some examples of </a:t>
            </a:r>
            <a:r>
              <a:rPr lang="en-IN" dirty="0" err="1"/>
              <a:t>os</a:t>
            </a:r>
            <a:r>
              <a:rPr lang="en-IN" dirty="0"/>
              <a:t>-level </a:t>
            </a:r>
            <a:r>
              <a:rPr lang="en-US" dirty="0"/>
              <a:t>virtualization </a:t>
            </a:r>
            <a:endParaRPr dirty="0"/>
          </a:p>
        </p:txBody>
      </p:sp>
      <p:sp>
        <p:nvSpPr>
          <p:cNvPr id="496" name="Google Shape;496;p54"/>
          <p:cNvSpPr/>
          <p:nvPr/>
        </p:nvSpPr>
        <p:spPr>
          <a:xfrm rot="10800000">
            <a:off x="2906349" y="2380237"/>
            <a:ext cx="983006" cy="705347"/>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54"/>
          <p:cNvSpPr/>
          <p:nvPr/>
        </p:nvSpPr>
        <p:spPr>
          <a:xfrm rot="10800000">
            <a:off x="2906349" y="1346291"/>
            <a:ext cx="983006" cy="705347"/>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54"/>
          <p:cNvSpPr/>
          <p:nvPr/>
        </p:nvSpPr>
        <p:spPr>
          <a:xfrm rot="10800000">
            <a:off x="2906349" y="3474632"/>
            <a:ext cx="983006" cy="705347"/>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9" name="Google Shape;499;p54"/>
          <p:cNvGrpSpPr/>
          <p:nvPr/>
        </p:nvGrpSpPr>
        <p:grpSpPr>
          <a:xfrm>
            <a:off x="3242998" y="3778593"/>
            <a:ext cx="329247" cy="338096"/>
            <a:chOff x="6275250" y="3804325"/>
            <a:chExt cx="348225" cy="334450"/>
          </a:xfrm>
        </p:grpSpPr>
        <p:sp>
          <p:nvSpPr>
            <p:cNvPr id="500" name="Google Shape;500;p54"/>
            <p:cNvSpPr/>
            <p:nvPr/>
          </p:nvSpPr>
          <p:spPr>
            <a:xfrm>
              <a:off x="6501700" y="4021475"/>
              <a:ext cx="20175" cy="20175"/>
            </a:xfrm>
            <a:custGeom>
              <a:avLst/>
              <a:gdLst/>
              <a:ahLst/>
              <a:cxnLst/>
              <a:rect l="l" t="t" r="r" b="b"/>
              <a:pathLst>
                <a:path w="807" h="807" extrusionOk="0">
                  <a:moveTo>
                    <a:pt x="0" y="0"/>
                  </a:moveTo>
                  <a:lnTo>
                    <a:pt x="0" y="807"/>
                  </a:lnTo>
                  <a:lnTo>
                    <a:pt x="807" y="807"/>
                  </a:lnTo>
                  <a:lnTo>
                    <a:pt x="8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54"/>
            <p:cNvSpPr/>
            <p:nvPr/>
          </p:nvSpPr>
          <p:spPr>
            <a:xfrm>
              <a:off x="6541250" y="4079625"/>
              <a:ext cx="20175" cy="20200"/>
            </a:xfrm>
            <a:custGeom>
              <a:avLst/>
              <a:gdLst/>
              <a:ahLst/>
              <a:cxnLst/>
              <a:rect l="l" t="t" r="r" b="b"/>
              <a:pathLst>
                <a:path w="807" h="808" extrusionOk="0">
                  <a:moveTo>
                    <a:pt x="0" y="1"/>
                  </a:moveTo>
                  <a:lnTo>
                    <a:pt x="0" y="807"/>
                  </a:lnTo>
                  <a:lnTo>
                    <a:pt x="807" y="807"/>
                  </a:lnTo>
                  <a:lnTo>
                    <a:pt x="8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54"/>
            <p:cNvSpPr/>
            <p:nvPr/>
          </p:nvSpPr>
          <p:spPr>
            <a:xfrm>
              <a:off x="6494700" y="4024575"/>
              <a:ext cx="72925" cy="72125"/>
            </a:xfrm>
            <a:custGeom>
              <a:avLst/>
              <a:gdLst/>
              <a:ahLst/>
              <a:cxnLst/>
              <a:rect l="l" t="t" r="r" b="b"/>
              <a:pathLst>
                <a:path w="2917" h="2885" extrusionOk="0">
                  <a:moveTo>
                    <a:pt x="2358" y="0"/>
                  </a:moveTo>
                  <a:lnTo>
                    <a:pt x="1" y="2327"/>
                  </a:lnTo>
                  <a:lnTo>
                    <a:pt x="559" y="2885"/>
                  </a:lnTo>
                  <a:lnTo>
                    <a:pt x="2917" y="528"/>
                  </a:lnTo>
                  <a:lnTo>
                    <a:pt x="235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54"/>
            <p:cNvSpPr/>
            <p:nvPr/>
          </p:nvSpPr>
          <p:spPr>
            <a:xfrm>
              <a:off x="6335725" y="3922975"/>
              <a:ext cx="38800" cy="20200"/>
            </a:xfrm>
            <a:custGeom>
              <a:avLst/>
              <a:gdLst/>
              <a:ahLst/>
              <a:cxnLst/>
              <a:rect l="l" t="t" r="r" b="b"/>
              <a:pathLst>
                <a:path w="1552" h="808" extrusionOk="0">
                  <a:moveTo>
                    <a:pt x="1" y="1"/>
                  </a:moveTo>
                  <a:lnTo>
                    <a:pt x="1" y="807"/>
                  </a:lnTo>
                  <a:lnTo>
                    <a:pt x="1552" y="807"/>
                  </a:lnTo>
                  <a:lnTo>
                    <a:pt x="15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54"/>
            <p:cNvSpPr/>
            <p:nvPr/>
          </p:nvSpPr>
          <p:spPr>
            <a:xfrm>
              <a:off x="6335725" y="3981925"/>
              <a:ext cx="38800" cy="20175"/>
            </a:xfrm>
            <a:custGeom>
              <a:avLst/>
              <a:gdLst/>
              <a:ahLst/>
              <a:cxnLst/>
              <a:rect l="l" t="t" r="r" b="b"/>
              <a:pathLst>
                <a:path w="1552" h="807" extrusionOk="0">
                  <a:moveTo>
                    <a:pt x="1" y="0"/>
                  </a:moveTo>
                  <a:lnTo>
                    <a:pt x="1" y="807"/>
                  </a:lnTo>
                  <a:lnTo>
                    <a:pt x="1552" y="807"/>
                  </a:lnTo>
                  <a:lnTo>
                    <a:pt x="15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54"/>
            <p:cNvSpPr/>
            <p:nvPr/>
          </p:nvSpPr>
          <p:spPr>
            <a:xfrm>
              <a:off x="6335725" y="4040075"/>
              <a:ext cx="38800" cy="20200"/>
            </a:xfrm>
            <a:custGeom>
              <a:avLst/>
              <a:gdLst/>
              <a:ahLst/>
              <a:cxnLst/>
              <a:rect l="l" t="t" r="r" b="b"/>
              <a:pathLst>
                <a:path w="1552" h="808" extrusionOk="0">
                  <a:moveTo>
                    <a:pt x="1" y="1"/>
                  </a:moveTo>
                  <a:lnTo>
                    <a:pt x="1" y="807"/>
                  </a:lnTo>
                  <a:lnTo>
                    <a:pt x="1552" y="807"/>
                  </a:lnTo>
                  <a:lnTo>
                    <a:pt x="15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54"/>
            <p:cNvSpPr/>
            <p:nvPr/>
          </p:nvSpPr>
          <p:spPr>
            <a:xfrm>
              <a:off x="6414050" y="3922975"/>
              <a:ext cx="38800" cy="20200"/>
            </a:xfrm>
            <a:custGeom>
              <a:avLst/>
              <a:gdLst/>
              <a:ahLst/>
              <a:cxnLst/>
              <a:rect l="l" t="t" r="r" b="b"/>
              <a:pathLst>
                <a:path w="1552" h="808" extrusionOk="0">
                  <a:moveTo>
                    <a:pt x="1" y="1"/>
                  </a:moveTo>
                  <a:lnTo>
                    <a:pt x="1" y="807"/>
                  </a:lnTo>
                  <a:lnTo>
                    <a:pt x="1552" y="807"/>
                  </a:lnTo>
                  <a:lnTo>
                    <a:pt x="15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54"/>
            <p:cNvSpPr/>
            <p:nvPr/>
          </p:nvSpPr>
          <p:spPr>
            <a:xfrm>
              <a:off x="6492375" y="3922975"/>
              <a:ext cx="38800" cy="20200"/>
            </a:xfrm>
            <a:custGeom>
              <a:avLst/>
              <a:gdLst/>
              <a:ahLst/>
              <a:cxnLst/>
              <a:rect l="l" t="t" r="r" b="b"/>
              <a:pathLst>
                <a:path w="1552" h="808" extrusionOk="0">
                  <a:moveTo>
                    <a:pt x="1" y="1"/>
                  </a:moveTo>
                  <a:lnTo>
                    <a:pt x="1" y="807"/>
                  </a:lnTo>
                  <a:lnTo>
                    <a:pt x="1552" y="807"/>
                  </a:lnTo>
                  <a:lnTo>
                    <a:pt x="15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54"/>
            <p:cNvSpPr/>
            <p:nvPr/>
          </p:nvSpPr>
          <p:spPr>
            <a:xfrm>
              <a:off x="6414050" y="3981925"/>
              <a:ext cx="38800" cy="20175"/>
            </a:xfrm>
            <a:custGeom>
              <a:avLst/>
              <a:gdLst/>
              <a:ahLst/>
              <a:cxnLst/>
              <a:rect l="l" t="t" r="r" b="b"/>
              <a:pathLst>
                <a:path w="1552" h="807" extrusionOk="0">
                  <a:moveTo>
                    <a:pt x="1" y="0"/>
                  </a:moveTo>
                  <a:lnTo>
                    <a:pt x="1" y="807"/>
                  </a:lnTo>
                  <a:lnTo>
                    <a:pt x="1552" y="807"/>
                  </a:lnTo>
                  <a:lnTo>
                    <a:pt x="15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54"/>
            <p:cNvSpPr/>
            <p:nvPr/>
          </p:nvSpPr>
          <p:spPr>
            <a:xfrm>
              <a:off x="6275250" y="3804325"/>
              <a:ext cx="348225" cy="334450"/>
            </a:xfrm>
            <a:custGeom>
              <a:avLst/>
              <a:gdLst/>
              <a:ahLst/>
              <a:cxnLst/>
              <a:rect l="l" t="t" r="r" b="b"/>
              <a:pathLst>
                <a:path w="13929" h="13378" extrusionOk="0">
                  <a:moveTo>
                    <a:pt x="11788" y="1583"/>
                  </a:moveTo>
                  <a:lnTo>
                    <a:pt x="11788" y="3134"/>
                  </a:lnTo>
                  <a:lnTo>
                    <a:pt x="776" y="3134"/>
                  </a:lnTo>
                  <a:lnTo>
                    <a:pt x="776" y="1583"/>
                  </a:lnTo>
                  <a:lnTo>
                    <a:pt x="2420" y="1583"/>
                  </a:lnTo>
                  <a:lnTo>
                    <a:pt x="2420" y="2389"/>
                  </a:lnTo>
                  <a:lnTo>
                    <a:pt x="3195" y="2389"/>
                  </a:lnTo>
                  <a:lnTo>
                    <a:pt x="3195" y="1583"/>
                  </a:lnTo>
                  <a:lnTo>
                    <a:pt x="5925" y="1583"/>
                  </a:lnTo>
                  <a:lnTo>
                    <a:pt x="5925" y="2389"/>
                  </a:lnTo>
                  <a:lnTo>
                    <a:pt x="6701" y="2389"/>
                  </a:lnTo>
                  <a:lnTo>
                    <a:pt x="6701" y="1583"/>
                  </a:lnTo>
                  <a:lnTo>
                    <a:pt x="9461" y="1583"/>
                  </a:lnTo>
                  <a:lnTo>
                    <a:pt x="9461" y="2389"/>
                  </a:lnTo>
                  <a:lnTo>
                    <a:pt x="10237" y="2389"/>
                  </a:lnTo>
                  <a:lnTo>
                    <a:pt x="10237" y="1583"/>
                  </a:lnTo>
                  <a:close/>
                  <a:moveTo>
                    <a:pt x="11043" y="3940"/>
                  </a:moveTo>
                  <a:lnTo>
                    <a:pt x="11043" y="7228"/>
                  </a:lnTo>
                  <a:cubicBezTo>
                    <a:pt x="10764" y="7166"/>
                    <a:pt x="10454" y="7135"/>
                    <a:pt x="10144" y="7135"/>
                  </a:cubicBezTo>
                  <a:cubicBezTo>
                    <a:pt x="8500" y="7197"/>
                    <a:pt x="7197" y="8500"/>
                    <a:pt x="7135" y="10144"/>
                  </a:cubicBezTo>
                  <a:cubicBezTo>
                    <a:pt x="7135" y="10454"/>
                    <a:pt x="7166" y="10764"/>
                    <a:pt x="7228" y="11044"/>
                  </a:cubicBezTo>
                  <a:lnTo>
                    <a:pt x="1644" y="11044"/>
                  </a:lnTo>
                  <a:lnTo>
                    <a:pt x="1644" y="3940"/>
                  </a:lnTo>
                  <a:close/>
                  <a:moveTo>
                    <a:pt x="10229" y="7895"/>
                  </a:moveTo>
                  <a:cubicBezTo>
                    <a:pt x="11432" y="7895"/>
                    <a:pt x="12594" y="8832"/>
                    <a:pt x="12594" y="10237"/>
                  </a:cubicBezTo>
                  <a:cubicBezTo>
                    <a:pt x="12594" y="11540"/>
                    <a:pt x="11540" y="12595"/>
                    <a:pt x="10237" y="12595"/>
                  </a:cubicBezTo>
                  <a:cubicBezTo>
                    <a:pt x="8159" y="12595"/>
                    <a:pt x="7104" y="10082"/>
                    <a:pt x="8593" y="8593"/>
                  </a:cubicBezTo>
                  <a:cubicBezTo>
                    <a:pt x="9065" y="8111"/>
                    <a:pt x="9652" y="7895"/>
                    <a:pt x="10229" y="7895"/>
                  </a:cubicBezTo>
                  <a:close/>
                  <a:moveTo>
                    <a:pt x="2420" y="1"/>
                  </a:moveTo>
                  <a:lnTo>
                    <a:pt x="2420" y="807"/>
                  </a:lnTo>
                  <a:lnTo>
                    <a:pt x="0" y="807"/>
                  </a:lnTo>
                  <a:lnTo>
                    <a:pt x="0" y="3909"/>
                  </a:lnTo>
                  <a:lnTo>
                    <a:pt x="838" y="3909"/>
                  </a:lnTo>
                  <a:lnTo>
                    <a:pt x="838" y="11819"/>
                  </a:lnTo>
                  <a:lnTo>
                    <a:pt x="7538" y="11819"/>
                  </a:lnTo>
                  <a:cubicBezTo>
                    <a:pt x="8125" y="12832"/>
                    <a:pt x="9180" y="13377"/>
                    <a:pt x="10249" y="13377"/>
                  </a:cubicBezTo>
                  <a:cubicBezTo>
                    <a:pt x="11045" y="13377"/>
                    <a:pt x="11848" y="13075"/>
                    <a:pt x="12470" y="12439"/>
                  </a:cubicBezTo>
                  <a:cubicBezTo>
                    <a:pt x="13928" y="10982"/>
                    <a:pt x="13587" y="8531"/>
                    <a:pt x="11788" y="7538"/>
                  </a:cubicBezTo>
                  <a:lnTo>
                    <a:pt x="11819" y="7507"/>
                  </a:lnTo>
                  <a:lnTo>
                    <a:pt x="11819" y="3940"/>
                  </a:lnTo>
                  <a:lnTo>
                    <a:pt x="12625" y="3940"/>
                  </a:lnTo>
                  <a:lnTo>
                    <a:pt x="12625" y="807"/>
                  </a:lnTo>
                  <a:lnTo>
                    <a:pt x="10237" y="807"/>
                  </a:lnTo>
                  <a:lnTo>
                    <a:pt x="10237" y="1"/>
                  </a:lnTo>
                  <a:lnTo>
                    <a:pt x="9461" y="1"/>
                  </a:lnTo>
                  <a:lnTo>
                    <a:pt x="9461" y="807"/>
                  </a:lnTo>
                  <a:lnTo>
                    <a:pt x="6701" y="807"/>
                  </a:lnTo>
                  <a:lnTo>
                    <a:pt x="6701" y="1"/>
                  </a:lnTo>
                  <a:lnTo>
                    <a:pt x="5925" y="1"/>
                  </a:lnTo>
                  <a:lnTo>
                    <a:pt x="5925" y="807"/>
                  </a:lnTo>
                  <a:lnTo>
                    <a:pt x="3195" y="807"/>
                  </a:lnTo>
                  <a:lnTo>
                    <a:pt x="3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0" name="Google Shape;510;p54"/>
          <p:cNvGrpSpPr/>
          <p:nvPr/>
        </p:nvGrpSpPr>
        <p:grpSpPr>
          <a:xfrm>
            <a:off x="3222383" y="2717119"/>
            <a:ext cx="350929" cy="226358"/>
            <a:chOff x="6275250" y="3296400"/>
            <a:chExt cx="334250" cy="215600"/>
          </a:xfrm>
        </p:grpSpPr>
        <p:sp>
          <p:nvSpPr>
            <p:cNvPr id="511" name="Google Shape;511;p54"/>
            <p:cNvSpPr/>
            <p:nvPr/>
          </p:nvSpPr>
          <p:spPr>
            <a:xfrm>
              <a:off x="6452050" y="3374725"/>
              <a:ext cx="20200" cy="58950"/>
            </a:xfrm>
            <a:custGeom>
              <a:avLst/>
              <a:gdLst/>
              <a:ahLst/>
              <a:cxnLst/>
              <a:rect l="l" t="t" r="r" b="b"/>
              <a:pathLst>
                <a:path w="808" h="2358" extrusionOk="0">
                  <a:moveTo>
                    <a:pt x="1" y="0"/>
                  </a:moveTo>
                  <a:lnTo>
                    <a:pt x="1" y="2358"/>
                  </a:lnTo>
                  <a:lnTo>
                    <a:pt x="807" y="2358"/>
                  </a:lnTo>
                  <a:lnTo>
                    <a:pt x="8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54"/>
            <p:cNvSpPr/>
            <p:nvPr/>
          </p:nvSpPr>
          <p:spPr>
            <a:xfrm>
              <a:off x="6275250" y="3296400"/>
              <a:ext cx="334250" cy="215600"/>
            </a:xfrm>
            <a:custGeom>
              <a:avLst/>
              <a:gdLst/>
              <a:ahLst/>
              <a:cxnLst/>
              <a:rect l="l" t="t" r="r" b="b"/>
              <a:pathLst>
                <a:path w="13370" h="8624" extrusionOk="0">
                  <a:moveTo>
                    <a:pt x="12625" y="776"/>
                  </a:moveTo>
                  <a:lnTo>
                    <a:pt x="12625" y="7817"/>
                  </a:lnTo>
                  <a:lnTo>
                    <a:pt x="7910" y="7817"/>
                  </a:lnTo>
                  <a:lnTo>
                    <a:pt x="7910" y="6266"/>
                  </a:lnTo>
                  <a:lnTo>
                    <a:pt x="7104" y="6266"/>
                  </a:lnTo>
                  <a:lnTo>
                    <a:pt x="7104" y="7817"/>
                  </a:lnTo>
                  <a:lnTo>
                    <a:pt x="776" y="7817"/>
                  </a:lnTo>
                  <a:lnTo>
                    <a:pt x="776" y="7042"/>
                  </a:lnTo>
                  <a:lnTo>
                    <a:pt x="1148" y="7042"/>
                  </a:lnTo>
                  <a:cubicBezTo>
                    <a:pt x="1706" y="7042"/>
                    <a:pt x="2203" y="6638"/>
                    <a:pt x="2327" y="6080"/>
                  </a:cubicBezTo>
                  <a:cubicBezTo>
                    <a:pt x="2451" y="5367"/>
                    <a:pt x="1893" y="4684"/>
                    <a:pt x="1148" y="4684"/>
                  </a:cubicBezTo>
                  <a:lnTo>
                    <a:pt x="776" y="4684"/>
                  </a:lnTo>
                  <a:lnTo>
                    <a:pt x="776" y="3909"/>
                  </a:lnTo>
                  <a:lnTo>
                    <a:pt x="1148" y="3909"/>
                  </a:lnTo>
                  <a:cubicBezTo>
                    <a:pt x="1706" y="3878"/>
                    <a:pt x="2203" y="3505"/>
                    <a:pt x="2327" y="2947"/>
                  </a:cubicBezTo>
                  <a:cubicBezTo>
                    <a:pt x="2451" y="2234"/>
                    <a:pt x="1893" y="1551"/>
                    <a:pt x="1148" y="1551"/>
                  </a:cubicBezTo>
                  <a:lnTo>
                    <a:pt x="776" y="1551"/>
                  </a:lnTo>
                  <a:lnTo>
                    <a:pt x="776" y="776"/>
                  </a:lnTo>
                  <a:lnTo>
                    <a:pt x="7073" y="776"/>
                  </a:lnTo>
                  <a:lnTo>
                    <a:pt x="7073" y="2327"/>
                  </a:lnTo>
                  <a:lnTo>
                    <a:pt x="7910" y="2327"/>
                  </a:lnTo>
                  <a:lnTo>
                    <a:pt x="7910" y="776"/>
                  </a:lnTo>
                  <a:close/>
                  <a:moveTo>
                    <a:pt x="0" y="0"/>
                  </a:moveTo>
                  <a:lnTo>
                    <a:pt x="0" y="2327"/>
                  </a:lnTo>
                  <a:lnTo>
                    <a:pt x="1210" y="2327"/>
                  </a:lnTo>
                  <a:cubicBezTo>
                    <a:pt x="1230" y="2323"/>
                    <a:pt x="1249" y="2322"/>
                    <a:pt x="1267" y="2322"/>
                  </a:cubicBezTo>
                  <a:cubicBezTo>
                    <a:pt x="1427" y="2322"/>
                    <a:pt x="1555" y="2436"/>
                    <a:pt x="1582" y="2575"/>
                  </a:cubicBezTo>
                  <a:cubicBezTo>
                    <a:pt x="1706" y="2854"/>
                    <a:pt x="1489" y="3133"/>
                    <a:pt x="1210" y="3133"/>
                  </a:cubicBezTo>
                  <a:lnTo>
                    <a:pt x="0" y="3133"/>
                  </a:lnTo>
                  <a:lnTo>
                    <a:pt x="0" y="5460"/>
                  </a:lnTo>
                  <a:lnTo>
                    <a:pt x="1210" y="5460"/>
                  </a:lnTo>
                  <a:cubicBezTo>
                    <a:pt x="1226" y="5456"/>
                    <a:pt x="1243" y="5455"/>
                    <a:pt x="1260" y="5455"/>
                  </a:cubicBezTo>
                  <a:cubicBezTo>
                    <a:pt x="1402" y="5455"/>
                    <a:pt x="1555" y="5569"/>
                    <a:pt x="1582" y="5708"/>
                  </a:cubicBezTo>
                  <a:cubicBezTo>
                    <a:pt x="1700" y="5973"/>
                    <a:pt x="1511" y="6237"/>
                    <a:pt x="1253" y="6237"/>
                  </a:cubicBezTo>
                  <a:cubicBezTo>
                    <a:pt x="1239" y="6237"/>
                    <a:pt x="1225" y="6237"/>
                    <a:pt x="1210" y="6235"/>
                  </a:cubicBezTo>
                  <a:lnTo>
                    <a:pt x="0" y="6235"/>
                  </a:lnTo>
                  <a:lnTo>
                    <a:pt x="0" y="8624"/>
                  </a:lnTo>
                  <a:lnTo>
                    <a:pt x="13370" y="8624"/>
                  </a:lnTo>
                  <a:lnTo>
                    <a:pt x="1337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54"/>
            <p:cNvSpPr/>
            <p:nvPr/>
          </p:nvSpPr>
          <p:spPr>
            <a:xfrm>
              <a:off x="6353575" y="3432875"/>
              <a:ext cx="79125" cy="20200"/>
            </a:xfrm>
            <a:custGeom>
              <a:avLst/>
              <a:gdLst/>
              <a:ahLst/>
              <a:cxnLst/>
              <a:rect l="l" t="t" r="r" b="b"/>
              <a:pathLst>
                <a:path w="3165" h="808" extrusionOk="0">
                  <a:moveTo>
                    <a:pt x="0" y="1"/>
                  </a:moveTo>
                  <a:lnTo>
                    <a:pt x="0" y="807"/>
                  </a:lnTo>
                  <a:lnTo>
                    <a:pt x="3164" y="807"/>
                  </a:lnTo>
                  <a:lnTo>
                    <a:pt x="31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54"/>
            <p:cNvSpPr/>
            <p:nvPr/>
          </p:nvSpPr>
          <p:spPr>
            <a:xfrm>
              <a:off x="6353575" y="3394100"/>
              <a:ext cx="79125" cy="20200"/>
            </a:xfrm>
            <a:custGeom>
              <a:avLst/>
              <a:gdLst/>
              <a:ahLst/>
              <a:cxnLst/>
              <a:rect l="l" t="t" r="r" b="b"/>
              <a:pathLst>
                <a:path w="3165" h="808" extrusionOk="0">
                  <a:moveTo>
                    <a:pt x="0" y="1"/>
                  </a:moveTo>
                  <a:lnTo>
                    <a:pt x="0" y="807"/>
                  </a:lnTo>
                  <a:lnTo>
                    <a:pt x="3164" y="807"/>
                  </a:lnTo>
                  <a:lnTo>
                    <a:pt x="31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54"/>
            <p:cNvSpPr/>
            <p:nvPr/>
          </p:nvSpPr>
          <p:spPr>
            <a:xfrm>
              <a:off x="6353575" y="3354550"/>
              <a:ext cx="79125" cy="20200"/>
            </a:xfrm>
            <a:custGeom>
              <a:avLst/>
              <a:gdLst/>
              <a:ahLst/>
              <a:cxnLst/>
              <a:rect l="l" t="t" r="r" b="b"/>
              <a:pathLst>
                <a:path w="3165" h="808" extrusionOk="0">
                  <a:moveTo>
                    <a:pt x="0" y="1"/>
                  </a:moveTo>
                  <a:lnTo>
                    <a:pt x="0" y="807"/>
                  </a:lnTo>
                  <a:lnTo>
                    <a:pt x="3164" y="807"/>
                  </a:lnTo>
                  <a:lnTo>
                    <a:pt x="31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54"/>
            <p:cNvSpPr/>
            <p:nvPr/>
          </p:nvSpPr>
          <p:spPr>
            <a:xfrm>
              <a:off x="6500925" y="3365400"/>
              <a:ext cx="20175" cy="19425"/>
            </a:xfrm>
            <a:custGeom>
              <a:avLst/>
              <a:gdLst/>
              <a:ahLst/>
              <a:cxnLst/>
              <a:rect l="l" t="t" r="r" b="b"/>
              <a:pathLst>
                <a:path w="807" h="777" extrusionOk="0">
                  <a:moveTo>
                    <a:pt x="0" y="1"/>
                  </a:moveTo>
                  <a:lnTo>
                    <a:pt x="0" y="776"/>
                  </a:lnTo>
                  <a:lnTo>
                    <a:pt x="807" y="776"/>
                  </a:lnTo>
                  <a:lnTo>
                    <a:pt x="8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54"/>
            <p:cNvSpPr/>
            <p:nvPr/>
          </p:nvSpPr>
          <p:spPr>
            <a:xfrm>
              <a:off x="6539700" y="3423575"/>
              <a:ext cx="20175" cy="20175"/>
            </a:xfrm>
            <a:custGeom>
              <a:avLst/>
              <a:gdLst/>
              <a:ahLst/>
              <a:cxnLst/>
              <a:rect l="l" t="t" r="r" b="b"/>
              <a:pathLst>
                <a:path w="807" h="807" extrusionOk="0">
                  <a:moveTo>
                    <a:pt x="0" y="0"/>
                  </a:moveTo>
                  <a:lnTo>
                    <a:pt x="0" y="807"/>
                  </a:lnTo>
                  <a:lnTo>
                    <a:pt x="807" y="807"/>
                  </a:lnTo>
                  <a:lnTo>
                    <a:pt x="8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54"/>
            <p:cNvSpPr/>
            <p:nvPr/>
          </p:nvSpPr>
          <p:spPr>
            <a:xfrm>
              <a:off x="6494700" y="3367750"/>
              <a:ext cx="72150" cy="72900"/>
            </a:xfrm>
            <a:custGeom>
              <a:avLst/>
              <a:gdLst/>
              <a:ahLst/>
              <a:cxnLst/>
              <a:rect l="l" t="t" r="r" b="b"/>
              <a:pathLst>
                <a:path w="2886" h="2916" extrusionOk="0">
                  <a:moveTo>
                    <a:pt x="2327" y="0"/>
                  </a:moveTo>
                  <a:lnTo>
                    <a:pt x="1" y="2357"/>
                  </a:lnTo>
                  <a:lnTo>
                    <a:pt x="528" y="2916"/>
                  </a:lnTo>
                  <a:lnTo>
                    <a:pt x="2886" y="558"/>
                  </a:lnTo>
                  <a:lnTo>
                    <a:pt x="23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 name="Google Shape;519;p54"/>
          <p:cNvGrpSpPr/>
          <p:nvPr/>
        </p:nvGrpSpPr>
        <p:grpSpPr>
          <a:xfrm>
            <a:off x="3227353" y="1611735"/>
            <a:ext cx="340971" cy="338702"/>
            <a:chOff x="6248875" y="2680650"/>
            <a:chExt cx="360625" cy="335050"/>
          </a:xfrm>
        </p:grpSpPr>
        <p:sp>
          <p:nvSpPr>
            <p:cNvPr id="520" name="Google Shape;520;p54"/>
            <p:cNvSpPr/>
            <p:nvPr/>
          </p:nvSpPr>
          <p:spPr>
            <a:xfrm>
              <a:off x="6275250" y="2995500"/>
              <a:ext cx="334250" cy="20200"/>
            </a:xfrm>
            <a:custGeom>
              <a:avLst/>
              <a:gdLst/>
              <a:ahLst/>
              <a:cxnLst/>
              <a:rect l="l" t="t" r="r" b="b"/>
              <a:pathLst>
                <a:path w="13370" h="808" extrusionOk="0">
                  <a:moveTo>
                    <a:pt x="0" y="1"/>
                  </a:moveTo>
                  <a:lnTo>
                    <a:pt x="0" y="807"/>
                  </a:lnTo>
                  <a:lnTo>
                    <a:pt x="13370" y="807"/>
                  </a:lnTo>
                  <a:lnTo>
                    <a:pt x="133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54"/>
            <p:cNvSpPr/>
            <p:nvPr/>
          </p:nvSpPr>
          <p:spPr>
            <a:xfrm>
              <a:off x="6295400" y="2893150"/>
              <a:ext cx="58200" cy="83000"/>
            </a:xfrm>
            <a:custGeom>
              <a:avLst/>
              <a:gdLst/>
              <a:ahLst/>
              <a:cxnLst/>
              <a:rect l="l" t="t" r="r" b="b"/>
              <a:pathLst>
                <a:path w="2328" h="3320" extrusionOk="0">
                  <a:moveTo>
                    <a:pt x="1180" y="1117"/>
                  </a:moveTo>
                  <a:lnTo>
                    <a:pt x="1552" y="1489"/>
                  </a:lnTo>
                  <a:lnTo>
                    <a:pt x="1552" y="2544"/>
                  </a:lnTo>
                  <a:lnTo>
                    <a:pt x="776" y="2544"/>
                  </a:lnTo>
                  <a:lnTo>
                    <a:pt x="776" y="1489"/>
                  </a:lnTo>
                  <a:lnTo>
                    <a:pt x="1180" y="1117"/>
                  </a:lnTo>
                  <a:close/>
                  <a:moveTo>
                    <a:pt x="1180" y="0"/>
                  </a:moveTo>
                  <a:lnTo>
                    <a:pt x="1" y="1148"/>
                  </a:lnTo>
                  <a:lnTo>
                    <a:pt x="1" y="3319"/>
                  </a:lnTo>
                  <a:lnTo>
                    <a:pt x="2327" y="3319"/>
                  </a:lnTo>
                  <a:lnTo>
                    <a:pt x="2327" y="1148"/>
                  </a:lnTo>
                  <a:lnTo>
                    <a:pt x="11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54"/>
            <p:cNvSpPr/>
            <p:nvPr/>
          </p:nvSpPr>
          <p:spPr>
            <a:xfrm>
              <a:off x="6373725" y="2833425"/>
              <a:ext cx="58975" cy="142725"/>
            </a:xfrm>
            <a:custGeom>
              <a:avLst/>
              <a:gdLst/>
              <a:ahLst/>
              <a:cxnLst/>
              <a:rect l="l" t="t" r="r" b="b"/>
              <a:pathLst>
                <a:path w="2359" h="5709" extrusionOk="0">
                  <a:moveTo>
                    <a:pt x="1180" y="1149"/>
                  </a:moveTo>
                  <a:lnTo>
                    <a:pt x="1583" y="1521"/>
                  </a:lnTo>
                  <a:lnTo>
                    <a:pt x="1583" y="4933"/>
                  </a:lnTo>
                  <a:lnTo>
                    <a:pt x="776" y="4933"/>
                  </a:lnTo>
                  <a:lnTo>
                    <a:pt x="807" y="1521"/>
                  </a:lnTo>
                  <a:lnTo>
                    <a:pt x="1180" y="1149"/>
                  </a:lnTo>
                  <a:close/>
                  <a:moveTo>
                    <a:pt x="1180" y="1"/>
                  </a:moveTo>
                  <a:lnTo>
                    <a:pt x="1" y="1180"/>
                  </a:lnTo>
                  <a:lnTo>
                    <a:pt x="1" y="5708"/>
                  </a:lnTo>
                  <a:lnTo>
                    <a:pt x="2358" y="5708"/>
                  </a:lnTo>
                  <a:lnTo>
                    <a:pt x="2358" y="1180"/>
                  </a:lnTo>
                  <a:lnTo>
                    <a:pt x="11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54"/>
            <p:cNvSpPr/>
            <p:nvPr/>
          </p:nvSpPr>
          <p:spPr>
            <a:xfrm>
              <a:off x="6452050" y="2755900"/>
              <a:ext cx="59750" cy="220250"/>
            </a:xfrm>
            <a:custGeom>
              <a:avLst/>
              <a:gdLst/>
              <a:ahLst/>
              <a:cxnLst/>
              <a:rect l="l" t="t" r="r" b="b"/>
              <a:pathLst>
                <a:path w="2390" h="8810" extrusionOk="0">
                  <a:moveTo>
                    <a:pt x="1180" y="1117"/>
                  </a:moveTo>
                  <a:lnTo>
                    <a:pt x="1583" y="1489"/>
                  </a:lnTo>
                  <a:lnTo>
                    <a:pt x="1583" y="8034"/>
                  </a:lnTo>
                  <a:lnTo>
                    <a:pt x="776" y="8034"/>
                  </a:lnTo>
                  <a:lnTo>
                    <a:pt x="807" y="1489"/>
                  </a:lnTo>
                  <a:lnTo>
                    <a:pt x="1180" y="1117"/>
                  </a:lnTo>
                  <a:close/>
                  <a:moveTo>
                    <a:pt x="1180" y="0"/>
                  </a:moveTo>
                  <a:lnTo>
                    <a:pt x="1" y="1179"/>
                  </a:lnTo>
                  <a:lnTo>
                    <a:pt x="1" y="8809"/>
                  </a:lnTo>
                  <a:lnTo>
                    <a:pt x="2389" y="8809"/>
                  </a:lnTo>
                  <a:lnTo>
                    <a:pt x="2358" y="1179"/>
                  </a:lnTo>
                  <a:lnTo>
                    <a:pt x="11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54"/>
            <p:cNvSpPr/>
            <p:nvPr/>
          </p:nvSpPr>
          <p:spPr>
            <a:xfrm>
              <a:off x="6531150" y="2696950"/>
              <a:ext cx="58975" cy="279200"/>
            </a:xfrm>
            <a:custGeom>
              <a:avLst/>
              <a:gdLst/>
              <a:ahLst/>
              <a:cxnLst/>
              <a:rect l="l" t="t" r="r" b="b"/>
              <a:pathLst>
                <a:path w="2359" h="11168" extrusionOk="0">
                  <a:moveTo>
                    <a:pt x="1149" y="1086"/>
                  </a:moveTo>
                  <a:lnTo>
                    <a:pt x="1552" y="1489"/>
                  </a:lnTo>
                  <a:lnTo>
                    <a:pt x="1552" y="10392"/>
                  </a:lnTo>
                  <a:lnTo>
                    <a:pt x="745" y="10392"/>
                  </a:lnTo>
                  <a:lnTo>
                    <a:pt x="776" y="1489"/>
                  </a:lnTo>
                  <a:lnTo>
                    <a:pt x="1149" y="1086"/>
                  </a:lnTo>
                  <a:close/>
                  <a:moveTo>
                    <a:pt x="1180" y="1"/>
                  </a:moveTo>
                  <a:lnTo>
                    <a:pt x="1" y="1148"/>
                  </a:lnTo>
                  <a:lnTo>
                    <a:pt x="1" y="11167"/>
                  </a:lnTo>
                  <a:lnTo>
                    <a:pt x="2358" y="11167"/>
                  </a:lnTo>
                  <a:lnTo>
                    <a:pt x="2358" y="1148"/>
                  </a:lnTo>
                  <a:lnTo>
                    <a:pt x="11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54"/>
            <p:cNvSpPr/>
            <p:nvPr/>
          </p:nvSpPr>
          <p:spPr>
            <a:xfrm>
              <a:off x="6324100" y="2720225"/>
              <a:ext cx="20200" cy="20175"/>
            </a:xfrm>
            <a:custGeom>
              <a:avLst/>
              <a:gdLst/>
              <a:ahLst/>
              <a:cxnLst/>
              <a:rect l="l" t="t" r="r" b="b"/>
              <a:pathLst>
                <a:path w="808" h="807" extrusionOk="0">
                  <a:moveTo>
                    <a:pt x="1" y="0"/>
                  </a:moveTo>
                  <a:lnTo>
                    <a:pt x="1" y="807"/>
                  </a:lnTo>
                  <a:lnTo>
                    <a:pt x="807" y="807"/>
                  </a:lnTo>
                  <a:lnTo>
                    <a:pt x="8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54"/>
            <p:cNvSpPr/>
            <p:nvPr/>
          </p:nvSpPr>
          <p:spPr>
            <a:xfrm>
              <a:off x="6363650" y="2778375"/>
              <a:ext cx="20200" cy="20200"/>
            </a:xfrm>
            <a:custGeom>
              <a:avLst/>
              <a:gdLst/>
              <a:ahLst/>
              <a:cxnLst/>
              <a:rect l="l" t="t" r="r" b="b"/>
              <a:pathLst>
                <a:path w="808" h="808" extrusionOk="0">
                  <a:moveTo>
                    <a:pt x="1" y="1"/>
                  </a:moveTo>
                  <a:lnTo>
                    <a:pt x="1" y="807"/>
                  </a:lnTo>
                  <a:lnTo>
                    <a:pt x="807" y="807"/>
                  </a:lnTo>
                  <a:lnTo>
                    <a:pt x="8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54"/>
            <p:cNvSpPr/>
            <p:nvPr/>
          </p:nvSpPr>
          <p:spPr>
            <a:xfrm>
              <a:off x="6317900" y="2723325"/>
              <a:ext cx="72150" cy="72900"/>
            </a:xfrm>
            <a:custGeom>
              <a:avLst/>
              <a:gdLst/>
              <a:ahLst/>
              <a:cxnLst/>
              <a:rect l="l" t="t" r="r" b="b"/>
              <a:pathLst>
                <a:path w="2886" h="2916" extrusionOk="0">
                  <a:moveTo>
                    <a:pt x="2327" y="0"/>
                  </a:moveTo>
                  <a:lnTo>
                    <a:pt x="0" y="2358"/>
                  </a:lnTo>
                  <a:lnTo>
                    <a:pt x="528" y="2916"/>
                  </a:lnTo>
                  <a:lnTo>
                    <a:pt x="2885" y="559"/>
                  </a:lnTo>
                  <a:lnTo>
                    <a:pt x="23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54"/>
            <p:cNvSpPr/>
            <p:nvPr/>
          </p:nvSpPr>
          <p:spPr>
            <a:xfrm>
              <a:off x="6248875" y="2680650"/>
              <a:ext cx="183050" cy="157475"/>
            </a:xfrm>
            <a:custGeom>
              <a:avLst/>
              <a:gdLst/>
              <a:ahLst/>
              <a:cxnLst/>
              <a:rect l="l" t="t" r="r" b="b"/>
              <a:pathLst>
                <a:path w="7322" h="6299" extrusionOk="0">
                  <a:moveTo>
                    <a:pt x="4188" y="808"/>
                  </a:moveTo>
                  <a:cubicBezTo>
                    <a:pt x="5491" y="808"/>
                    <a:pt x="6546" y="1862"/>
                    <a:pt x="6546" y="3165"/>
                  </a:cubicBezTo>
                  <a:cubicBezTo>
                    <a:pt x="6546" y="4570"/>
                    <a:pt x="5384" y="5507"/>
                    <a:pt x="4171" y="5507"/>
                  </a:cubicBezTo>
                  <a:cubicBezTo>
                    <a:pt x="3589" y="5507"/>
                    <a:pt x="2996" y="5292"/>
                    <a:pt x="2513" y="4809"/>
                  </a:cubicBezTo>
                  <a:cubicBezTo>
                    <a:pt x="1055" y="3351"/>
                    <a:pt x="2110" y="808"/>
                    <a:pt x="4188" y="808"/>
                  </a:cubicBezTo>
                  <a:close/>
                  <a:moveTo>
                    <a:pt x="4171" y="0"/>
                  </a:moveTo>
                  <a:cubicBezTo>
                    <a:pt x="3402" y="0"/>
                    <a:pt x="2619" y="289"/>
                    <a:pt x="1986" y="932"/>
                  </a:cubicBezTo>
                  <a:cubicBezTo>
                    <a:pt x="1" y="2917"/>
                    <a:pt x="1397" y="6298"/>
                    <a:pt x="4188" y="6298"/>
                  </a:cubicBezTo>
                  <a:cubicBezTo>
                    <a:pt x="5925" y="6298"/>
                    <a:pt x="7321" y="4871"/>
                    <a:pt x="7321" y="3165"/>
                  </a:cubicBezTo>
                  <a:cubicBezTo>
                    <a:pt x="7321" y="1257"/>
                    <a:pt x="5776" y="0"/>
                    <a:pt x="41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52"/>
          <p:cNvSpPr/>
          <p:nvPr/>
        </p:nvSpPr>
        <p:spPr>
          <a:xfrm>
            <a:off x="1228650" y="819150"/>
            <a:ext cx="6686700" cy="3505200"/>
          </a:xfrm>
          <a:prstGeom prst="roundRect">
            <a:avLst>
              <a:gd name="adj" fmla="val 7002"/>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52"/>
          <p:cNvSpPr txBox="1">
            <a:spLocks noGrp="1"/>
          </p:cNvSpPr>
          <p:nvPr>
            <p:ph type="title"/>
          </p:nvPr>
        </p:nvSpPr>
        <p:spPr>
          <a:xfrm>
            <a:off x="2137800" y="1194271"/>
            <a:ext cx="48684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dirty="0"/>
              <a:t>Full-Virtualization</a:t>
            </a:r>
            <a:endParaRPr dirty="0"/>
          </a:p>
        </p:txBody>
      </p:sp>
      <p:sp>
        <p:nvSpPr>
          <p:cNvPr id="459" name="Google Shape;459;p52"/>
          <p:cNvSpPr txBox="1">
            <a:spLocks noGrp="1"/>
          </p:cNvSpPr>
          <p:nvPr>
            <p:ph type="subTitle" idx="1"/>
          </p:nvPr>
        </p:nvSpPr>
        <p:spPr>
          <a:xfrm>
            <a:off x="2137800" y="2312128"/>
            <a:ext cx="4868400" cy="139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Full Virtualization was introduced by IBM in the year 1966. It is the first software solution for server virtualization and uses binary translation and direct approach techniques. In full virtualization, the guest OS is completely isolated by the virtual machine from the virtualization layer and hardware. Microsoft and Parallels systems are examples of full virtualization.</a:t>
            </a:r>
            <a:endParaRPr lang="fr-FR" dirty="0"/>
          </a:p>
        </p:txBody>
      </p:sp>
      <p:sp>
        <p:nvSpPr>
          <p:cNvPr id="460" name="Google Shape;460;p52"/>
          <p:cNvSpPr/>
          <p:nvPr/>
        </p:nvSpPr>
        <p:spPr>
          <a:xfrm rot="10800000">
            <a:off x="3489500" y="-156056"/>
            <a:ext cx="2165000" cy="1265125"/>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52"/>
          <p:cNvSpPr/>
          <p:nvPr/>
        </p:nvSpPr>
        <p:spPr>
          <a:xfrm>
            <a:off x="3489500" y="4034431"/>
            <a:ext cx="2165000" cy="1265125"/>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3844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52"/>
          <p:cNvSpPr/>
          <p:nvPr/>
        </p:nvSpPr>
        <p:spPr>
          <a:xfrm>
            <a:off x="1228650" y="819150"/>
            <a:ext cx="6686700" cy="3505200"/>
          </a:xfrm>
          <a:prstGeom prst="roundRect">
            <a:avLst>
              <a:gd name="adj" fmla="val 7002"/>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52"/>
          <p:cNvSpPr txBox="1">
            <a:spLocks noGrp="1"/>
          </p:cNvSpPr>
          <p:nvPr>
            <p:ph type="title"/>
          </p:nvPr>
        </p:nvSpPr>
        <p:spPr>
          <a:xfrm>
            <a:off x="2332872" y="1144739"/>
            <a:ext cx="48684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Para-Virtualization</a:t>
            </a:r>
          </a:p>
        </p:txBody>
      </p:sp>
      <p:sp>
        <p:nvSpPr>
          <p:cNvPr id="459" name="Google Shape;459;p52"/>
          <p:cNvSpPr txBox="1">
            <a:spLocks noGrp="1"/>
          </p:cNvSpPr>
          <p:nvPr>
            <p:ph type="subTitle" idx="1"/>
          </p:nvPr>
        </p:nvSpPr>
        <p:spPr>
          <a:xfrm>
            <a:off x="2137800" y="2312128"/>
            <a:ext cx="4868400" cy="139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Paravirtualization is the category of CPU virtualization that uses hypercells for operations to handle instructions at compile time. In paravirtualization, guest OS is not completely isolated but it is partially isolated by the virtual machine from the virtualization layer and hardware. VMware and Xen are some examples of paravirtualization.</a:t>
            </a:r>
            <a:endParaRPr lang="fr-FR" dirty="0"/>
          </a:p>
        </p:txBody>
      </p:sp>
      <p:sp>
        <p:nvSpPr>
          <p:cNvPr id="460" name="Google Shape;460;p52"/>
          <p:cNvSpPr/>
          <p:nvPr/>
        </p:nvSpPr>
        <p:spPr>
          <a:xfrm rot="10800000">
            <a:off x="3489500" y="-156056"/>
            <a:ext cx="2165000" cy="1265125"/>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52"/>
          <p:cNvSpPr/>
          <p:nvPr/>
        </p:nvSpPr>
        <p:spPr>
          <a:xfrm>
            <a:off x="3489500" y="4034431"/>
            <a:ext cx="2165000" cy="1265125"/>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33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52"/>
          <p:cNvSpPr/>
          <p:nvPr/>
        </p:nvSpPr>
        <p:spPr>
          <a:xfrm>
            <a:off x="1228650" y="819150"/>
            <a:ext cx="6686700" cy="3505200"/>
          </a:xfrm>
          <a:prstGeom prst="roundRect">
            <a:avLst>
              <a:gd name="adj" fmla="val 7002"/>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52"/>
          <p:cNvSpPr txBox="1">
            <a:spLocks noGrp="1"/>
          </p:cNvSpPr>
          <p:nvPr>
            <p:ph type="title"/>
          </p:nvPr>
        </p:nvSpPr>
        <p:spPr>
          <a:xfrm>
            <a:off x="2036064" y="1146325"/>
            <a:ext cx="5323704"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OS level-Virtualization</a:t>
            </a:r>
          </a:p>
        </p:txBody>
      </p:sp>
      <p:sp>
        <p:nvSpPr>
          <p:cNvPr id="459" name="Google Shape;459;p52"/>
          <p:cNvSpPr txBox="1">
            <a:spLocks noGrp="1"/>
          </p:cNvSpPr>
          <p:nvPr>
            <p:ph type="subTitle" idx="1"/>
          </p:nvPr>
        </p:nvSpPr>
        <p:spPr>
          <a:xfrm>
            <a:off x="2137800" y="2084276"/>
            <a:ext cx="4868400" cy="139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lang="en-US" dirty="0"/>
          </a:p>
          <a:p>
            <a:pPr marL="0" lvl="0" indent="0" algn="ctr" rtl="0">
              <a:spcBef>
                <a:spcPts val="0"/>
              </a:spcBef>
              <a:spcAft>
                <a:spcPts val="0"/>
              </a:spcAft>
              <a:buNone/>
            </a:pPr>
            <a:r>
              <a:rPr lang="en-US" dirty="0"/>
              <a:t>OS virtualization is the use of software to allow a piece of hardware to run multiple operating system images at the same time. The technology got its start on mainframes decades ago, allowing administrators to avoid wasting expensive processing power.</a:t>
            </a:r>
            <a:endParaRPr lang="fr-FR" dirty="0"/>
          </a:p>
        </p:txBody>
      </p:sp>
      <p:sp>
        <p:nvSpPr>
          <p:cNvPr id="460" name="Google Shape;460;p52"/>
          <p:cNvSpPr/>
          <p:nvPr/>
        </p:nvSpPr>
        <p:spPr>
          <a:xfrm rot="10800000">
            <a:off x="3489500" y="-156056"/>
            <a:ext cx="2165000" cy="1265125"/>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52"/>
          <p:cNvSpPr/>
          <p:nvPr/>
        </p:nvSpPr>
        <p:spPr>
          <a:xfrm>
            <a:off x="3489500" y="4034431"/>
            <a:ext cx="2165000" cy="1265125"/>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5722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67"/>
          <p:cNvSpPr txBox="1">
            <a:spLocks noGrp="1"/>
          </p:cNvSpPr>
          <p:nvPr>
            <p:ph type="title"/>
          </p:nvPr>
        </p:nvSpPr>
        <p:spPr>
          <a:xfrm>
            <a:off x="941825" y="2711288"/>
            <a:ext cx="4601700" cy="993600"/>
          </a:xfrm>
          <a:prstGeom prst="rect">
            <a:avLst/>
          </a:prstGeom>
        </p:spPr>
        <p:txBody>
          <a:bodyPr spcFirstLastPara="1" wrap="square" lIns="91425" tIns="91425" rIns="91425" bIns="91425" anchor="ctr" anchorCtr="0">
            <a:noAutofit/>
          </a:bodyPr>
          <a:lstStyle/>
          <a:p>
            <a:pPr lvl="0"/>
            <a:r>
              <a:rPr lang="en-US" sz="5400" dirty="0"/>
              <a:t>BENEFITS</a:t>
            </a:r>
          </a:p>
        </p:txBody>
      </p:sp>
      <p:sp>
        <p:nvSpPr>
          <p:cNvPr id="755" name="Google Shape;755;p67"/>
          <p:cNvSpPr txBox="1">
            <a:spLocks noGrp="1"/>
          </p:cNvSpPr>
          <p:nvPr>
            <p:ph type="title" idx="2"/>
          </p:nvPr>
        </p:nvSpPr>
        <p:spPr>
          <a:xfrm>
            <a:off x="941825" y="1869485"/>
            <a:ext cx="15738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 dirty="0"/>
              <a:t>03.</a:t>
            </a:r>
            <a:endParaRPr dirty="0"/>
          </a:p>
        </p:txBody>
      </p:sp>
      <p:sp>
        <p:nvSpPr>
          <p:cNvPr id="756" name="Google Shape;756;p67"/>
          <p:cNvSpPr txBox="1">
            <a:spLocks noGrp="1"/>
          </p:cNvSpPr>
          <p:nvPr>
            <p:ph type="subTitle" idx="1"/>
          </p:nvPr>
        </p:nvSpPr>
        <p:spPr>
          <a:xfrm>
            <a:off x="941825" y="3672063"/>
            <a:ext cx="5173200" cy="367200"/>
          </a:xfrm>
          <a:prstGeom prst="rect">
            <a:avLst/>
          </a:prstGeom>
        </p:spPr>
        <p:txBody>
          <a:bodyPr spcFirstLastPara="1" wrap="square" lIns="91425" tIns="91425" rIns="91425" bIns="91425" anchor="ctr" anchorCtr="0">
            <a:noAutofit/>
          </a:bodyPr>
          <a:lstStyle/>
          <a:p>
            <a:pPr marL="0" lvl="0" indent="0"/>
            <a:r>
              <a:rPr lang="en-IN" dirty="0"/>
              <a:t>Benefits of Virtualization</a:t>
            </a:r>
          </a:p>
        </p:txBody>
      </p:sp>
      <p:sp>
        <p:nvSpPr>
          <p:cNvPr id="2" name="Google Shape;495;p54">
            <a:extLst>
              <a:ext uri="{FF2B5EF4-FFF2-40B4-BE49-F238E27FC236}">
                <a16:creationId xmlns:a16="http://schemas.microsoft.com/office/drawing/2014/main" id="{97820366-AFFC-A76A-07E9-46CCB9D8213B}"/>
              </a:ext>
            </a:extLst>
          </p:cNvPr>
          <p:cNvSpPr txBox="1">
            <a:spLocks/>
          </p:cNvSpPr>
          <p:nvPr/>
        </p:nvSpPr>
        <p:spPr>
          <a:xfrm>
            <a:off x="4898001" y="3984365"/>
            <a:ext cx="2165100" cy="535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00000"/>
              </a:lnSpc>
              <a:spcBef>
                <a:spcPts val="1600"/>
              </a:spcBef>
              <a:spcAft>
                <a:spcPts val="160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0" indent="0"/>
            <a:r>
              <a:rPr lang="en-US" dirty="0"/>
              <a:t>BY</a:t>
            </a:r>
          </a:p>
          <a:p>
            <a:pPr marL="0" indent="0"/>
            <a:r>
              <a:rPr lang="en-US" dirty="0"/>
              <a:t>KIRAN</a:t>
            </a:r>
          </a:p>
        </p:txBody>
      </p:sp>
    </p:spTree>
    <p:extLst>
      <p:ext uri="{BB962C8B-B14F-4D97-AF65-F5344CB8AC3E}">
        <p14:creationId xmlns:p14="http://schemas.microsoft.com/office/powerpoint/2010/main" val="2149954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54"/>
                                        </p:tgtEl>
                                        <p:attrNameLst>
                                          <p:attrName>style.visibility</p:attrName>
                                        </p:attrNameLst>
                                      </p:cBhvr>
                                      <p:to>
                                        <p:strVal val="visible"/>
                                      </p:to>
                                    </p:set>
                                    <p:animEffect transition="in" filter="fade">
                                      <p:cBhvr>
                                        <p:cTn id="7" dur="1000"/>
                                        <p:tgtEl>
                                          <p:spTgt spid="754"/>
                                        </p:tgtEl>
                                      </p:cBhvr>
                                    </p:animEffect>
                                  </p:childTnLst>
                                </p:cTn>
                              </p:par>
                              <p:par>
                                <p:cTn id="8" presetID="10" presetClass="entr" presetSubtype="0" fill="hold" nodeType="withEffect">
                                  <p:stCondLst>
                                    <p:cond delay="0"/>
                                  </p:stCondLst>
                                  <p:childTnLst>
                                    <p:set>
                                      <p:cBhvr>
                                        <p:cTn id="9" dur="1" fill="hold">
                                          <p:stCondLst>
                                            <p:cond delay="0"/>
                                          </p:stCondLst>
                                        </p:cTn>
                                        <p:tgtEl>
                                          <p:spTgt spid="755"/>
                                        </p:tgtEl>
                                        <p:attrNameLst>
                                          <p:attrName>style.visibility</p:attrName>
                                        </p:attrNameLst>
                                      </p:cBhvr>
                                      <p:to>
                                        <p:strVal val="visible"/>
                                      </p:to>
                                    </p:set>
                                    <p:animEffect transition="in" filter="fade">
                                      <p:cBhvr>
                                        <p:cTn id="10" dur="1000"/>
                                        <p:tgtEl>
                                          <p:spTgt spid="755"/>
                                        </p:tgtEl>
                                      </p:cBhvr>
                                    </p:animEffect>
                                  </p:childTnLst>
                                </p:cTn>
                              </p:par>
                              <p:par>
                                <p:cTn id="11" presetID="10" presetClass="entr" presetSubtype="0" fill="hold" nodeType="withEffect">
                                  <p:stCondLst>
                                    <p:cond delay="0"/>
                                  </p:stCondLst>
                                  <p:childTnLst>
                                    <p:set>
                                      <p:cBhvr>
                                        <p:cTn id="12" dur="1" fill="hold">
                                          <p:stCondLst>
                                            <p:cond delay="0"/>
                                          </p:stCondLst>
                                        </p:cTn>
                                        <p:tgtEl>
                                          <p:spTgt spid="756"/>
                                        </p:tgtEl>
                                        <p:attrNameLst>
                                          <p:attrName>style.visibility</p:attrName>
                                        </p:attrNameLst>
                                      </p:cBhvr>
                                      <p:to>
                                        <p:strVal val="visible"/>
                                      </p:to>
                                    </p:set>
                                    <p:animEffect transition="in" filter="fade">
                                      <p:cBhvr>
                                        <p:cTn id="13" dur="1000"/>
                                        <p:tgtEl>
                                          <p:spTgt spid="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p8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 dirty="0"/>
              <a:t>BENEFITS</a:t>
            </a:r>
            <a:endParaRPr dirty="0"/>
          </a:p>
        </p:txBody>
      </p:sp>
      <p:sp>
        <p:nvSpPr>
          <p:cNvPr id="1095" name="Google Shape;1095;p84"/>
          <p:cNvSpPr/>
          <p:nvPr/>
        </p:nvSpPr>
        <p:spPr>
          <a:xfrm>
            <a:off x="3680254" y="1246494"/>
            <a:ext cx="1970400" cy="438900"/>
          </a:xfrm>
          <a:prstGeom prst="roundRect">
            <a:avLst>
              <a:gd name="adj" fmla="val 41668"/>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sz="2000" b="1" dirty="0">
                <a:solidFill>
                  <a:schemeClr val="accent1"/>
                </a:solidFill>
                <a:latin typeface="Fjalla One"/>
                <a:ea typeface="Fjalla One"/>
                <a:cs typeface="Fjalla One"/>
                <a:sym typeface="Fjalla One"/>
              </a:rPr>
              <a:t>BENEFITS</a:t>
            </a:r>
            <a:endParaRPr sz="2000" b="1" dirty="0">
              <a:solidFill>
                <a:schemeClr val="accent1"/>
              </a:solidFill>
              <a:latin typeface="Fjalla One"/>
              <a:ea typeface="Fjalla One"/>
              <a:cs typeface="Fjalla One"/>
              <a:sym typeface="Fjalla One"/>
            </a:endParaRPr>
          </a:p>
        </p:txBody>
      </p:sp>
      <p:sp>
        <p:nvSpPr>
          <p:cNvPr id="1096" name="Google Shape;1096;p84"/>
          <p:cNvSpPr/>
          <p:nvPr/>
        </p:nvSpPr>
        <p:spPr>
          <a:xfrm>
            <a:off x="1146700" y="2898450"/>
            <a:ext cx="2157308" cy="2027118"/>
          </a:xfrm>
          <a:prstGeom prst="roundRect">
            <a:avLst>
              <a:gd name="adj" fmla="val 9896"/>
            </a:avLst>
          </a:prstGeom>
          <a:solidFill>
            <a:schemeClr val="dk2"/>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dk1"/>
                </a:solidFill>
                <a:latin typeface="Lato"/>
                <a:ea typeface="Lato"/>
                <a:cs typeface="Lato"/>
                <a:sym typeface="Lato"/>
              </a:rPr>
              <a:t>Virtualization maximizes resource utilization by running multiple virtual machines on a single physical server, leading to cost savings and increased efficiency.</a:t>
            </a:r>
            <a:endParaRPr dirty="0">
              <a:solidFill>
                <a:schemeClr val="dk1"/>
              </a:solidFill>
              <a:latin typeface="Lato"/>
              <a:ea typeface="Lato"/>
              <a:cs typeface="Lato"/>
              <a:sym typeface="Lato"/>
            </a:endParaRPr>
          </a:p>
        </p:txBody>
      </p:sp>
      <p:sp>
        <p:nvSpPr>
          <p:cNvPr id="1097" name="Google Shape;1097;p84"/>
          <p:cNvSpPr/>
          <p:nvPr/>
        </p:nvSpPr>
        <p:spPr>
          <a:xfrm>
            <a:off x="3586800" y="2202813"/>
            <a:ext cx="2157308" cy="5727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IN" sz="2000" b="1" dirty="0">
                <a:solidFill>
                  <a:schemeClr val="accent1"/>
                </a:solidFill>
                <a:latin typeface="Fjalla One"/>
                <a:ea typeface="Fjalla One"/>
                <a:cs typeface="Fjalla One"/>
                <a:sym typeface="Fjalla One"/>
              </a:rPr>
              <a:t>Cost Reduction</a:t>
            </a:r>
            <a:endParaRPr sz="2000" b="1" dirty="0">
              <a:solidFill>
                <a:schemeClr val="accent1"/>
              </a:solidFill>
              <a:latin typeface="Fjalla One"/>
              <a:ea typeface="Fjalla One"/>
              <a:cs typeface="Fjalla One"/>
              <a:sym typeface="Fjalla One"/>
            </a:endParaRPr>
          </a:p>
        </p:txBody>
      </p:sp>
      <p:sp>
        <p:nvSpPr>
          <p:cNvPr id="1098" name="Google Shape;1098;p84"/>
          <p:cNvSpPr/>
          <p:nvPr/>
        </p:nvSpPr>
        <p:spPr>
          <a:xfrm>
            <a:off x="1045548" y="2202813"/>
            <a:ext cx="2319007" cy="5727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IN" sz="2000" b="1" dirty="0">
                <a:solidFill>
                  <a:schemeClr val="accent1"/>
                </a:solidFill>
                <a:latin typeface="Fjalla One"/>
                <a:ea typeface="Fjalla One"/>
                <a:cs typeface="Fjalla One"/>
                <a:sym typeface="Fjalla One"/>
              </a:rPr>
              <a:t>Resource Optimization</a:t>
            </a:r>
            <a:endParaRPr sz="2000" b="1" dirty="0">
              <a:solidFill>
                <a:schemeClr val="accent1"/>
              </a:solidFill>
              <a:latin typeface="Fjalla One"/>
              <a:ea typeface="Fjalla One"/>
              <a:cs typeface="Fjalla One"/>
              <a:sym typeface="Fjalla One"/>
            </a:endParaRPr>
          </a:p>
        </p:txBody>
      </p:sp>
      <p:sp>
        <p:nvSpPr>
          <p:cNvPr id="1099" name="Google Shape;1099;p84"/>
          <p:cNvSpPr/>
          <p:nvPr/>
        </p:nvSpPr>
        <p:spPr>
          <a:xfrm>
            <a:off x="6026900" y="2202813"/>
            <a:ext cx="2157308" cy="5727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sz="2000" b="1" dirty="0">
                <a:solidFill>
                  <a:schemeClr val="accent1"/>
                </a:solidFill>
                <a:latin typeface="Fjalla One"/>
                <a:ea typeface="Fjalla One"/>
                <a:cs typeface="Fjalla One"/>
                <a:sym typeface="Fjalla One"/>
              </a:rPr>
              <a:t>CC ENABLEMENT</a:t>
            </a:r>
            <a:endParaRPr sz="2000" b="1" dirty="0">
              <a:solidFill>
                <a:schemeClr val="accent1"/>
              </a:solidFill>
              <a:latin typeface="Fjalla One"/>
              <a:ea typeface="Fjalla One"/>
              <a:cs typeface="Fjalla One"/>
              <a:sym typeface="Fjalla One"/>
            </a:endParaRPr>
          </a:p>
        </p:txBody>
      </p:sp>
      <p:cxnSp>
        <p:nvCxnSpPr>
          <p:cNvPr id="1102" name="Google Shape;1102;p84"/>
          <p:cNvCxnSpPr>
            <a:cxnSpLocks/>
            <a:stCxn id="1095" idx="2"/>
            <a:endCxn id="1098" idx="0"/>
          </p:cNvCxnSpPr>
          <p:nvPr/>
        </p:nvCxnSpPr>
        <p:spPr>
          <a:xfrm flipH="1">
            <a:off x="2205052" y="1685394"/>
            <a:ext cx="2460402" cy="517419"/>
          </a:xfrm>
          <a:prstGeom prst="straightConnector1">
            <a:avLst/>
          </a:prstGeom>
          <a:noFill/>
          <a:ln w="9525" cap="flat" cmpd="sng">
            <a:solidFill>
              <a:schemeClr val="accent1"/>
            </a:solidFill>
            <a:prstDash val="solid"/>
            <a:round/>
            <a:headEnd type="none" w="med" len="med"/>
            <a:tailEnd type="none" w="med" len="med"/>
          </a:ln>
        </p:spPr>
      </p:cxnSp>
      <p:cxnSp>
        <p:nvCxnSpPr>
          <p:cNvPr id="1103" name="Google Shape;1103;p84"/>
          <p:cNvCxnSpPr>
            <a:cxnSpLocks/>
            <a:stCxn id="1095" idx="2"/>
            <a:endCxn id="1097" idx="0"/>
          </p:cNvCxnSpPr>
          <p:nvPr/>
        </p:nvCxnSpPr>
        <p:spPr>
          <a:xfrm>
            <a:off x="4665454" y="1685394"/>
            <a:ext cx="0" cy="517419"/>
          </a:xfrm>
          <a:prstGeom prst="straightConnector1">
            <a:avLst/>
          </a:prstGeom>
          <a:noFill/>
          <a:ln w="9525" cap="flat" cmpd="sng">
            <a:solidFill>
              <a:schemeClr val="accent1"/>
            </a:solidFill>
            <a:prstDash val="solid"/>
            <a:round/>
            <a:headEnd type="none" w="med" len="med"/>
            <a:tailEnd type="none" w="med" len="med"/>
          </a:ln>
        </p:spPr>
      </p:cxnSp>
      <p:cxnSp>
        <p:nvCxnSpPr>
          <p:cNvPr id="1104" name="Google Shape;1104;p84"/>
          <p:cNvCxnSpPr>
            <a:cxnSpLocks/>
            <a:stCxn id="1095" idx="2"/>
            <a:endCxn id="1099" idx="0"/>
          </p:cNvCxnSpPr>
          <p:nvPr/>
        </p:nvCxnSpPr>
        <p:spPr>
          <a:xfrm>
            <a:off x="4665454" y="1685394"/>
            <a:ext cx="2440100" cy="517419"/>
          </a:xfrm>
          <a:prstGeom prst="straightConnector1">
            <a:avLst/>
          </a:prstGeom>
          <a:noFill/>
          <a:ln w="9525" cap="flat" cmpd="sng">
            <a:solidFill>
              <a:schemeClr val="accent1"/>
            </a:solidFill>
            <a:prstDash val="solid"/>
            <a:round/>
            <a:headEnd type="none" w="med" len="med"/>
            <a:tailEnd type="none" w="med" len="med"/>
          </a:ln>
        </p:spPr>
      </p:cxnSp>
      <p:sp>
        <p:nvSpPr>
          <p:cNvPr id="46" name="Google Shape;1096;p84">
            <a:extLst>
              <a:ext uri="{FF2B5EF4-FFF2-40B4-BE49-F238E27FC236}">
                <a16:creationId xmlns:a16="http://schemas.microsoft.com/office/drawing/2014/main" id="{D725240B-2B65-33A7-A234-1C775311633F}"/>
              </a:ext>
            </a:extLst>
          </p:cNvPr>
          <p:cNvSpPr/>
          <p:nvPr/>
        </p:nvSpPr>
        <p:spPr>
          <a:xfrm>
            <a:off x="3465706" y="2870482"/>
            <a:ext cx="2440100" cy="2027118"/>
          </a:xfrm>
          <a:prstGeom prst="roundRect">
            <a:avLst>
              <a:gd name="adj" fmla="val 9896"/>
            </a:avLst>
          </a:prstGeom>
          <a:solidFill>
            <a:schemeClr val="dk2"/>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dk1"/>
                </a:solidFill>
                <a:latin typeface="Lato"/>
                <a:ea typeface="Lato"/>
                <a:cs typeface="Lato"/>
                <a:sym typeface="Lato"/>
              </a:rPr>
              <a:t>Virtualization reduces costs by consolidating servers and minimizing hardware and operational expenses. It streamlines management, reducing administrative overhead and labor costs.</a:t>
            </a:r>
            <a:endParaRPr dirty="0">
              <a:solidFill>
                <a:schemeClr val="dk1"/>
              </a:solidFill>
              <a:latin typeface="Lato"/>
              <a:ea typeface="Lato"/>
              <a:cs typeface="Lato"/>
              <a:sym typeface="Lato"/>
            </a:endParaRPr>
          </a:p>
        </p:txBody>
      </p:sp>
      <p:sp>
        <p:nvSpPr>
          <p:cNvPr id="47" name="Google Shape;1096;p84">
            <a:extLst>
              <a:ext uri="{FF2B5EF4-FFF2-40B4-BE49-F238E27FC236}">
                <a16:creationId xmlns:a16="http://schemas.microsoft.com/office/drawing/2014/main" id="{847AA9F8-B21B-1DC4-D9C0-6E54994758CC}"/>
              </a:ext>
            </a:extLst>
          </p:cNvPr>
          <p:cNvSpPr/>
          <p:nvPr/>
        </p:nvSpPr>
        <p:spPr>
          <a:xfrm>
            <a:off x="6026900" y="2898450"/>
            <a:ext cx="2157308" cy="2027118"/>
          </a:xfrm>
          <a:prstGeom prst="roundRect">
            <a:avLst>
              <a:gd name="adj" fmla="val 9896"/>
            </a:avLst>
          </a:prstGeom>
          <a:solidFill>
            <a:schemeClr val="dk2"/>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lang="en-US" dirty="0">
              <a:solidFill>
                <a:schemeClr val="dk1"/>
              </a:solidFill>
              <a:latin typeface="Lato"/>
              <a:ea typeface="Lato"/>
              <a:cs typeface="Lato"/>
              <a:sym typeface="Lato"/>
            </a:endParaRPr>
          </a:p>
          <a:p>
            <a:pPr marL="0" lvl="0" indent="0" algn="ctr" rtl="0">
              <a:spcBef>
                <a:spcPts val="0"/>
              </a:spcBef>
              <a:spcAft>
                <a:spcPts val="0"/>
              </a:spcAft>
              <a:buNone/>
            </a:pPr>
            <a:r>
              <a:rPr lang="en-US" dirty="0">
                <a:solidFill>
                  <a:schemeClr val="dk1"/>
                </a:solidFill>
                <a:latin typeface="Lato"/>
                <a:ea typeface="Lato"/>
                <a:cs typeface="Lato"/>
                <a:sym typeface="Lato"/>
              </a:rPr>
              <a:t>Virtualization is crucial for cloud computing, enabling scalable resource delivery and efficient sharing of infrastructure. </a:t>
            </a:r>
          </a:p>
        </p:txBody>
      </p:sp>
    </p:spTree>
    <p:extLst>
      <p:ext uri="{BB962C8B-B14F-4D97-AF65-F5344CB8AC3E}">
        <p14:creationId xmlns:p14="http://schemas.microsoft.com/office/powerpoint/2010/main" val="1599863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67"/>
          <p:cNvSpPr txBox="1">
            <a:spLocks noGrp="1"/>
          </p:cNvSpPr>
          <p:nvPr>
            <p:ph type="title"/>
          </p:nvPr>
        </p:nvSpPr>
        <p:spPr>
          <a:xfrm>
            <a:off x="941825" y="2711288"/>
            <a:ext cx="4601700" cy="993600"/>
          </a:xfrm>
          <a:prstGeom prst="rect">
            <a:avLst/>
          </a:prstGeom>
        </p:spPr>
        <p:txBody>
          <a:bodyPr spcFirstLastPara="1" wrap="square" lIns="91425" tIns="91425" rIns="91425" bIns="91425" anchor="ctr" anchorCtr="0">
            <a:noAutofit/>
          </a:bodyPr>
          <a:lstStyle/>
          <a:p>
            <a:pPr lvl="0"/>
            <a:r>
              <a:rPr lang="en-US" sz="5400" dirty="0"/>
              <a:t>TOOLS</a:t>
            </a:r>
          </a:p>
        </p:txBody>
      </p:sp>
      <p:sp>
        <p:nvSpPr>
          <p:cNvPr id="755" name="Google Shape;755;p67"/>
          <p:cNvSpPr txBox="1">
            <a:spLocks noGrp="1"/>
          </p:cNvSpPr>
          <p:nvPr>
            <p:ph type="title" idx="2"/>
          </p:nvPr>
        </p:nvSpPr>
        <p:spPr>
          <a:xfrm>
            <a:off x="941825" y="1869485"/>
            <a:ext cx="15738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 dirty="0"/>
              <a:t>04.</a:t>
            </a:r>
            <a:endParaRPr dirty="0"/>
          </a:p>
        </p:txBody>
      </p:sp>
      <p:sp>
        <p:nvSpPr>
          <p:cNvPr id="756" name="Google Shape;756;p67"/>
          <p:cNvSpPr txBox="1">
            <a:spLocks noGrp="1"/>
          </p:cNvSpPr>
          <p:nvPr>
            <p:ph type="subTitle" idx="1"/>
          </p:nvPr>
        </p:nvSpPr>
        <p:spPr>
          <a:xfrm>
            <a:off x="941825" y="3672063"/>
            <a:ext cx="5173200" cy="367200"/>
          </a:xfrm>
          <a:prstGeom prst="rect">
            <a:avLst/>
          </a:prstGeom>
        </p:spPr>
        <p:txBody>
          <a:bodyPr spcFirstLastPara="1" wrap="square" lIns="91425" tIns="91425" rIns="91425" bIns="91425" anchor="ctr" anchorCtr="0">
            <a:noAutofit/>
          </a:bodyPr>
          <a:lstStyle/>
          <a:p>
            <a:pPr marL="0" lvl="0" indent="0"/>
            <a:r>
              <a:rPr lang="en-US" dirty="0"/>
              <a:t>Management and tools of Virtualization </a:t>
            </a:r>
          </a:p>
        </p:txBody>
      </p:sp>
      <p:sp>
        <p:nvSpPr>
          <p:cNvPr id="2" name="Google Shape;495;p54">
            <a:extLst>
              <a:ext uri="{FF2B5EF4-FFF2-40B4-BE49-F238E27FC236}">
                <a16:creationId xmlns:a16="http://schemas.microsoft.com/office/drawing/2014/main" id="{407341C6-CF98-07AA-0836-EC77F729389D}"/>
              </a:ext>
            </a:extLst>
          </p:cNvPr>
          <p:cNvSpPr txBox="1">
            <a:spLocks/>
          </p:cNvSpPr>
          <p:nvPr/>
        </p:nvSpPr>
        <p:spPr>
          <a:xfrm>
            <a:off x="4844992" y="4196400"/>
            <a:ext cx="2165100" cy="535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00000"/>
              </a:lnSpc>
              <a:spcBef>
                <a:spcPts val="1600"/>
              </a:spcBef>
              <a:spcAft>
                <a:spcPts val="160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0" indent="0"/>
            <a:r>
              <a:rPr lang="en-US" dirty="0"/>
              <a:t>BY</a:t>
            </a:r>
          </a:p>
          <a:p>
            <a:pPr marL="0" indent="0"/>
            <a:r>
              <a:rPr lang="en-US" dirty="0"/>
              <a:t>RAJARAJAN</a:t>
            </a:r>
          </a:p>
        </p:txBody>
      </p:sp>
    </p:spTree>
    <p:extLst>
      <p:ext uri="{BB962C8B-B14F-4D97-AF65-F5344CB8AC3E}">
        <p14:creationId xmlns:p14="http://schemas.microsoft.com/office/powerpoint/2010/main" val="203174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54"/>
                                        </p:tgtEl>
                                        <p:attrNameLst>
                                          <p:attrName>style.visibility</p:attrName>
                                        </p:attrNameLst>
                                      </p:cBhvr>
                                      <p:to>
                                        <p:strVal val="visible"/>
                                      </p:to>
                                    </p:set>
                                    <p:animEffect transition="in" filter="fade">
                                      <p:cBhvr>
                                        <p:cTn id="7" dur="1000"/>
                                        <p:tgtEl>
                                          <p:spTgt spid="754"/>
                                        </p:tgtEl>
                                      </p:cBhvr>
                                    </p:animEffect>
                                  </p:childTnLst>
                                </p:cTn>
                              </p:par>
                              <p:par>
                                <p:cTn id="8" presetID="10" presetClass="entr" presetSubtype="0" fill="hold" nodeType="withEffect">
                                  <p:stCondLst>
                                    <p:cond delay="0"/>
                                  </p:stCondLst>
                                  <p:childTnLst>
                                    <p:set>
                                      <p:cBhvr>
                                        <p:cTn id="9" dur="1" fill="hold">
                                          <p:stCondLst>
                                            <p:cond delay="0"/>
                                          </p:stCondLst>
                                        </p:cTn>
                                        <p:tgtEl>
                                          <p:spTgt spid="755"/>
                                        </p:tgtEl>
                                        <p:attrNameLst>
                                          <p:attrName>style.visibility</p:attrName>
                                        </p:attrNameLst>
                                      </p:cBhvr>
                                      <p:to>
                                        <p:strVal val="visible"/>
                                      </p:to>
                                    </p:set>
                                    <p:animEffect transition="in" filter="fade">
                                      <p:cBhvr>
                                        <p:cTn id="10" dur="1000"/>
                                        <p:tgtEl>
                                          <p:spTgt spid="755"/>
                                        </p:tgtEl>
                                      </p:cBhvr>
                                    </p:animEffect>
                                  </p:childTnLst>
                                </p:cTn>
                              </p:par>
                              <p:par>
                                <p:cTn id="11" presetID="10" presetClass="entr" presetSubtype="0" fill="hold" nodeType="withEffect">
                                  <p:stCondLst>
                                    <p:cond delay="0"/>
                                  </p:stCondLst>
                                  <p:childTnLst>
                                    <p:set>
                                      <p:cBhvr>
                                        <p:cTn id="12" dur="1" fill="hold">
                                          <p:stCondLst>
                                            <p:cond delay="0"/>
                                          </p:stCondLst>
                                        </p:cTn>
                                        <p:tgtEl>
                                          <p:spTgt spid="756"/>
                                        </p:tgtEl>
                                        <p:attrNameLst>
                                          <p:attrName>style.visibility</p:attrName>
                                        </p:attrNameLst>
                                      </p:cBhvr>
                                      <p:to>
                                        <p:strVal val="visible"/>
                                      </p:to>
                                    </p:set>
                                    <p:animEffect transition="in" filter="fade">
                                      <p:cBhvr>
                                        <p:cTn id="13" dur="1000"/>
                                        <p:tgtEl>
                                          <p:spTgt spid="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61"/>
          <p:cNvSpPr txBox="1">
            <a:spLocks noGrp="1"/>
          </p:cNvSpPr>
          <p:nvPr>
            <p:ph type="title"/>
          </p:nvPr>
        </p:nvSpPr>
        <p:spPr>
          <a:xfrm>
            <a:off x="1629135" y="2524900"/>
            <a:ext cx="2447100" cy="42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SCVMM</a:t>
            </a:r>
          </a:p>
        </p:txBody>
      </p:sp>
      <p:sp>
        <p:nvSpPr>
          <p:cNvPr id="588" name="Google Shape;588;p61"/>
          <p:cNvSpPr txBox="1">
            <a:spLocks noGrp="1"/>
          </p:cNvSpPr>
          <p:nvPr>
            <p:ph type="title" idx="2"/>
          </p:nvPr>
        </p:nvSpPr>
        <p:spPr>
          <a:xfrm>
            <a:off x="5067783" y="2524900"/>
            <a:ext cx="2447100" cy="42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err="1"/>
              <a:t>Proxmox</a:t>
            </a:r>
            <a:r>
              <a:rPr lang="en-IN" dirty="0"/>
              <a:t> VE</a:t>
            </a:r>
            <a:endParaRPr dirty="0"/>
          </a:p>
        </p:txBody>
      </p:sp>
      <p:sp>
        <p:nvSpPr>
          <p:cNvPr id="589" name="Google Shape;589;p61"/>
          <p:cNvSpPr txBox="1">
            <a:spLocks noGrp="1"/>
          </p:cNvSpPr>
          <p:nvPr>
            <p:ph type="subTitle" idx="1"/>
          </p:nvPr>
        </p:nvSpPr>
        <p:spPr>
          <a:xfrm>
            <a:off x="5114283" y="3215429"/>
            <a:ext cx="2447100" cy="101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t>Proxmox</a:t>
            </a:r>
            <a:r>
              <a:rPr lang="en-US" dirty="0"/>
              <a:t> VE is an open-source virtualization management platform that combines KVM and LXC containerization. It provides a web-based management </a:t>
            </a:r>
            <a:endParaRPr dirty="0"/>
          </a:p>
        </p:txBody>
      </p:sp>
      <p:sp>
        <p:nvSpPr>
          <p:cNvPr id="590" name="Google Shape;590;p61"/>
          <p:cNvSpPr txBox="1">
            <a:spLocks noGrp="1"/>
          </p:cNvSpPr>
          <p:nvPr>
            <p:ph type="subTitle" idx="3"/>
          </p:nvPr>
        </p:nvSpPr>
        <p:spPr>
          <a:xfrm>
            <a:off x="1629112" y="3201001"/>
            <a:ext cx="2447100" cy="101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SCVMM is a Microsoft Hyper-V virtualization platform management tool. It offers centralized management of virtual machines, virtual networking, and storage. </a:t>
            </a:r>
            <a:endParaRPr dirty="0"/>
          </a:p>
        </p:txBody>
      </p:sp>
      <p:sp>
        <p:nvSpPr>
          <p:cNvPr id="591" name="Google Shape;591;p61"/>
          <p:cNvSpPr txBox="1">
            <a:spLocks noGrp="1"/>
          </p:cNvSpPr>
          <p:nvPr>
            <p:ph type="title" idx="4"/>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T</a:t>
            </a:r>
            <a:r>
              <a:rPr lang="fr" dirty="0"/>
              <a:t>ools in </a:t>
            </a:r>
            <a:r>
              <a:rPr lang="en-US" dirty="0"/>
              <a:t>Virtualization </a:t>
            </a:r>
            <a:endParaRPr dirty="0"/>
          </a:p>
        </p:txBody>
      </p:sp>
      <p:sp>
        <p:nvSpPr>
          <p:cNvPr id="592" name="Google Shape;592;p61"/>
          <p:cNvSpPr/>
          <p:nvPr/>
        </p:nvSpPr>
        <p:spPr>
          <a:xfrm rot="10800000">
            <a:off x="2344027" y="1655728"/>
            <a:ext cx="1017286" cy="705347"/>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61"/>
          <p:cNvSpPr/>
          <p:nvPr/>
        </p:nvSpPr>
        <p:spPr>
          <a:xfrm>
            <a:off x="5782677" y="1655728"/>
            <a:ext cx="1017286" cy="705347"/>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4" name="Google Shape;594;p61"/>
          <p:cNvGrpSpPr/>
          <p:nvPr/>
        </p:nvGrpSpPr>
        <p:grpSpPr>
          <a:xfrm>
            <a:off x="6140031" y="1722944"/>
            <a:ext cx="341704" cy="330612"/>
            <a:chOff x="3254750" y="2140150"/>
            <a:chExt cx="334250" cy="323400"/>
          </a:xfrm>
        </p:grpSpPr>
        <p:sp>
          <p:nvSpPr>
            <p:cNvPr id="595" name="Google Shape;595;p61"/>
            <p:cNvSpPr/>
            <p:nvPr/>
          </p:nvSpPr>
          <p:spPr>
            <a:xfrm>
              <a:off x="3438525" y="2346425"/>
              <a:ext cx="19425" cy="18650"/>
            </a:xfrm>
            <a:custGeom>
              <a:avLst/>
              <a:gdLst/>
              <a:ahLst/>
              <a:cxnLst/>
              <a:rect l="l" t="t" r="r" b="b"/>
              <a:pathLst>
                <a:path w="777" h="746" extrusionOk="0">
                  <a:moveTo>
                    <a:pt x="1" y="1"/>
                  </a:moveTo>
                  <a:lnTo>
                    <a:pt x="1" y="745"/>
                  </a:lnTo>
                  <a:lnTo>
                    <a:pt x="776" y="745"/>
                  </a:lnTo>
                  <a:lnTo>
                    <a:pt x="77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61"/>
            <p:cNvSpPr/>
            <p:nvPr/>
          </p:nvSpPr>
          <p:spPr>
            <a:xfrm>
              <a:off x="3478075" y="2405375"/>
              <a:ext cx="18650" cy="19400"/>
            </a:xfrm>
            <a:custGeom>
              <a:avLst/>
              <a:gdLst/>
              <a:ahLst/>
              <a:cxnLst/>
              <a:rect l="l" t="t" r="r" b="b"/>
              <a:pathLst>
                <a:path w="746" h="776" extrusionOk="0">
                  <a:moveTo>
                    <a:pt x="1" y="0"/>
                  </a:moveTo>
                  <a:lnTo>
                    <a:pt x="1" y="776"/>
                  </a:lnTo>
                  <a:lnTo>
                    <a:pt x="745" y="776"/>
                  </a:lnTo>
                  <a:lnTo>
                    <a:pt x="7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61"/>
            <p:cNvSpPr/>
            <p:nvPr/>
          </p:nvSpPr>
          <p:spPr>
            <a:xfrm>
              <a:off x="3431550" y="2348775"/>
              <a:ext cx="72150" cy="72900"/>
            </a:xfrm>
            <a:custGeom>
              <a:avLst/>
              <a:gdLst/>
              <a:ahLst/>
              <a:cxnLst/>
              <a:rect l="l" t="t" r="r" b="b"/>
              <a:pathLst>
                <a:path w="2886" h="2916" extrusionOk="0">
                  <a:moveTo>
                    <a:pt x="2327" y="0"/>
                  </a:moveTo>
                  <a:lnTo>
                    <a:pt x="1" y="2357"/>
                  </a:lnTo>
                  <a:lnTo>
                    <a:pt x="528" y="2916"/>
                  </a:lnTo>
                  <a:lnTo>
                    <a:pt x="2885" y="558"/>
                  </a:lnTo>
                  <a:lnTo>
                    <a:pt x="23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61"/>
            <p:cNvSpPr/>
            <p:nvPr/>
          </p:nvSpPr>
          <p:spPr>
            <a:xfrm>
              <a:off x="3254750" y="2140150"/>
              <a:ext cx="334250" cy="323400"/>
            </a:xfrm>
            <a:custGeom>
              <a:avLst/>
              <a:gdLst/>
              <a:ahLst/>
              <a:cxnLst/>
              <a:rect l="l" t="t" r="r" b="b"/>
              <a:pathLst>
                <a:path w="13370" h="12936" extrusionOk="0">
                  <a:moveTo>
                    <a:pt x="3288" y="3165"/>
                  </a:moveTo>
                  <a:lnTo>
                    <a:pt x="3102" y="4561"/>
                  </a:lnTo>
                  <a:lnTo>
                    <a:pt x="5304" y="5646"/>
                  </a:lnTo>
                  <a:lnTo>
                    <a:pt x="3722" y="7911"/>
                  </a:lnTo>
                  <a:lnTo>
                    <a:pt x="3971" y="6019"/>
                  </a:lnTo>
                  <a:lnTo>
                    <a:pt x="1799" y="5305"/>
                  </a:lnTo>
                  <a:lnTo>
                    <a:pt x="3288" y="3165"/>
                  </a:lnTo>
                  <a:close/>
                  <a:moveTo>
                    <a:pt x="9895" y="7476"/>
                  </a:moveTo>
                  <a:lnTo>
                    <a:pt x="12253" y="9834"/>
                  </a:lnTo>
                  <a:lnTo>
                    <a:pt x="9895" y="12160"/>
                  </a:lnTo>
                  <a:lnTo>
                    <a:pt x="776" y="12160"/>
                  </a:lnTo>
                  <a:lnTo>
                    <a:pt x="776" y="7476"/>
                  </a:lnTo>
                  <a:lnTo>
                    <a:pt x="2978" y="7476"/>
                  </a:lnTo>
                  <a:lnTo>
                    <a:pt x="2544" y="10951"/>
                  </a:lnTo>
                  <a:lnTo>
                    <a:pt x="4963" y="7476"/>
                  </a:lnTo>
                  <a:close/>
                  <a:moveTo>
                    <a:pt x="4529" y="1"/>
                  </a:moveTo>
                  <a:lnTo>
                    <a:pt x="559" y="5708"/>
                  </a:lnTo>
                  <a:lnTo>
                    <a:pt x="3102" y="6546"/>
                  </a:lnTo>
                  <a:lnTo>
                    <a:pt x="3102" y="6670"/>
                  </a:lnTo>
                  <a:lnTo>
                    <a:pt x="0" y="6670"/>
                  </a:lnTo>
                  <a:lnTo>
                    <a:pt x="0" y="12936"/>
                  </a:lnTo>
                  <a:lnTo>
                    <a:pt x="10237" y="12936"/>
                  </a:lnTo>
                  <a:lnTo>
                    <a:pt x="13370" y="9803"/>
                  </a:lnTo>
                  <a:lnTo>
                    <a:pt x="10237" y="6670"/>
                  </a:lnTo>
                  <a:lnTo>
                    <a:pt x="5522" y="6670"/>
                  </a:lnTo>
                  <a:lnTo>
                    <a:pt x="6452" y="5336"/>
                  </a:lnTo>
                  <a:lnTo>
                    <a:pt x="3971" y="4095"/>
                  </a:lnTo>
                  <a:lnTo>
                    <a:pt x="45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9" name="Google Shape;599;p61"/>
          <p:cNvGrpSpPr/>
          <p:nvPr/>
        </p:nvGrpSpPr>
        <p:grpSpPr>
          <a:xfrm>
            <a:off x="2672021" y="1942298"/>
            <a:ext cx="341704" cy="341704"/>
            <a:chOff x="3254750" y="1575625"/>
            <a:chExt cx="334250" cy="334250"/>
          </a:xfrm>
        </p:grpSpPr>
        <p:sp>
          <p:nvSpPr>
            <p:cNvPr id="600" name="Google Shape;600;p61"/>
            <p:cNvSpPr/>
            <p:nvPr/>
          </p:nvSpPr>
          <p:spPr>
            <a:xfrm>
              <a:off x="3393550" y="1715975"/>
              <a:ext cx="27950" cy="27950"/>
            </a:xfrm>
            <a:custGeom>
              <a:avLst/>
              <a:gdLst/>
              <a:ahLst/>
              <a:cxnLst/>
              <a:rect l="l" t="t" r="r" b="b"/>
              <a:pathLst>
                <a:path w="1118" h="1118" extrusionOk="0">
                  <a:moveTo>
                    <a:pt x="559" y="0"/>
                  </a:moveTo>
                  <a:lnTo>
                    <a:pt x="1" y="559"/>
                  </a:lnTo>
                  <a:lnTo>
                    <a:pt x="559" y="1117"/>
                  </a:lnTo>
                  <a:lnTo>
                    <a:pt x="1117" y="559"/>
                  </a:lnTo>
                  <a:lnTo>
                    <a:pt x="5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61"/>
            <p:cNvSpPr/>
            <p:nvPr/>
          </p:nvSpPr>
          <p:spPr>
            <a:xfrm>
              <a:off x="3365625" y="1798950"/>
              <a:ext cx="27950" cy="27950"/>
            </a:xfrm>
            <a:custGeom>
              <a:avLst/>
              <a:gdLst/>
              <a:ahLst/>
              <a:cxnLst/>
              <a:rect l="l" t="t" r="r" b="b"/>
              <a:pathLst>
                <a:path w="1118" h="1118" extrusionOk="0">
                  <a:moveTo>
                    <a:pt x="559" y="0"/>
                  </a:moveTo>
                  <a:lnTo>
                    <a:pt x="1" y="559"/>
                  </a:lnTo>
                  <a:lnTo>
                    <a:pt x="559" y="1117"/>
                  </a:lnTo>
                  <a:lnTo>
                    <a:pt x="1118" y="559"/>
                  </a:lnTo>
                  <a:lnTo>
                    <a:pt x="5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61"/>
            <p:cNvSpPr/>
            <p:nvPr/>
          </p:nvSpPr>
          <p:spPr>
            <a:xfrm>
              <a:off x="3343925" y="1761725"/>
              <a:ext cx="100050" cy="19425"/>
            </a:xfrm>
            <a:custGeom>
              <a:avLst/>
              <a:gdLst/>
              <a:ahLst/>
              <a:cxnLst/>
              <a:rect l="l" t="t" r="r" b="b"/>
              <a:pathLst>
                <a:path w="4002" h="777" extrusionOk="0">
                  <a:moveTo>
                    <a:pt x="0" y="1"/>
                  </a:moveTo>
                  <a:lnTo>
                    <a:pt x="0" y="776"/>
                  </a:lnTo>
                  <a:lnTo>
                    <a:pt x="4002" y="776"/>
                  </a:lnTo>
                  <a:lnTo>
                    <a:pt x="40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61"/>
            <p:cNvSpPr/>
            <p:nvPr/>
          </p:nvSpPr>
          <p:spPr>
            <a:xfrm>
              <a:off x="3254750" y="1575625"/>
              <a:ext cx="334250" cy="334250"/>
            </a:xfrm>
            <a:custGeom>
              <a:avLst/>
              <a:gdLst/>
              <a:ahLst/>
              <a:cxnLst/>
              <a:rect l="l" t="t" r="r" b="b"/>
              <a:pathLst>
                <a:path w="13370" h="13370" extrusionOk="0">
                  <a:moveTo>
                    <a:pt x="8717" y="2668"/>
                  </a:moveTo>
                  <a:lnTo>
                    <a:pt x="9430" y="3381"/>
                  </a:lnTo>
                  <a:lnTo>
                    <a:pt x="8344" y="4498"/>
                  </a:lnTo>
                  <a:lnTo>
                    <a:pt x="7507" y="3660"/>
                  </a:lnTo>
                  <a:lnTo>
                    <a:pt x="6949" y="4219"/>
                  </a:lnTo>
                  <a:lnTo>
                    <a:pt x="9151" y="6452"/>
                  </a:lnTo>
                  <a:lnTo>
                    <a:pt x="9709" y="5894"/>
                  </a:lnTo>
                  <a:lnTo>
                    <a:pt x="8872" y="5056"/>
                  </a:lnTo>
                  <a:lnTo>
                    <a:pt x="9988" y="3939"/>
                  </a:lnTo>
                  <a:lnTo>
                    <a:pt x="10702" y="4653"/>
                  </a:lnTo>
                  <a:lnTo>
                    <a:pt x="10702" y="6545"/>
                  </a:lnTo>
                  <a:lnTo>
                    <a:pt x="4994" y="12253"/>
                  </a:lnTo>
                  <a:lnTo>
                    <a:pt x="1117" y="8375"/>
                  </a:lnTo>
                  <a:lnTo>
                    <a:pt x="6824" y="2668"/>
                  </a:lnTo>
                  <a:close/>
                  <a:moveTo>
                    <a:pt x="12811" y="0"/>
                  </a:moveTo>
                  <a:lnTo>
                    <a:pt x="9957" y="2854"/>
                  </a:lnTo>
                  <a:lnTo>
                    <a:pt x="9027" y="1923"/>
                  </a:lnTo>
                  <a:lnTo>
                    <a:pt x="6483" y="1923"/>
                  </a:lnTo>
                  <a:lnTo>
                    <a:pt x="0" y="8406"/>
                  </a:lnTo>
                  <a:lnTo>
                    <a:pt x="4963" y="13369"/>
                  </a:lnTo>
                  <a:lnTo>
                    <a:pt x="11477" y="6886"/>
                  </a:lnTo>
                  <a:lnTo>
                    <a:pt x="11477" y="4343"/>
                  </a:lnTo>
                  <a:lnTo>
                    <a:pt x="10516" y="3412"/>
                  </a:lnTo>
                  <a:lnTo>
                    <a:pt x="13370" y="558"/>
                  </a:lnTo>
                  <a:lnTo>
                    <a:pt x="128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60"/>
          <p:cNvSpPr txBox="1">
            <a:spLocks noGrp="1"/>
          </p:cNvSpPr>
          <p:nvPr>
            <p:ph type="title"/>
          </p:nvPr>
        </p:nvSpPr>
        <p:spPr>
          <a:xfrm>
            <a:off x="1629135" y="826525"/>
            <a:ext cx="2447100" cy="42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 dirty="0"/>
              <a:t> </a:t>
            </a:r>
            <a:r>
              <a:rPr lang="en-IN" dirty="0"/>
              <a:t>VMware vSphere</a:t>
            </a:r>
            <a:endParaRPr dirty="0"/>
          </a:p>
        </p:txBody>
      </p:sp>
      <p:sp>
        <p:nvSpPr>
          <p:cNvPr id="576" name="Google Shape;576;p60"/>
          <p:cNvSpPr txBox="1">
            <a:spLocks noGrp="1"/>
          </p:cNvSpPr>
          <p:nvPr>
            <p:ph type="title" idx="2"/>
          </p:nvPr>
        </p:nvSpPr>
        <p:spPr>
          <a:xfrm>
            <a:off x="5067788" y="2714987"/>
            <a:ext cx="2447100" cy="42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Citrix </a:t>
            </a:r>
            <a:r>
              <a:rPr lang="en-IN" dirty="0" err="1"/>
              <a:t>XenCenter</a:t>
            </a:r>
            <a:endParaRPr dirty="0"/>
          </a:p>
        </p:txBody>
      </p:sp>
      <p:sp>
        <p:nvSpPr>
          <p:cNvPr id="577" name="Google Shape;577;p60"/>
          <p:cNvSpPr txBox="1">
            <a:spLocks noGrp="1"/>
          </p:cNvSpPr>
          <p:nvPr>
            <p:ph type="subTitle" idx="1"/>
          </p:nvPr>
        </p:nvSpPr>
        <p:spPr>
          <a:xfrm>
            <a:off x="5111375" y="3476963"/>
            <a:ext cx="2447100" cy="10107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US" dirty="0" err="1"/>
              <a:t>XenCenter</a:t>
            </a:r>
            <a:r>
              <a:rPr lang="en-US" dirty="0"/>
              <a:t> is a management console for Citrix </a:t>
            </a:r>
            <a:r>
              <a:rPr lang="en-US" dirty="0" err="1"/>
              <a:t>XenServer</a:t>
            </a:r>
            <a:r>
              <a:rPr lang="en-US" dirty="0"/>
              <a:t>, an open-source virtualization platform. It provides a user-friendly interface to manage virtual machines, storage, and networking resources. </a:t>
            </a:r>
            <a:endParaRPr dirty="0"/>
          </a:p>
        </p:txBody>
      </p:sp>
      <p:sp>
        <p:nvSpPr>
          <p:cNvPr id="578" name="Google Shape;578;p60"/>
          <p:cNvSpPr txBox="1">
            <a:spLocks noGrp="1"/>
          </p:cNvSpPr>
          <p:nvPr>
            <p:ph type="subTitle" idx="3"/>
          </p:nvPr>
        </p:nvSpPr>
        <p:spPr>
          <a:xfrm>
            <a:off x="1629125" y="1417812"/>
            <a:ext cx="2447100" cy="101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VMware vSphere is a powerful virtualization platform for data centers, offering robust tools for managing and deploying virtual machines. </a:t>
            </a:r>
            <a:endParaRPr dirty="0"/>
          </a:p>
        </p:txBody>
      </p:sp>
      <p:pic>
        <p:nvPicPr>
          <p:cNvPr id="579" name="Google Shape;579;p60"/>
          <p:cNvPicPr preferRelativeResize="0"/>
          <p:nvPr/>
        </p:nvPicPr>
        <p:blipFill rotWithShape="1">
          <a:blip r:embed="rId3">
            <a:alphaModFix/>
          </a:blip>
          <a:srcRect l="20147" t="11065" r="8280" b="20670"/>
          <a:stretch/>
        </p:blipFill>
        <p:spPr>
          <a:xfrm>
            <a:off x="1270625" y="2592000"/>
            <a:ext cx="3164100" cy="2011500"/>
          </a:xfrm>
          <a:prstGeom prst="triangle">
            <a:avLst>
              <a:gd name="adj" fmla="val 50385"/>
            </a:avLst>
          </a:prstGeom>
          <a:noFill/>
          <a:ln>
            <a:noFill/>
          </a:ln>
        </p:spPr>
      </p:pic>
      <p:pic>
        <p:nvPicPr>
          <p:cNvPr id="580" name="Google Shape;580;p60"/>
          <p:cNvPicPr preferRelativeResize="0"/>
          <p:nvPr/>
        </p:nvPicPr>
        <p:blipFill rotWithShape="1">
          <a:blip r:embed="rId4">
            <a:alphaModFix/>
          </a:blip>
          <a:srcRect t="2380" b="2380"/>
          <a:stretch/>
        </p:blipFill>
        <p:spPr>
          <a:xfrm>
            <a:off x="4745682" y="536399"/>
            <a:ext cx="3164100" cy="2011500"/>
          </a:xfrm>
          <a:prstGeom prst="flowChartMerge">
            <a:avLst/>
          </a:prstGeom>
          <a:noFill/>
          <a:ln>
            <a:noFill/>
          </a:ln>
        </p:spPr>
      </p:pic>
      <p:sp>
        <p:nvSpPr>
          <p:cNvPr id="581" name="Google Shape;581;p60"/>
          <p:cNvSpPr/>
          <p:nvPr/>
        </p:nvSpPr>
        <p:spPr>
          <a:xfrm flipH="1">
            <a:off x="4785590" y="564606"/>
            <a:ext cx="3084285" cy="1962282"/>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60"/>
          <p:cNvSpPr/>
          <p:nvPr/>
        </p:nvSpPr>
        <p:spPr>
          <a:xfrm rot="10800000">
            <a:off x="1303340" y="2641218"/>
            <a:ext cx="3084285" cy="1962282"/>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67"/>
          <p:cNvSpPr txBox="1">
            <a:spLocks noGrp="1"/>
          </p:cNvSpPr>
          <p:nvPr>
            <p:ph type="title"/>
          </p:nvPr>
        </p:nvSpPr>
        <p:spPr>
          <a:xfrm>
            <a:off x="941825" y="2571750"/>
            <a:ext cx="5182249" cy="2257757"/>
          </a:xfrm>
          <a:prstGeom prst="rect">
            <a:avLst/>
          </a:prstGeom>
        </p:spPr>
        <p:txBody>
          <a:bodyPr spcFirstLastPara="1" wrap="square" lIns="91425" tIns="91425" rIns="91425" bIns="91425" anchor="ctr" anchorCtr="0">
            <a:noAutofit/>
          </a:bodyPr>
          <a:lstStyle/>
          <a:p>
            <a:pPr lvl="0"/>
            <a:r>
              <a:rPr lang="en-US" b="0" dirty="0"/>
              <a:t>Drag and Drop</a:t>
            </a:r>
            <a:br>
              <a:rPr lang="en-US" b="0" dirty="0"/>
            </a:br>
            <a:r>
              <a:rPr lang="en-US" b="0" dirty="0"/>
              <a:t>&amp; Virtual Steering</a:t>
            </a:r>
          </a:p>
        </p:txBody>
      </p:sp>
      <p:sp>
        <p:nvSpPr>
          <p:cNvPr id="755" name="Google Shape;755;p67"/>
          <p:cNvSpPr txBox="1">
            <a:spLocks noGrp="1"/>
          </p:cNvSpPr>
          <p:nvPr>
            <p:ph type="title" idx="2"/>
          </p:nvPr>
        </p:nvSpPr>
        <p:spPr>
          <a:xfrm>
            <a:off x="941825" y="1869485"/>
            <a:ext cx="382268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 dirty="0"/>
              <a:t>Our Project </a:t>
            </a:r>
            <a:endParaRPr dirty="0"/>
          </a:p>
        </p:txBody>
      </p:sp>
      <p:sp>
        <p:nvSpPr>
          <p:cNvPr id="2" name="Google Shape;495;p54">
            <a:extLst>
              <a:ext uri="{FF2B5EF4-FFF2-40B4-BE49-F238E27FC236}">
                <a16:creationId xmlns:a16="http://schemas.microsoft.com/office/drawing/2014/main" id="{3608091A-1E92-2681-EDC2-1C4CA972E88F}"/>
              </a:ext>
            </a:extLst>
          </p:cNvPr>
          <p:cNvSpPr txBox="1">
            <a:spLocks/>
          </p:cNvSpPr>
          <p:nvPr/>
        </p:nvSpPr>
        <p:spPr>
          <a:xfrm>
            <a:off x="7217132" y="4169896"/>
            <a:ext cx="2165100" cy="535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00000"/>
              </a:lnSpc>
              <a:spcBef>
                <a:spcPts val="160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00000"/>
              </a:lnSpc>
              <a:spcBef>
                <a:spcPts val="1600"/>
              </a:spcBef>
              <a:spcAft>
                <a:spcPts val="160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0" indent="0"/>
            <a:r>
              <a:rPr lang="en-US" dirty="0"/>
              <a:t>BY</a:t>
            </a:r>
          </a:p>
          <a:p>
            <a:pPr marL="0" indent="0"/>
            <a:r>
              <a:rPr lang="en-US" dirty="0"/>
              <a:t>LAKSHMANDEV</a:t>
            </a:r>
          </a:p>
        </p:txBody>
      </p:sp>
      <p:sp>
        <p:nvSpPr>
          <p:cNvPr id="3" name="Google Shape;755;p67">
            <a:extLst>
              <a:ext uri="{FF2B5EF4-FFF2-40B4-BE49-F238E27FC236}">
                <a16:creationId xmlns:a16="http://schemas.microsoft.com/office/drawing/2014/main" id="{4BA6A0FA-59FD-9C08-4099-19DF1EC9373B}"/>
              </a:ext>
            </a:extLst>
          </p:cNvPr>
          <p:cNvSpPr txBox="1">
            <a:spLocks/>
          </p:cNvSpPr>
          <p:nvPr/>
        </p:nvSpPr>
        <p:spPr>
          <a:xfrm>
            <a:off x="941825" y="1027685"/>
            <a:ext cx="1573800" cy="841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6000"/>
              <a:buFont typeface="Fjalla One"/>
              <a:buNone/>
              <a:defRPr sz="6000" b="1" i="0" u="none" strike="noStrike" cap="none">
                <a:solidFill>
                  <a:schemeClr val="dk1"/>
                </a:solidFill>
                <a:latin typeface="Fjalla One"/>
                <a:ea typeface="Fjalla One"/>
                <a:cs typeface="Fjalla One"/>
                <a:sym typeface="Fjalla One"/>
              </a:defRPr>
            </a:lvl1pPr>
            <a:lvl2pPr marR="0" lvl="1" algn="ctr" rtl="0">
              <a:lnSpc>
                <a:spcPct val="100000"/>
              </a:lnSpc>
              <a:spcBef>
                <a:spcPts val="0"/>
              </a:spcBef>
              <a:spcAft>
                <a:spcPts val="0"/>
              </a:spcAft>
              <a:buClr>
                <a:schemeClr val="dk1"/>
              </a:buClr>
              <a:buSzPts val="6000"/>
              <a:buFont typeface="Fjalla One"/>
              <a:buNone/>
              <a:defRPr sz="6000" b="0" i="0" u="none" strike="noStrike" cap="none">
                <a:solidFill>
                  <a:schemeClr val="dk1"/>
                </a:solidFill>
                <a:latin typeface="Fjalla One"/>
                <a:ea typeface="Fjalla One"/>
                <a:cs typeface="Fjalla One"/>
                <a:sym typeface="Fjalla One"/>
              </a:defRPr>
            </a:lvl2pPr>
            <a:lvl3pPr marR="0" lvl="2" algn="ctr" rtl="0">
              <a:lnSpc>
                <a:spcPct val="100000"/>
              </a:lnSpc>
              <a:spcBef>
                <a:spcPts val="0"/>
              </a:spcBef>
              <a:spcAft>
                <a:spcPts val="0"/>
              </a:spcAft>
              <a:buClr>
                <a:schemeClr val="dk1"/>
              </a:buClr>
              <a:buSzPts val="6000"/>
              <a:buFont typeface="Fjalla One"/>
              <a:buNone/>
              <a:defRPr sz="6000" b="0" i="0" u="none" strike="noStrike" cap="none">
                <a:solidFill>
                  <a:schemeClr val="dk1"/>
                </a:solidFill>
                <a:latin typeface="Fjalla One"/>
                <a:ea typeface="Fjalla One"/>
                <a:cs typeface="Fjalla One"/>
                <a:sym typeface="Fjalla One"/>
              </a:defRPr>
            </a:lvl3pPr>
            <a:lvl4pPr marR="0" lvl="3" algn="ctr" rtl="0">
              <a:lnSpc>
                <a:spcPct val="100000"/>
              </a:lnSpc>
              <a:spcBef>
                <a:spcPts val="0"/>
              </a:spcBef>
              <a:spcAft>
                <a:spcPts val="0"/>
              </a:spcAft>
              <a:buClr>
                <a:schemeClr val="dk1"/>
              </a:buClr>
              <a:buSzPts val="6000"/>
              <a:buFont typeface="Fjalla One"/>
              <a:buNone/>
              <a:defRPr sz="6000" b="0" i="0" u="none" strike="noStrike" cap="none">
                <a:solidFill>
                  <a:schemeClr val="dk1"/>
                </a:solidFill>
                <a:latin typeface="Fjalla One"/>
                <a:ea typeface="Fjalla One"/>
                <a:cs typeface="Fjalla One"/>
                <a:sym typeface="Fjalla One"/>
              </a:defRPr>
            </a:lvl4pPr>
            <a:lvl5pPr marR="0" lvl="4" algn="ctr" rtl="0">
              <a:lnSpc>
                <a:spcPct val="100000"/>
              </a:lnSpc>
              <a:spcBef>
                <a:spcPts val="0"/>
              </a:spcBef>
              <a:spcAft>
                <a:spcPts val="0"/>
              </a:spcAft>
              <a:buClr>
                <a:schemeClr val="dk1"/>
              </a:buClr>
              <a:buSzPts val="6000"/>
              <a:buFont typeface="Fjalla One"/>
              <a:buNone/>
              <a:defRPr sz="6000" b="0" i="0" u="none" strike="noStrike" cap="none">
                <a:solidFill>
                  <a:schemeClr val="dk1"/>
                </a:solidFill>
                <a:latin typeface="Fjalla One"/>
                <a:ea typeface="Fjalla One"/>
                <a:cs typeface="Fjalla One"/>
                <a:sym typeface="Fjalla One"/>
              </a:defRPr>
            </a:lvl5pPr>
            <a:lvl6pPr marR="0" lvl="5" algn="ctr" rtl="0">
              <a:lnSpc>
                <a:spcPct val="100000"/>
              </a:lnSpc>
              <a:spcBef>
                <a:spcPts val="0"/>
              </a:spcBef>
              <a:spcAft>
                <a:spcPts val="0"/>
              </a:spcAft>
              <a:buClr>
                <a:schemeClr val="dk1"/>
              </a:buClr>
              <a:buSzPts val="6000"/>
              <a:buFont typeface="Fjalla One"/>
              <a:buNone/>
              <a:defRPr sz="6000" b="0" i="0" u="none" strike="noStrike" cap="none">
                <a:solidFill>
                  <a:schemeClr val="dk1"/>
                </a:solidFill>
                <a:latin typeface="Fjalla One"/>
                <a:ea typeface="Fjalla One"/>
                <a:cs typeface="Fjalla One"/>
                <a:sym typeface="Fjalla One"/>
              </a:defRPr>
            </a:lvl6pPr>
            <a:lvl7pPr marR="0" lvl="6" algn="ctr" rtl="0">
              <a:lnSpc>
                <a:spcPct val="100000"/>
              </a:lnSpc>
              <a:spcBef>
                <a:spcPts val="0"/>
              </a:spcBef>
              <a:spcAft>
                <a:spcPts val="0"/>
              </a:spcAft>
              <a:buClr>
                <a:schemeClr val="dk1"/>
              </a:buClr>
              <a:buSzPts val="6000"/>
              <a:buFont typeface="Fjalla One"/>
              <a:buNone/>
              <a:defRPr sz="6000" b="0" i="0" u="none" strike="noStrike" cap="none">
                <a:solidFill>
                  <a:schemeClr val="dk1"/>
                </a:solidFill>
                <a:latin typeface="Fjalla One"/>
                <a:ea typeface="Fjalla One"/>
                <a:cs typeface="Fjalla One"/>
                <a:sym typeface="Fjalla One"/>
              </a:defRPr>
            </a:lvl7pPr>
            <a:lvl8pPr marR="0" lvl="7" algn="ctr" rtl="0">
              <a:lnSpc>
                <a:spcPct val="100000"/>
              </a:lnSpc>
              <a:spcBef>
                <a:spcPts val="0"/>
              </a:spcBef>
              <a:spcAft>
                <a:spcPts val="0"/>
              </a:spcAft>
              <a:buClr>
                <a:schemeClr val="dk1"/>
              </a:buClr>
              <a:buSzPts val="6000"/>
              <a:buFont typeface="Fjalla One"/>
              <a:buNone/>
              <a:defRPr sz="6000" b="0" i="0" u="none" strike="noStrike" cap="none">
                <a:solidFill>
                  <a:schemeClr val="dk1"/>
                </a:solidFill>
                <a:latin typeface="Fjalla One"/>
                <a:ea typeface="Fjalla One"/>
                <a:cs typeface="Fjalla One"/>
                <a:sym typeface="Fjalla One"/>
              </a:defRPr>
            </a:lvl8pPr>
            <a:lvl9pPr marR="0" lvl="8" algn="ctr" rtl="0">
              <a:lnSpc>
                <a:spcPct val="100000"/>
              </a:lnSpc>
              <a:spcBef>
                <a:spcPts val="0"/>
              </a:spcBef>
              <a:spcAft>
                <a:spcPts val="0"/>
              </a:spcAft>
              <a:buClr>
                <a:schemeClr val="dk1"/>
              </a:buClr>
              <a:buSzPts val="6000"/>
              <a:buFont typeface="Fjalla One"/>
              <a:buNone/>
              <a:defRPr sz="6000" b="0" i="0" u="none" strike="noStrike" cap="none">
                <a:solidFill>
                  <a:schemeClr val="dk1"/>
                </a:solidFill>
                <a:latin typeface="Fjalla One"/>
                <a:ea typeface="Fjalla One"/>
                <a:cs typeface="Fjalla One"/>
                <a:sym typeface="Fjalla One"/>
              </a:defRPr>
            </a:lvl9pPr>
          </a:lstStyle>
          <a:p>
            <a:r>
              <a:rPr lang="fr" dirty="0"/>
              <a:t>05.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54"/>
                                        </p:tgtEl>
                                        <p:attrNameLst>
                                          <p:attrName>style.visibility</p:attrName>
                                        </p:attrNameLst>
                                      </p:cBhvr>
                                      <p:to>
                                        <p:strVal val="visible"/>
                                      </p:to>
                                    </p:set>
                                    <p:animEffect transition="in" filter="fade">
                                      <p:cBhvr>
                                        <p:cTn id="7" dur="1000"/>
                                        <p:tgtEl>
                                          <p:spTgt spid="754"/>
                                        </p:tgtEl>
                                      </p:cBhvr>
                                    </p:animEffect>
                                  </p:childTnLst>
                                </p:cTn>
                              </p:par>
                              <p:par>
                                <p:cTn id="8" presetID="10" presetClass="entr" presetSubtype="0" fill="hold" nodeType="withEffect">
                                  <p:stCondLst>
                                    <p:cond delay="0"/>
                                  </p:stCondLst>
                                  <p:childTnLst>
                                    <p:set>
                                      <p:cBhvr>
                                        <p:cTn id="9" dur="1" fill="hold">
                                          <p:stCondLst>
                                            <p:cond delay="0"/>
                                          </p:stCondLst>
                                        </p:cTn>
                                        <p:tgtEl>
                                          <p:spTgt spid="755"/>
                                        </p:tgtEl>
                                        <p:attrNameLst>
                                          <p:attrName>style.visibility</p:attrName>
                                        </p:attrNameLst>
                                      </p:cBhvr>
                                      <p:to>
                                        <p:strVal val="visible"/>
                                      </p:to>
                                    </p:set>
                                    <p:animEffect transition="in" filter="fade">
                                      <p:cBhvr>
                                        <p:cTn id="10" dur="1000"/>
                                        <p:tgtEl>
                                          <p:spTgt spid="755"/>
                                        </p:tgtEl>
                                      </p:cBhvr>
                                    </p:animEffect>
                                  </p:childTnLst>
                                </p:cTn>
                              </p:par>
                              <p:par>
                                <p:cTn id="11" presetID="10"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09" name="Google Shape;1109;p85"/>
          <p:cNvSpPr/>
          <p:nvPr/>
        </p:nvSpPr>
        <p:spPr>
          <a:xfrm>
            <a:off x="936000" y="540000"/>
            <a:ext cx="7272000" cy="4063500"/>
          </a:xfrm>
          <a:prstGeom prst="roundRect">
            <a:avLst>
              <a:gd name="adj" fmla="val 7002"/>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85"/>
          <p:cNvSpPr txBox="1">
            <a:spLocks noGrp="1"/>
          </p:cNvSpPr>
          <p:nvPr>
            <p:ph type="title"/>
          </p:nvPr>
        </p:nvSpPr>
        <p:spPr>
          <a:xfrm>
            <a:off x="2317950" y="540000"/>
            <a:ext cx="4508100" cy="369795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dirty="0"/>
              <a:t>D</a:t>
            </a:r>
            <a:r>
              <a:rPr lang="fr" dirty="0"/>
              <a:t>rag &amp;</a:t>
            </a:r>
            <a:br>
              <a:rPr lang="fr" dirty="0"/>
            </a:br>
            <a:r>
              <a:rPr lang="fr" dirty="0"/>
              <a:t>Drop</a:t>
            </a:r>
            <a:endParaRPr dirty="0"/>
          </a:p>
        </p:txBody>
      </p:sp>
      <p:grpSp>
        <p:nvGrpSpPr>
          <p:cNvPr id="1111" name="Google Shape;1111;p85"/>
          <p:cNvGrpSpPr/>
          <p:nvPr/>
        </p:nvGrpSpPr>
        <p:grpSpPr>
          <a:xfrm>
            <a:off x="-371550" y="1260424"/>
            <a:ext cx="1666100" cy="2622681"/>
            <a:chOff x="-371550" y="1260424"/>
            <a:chExt cx="1666100" cy="2622681"/>
          </a:xfrm>
        </p:grpSpPr>
        <p:sp>
          <p:nvSpPr>
            <p:cNvPr id="1112" name="Google Shape;1112;p85"/>
            <p:cNvSpPr/>
            <p:nvPr/>
          </p:nvSpPr>
          <p:spPr>
            <a:xfrm rot="5400000">
              <a:off x="-783077" y="1805478"/>
              <a:ext cx="2622681" cy="1532572"/>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85"/>
            <p:cNvSpPr/>
            <p:nvPr/>
          </p:nvSpPr>
          <p:spPr>
            <a:xfrm rot="-5400000">
              <a:off x="-849506" y="2094083"/>
              <a:ext cx="1911349" cy="955437"/>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4" name="Google Shape;1114;p85"/>
          <p:cNvGrpSpPr/>
          <p:nvPr/>
        </p:nvGrpSpPr>
        <p:grpSpPr>
          <a:xfrm flipH="1">
            <a:off x="7849450" y="1260424"/>
            <a:ext cx="1666100" cy="2622681"/>
            <a:chOff x="-371550" y="1260424"/>
            <a:chExt cx="1666100" cy="2622681"/>
          </a:xfrm>
        </p:grpSpPr>
        <p:sp>
          <p:nvSpPr>
            <p:cNvPr id="1115" name="Google Shape;1115;p85"/>
            <p:cNvSpPr/>
            <p:nvPr/>
          </p:nvSpPr>
          <p:spPr>
            <a:xfrm rot="5400000">
              <a:off x="-783077" y="1805478"/>
              <a:ext cx="2622681" cy="1532572"/>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85"/>
            <p:cNvSpPr/>
            <p:nvPr/>
          </p:nvSpPr>
          <p:spPr>
            <a:xfrm rot="-5400000">
              <a:off x="-849506" y="2094083"/>
              <a:ext cx="1911349" cy="955437"/>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756;p67">
            <a:extLst>
              <a:ext uri="{FF2B5EF4-FFF2-40B4-BE49-F238E27FC236}">
                <a16:creationId xmlns:a16="http://schemas.microsoft.com/office/drawing/2014/main" id="{C5D37115-5ECB-A598-2807-E5BF3E762AB0}"/>
              </a:ext>
            </a:extLst>
          </p:cNvPr>
          <p:cNvSpPr txBox="1">
            <a:spLocks/>
          </p:cNvSpPr>
          <p:nvPr/>
        </p:nvSpPr>
        <p:spPr>
          <a:xfrm>
            <a:off x="5973513" y="3877320"/>
            <a:ext cx="5173200" cy="3672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t>By </a:t>
            </a:r>
          </a:p>
          <a:p>
            <a:r>
              <a:rPr lang="en-US" b="1" dirty="0"/>
              <a:t>Python 3.10.11</a:t>
            </a:r>
            <a:endParaRPr lang="en-IN" b="1" dirty="0"/>
          </a:p>
        </p:txBody>
      </p:sp>
      <p:sp>
        <p:nvSpPr>
          <p:cNvPr id="3" name="Google Shape;756;p67">
            <a:extLst>
              <a:ext uri="{FF2B5EF4-FFF2-40B4-BE49-F238E27FC236}">
                <a16:creationId xmlns:a16="http://schemas.microsoft.com/office/drawing/2014/main" id="{56B3D065-F908-DBC8-28AD-E5D37CE5F369}"/>
              </a:ext>
            </a:extLst>
          </p:cNvPr>
          <p:cNvSpPr txBox="1">
            <a:spLocks/>
          </p:cNvSpPr>
          <p:nvPr/>
        </p:nvSpPr>
        <p:spPr>
          <a:xfrm>
            <a:off x="5973513" y="3883077"/>
            <a:ext cx="1742410" cy="361443"/>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t>By </a:t>
            </a:r>
          </a:p>
          <a:p>
            <a:r>
              <a:rPr lang="en-US" b="1" dirty="0"/>
              <a:t>Python 3.10.11</a:t>
            </a:r>
            <a:endParaRPr lang="en-IN" b="1" dirty="0"/>
          </a:p>
        </p:txBody>
      </p:sp>
      <p:sp>
        <p:nvSpPr>
          <p:cNvPr id="4" name="Google Shape;756;p67">
            <a:extLst>
              <a:ext uri="{FF2B5EF4-FFF2-40B4-BE49-F238E27FC236}">
                <a16:creationId xmlns:a16="http://schemas.microsoft.com/office/drawing/2014/main" id="{38AC7EA2-2137-1230-F6F7-426B68FDC05E}"/>
              </a:ext>
            </a:extLst>
          </p:cNvPr>
          <p:cNvSpPr txBox="1">
            <a:spLocks/>
          </p:cNvSpPr>
          <p:nvPr/>
        </p:nvSpPr>
        <p:spPr>
          <a:xfrm>
            <a:off x="3754255" y="533430"/>
            <a:ext cx="1742410" cy="361443"/>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b="1" dirty="0"/>
              <a:t>Project 01</a:t>
            </a:r>
            <a:endParaRPr lang="en-IN" b="1" dirty="0"/>
          </a:p>
        </p:txBody>
      </p:sp>
    </p:spTree>
    <p:extLst>
      <p:ext uri="{BB962C8B-B14F-4D97-AF65-F5344CB8AC3E}">
        <p14:creationId xmlns:p14="http://schemas.microsoft.com/office/powerpoint/2010/main" val="170762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10"/>
                                        </p:tgtEl>
                                        <p:attrNameLst>
                                          <p:attrName>style.visibility</p:attrName>
                                        </p:attrNameLst>
                                      </p:cBhvr>
                                      <p:to>
                                        <p:strVal val="visible"/>
                                      </p:to>
                                    </p:set>
                                    <p:animEffect transition="in" filter="fade">
                                      <p:cBhvr>
                                        <p:cTn id="7" dur="1000"/>
                                        <p:tgtEl>
                                          <p:spTgt spid="1110"/>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p78"/>
          <p:cNvSpPr txBox="1">
            <a:spLocks noGrp="1"/>
          </p:cNvSpPr>
          <p:nvPr>
            <p:ph type="title"/>
          </p:nvPr>
        </p:nvSpPr>
        <p:spPr>
          <a:xfrm>
            <a:off x="959885" y="1662600"/>
            <a:ext cx="3690300" cy="73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solidFill>
                  <a:schemeClr val="accent1"/>
                </a:solidFill>
              </a:rPr>
              <a:t>Drop &amp; Drop</a:t>
            </a:r>
            <a:endParaRPr dirty="0">
              <a:solidFill>
                <a:schemeClr val="accent1"/>
              </a:solidFill>
            </a:endParaRPr>
          </a:p>
        </p:txBody>
      </p:sp>
      <p:sp>
        <p:nvSpPr>
          <p:cNvPr id="968" name="Google Shape;968;p78"/>
          <p:cNvSpPr txBox="1">
            <a:spLocks noGrp="1"/>
          </p:cNvSpPr>
          <p:nvPr>
            <p:ph type="subTitle" idx="1"/>
          </p:nvPr>
        </p:nvSpPr>
        <p:spPr>
          <a:xfrm>
            <a:off x="959885" y="2400613"/>
            <a:ext cx="3342900" cy="1080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My Project on virtualization is a Python program that makes an object drag and drop through hand gestures by handling the camera portion.</a:t>
            </a:r>
            <a:endParaRPr dirty="0"/>
          </a:p>
        </p:txBody>
      </p:sp>
      <p:sp>
        <p:nvSpPr>
          <p:cNvPr id="969" name="Google Shape;969;p78"/>
          <p:cNvSpPr/>
          <p:nvPr/>
        </p:nvSpPr>
        <p:spPr>
          <a:xfrm>
            <a:off x="5922352" y="3389876"/>
            <a:ext cx="1058136" cy="438946"/>
          </a:xfrm>
          <a:custGeom>
            <a:avLst/>
            <a:gdLst/>
            <a:ahLst/>
            <a:cxnLst/>
            <a:rect l="l" t="t" r="r" b="b"/>
            <a:pathLst>
              <a:path w="33836" h="15982" extrusionOk="0">
                <a:moveTo>
                  <a:pt x="5823" y="1"/>
                </a:moveTo>
                <a:lnTo>
                  <a:pt x="4765" y="10846"/>
                </a:lnTo>
                <a:cubicBezTo>
                  <a:pt x="4692" y="11581"/>
                  <a:pt x="4304" y="12243"/>
                  <a:pt x="3691" y="12671"/>
                </a:cubicBezTo>
                <a:lnTo>
                  <a:pt x="461" y="14940"/>
                </a:lnTo>
                <a:cubicBezTo>
                  <a:pt x="0" y="15263"/>
                  <a:pt x="226" y="15982"/>
                  <a:pt x="800" y="15982"/>
                </a:cubicBezTo>
                <a:lnTo>
                  <a:pt x="33028" y="15982"/>
                </a:lnTo>
                <a:cubicBezTo>
                  <a:pt x="33601" y="15982"/>
                  <a:pt x="33836" y="15263"/>
                  <a:pt x="33367" y="14940"/>
                </a:cubicBezTo>
                <a:lnTo>
                  <a:pt x="30137" y="12671"/>
                </a:lnTo>
                <a:cubicBezTo>
                  <a:pt x="29523" y="12243"/>
                  <a:pt x="29136" y="11581"/>
                  <a:pt x="29063" y="10846"/>
                </a:cubicBezTo>
                <a:lnTo>
                  <a:pt x="280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78"/>
          <p:cNvSpPr/>
          <p:nvPr/>
        </p:nvSpPr>
        <p:spPr>
          <a:xfrm>
            <a:off x="4718560" y="1314675"/>
            <a:ext cx="3465556" cy="2097667"/>
          </a:xfrm>
          <a:custGeom>
            <a:avLst/>
            <a:gdLst/>
            <a:ahLst/>
            <a:cxnLst/>
            <a:rect l="l" t="t" r="r" b="b"/>
            <a:pathLst>
              <a:path w="110818" h="76376" extrusionOk="0">
                <a:moveTo>
                  <a:pt x="2682" y="0"/>
                </a:moveTo>
                <a:cubicBezTo>
                  <a:pt x="1204" y="0"/>
                  <a:pt x="1" y="1195"/>
                  <a:pt x="1" y="2673"/>
                </a:cubicBezTo>
                <a:lnTo>
                  <a:pt x="1" y="73703"/>
                </a:lnTo>
                <a:cubicBezTo>
                  <a:pt x="1" y="75180"/>
                  <a:pt x="1204" y="76375"/>
                  <a:pt x="2682" y="76375"/>
                </a:cubicBezTo>
                <a:lnTo>
                  <a:pt x="108136" y="76375"/>
                </a:lnTo>
                <a:cubicBezTo>
                  <a:pt x="109614" y="76375"/>
                  <a:pt x="110817" y="75180"/>
                  <a:pt x="110817" y="73703"/>
                </a:cubicBezTo>
                <a:lnTo>
                  <a:pt x="110817" y="2673"/>
                </a:lnTo>
                <a:cubicBezTo>
                  <a:pt x="110817" y="1195"/>
                  <a:pt x="109614" y="0"/>
                  <a:pt x="1081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image19.png">
            <a:extLst>
              <a:ext uri="{FF2B5EF4-FFF2-40B4-BE49-F238E27FC236}">
                <a16:creationId xmlns:a16="http://schemas.microsoft.com/office/drawing/2014/main" id="{B19378BD-D592-C33D-6572-27FF968394BE}"/>
              </a:ext>
            </a:extLst>
          </p:cNvPr>
          <p:cNvPicPr>
            <a:picLocks noChangeAspect="1"/>
          </p:cNvPicPr>
          <p:nvPr/>
        </p:nvPicPr>
        <p:blipFill>
          <a:blip r:embed="rId3" cstate="print"/>
          <a:stretch>
            <a:fillRect/>
          </a:stretch>
        </p:blipFill>
        <p:spPr>
          <a:xfrm>
            <a:off x="4949952" y="1600416"/>
            <a:ext cx="2952511" cy="155093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p78"/>
          <p:cNvSpPr txBox="1">
            <a:spLocks noGrp="1"/>
          </p:cNvSpPr>
          <p:nvPr>
            <p:ph type="title"/>
          </p:nvPr>
        </p:nvSpPr>
        <p:spPr>
          <a:xfrm>
            <a:off x="1691405" y="414508"/>
            <a:ext cx="3690300" cy="73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1"/>
                </a:solidFill>
              </a:rPr>
              <a:t>OUTPUTS </a:t>
            </a:r>
            <a:endParaRPr dirty="0">
              <a:solidFill>
                <a:schemeClr val="accent1"/>
              </a:solidFill>
            </a:endParaRPr>
          </a:p>
        </p:txBody>
      </p:sp>
      <p:sp>
        <p:nvSpPr>
          <p:cNvPr id="969" name="Google Shape;969;p78"/>
          <p:cNvSpPr/>
          <p:nvPr/>
        </p:nvSpPr>
        <p:spPr>
          <a:xfrm>
            <a:off x="2139466" y="3640385"/>
            <a:ext cx="1323062" cy="724349"/>
          </a:xfrm>
          <a:custGeom>
            <a:avLst/>
            <a:gdLst/>
            <a:ahLst/>
            <a:cxnLst/>
            <a:rect l="l" t="t" r="r" b="b"/>
            <a:pathLst>
              <a:path w="33836" h="15982" extrusionOk="0">
                <a:moveTo>
                  <a:pt x="5823" y="1"/>
                </a:moveTo>
                <a:lnTo>
                  <a:pt x="4765" y="10846"/>
                </a:lnTo>
                <a:cubicBezTo>
                  <a:pt x="4692" y="11581"/>
                  <a:pt x="4304" y="12243"/>
                  <a:pt x="3691" y="12671"/>
                </a:cubicBezTo>
                <a:lnTo>
                  <a:pt x="461" y="14940"/>
                </a:lnTo>
                <a:cubicBezTo>
                  <a:pt x="0" y="15263"/>
                  <a:pt x="226" y="15982"/>
                  <a:pt x="800" y="15982"/>
                </a:cubicBezTo>
                <a:lnTo>
                  <a:pt x="33028" y="15982"/>
                </a:lnTo>
                <a:cubicBezTo>
                  <a:pt x="33601" y="15982"/>
                  <a:pt x="33836" y="15263"/>
                  <a:pt x="33367" y="14940"/>
                </a:cubicBezTo>
                <a:lnTo>
                  <a:pt x="30137" y="12671"/>
                </a:lnTo>
                <a:cubicBezTo>
                  <a:pt x="29523" y="12243"/>
                  <a:pt x="29136" y="11581"/>
                  <a:pt x="29063" y="10846"/>
                </a:cubicBezTo>
                <a:lnTo>
                  <a:pt x="280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78"/>
          <p:cNvSpPr/>
          <p:nvPr/>
        </p:nvSpPr>
        <p:spPr>
          <a:xfrm>
            <a:off x="1106443" y="1231392"/>
            <a:ext cx="3529813" cy="2408995"/>
          </a:xfrm>
          <a:custGeom>
            <a:avLst/>
            <a:gdLst/>
            <a:ahLst/>
            <a:cxnLst/>
            <a:rect l="l" t="t" r="r" b="b"/>
            <a:pathLst>
              <a:path w="110818" h="76376" extrusionOk="0">
                <a:moveTo>
                  <a:pt x="2682" y="0"/>
                </a:moveTo>
                <a:cubicBezTo>
                  <a:pt x="1204" y="0"/>
                  <a:pt x="1" y="1195"/>
                  <a:pt x="1" y="2673"/>
                </a:cubicBezTo>
                <a:lnTo>
                  <a:pt x="1" y="73703"/>
                </a:lnTo>
                <a:cubicBezTo>
                  <a:pt x="1" y="75180"/>
                  <a:pt x="1204" y="76375"/>
                  <a:pt x="2682" y="76375"/>
                </a:cubicBezTo>
                <a:lnTo>
                  <a:pt x="108136" y="76375"/>
                </a:lnTo>
                <a:cubicBezTo>
                  <a:pt x="109614" y="76375"/>
                  <a:pt x="110817" y="75180"/>
                  <a:pt x="110817" y="73703"/>
                </a:cubicBezTo>
                <a:lnTo>
                  <a:pt x="110817" y="2673"/>
                </a:lnTo>
                <a:cubicBezTo>
                  <a:pt x="110817" y="1195"/>
                  <a:pt x="109614" y="0"/>
                  <a:pt x="1081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 name="image21.jpeg">
            <a:extLst>
              <a:ext uri="{FF2B5EF4-FFF2-40B4-BE49-F238E27FC236}">
                <a16:creationId xmlns:a16="http://schemas.microsoft.com/office/drawing/2014/main" id="{87008441-ED93-C41C-C080-131F45AD4CA5}"/>
              </a:ext>
            </a:extLst>
          </p:cNvPr>
          <p:cNvPicPr>
            <a:picLocks noChangeAspect="1"/>
          </p:cNvPicPr>
          <p:nvPr/>
        </p:nvPicPr>
        <p:blipFill>
          <a:blip r:embed="rId3" cstate="print"/>
          <a:stretch>
            <a:fillRect/>
          </a:stretch>
        </p:blipFill>
        <p:spPr>
          <a:xfrm>
            <a:off x="1419647" y="1309494"/>
            <a:ext cx="2839149" cy="2252789"/>
          </a:xfrm>
          <a:prstGeom prst="rect">
            <a:avLst/>
          </a:prstGeom>
        </p:spPr>
      </p:pic>
      <p:sp>
        <p:nvSpPr>
          <p:cNvPr id="8" name="Google Shape;969;p78">
            <a:extLst>
              <a:ext uri="{FF2B5EF4-FFF2-40B4-BE49-F238E27FC236}">
                <a16:creationId xmlns:a16="http://schemas.microsoft.com/office/drawing/2014/main" id="{3AD3C0F1-AF7D-EBFB-0FA4-7A0E0648FDD6}"/>
              </a:ext>
            </a:extLst>
          </p:cNvPr>
          <p:cNvSpPr/>
          <p:nvPr/>
        </p:nvSpPr>
        <p:spPr>
          <a:xfrm>
            <a:off x="6083578" y="3640384"/>
            <a:ext cx="1323062" cy="724349"/>
          </a:xfrm>
          <a:custGeom>
            <a:avLst/>
            <a:gdLst/>
            <a:ahLst/>
            <a:cxnLst/>
            <a:rect l="l" t="t" r="r" b="b"/>
            <a:pathLst>
              <a:path w="33836" h="15982" extrusionOk="0">
                <a:moveTo>
                  <a:pt x="5823" y="1"/>
                </a:moveTo>
                <a:lnTo>
                  <a:pt x="4765" y="10846"/>
                </a:lnTo>
                <a:cubicBezTo>
                  <a:pt x="4692" y="11581"/>
                  <a:pt x="4304" y="12243"/>
                  <a:pt x="3691" y="12671"/>
                </a:cubicBezTo>
                <a:lnTo>
                  <a:pt x="461" y="14940"/>
                </a:lnTo>
                <a:cubicBezTo>
                  <a:pt x="0" y="15263"/>
                  <a:pt x="226" y="15982"/>
                  <a:pt x="800" y="15982"/>
                </a:cubicBezTo>
                <a:lnTo>
                  <a:pt x="33028" y="15982"/>
                </a:lnTo>
                <a:cubicBezTo>
                  <a:pt x="33601" y="15982"/>
                  <a:pt x="33836" y="15263"/>
                  <a:pt x="33367" y="14940"/>
                </a:cubicBezTo>
                <a:lnTo>
                  <a:pt x="30137" y="12671"/>
                </a:lnTo>
                <a:cubicBezTo>
                  <a:pt x="29523" y="12243"/>
                  <a:pt x="29136" y="11581"/>
                  <a:pt x="29063" y="10846"/>
                </a:cubicBezTo>
                <a:lnTo>
                  <a:pt x="280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70;p78">
            <a:extLst>
              <a:ext uri="{FF2B5EF4-FFF2-40B4-BE49-F238E27FC236}">
                <a16:creationId xmlns:a16="http://schemas.microsoft.com/office/drawing/2014/main" id="{4B74FEC0-72E9-B5BA-7E40-8964EE0AB773}"/>
              </a:ext>
            </a:extLst>
          </p:cNvPr>
          <p:cNvSpPr/>
          <p:nvPr/>
        </p:nvSpPr>
        <p:spPr>
          <a:xfrm>
            <a:off x="4989824" y="1231392"/>
            <a:ext cx="3529813" cy="2408995"/>
          </a:xfrm>
          <a:custGeom>
            <a:avLst/>
            <a:gdLst/>
            <a:ahLst/>
            <a:cxnLst/>
            <a:rect l="l" t="t" r="r" b="b"/>
            <a:pathLst>
              <a:path w="110818" h="76376" extrusionOk="0">
                <a:moveTo>
                  <a:pt x="2682" y="0"/>
                </a:moveTo>
                <a:cubicBezTo>
                  <a:pt x="1204" y="0"/>
                  <a:pt x="1" y="1195"/>
                  <a:pt x="1" y="2673"/>
                </a:cubicBezTo>
                <a:lnTo>
                  <a:pt x="1" y="73703"/>
                </a:lnTo>
                <a:cubicBezTo>
                  <a:pt x="1" y="75180"/>
                  <a:pt x="1204" y="76375"/>
                  <a:pt x="2682" y="76375"/>
                </a:cubicBezTo>
                <a:lnTo>
                  <a:pt x="108136" y="76375"/>
                </a:lnTo>
                <a:cubicBezTo>
                  <a:pt x="109614" y="76375"/>
                  <a:pt x="110817" y="75180"/>
                  <a:pt x="110817" y="73703"/>
                </a:cubicBezTo>
                <a:lnTo>
                  <a:pt x="110817" y="2673"/>
                </a:lnTo>
                <a:cubicBezTo>
                  <a:pt x="110817" y="1195"/>
                  <a:pt x="109614" y="0"/>
                  <a:pt x="1081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 name="image22.jpeg">
            <a:extLst>
              <a:ext uri="{FF2B5EF4-FFF2-40B4-BE49-F238E27FC236}">
                <a16:creationId xmlns:a16="http://schemas.microsoft.com/office/drawing/2014/main" id="{A01B7FDA-314F-A1E5-E8FE-2984DD770675}"/>
              </a:ext>
            </a:extLst>
          </p:cNvPr>
          <p:cNvPicPr>
            <a:picLocks noChangeAspect="1"/>
          </p:cNvPicPr>
          <p:nvPr/>
        </p:nvPicPr>
        <p:blipFill>
          <a:blip r:embed="rId4" cstate="print"/>
          <a:stretch>
            <a:fillRect/>
          </a:stretch>
        </p:blipFill>
        <p:spPr>
          <a:xfrm>
            <a:off x="5325534" y="1318749"/>
            <a:ext cx="2839150" cy="2234278"/>
          </a:xfrm>
          <a:prstGeom prst="rect">
            <a:avLst/>
          </a:prstGeom>
        </p:spPr>
      </p:pic>
    </p:spTree>
    <p:extLst>
      <p:ext uri="{BB962C8B-B14F-4D97-AF65-F5344CB8AC3E}">
        <p14:creationId xmlns:p14="http://schemas.microsoft.com/office/powerpoint/2010/main" val="2213106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09" name="Google Shape;1109;p85"/>
          <p:cNvSpPr/>
          <p:nvPr/>
        </p:nvSpPr>
        <p:spPr>
          <a:xfrm>
            <a:off x="936000" y="540000"/>
            <a:ext cx="7272000" cy="4063500"/>
          </a:xfrm>
          <a:prstGeom prst="roundRect">
            <a:avLst>
              <a:gd name="adj" fmla="val 7002"/>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85"/>
          <p:cNvSpPr txBox="1">
            <a:spLocks noGrp="1"/>
          </p:cNvSpPr>
          <p:nvPr>
            <p:ph type="title"/>
          </p:nvPr>
        </p:nvSpPr>
        <p:spPr>
          <a:xfrm>
            <a:off x="2079471" y="755904"/>
            <a:ext cx="4985058" cy="342108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VIRTUAL STEERING</a:t>
            </a:r>
            <a:endParaRPr dirty="0"/>
          </a:p>
        </p:txBody>
      </p:sp>
      <p:grpSp>
        <p:nvGrpSpPr>
          <p:cNvPr id="1111" name="Google Shape;1111;p85"/>
          <p:cNvGrpSpPr/>
          <p:nvPr/>
        </p:nvGrpSpPr>
        <p:grpSpPr>
          <a:xfrm>
            <a:off x="-371550" y="1260424"/>
            <a:ext cx="1666100" cy="2622681"/>
            <a:chOff x="-371550" y="1260424"/>
            <a:chExt cx="1666100" cy="2622681"/>
          </a:xfrm>
        </p:grpSpPr>
        <p:sp>
          <p:nvSpPr>
            <p:cNvPr id="1112" name="Google Shape;1112;p85"/>
            <p:cNvSpPr/>
            <p:nvPr/>
          </p:nvSpPr>
          <p:spPr>
            <a:xfrm rot="5400000">
              <a:off x="-783077" y="1805478"/>
              <a:ext cx="2622681" cy="1532572"/>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85"/>
            <p:cNvSpPr/>
            <p:nvPr/>
          </p:nvSpPr>
          <p:spPr>
            <a:xfrm rot="-5400000">
              <a:off x="-849506" y="2094083"/>
              <a:ext cx="1911349" cy="955437"/>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4" name="Google Shape;1114;p85"/>
          <p:cNvGrpSpPr/>
          <p:nvPr/>
        </p:nvGrpSpPr>
        <p:grpSpPr>
          <a:xfrm flipH="1">
            <a:off x="7849450" y="1260424"/>
            <a:ext cx="1666100" cy="2622681"/>
            <a:chOff x="-371550" y="1260424"/>
            <a:chExt cx="1666100" cy="2622681"/>
          </a:xfrm>
        </p:grpSpPr>
        <p:sp>
          <p:nvSpPr>
            <p:cNvPr id="1115" name="Google Shape;1115;p85"/>
            <p:cNvSpPr/>
            <p:nvPr/>
          </p:nvSpPr>
          <p:spPr>
            <a:xfrm rot="5400000">
              <a:off x="-783077" y="1805478"/>
              <a:ext cx="2622681" cy="1532572"/>
            </a:xfrm>
            <a:custGeom>
              <a:avLst/>
              <a:gdLst/>
              <a:ahLst/>
              <a:cxnLst/>
              <a:rect l="l" t="t" r="r" b="b"/>
              <a:pathLst>
                <a:path w="86600" h="50605" extrusionOk="0">
                  <a:moveTo>
                    <a:pt x="43297" y="1"/>
                  </a:moveTo>
                  <a:cubicBezTo>
                    <a:pt x="42353" y="1"/>
                    <a:pt x="41405" y="366"/>
                    <a:pt x="40675" y="1096"/>
                  </a:cubicBezTo>
                  <a:lnTo>
                    <a:pt x="1438" y="40333"/>
                  </a:lnTo>
                  <a:cubicBezTo>
                    <a:pt x="0" y="41771"/>
                    <a:pt x="0" y="44122"/>
                    <a:pt x="1438" y="45560"/>
                  </a:cubicBezTo>
                  <a:lnTo>
                    <a:pt x="6483" y="50604"/>
                  </a:lnTo>
                  <a:lnTo>
                    <a:pt x="40675" y="16412"/>
                  </a:lnTo>
                  <a:cubicBezTo>
                    <a:pt x="41405" y="15693"/>
                    <a:pt x="42353" y="15333"/>
                    <a:pt x="43297" y="15333"/>
                  </a:cubicBezTo>
                  <a:cubicBezTo>
                    <a:pt x="44241" y="15333"/>
                    <a:pt x="45183" y="15693"/>
                    <a:pt x="45902" y="16412"/>
                  </a:cubicBezTo>
                  <a:lnTo>
                    <a:pt x="80117" y="50604"/>
                  </a:lnTo>
                  <a:lnTo>
                    <a:pt x="85162" y="45560"/>
                  </a:lnTo>
                  <a:cubicBezTo>
                    <a:pt x="86600" y="44122"/>
                    <a:pt x="86600" y="41771"/>
                    <a:pt x="85162" y="40333"/>
                  </a:cubicBezTo>
                  <a:lnTo>
                    <a:pt x="45902" y="1096"/>
                  </a:lnTo>
                  <a:cubicBezTo>
                    <a:pt x="45183" y="366"/>
                    <a:pt x="44241" y="1"/>
                    <a:pt x="43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85"/>
            <p:cNvSpPr/>
            <p:nvPr/>
          </p:nvSpPr>
          <p:spPr>
            <a:xfrm rot="-5400000">
              <a:off x="-849506" y="2094083"/>
              <a:ext cx="1911349" cy="955437"/>
            </a:xfrm>
            <a:custGeom>
              <a:avLst/>
              <a:gdLst/>
              <a:ahLst/>
              <a:cxnLst/>
              <a:rect l="l" t="t" r="r" b="b"/>
              <a:pathLst>
                <a:path w="92649" h="46313" extrusionOk="0">
                  <a:moveTo>
                    <a:pt x="0" y="0"/>
                  </a:moveTo>
                  <a:cubicBezTo>
                    <a:pt x="0" y="936"/>
                    <a:pt x="366" y="1872"/>
                    <a:pt x="1096" y="2602"/>
                  </a:cubicBezTo>
                  <a:lnTo>
                    <a:pt x="43711" y="45217"/>
                  </a:lnTo>
                  <a:cubicBezTo>
                    <a:pt x="44430" y="45947"/>
                    <a:pt x="45377" y="46312"/>
                    <a:pt x="46324" y="46312"/>
                  </a:cubicBezTo>
                  <a:cubicBezTo>
                    <a:pt x="47272" y="46312"/>
                    <a:pt x="48219" y="45947"/>
                    <a:pt x="48938" y="45217"/>
                  </a:cubicBezTo>
                  <a:lnTo>
                    <a:pt x="91553" y="2602"/>
                  </a:lnTo>
                  <a:cubicBezTo>
                    <a:pt x="92283" y="1872"/>
                    <a:pt x="92648" y="936"/>
                    <a:pt x="92648"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756;p67">
            <a:extLst>
              <a:ext uri="{FF2B5EF4-FFF2-40B4-BE49-F238E27FC236}">
                <a16:creationId xmlns:a16="http://schemas.microsoft.com/office/drawing/2014/main" id="{3C0101E3-EA2A-206A-A416-6A2F4A7AB3EA}"/>
              </a:ext>
            </a:extLst>
          </p:cNvPr>
          <p:cNvSpPr txBox="1">
            <a:spLocks/>
          </p:cNvSpPr>
          <p:nvPr/>
        </p:nvSpPr>
        <p:spPr>
          <a:xfrm>
            <a:off x="5973513" y="3883076"/>
            <a:ext cx="1742410" cy="50451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t>By </a:t>
            </a:r>
          </a:p>
          <a:p>
            <a:r>
              <a:rPr lang="en-US" b="1" dirty="0"/>
              <a:t>Python 3.10.11</a:t>
            </a:r>
            <a:endParaRPr lang="en-IN" b="1" dirty="0"/>
          </a:p>
        </p:txBody>
      </p:sp>
      <p:sp>
        <p:nvSpPr>
          <p:cNvPr id="3" name="Google Shape;756;p67">
            <a:extLst>
              <a:ext uri="{FF2B5EF4-FFF2-40B4-BE49-F238E27FC236}">
                <a16:creationId xmlns:a16="http://schemas.microsoft.com/office/drawing/2014/main" id="{58465CBB-CCE7-2AF6-C08B-B5F369219D48}"/>
              </a:ext>
            </a:extLst>
          </p:cNvPr>
          <p:cNvSpPr txBox="1">
            <a:spLocks/>
          </p:cNvSpPr>
          <p:nvPr/>
        </p:nvSpPr>
        <p:spPr>
          <a:xfrm>
            <a:off x="3839913" y="538579"/>
            <a:ext cx="1742410" cy="361443"/>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b="1" dirty="0"/>
              <a:t>Project 02</a:t>
            </a:r>
            <a:endParaRPr lang="en-I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10"/>
                                        </p:tgtEl>
                                        <p:attrNameLst>
                                          <p:attrName>style.visibility</p:attrName>
                                        </p:attrNameLst>
                                      </p:cBhvr>
                                      <p:to>
                                        <p:strVal val="visible"/>
                                      </p:to>
                                    </p:set>
                                    <p:animEffect transition="in" filter="fade">
                                      <p:cBhvr>
                                        <p:cTn id="7" dur="1000"/>
                                        <p:tgtEl>
                                          <p:spTgt spid="1110"/>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p78"/>
          <p:cNvSpPr txBox="1">
            <a:spLocks noGrp="1"/>
          </p:cNvSpPr>
          <p:nvPr>
            <p:ph type="title"/>
          </p:nvPr>
        </p:nvSpPr>
        <p:spPr>
          <a:xfrm>
            <a:off x="977999" y="1314675"/>
            <a:ext cx="3690300" cy="73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solidFill>
                  <a:schemeClr val="accent1"/>
                </a:solidFill>
              </a:rPr>
              <a:t>Virtual Steering</a:t>
            </a:r>
            <a:endParaRPr dirty="0">
              <a:solidFill>
                <a:schemeClr val="accent1"/>
              </a:solidFill>
            </a:endParaRPr>
          </a:p>
        </p:txBody>
      </p:sp>
      <p:sp>
        <p:nvSpPr>
          <p:cNvPr id="968" name="Google Shape;968;p78"/>
          <p:cNvSpPr txBox="1">
            <a:spLocks noGrp="1"/>
          </p:cNvSpPr>
          <p:nvPr>
            <p:ph type="subTitle" idx="1"/>
          </p:nvPr>
        </p:nvSpPr>
        <p:spPr>
          <a:xfrm>
            <a:off x="959884" y="2611201"/>
            <a:ext cx="3690300" cy="1080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Virtual steering refers to the simulation of steering a vehicle in a digital or virtual environment, typically using input devices and software to replicate the experience. It is commonly used in video games, virtual reality simulations, and driving training programs to provide users with an immersive and realistic driving experience</a:t>
            </a:r>
            <a:endParaRPr dirty="0"/>
          </a:p>
        </p:txBody>
      </p:sp>
      <p:sp>
        <p:nvSpPr>
          <p:cNvPr id="969" name="Google Shape;969;p78"/>
          <p:cNvSpPr/>
          <p:nvPr/>
        </p:nvSpPr>
        <p:spPr>
          <a:xfrm>
            <a:off x="5922352" y="3389876"/>
            <a:ext cx="1058136" cy="438946"/>
          </a:xfrm>
          <a:custGeom>
            <a:avLst/>
            <a:gdLst/>
            <a:ahLst/>
            <a:cxnLst/>
            <a:rect l="l" t="t" r="r" b="b"/>
            <a:pathLst>
              <a:path w="33836" h="15982" extrusionOk="0">
                <a:moveTo>
                  <a:pt x="5823" y="1"/>
                </a:moveTo>
                <a:lnTo>
                  <a:pt x="4765" y="10846"/>
                </a:lnTo>
                <a:cubicBezTo>
                  <a:pt x="4692" y="11581"/>
                  <a:pt x="4304" y="12243"/>
                  <a:pt x="3691" y="12671"/>
                </a:cubicBezTo>
                <a:lnTo>
                  <a:pt x="461" y="14940"/>
                </a:lnTo>
                <a:cubicBezTo>
                  <a:pt x="0" y="15263"/>
                  <a:pt x="226" y="15982"/>
                  <a:pt x="800" y="15982"/>
                </a:cubicBezTo>
                <a:lnTo>
                  <a:pt x="33028" y="15982"/>
                </a:lnTo>
                <a:cubicBezTo>
                  <a:pt x="33601" y="15982"/>
                  <a:pt x="33836" y="15263"/>
                  <a:pt x="33367" y="14940"/>
                </a:cubicBezTo>
                <a:lnTo>
                  <a:pt x="30137" y="12671"/>
                </a:lnTo>
                <a:cubicBezTo>
                  <a:pt x="29523" y="12243"/>
                  <a:pt x="29136" y="11581"/>
                  <a:pt x="29063" y="10846"/>
                </a:cubicBezTo>
                <a:lnTo>
                  <a:pt x="280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78"/>
          <p:cNvSpPr/>
          <p:nvPr/>
        </p:nvSpPr>
        <p:spPr>
          <a:xfrm>
            <a:off x="4718560" y="1314675"/>
            <a:ext cx="3465556" cy="2097667"/>
          </a:xfrm>
          <a:custGeom>
            <a:avLst/>
            <a:gdLst/>
            <a:ahLst/>
            <a:cxnLst/>
            <a:rect l="l" t="t" r="r" b="b"/>
            <a:pathLst>
              <a:path w="110818" h="76376" extrusionOk="0">
                <a:moveTo>
                  <a:pt x="2682" y="0"/>
                </a:moveTo>
                <a:cubicBezTo>
                  <a:pt x="1204" y="0"/>
                  <a:pt x="1" y="1195"/>
                  <a:pt x="1" y="2673"/>
                </a:cubicBezTo>
                <a:lnTo>
                  <a:pt x="1" y="73703"/>
                </a:lnTo>
                <a:cubicBezTo>
                  <a:pt x="1" y="75180"/>
                  <a:pt x="1204" y="76375"/>
                  <a:pt x="2682" y="76375"/>
                </a:cubicBezTo>
                <a:lnTo>
                  <a:pt x="108136" y="76375"/>
                </a:lnTo>
                <a:cubicBezTo>
                  <a:pt x="109614" y="76375"/>
                  <a:pt x="110817" y="75180"/>
                  <a:pt x="110817" y="73703"/>
                </a:cubicBezTo>
                <a:lnTo>
                  <a:pt x="110817" y="2673"/>
                </a:lnTo>
                <a:cubicBezTo>
                  <a:pt x="110817" y="1195"/>
                  <a:pt x="109614" y="0"/>
                  <a:pt x="1081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image23.jpeg" descr="VR Sports concept illustration with a man wearing a VR headset holding a virtual  steering wheel sitting on the sofa at home playing a car racing game  simulator. Flat vector illustration 7533383">
            <a:extLst>
              <a:ext uri="{FF2B5EF4-FFF2-40B4-BE49-F238E27FC236}">
                <a16:creationId xmlns:a16="http://schemas.microsoft.com/office/drawing/2014/main" id="{F933ADA5-D8D0-E6E2-621D-B36A64276DF7}"/>
              </a:ext>
            </a:extLst>
          </p:cNvPr>
          <p:cNvPicPr>
            <a:picLocks noChangeAspect="1"/>
          </p:cNvPicPr>
          <p:nvPr/>
        </p:nvPicPr>
        <p:blipFill>
          <a:blip r:embed="rId3" cstate="print"/>
          <a:stretch>
            <a:fillRect/>
          </a:stretch>
        </p:blipFill>
        <p:spPr>
          <a:xfrm>
            <a:off x="5107658" y="1466672"/>
            <a:ext cx="2687360" cy="1793672"/>
          </a:xfrm>
          <a:prstGeom prst="rect">
            <a:avLst/>
          </a:prstGeom>
        </p:spPr>
      </p:pic>
    </p:spTree>
    <p:extLst>
      <p:ext uri="{BB962C8B-B14F-4D97-AF65-F5344CB8AC3E}">
        <p14:creationId xmlns:p14="http://schemas.microsoft.com/office/powerpoint/2010/main" val="23945853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p78"/>
          <p:cNvSpPr txBox="1">
            <a:spLocks noGrp="1"/>
          </p:cNvSpPr>
          <p:nvPr>
            <p:ph type="title"/>
          </p:nvPr>
        </p:nvSpPr>
        <p:spPr>
          <a:xfrm>
            <a:off x="1581677" y="804720"/>
            <a:ext cx="3690300" cy="73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1"/>
                </a:solidFill>
              </a:rPr>
              <a:t>OUTPUTS </a:t>
            </a:r>
            <a:endParaRPr dirty="0">
              <a:solidFill>
                <a:schemeClr val="accent1"/>
              </a:solidFill>
            </a:endParaRPr>
          </a:p>
        </p:txBody>
      </p:sp>
      <p:sp>
        <p:nvSpPr>
          <p:cNvPr id="969" name="Google Shape;969;p78"/>
          <p:cNvSpPr/>
          <p:nvPr/>
        </p:nvSpPr>
        <p:spPr>
          <a:xfrm>
            <a:off x="2310154" y="3640387"/>
            <a:ext cx="1058136" cy="438946"/>
          </a:xfrm>
          <a:custGeom>
            <a:avLst/>
            <a:gdLst/>
            <a:ahLst/>
            <a:cxnLst/>
            <a:rect l="l" t="t" r="r" b="b"/>
            <a:pathLst>
              <a:path w="33836" h="15982" extrusionOk="0">
                <a:moveTo>
                  <a:pt x="5823" y="1"/>
                </a:moveTo>
                <a:lnTo>
                  <a:pt x="4765" y="10846"/>
                </a:lnTo>
                <a:cubicBezTo>
                  <a:pt x="4692" y="11581"/>
                  <a:pt x="4304" y="12243"/>
                  <a:pt x="3691" y="12671"/>
                </a:cubicBezTo>
                <a:lnTo>
                  <a:pt x="461" y="14940"/>
                </a:lnTo>
                <a:cubicBezTo>
                  <a:pt x="0" y="15263"/>
                  <a:pt x="226" y="15982"/>
                  <a:pt x="800" y="15982"/>
                </a:cubicBezTo>
                <a:lnTo>
                  <a:pt x="33028" y="15982"/>
                </a:lnTo>
                <a:cubicBezTo>
                  <a:pt x="33601" y="15982"/>
                  <a:pt x="33836" y="15263"/>
                  <a:pt x="33367" y="14940"/>
                </a:cubicBezTo>
                <a:lnTo>
                  <a:pt x="30137" y="12671"/>
                </a:lnTo>
                <a:cubicBezTo>
                  <a:pt x="29523" y="12243"/>
                  <a:pt x="29136" y="11581"/>
                  <a:pt x="29063" y="10846"/>
                </a:cubicBezTo>
                <a:lnTo>
                  <a:pt x="280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78"/>
          <p:cNvSpPr/>
          <p:nvPr/>
        </p:nvSpPr>
        <p:spPr>
          <a:xfrm>
            <a:off x="1106444" y="1542720"/>
            <a:ext cx="3465556" cy="2097667"/>
          </a:xfrm>
          <a:custGeom>
            <a:avLst/>
            <a:gdLst/>
            <a:ahLst/>
            <a:cxnLst/>
            <a:rect l="l" t="t" r="r" b="b"/>
            <a:pathLst>
              <a:path w="110818" h="76376" extrusionOk="0">
                <a:moveTo>
                  <a:pt x="2682" y="0"/>
                </a:moveTo>
                <a:cubicBezTo>
                  <a:pt x="1204" y="0"/>
                  <a:pt x="1" y="1195"/>
                  <a:pt x="1" y="2673"/>
                </a:cubicBezTo>
                <a:lnTo>
                  <a:pt x="1" y="73703"/>
                </a:lnTo>
                <a:cubicBezTo>
                  <a:pt x="1" y="75180"/>
                  <a:pt x="1204" y="76375"/>
                  <a:pt x="2682" y="76375"/>
                </a:cubicBezTo>
                <a:lnTo>
                  <a:pt x="108136" y="76375"/>
                </a:lnTo>
                <a:cubicBezTo>
                  <a:pt x="109614" y="76375"/>
                  <a:pt x="110817" y="75180"/>
                  <a:pt x="110817" y="73703"/>
                </a:cubicBezTo>
                <a:lnTo>
                  <a:pt x="110817" y="2673"/>
                </a:lnTo>
                <a:cubicBezTo>
                  <a:pt x="110817" y="1195"/>
                  <a:pt x="109614" y="0"/>
                  <a:pt x="1081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970;p78">
            <a:extLst>
              <a:ext uri="{FF2B5EF4-FFF2-40B4-BE49-F238E27FC236}">
                <a16:creationId xmlns:a16="http://schemas.microsoft.com/office/drawing/2014/main" id="{4FA792FE-BC37-B48F-9ABF-47C8019725E9}"/>
              </a:ext>
            </a:extLst>
          </p:cNvPr>
          <p:cNvSpPr/>
          <p:nvPr/>
        </p:nvSpPr>
        <p:spPr>
          <a:xfrm>
            <a:off x="4892780" y="1542720"/>
            <a:ext cx="3465556" cy="2097667"/>
          </a:xfrm>
          <a:custGeom>
            <a:avLst/>
            <a:gdLst/>
            <a:ahLst/>
            <a:cxnLst/>
            <a:rect l="l" t="t" r="r" b="b"/>
            <a:pathLst>
              <a:path w="110818" h="76376" extrusionOk="0">
                <a:moveTo>
                  <a:pt x="2682" y="0"/>
                </a:moveTo>
                <a:cubicBezTo>
                  <a:pt x="1204" y="0"/>
                  <a:pt x="1" y="1195"/>
                  <a:pt x="1" y="2673"/>
                </a:cubicBezTo>
                <a:lnTo>
                  <a:pt x="1" y="73703"/>
                </a:lnTo>
                <a:cubicBezTo>
                  <a:pt x="1" y="75180"/>
                  <a:pt x="1204" y="76375"/>
                  <a:pt x="2682" y="76375"/>
                </a:cubicBezTo>
                <a:lnTo>
                  <a:pt x="108136" y="76375"/>
                </a:lnTo>
                <a:cubicBezTo>
                  <a:pt x="109614" y="76375"/>
                  <a:pt x="110817" y="75180"/>
                  <a:pt x="110817" y="73703"/>
                </a:cubicBezTo>
                <a:lnTo>
                  <a:pt x="110817" y="2673"/>
                </a:lnTo>
                <a:cubicBezTo>
                  <a:pt x="110817" y="1195"/>
                  <a:pt x="109614" y="0"/>
                  <a:pt x="1081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969;p78">
            <a:extLst>
              <a:ext uri="{FF2B5EF4-FFF2-40B4-BE49-F238E27FC236}">
                <a16:creationId xmlns:a16="http://schemas.microsoft.com/office/drawing/2014/main" id="{F5F054DF-6867-070F-75B1-7C80CC2EDA45}"/>
              </a:ext>
            </a:extLst>
          </p:cNvPr>
          <p:cNvSpPr/>
          <p:nvPr/>
        </p:nvSpPr>
        <p:spPr>
          <a:xfrm>
            <a:off x="6096490" y="3640387"/>
            <a:ext cx="1058136" cy="438946"/>
          </a:xfrm>
          <a:custGeom>
            <a:avLst/>
            <a:gdLst/>
            <a:ahLst/>
            <a:cxnLst/>
            <a:rect l="l" t="t" r="r" b="b"/>
            <a:pathLst>
              <a:path w="33836" h="15982" extrusionOk="0">
                <a:moveTo>
                  <a:pt x="5823" y="1"/>
                </a:moveTo>
                <a:lnTo>
                  <a:pt x="4765" y="10846"/>
                </a:lnTo>
                <a:cubicBezTo>
                  <a:pt x="4692" y="11581"/>
                  <a:pt x="4304" y="12243"/>
                  <a:pt x="3691" y="12671"/>
                </a:cubicBezTo>
                <a:lnTo>
                  <a:pt x="461" y="14940"/>
                </a:lnTo>
                <a:cubicBezTo>
                  <a:pt x="0" y="15263"/>
                  <a:pt x="226" y="15982"/>
                  <a:pt x="800" y="15982"/>
                </a:cubicBezTo>
                <a:lnTo>
                  <a:pt x="33028" y="15982"/>
                </a:lnTo>
                <a:cubicBezTo>
                  <a:pt x="33601" y="15982"/>
                  <a:pt x="33836" y="15263"/>
                  <a:pt x="33367" y="14940"/>
                </a:cubicBezTo>
                <a:lnTo>
                  <a:pt x="30137" y="12671"/>
                </a:lnTo>
                <a:cubicBezTo>
                  <a:pt x="29523" y="12243"/>
                  <a:pt x="29136" y="11581"/>
                  <a:pt x="29063" y="10846"/>
                </a:cubicBezTo>
                <a:lnTo>
                  <a:pt x="280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image25.jpeg">
            <a:extLst>
              <a:ext uri="{FF2B5EF4-FFF2-40B4-BE49-F238E27FC236}">
                <a16:creationId xmlns:a16="http://schemas.microsoft.com/office/drawing/2014/main" id="{9B603562-0EE8-1BCE-ED14-C77D6DED8661}"/>
              </a:ext>
            </a:extLst>
          </p:cNvPr>
          <p:cNvPicPr>
            <a:picLocks noChangeAspect="1"/>
          </p:cNvPicPr>
          <p:nvPr/>
        </p:nvPicPr>
        <p:blipFill>
          <a:blip r:embed="rId3" cstate="print"/>
          <a:stretch>
            <a:fillRect/>
          </a:stretch>
        </p:blipFill>
        <p:spPr>
          <a:xfrm>
            <a:off x="1321377" y="1719402"/>
            <a:ext cx="3035690" cy="1704695"/>
          </a:xfrm>
          <a:prstGeom prst="rect">
            <a:avLst/>
          </a:prstGeom>
        </p:spPr>
      </p:pic>
      <p:pic>
        <p:nvPicPr>
          <p:cNvPr id="4" name="image26.jpeg">
            <a:extLst>
              <a:ext uri="{FF2B5EF4-FFF2-40B4-BE49-F238E27FC236}">
                <a16:creationId xmlns:a16="http://schemas.microsoft.com/office/drawing/2014/main" id="{54203877-0504-2DFA-4D7F-630A3D9B4A40}"/>
              </a:ext>
            </a:extLst>
          </p:cNvPr>
          <p:cNvPicPr>
            <a:picLocks noChangeAspect="1"/>
          </p:cNvPicPr>
          <p:nvPr/>
        </p:nvPicPr>
        <p:blipFill>
          <a:blip r:embed="rId4" cstate="print"/>
          <a:stretch>
            <a:fillRect/>
          </a:stretch>
        </p:blipFill>
        <p:spPr>
          <a:xfrm>
            <a:off x="5056930" y="1689264"/>
            <a:ext cx="3137255" cy="1764969"/>
          </a:xfrm>
          <a:prstGeom prst="rect">
            <a:avLst/>
          </a:prstGeom>
        </p:spPr>
      </p:pic>
    </p:spTree>
    <p:extLst>
      <p:ext uri="{BB962C8B-B14F-4D97-AF65-F5344CB8AC3E}">
        <p14:creationId xmlns:p14="http://schemas.microsoft.com/office/powerpoint/2010/main" val="3881608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p78"/>
          <p:cNvSpPr txBox="1">
            <a:spLocks noGrp="1"/>
          </p:cNvSpPr>
          <p:nvPr>
            <p:ph type="title"/>
          </p:nvPr>
        </p:nvSpPr>
        <p:spPr>
          <a:xfrm>
            <a:off x="1581677" y="804720"/>
            <a:ext cx="3690300" cy="73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1"/>
                </a:solidFill>
              </a:rPr>
              <a:t>OUTPUTS </a:t>
            </a:r>
            <a:endParaRPr dirty="0">
              <a:solidFill>
                <a:schemeClr val="accent1"/>
              </a:solidFill>
            </a:endParaRPr>
          </a:p>
        </p:txBody>
      </p:sp>
      <p:sp>
        <p:nvSpPr>
          <p:cNvPr id="969" name="Google Shape;969;p78"/>
          <p:cNvSpPr/>
          <p:nvPr/>
        </p:nvSpPr>
        <p:spPr>
          <a:xfrm>
            <a:off x="4572000" y="3600780"/>
            <a:ext cx="1058136" cy="438946"/>
          </a:xfrm>
          <a:custGeom>
            <a:avLst/>
            <a:gdLst/>
            <a:ahLst/>
            <a:cxnLst/>
            <a:rect l="l" t="t" r="r" b="b"/>
            <a:pathLst>
              <a:path w="33836" h="15982" extrusionOk="0">
                <a:moveTo>
                  <a:pt x="5823" y="1"/>
                </a:moveTo>
                <a:lnTo>
                  <a:pt x="4765" y="10846"/>
                </a:lnTo>
                <a:cubicBezTo>
                  <a:pt x="4692" y="11581"/>
                  <a:pt x="4304" y="12243"/>
                  <a:pt x="3691" y="12671"/>
                </a:cubicBezTo>
                <a:lnTo>
                  <a:pt x="461" y="14940"/>
                </a:lnTo>
                <a:cubicBezTo>
                  <a:pt x="0" y="15263"/>
                  <a:pt x="226" y="15982"/>
                  <a:pt x="800" y="15982"/>
                </a:cubicBezTo>
                <a:lnTo>
                  <a:pt x="33028" y="15982"/>
                </a:lnTo>
                <a:cubicBezTo>
                  <a:pt x="33601" y="15982"/>
                  <a:pt x="33836" y="15263"/>
                  <a:pt x="33367" y="14940"/>
                </a:cubicBezTo>
                <a:lnTo>
                  <a:pt x="30137" y="12671"/>
                </a:lnTo>
                <a:cubicBezTo>
                  <a:pt x="29523" y="12243"/>
                  <a:pt x="29136" y="11581"/>
                  <a:pt x="29063" y="10846"/>
                </a:cubicBezTo>
                <a:lnTo>
                  <a:pt x="280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78"/>
          <p:cNvSpPr/>
          <p:nvPr/>
        </p:nvSpPr>
        <p:spPr>
          <a:xfrm>
            <a:off x="3368290" y="1503113"/>
            <a:ext cx="3465556" cy="2097667"/>
          </a:xfrm>
          <a:custGeom>
            <a:avLst/>
            <a:gdLst/>
            <a:ahLst/>
            <a:cxnLst/>
            <a:rect l="l" t="t" r="r" b="b"/>
            <a:pathLst>
              <a:path w="110818" h="76376" extrusionOk="0">
                <a:moveTo>
                  <a:pt x="2682" y="0"/>
                </a:moveTo>
                <a:cubicBezTo>
                  <a:pt x="1204" y="0"/>
                  <a:pt x="1" y="1195"/>
                  <a:pt x="1" y="2673"/>
                </a:cubicBezTo>
                <a:lnTo>
                  <a:pt x="1" y="73703"/>
                </a:lnTo>
                <a:cubicBezTo>
                  <a:pt x="1" y="75180"/>
                  <a:pt x="1204" y="76375"/>
                  <a:pt x="2682" y="76375"/>
                </a:cubicBezTo>
                <a:lnTo>
                  <a:pt x="108136" y="76375"/>
                </a:lnTo>
                <a:cubicBezTo>
                  <a:pt x="109614" y="76375"/>
                  <a:pt x="110817" y="75180"/>
                  <a:pt x="110817" y="73703"/>
                </a:cubicBezTo>
                <a:lnTo>
                  <a:pt x="110817" y="2673"/>
                </a:lnTo>
                <a:cubicBezTo>
                  <a:pt x="110817" y="1195"/>
                  <a:pt x="109614" y="0"/>
                  <a:pt x="1081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FF0000"/>
              </a:solidFill>
              <a:highlight>
                <a:srgbClr val="FFFF00"/>
              </a:highlight>
            </a:endParaRPr>
          </a:p>
        </p:txBody>
      </p:sp>
      <p:pic>
        <p:nvPicPr>
          <p:cNvPr id="3" name="image27.jpeg">
            <a:extLst>
              <a:ext uri="{FF2B5EF4-FFF2-40B4-BE49-F238E27FC236}">
                <a16:creationId xmlns:a16="http://schemas.microsoft.com/office/drawing/2014/main" id="{9A88931E-76BC-9BDD-694C-3D5F13C86DE9}"/>
              </a:ext>
            </a:extLst>
          </p:cNvPr>
          <p:cNvPicPr>
            <a:picLocks noChangeAspect="1"/>
          </p:cNvPicPr>
          <p:nvPr/>
        </p:nvPicPr>
        <p:blipFill>
          <a:blip r:embed="rId3" cstate="print"/>
          <a:stretch>
            <a:fillRect/>
          </a:stretch>
        </p:blipFill>
        <p:spPr>
          <a:xfrm>
            <a:off x="3607548" y="1674504"/>
            <a:ext cx="2987040" cy="1680210"/>
          </a:xfrm>
          <a:prstGeom prst="rect">
            <a:avLst/>
          </a:prstGeom>
        </p:spPr>
      </p:pic>
    </p:spTree>
    <p:extLst>
      <p:ext uri="{BB962C8B-B14F-4D97-AF65-F5344CB8AC3E}">
        <p14:creationId xmlns:p14="http://schemas.microsoft.com/office/powerpoint/2010/main" val="539119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67"/>
          <p:cNvSpPr txBox="1">
            <a:spLocks noGrp="1"/>
          </p:cNvSpPr>
          <p:nvPr>
            <p:ph type="title"/>
          </p:nvPr>
        </p:nvSpPr>
        <p:spPr>
          <a:xfrm>
            <a:off x="1349001" y="2349005"/>
            <a:ext cx="6605023"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0000" dirty="0"/>
              <a:t>THANK YOU</a:t>
            </a:r>
            <a:endParaRPr sz="10000" dirty="0"/>
          </a:p>
        </p:txBody>
      </p:sp>
    </p:spTree>
    <p:extLst>
      <p:ext uri="{BB962C8B-B14F-4D97-AF65-F5344CB8AC3E}">
        <p14:creationId xmlns:p14="http://schemas.microsoft.com/office/powerpoint/2010/main" val="4040067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54"/>
                                        </p:tgtEl>
                                        <p:attrNameLst>
                                          <p:attrName>style.visibility</p:attrName>
                                        </p:attrNameLst>
                                      </p:cBhvr>
                                      <p:to>
                                        <p:strVal val="visible"/>
                                      </p:to>
                                    </p:set>
                                    <p:animEffect transition="in" filter="fade">
                                      <p:cBhvr>
                                        <p:cTn id="7" dur="1000"/>
                                        <p:tgtEl>
                                          <p:spTgt spid="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oposition de projet minimaliste en niveaux de gris by Slidesgo">
  <a:themeElements>
    <a:clrScheme name="Simple Light">
      <a:dk1>
        <a:srgbClr val="191919"/>
      </a:dk1>
      <a:lt1>
        <a:srgbClr val="FFFFFF"/>
      </a:lt1>
      <a:dk2>
        <a:srgbClr val="EEEEEE"/>
      </a:dk2>
      <a:lt2>
        <a:srgbClr val="595959"/>
      </a:lt2>
      <a:accent1>
        <a:srgbClr val="333333"/>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TotalTime>
  <Words>721</Words>
  <Application>Microsoft Office PowerPoint</Application>
  <PresentationFormat>On-screen Show (16:9)</PresentationFormat>
  <Paragraphs>108</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Fjalla One</vt:lpstr>
      <vt:lpstr>Lato</vt:lpstr>
      <vt:lpstr>Proposition de projet minimaliste en niveaux de gris by Slidesgo</vt:lpstr>
      <vt:lpstr>I21456 INTERNSHIP</vt:lpstr>
      <vt:lpstr>ABOUT THE COMPANY</vt:lpstr>
      <vt:lpstr>CONTENTS</vt:lpstr>
      <vt:lpstr>INTRODUCTION</vt:lpstr>
      <vt:lpstr>Introduction</vt:lpstr>
      <vt:lpstr>DEFINITION</vt:lpstr>
      <vt:lpstr>TYPES OF VIRTUALIZATION</vt:lpstr>
      <vt:lpstr>Types </vt:lpstr>
      <vt:lpstr>Full-Virtualization</vt:lpstr>
      <vt:lpstr>Para-Virtualization</vt:lpstr>
      <vt:lpstr>OS level-Virtualization</vt:lpstr>
      <vt:lpstr>BENEFITS</vt:lpstr>
      <vt:lpstr>BENEFITS</vt:lpstr>
      <vt:lpstr>TOOLS</vt:lpstr>
      <vt:lpstr>SCVMM</vt:lpstr>
      <vt:lpstr> VMware vSphere</vt:lpstr>
      <vt:lpstr>Drag and Drop &amp; Virtual Steering</vt:lpstr>
      <vt:lpstr>Drag &amp; Drop</vt:lpstr>
      <vt:lpstr>Drop &amp; Drop</vt:lpstr>
      <vt:lpstr>OUTPUTS </vt:lpstr>
      <vt:lpstr>VIRTUAL STEERING</vt:lpstr>
      <vt:lpstr>Virtual Steering</vt:lpstr>
      <vt:lpstr>OUTPUTS </vt:lpstr>
      <vt:lpstr>OUTPUTS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VIRTUALIZATION</dc:title>
  <dc:creator>hp</dc:creator>
  <cp:lastModifiedBy>VK</cp:lastModifiedBy>
  <cp:revision>10</cp:revision>
  <dcterms:modified xsi:type="dcterms:W3CDTF">2023-06-25T04:06:18Z</dcterms:modified>
</cp:coreProperties>
</file>