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0" r:id="rId1"/>
  </p:sldMasterIdLst>
  <p:notesMasterIdLst>
    <p:notesMasterId r:id="rId22"/>
  </p:notesMasterIdLst>
  <p:sldIdLst>
    <p:sldId id="256" r:id="rId2"/>
    <p:sldId id="258" r:id="rId3"/>
    <p:sldId id="259" r:id="rId4"/>
    <p:sldId id="322" r:id="rId5"/>
    <p:sldId id="323" r:id="rId6"/>
    <p:sldId id="260" r:id="rId7"/>
    <p:sldId id="261" r:id="rId8"/>
    <p:sldId id="315" r:id="rId9"/>
    <p:sldId id="263" r:id="rId10"/>
    <p:sldId id="316" r:id="rId11"/>
    <p:sldId id="317" r:id="rId12"/>
    <p:sldId id="318" r:id="rId13"/>
    <p:sldId id="319" r:id="rId14"/>
    <p:sldId id="267" r:id="rId15"/>
    <p:sldId id="269" r:id="rId16"/>
    <p:sldId id="270" r:id="rId17"/>
    <p:sldId id="320" r:id="rId18"/>
    <p:sldId id="324" r:id="rId19"/>
    <p:sldId id="321" r:id="rId20"/>
    <p:sldId id="325" r:id="rId21"/>
  </p:sldIdLst>
  <p:sldSz cx="9144000" cy="5143500" type="screen16x9"/>
  <p:notesSz cx="6858000" cy="9144000"/>
  <p:embeddedFontLst>
    <p:embeddedFont>
      <p:font typeface="Bebas Neue" panose="020B0606020202050201" pitchFamily="34" charset="0"/>
      <p:regular r:id="rId23"/>
    </p:embeddedFont>
    <p:embeddedFont>
      <p:font typeface="Mallanna" panose="020B0604020202020204" charset="0"/>
      <p:regular r:id="rId24"/>
    </p:embeddedFont>
    <p:embeddedFont>
      <p:font typeface="Russo One" panose="020B0604020202020204" charset="0"/>
      <p:regular r:id="rId2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EB6474A-FEC9-4DEC-BAEE-643209C93CDC}">
  <a:tblStyle styleId="{DEB6474A-FEC9-4DEC-BAEE-643209C93CDC}"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778" autoAdjust="0"/>
    <p:restoredTop sz="94660"/>
  </p:normalViewPr>
  <p:slideViewPr>
    <p:cSldViewPr snapToGrid="0">
      <p:cViewPr varScale="1">
        <p:scale>
          <a:sx n="115" d="100"/>
          <a:sy n="115" d="100"/>
        </p:scale>
        <p:origin x="71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9" name="Google Shape;279;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g102009efd5e_0_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1" name="Google Shape;301;g102009efd5e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102009efd5e_0_1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102009efd5e_0_1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p:cNvGrpSpPr/>
        <p:nvPr/>
      </p:nvGrpSpPr>
      <p:grpSpPr>
        <a:xfrm>
          <a:off x="0" y="0"/>
          <a:ext cx="0" cy="0"/>
          <a:chOff x="0" y="0"/>
          <a:chExt cx="0" cy="0"/>
        </a:xfrm>
      </p:grpSpPr>
      <p:sp>
        <p:nvSpPr>
          <p:cNvPr id="336" name="Google Shape;336;g102009efd5e_0_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7" name="Google Shape;337;g102009efd5e_0_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g102009efd5e_0_1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6" name="Google Shape;346;g102009efd5e_0_1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p:cNvGrpSpPr/>
        <p:nvPr/>
      </p:nvGrpSpPr>
      <p:grpSpPr>
        <a:xfrm>
          <a:off x="0" y="0"/>
          <a:ext cx="0" cy="0"/>
          <a:chOff x="0" y="0"/>
          <a:chExt cx="0" cy="0"/>
        </a:xfrm>
      </p:grpSpPr>
      <p:sp>
        <p:nvSpPr>
          <p:cNvPr id="336" name="Google Shape;336;g102009efd5e_0_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7" name="Google Shape;337;g102009efd5e_0_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950215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g1037e033695_0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2" name="Google Shape;382;g1037e033695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p:cNvGrpSpPr/>
        <p:nvPr/>
      </p:nvGrpSpPr>
      <p:grpSpPr>
        <a:xfrm>
          <a:off x="0" y="0"/>
          <a:ext cx="0" cy="0"/>
          <a:chOff x="0" y="0"/>
          <a:chExt cx="0" cy="0"/>
        </a:xfrm>
      </p:grpSpPr>
      <p:sp>
        <p:nvSpPr>
          <p:cNvPr id="336" name="Google Shape;336;g102009efd5e_0_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7" name="Google Shape;337;g102009efd5e_0_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2838774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g1037e033695_0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2" name="Google Shape;382;g1037e033695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31779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p:cNvGrpSpPr/>
        <p:nvPr/>
      </p:nvGrpSpPr>
      <p:grpSpPr>
        <a:xfrm>
          <a:off x="0" y="0"/>
          <a:ext cx="0" cy="0"/>
          <a:chOff x="0" y="0"/>
          <a:chExt cx="0" cy="0"/>
        </a:xfrm>
      </p:grpSpPr>
      <p:sp>
        <p:nvSpPr>
          <p:cNvPr id="336" name="Google Shape;336;g102009efd5e_0_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7" name="Google Shape;337;g102009efd5e_0_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351980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g1037e033695_0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2" name="Google Shape;382;g1037e033695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715189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p:cNvGrpSpPr/>
        <p:nvPr/>
      </p:nvGrpSpPr>
      <p:grpSpPr>
        <a:xfrm>
          <a:off x="0" y="0"/>
          <a:ext cx="0" cy="0"/>
          <a:chOff x="0" y="0"/>
          <a:chExt cx="0" cy="0"/>
        </a:xfrm>
      </p:grpSpPr>
      <p:sp>
        <p:nvSpPr>
          <p:cNvPr id="492" name="Google Shape;492;g1023b42abe8_0_7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3" name="Google Shape;493;g1023b42abe8_0_7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6"/>
        <p:cNvGrpSpPr/>
        <p:nvPr/>
      </p:nvGrpSpPr>
      <p:grpSpPr>
        <a:xfrm>
          <a:off x="0" y="0"/>
          <a:ext cx="0" cy="0"/>
          <a:chOff x="0" y="0"/>
          <a:chExt cx="0" cy="0"/>
        </a:xfrm>
      </p:grpSpPr>
      <p:sp>
        <p:nvSpPr>
          <p:cNvPr id="507" name="Google Shape;507;g1023b42abe8_0_7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8" name="Google Shape;508;g1023b42abe8_0_7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1"/>
        <p:cNvGrpSpPr/>
        <p:nvPr/>
      </p:nvGrpSpPr>
      <p:grpSpPr>
        <a:xfrm>
          <a:off x="0" y="0"/>
          <a:ext cx="0" cy="0"/>
          <a:chOff x="0" y="0"/>
          <a:chExt cx="0" cy="0"/>
        </a:xfrm>
      </p:grpSpPr>
      <p:sp>
        <p:nvSpPr>
          <p:cNvPr id="512" name="Google Shape;512;g1023b42abe8_0_7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3" name="Google Shape;513;g1023b42abe8_0_7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1"/>
        <p:cNvGrpSpPr/>
        <p:nvPr/>
      </p:nvGrpSpPr>
      <p:grpSpPr>
        <a:xfrm>
          <a:off x="0" y="0"/>
          <a:ext cx="0" cy="0"/>
          <a:chOff x="0" y="0"/>
          <a:chExt cx="0" cy="0"/>
        </a:xfrm>
      </p:grpSpPr>
      <p:sp>
        <p:nvSpPr>
          <p:cNvPr id="512" name="Google Shape;512;g1023b42abe8_0_7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3" name="Google Shape;513;g1023b42abe8_0_7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2746779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rgbClr val="DFDEFC">
            <a:alpha val="75840"/>
          </a:srgbClr>
        </a:solidFill>
        <a:effectLst/>
      </p:bgPr>
    </p:bg>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715100" y="1238850"/>
            <a:ext cx="6144900" cy="2180400"/>
          </a:xfrm>
          <a:prstGeom prst="rect">
            <a:avLst/>
          </a:prstGeom>
        </p:spPr>
        <p:txBody>
          <a:bodyPr spcFirstLastPara="1" wrap="square" lIns="91425" tIns="91425" rIns="91425" bIns="91425" anchor="ctr" anchorCtr="0">
            <a:noAutofit/>
          </a:bodyPr>
          <a:lstStyle>
            <a:lvl1pPr lvl="0">
              <a:lnSpc>
                <a:spcPct val="90000"/>
              </a:lnSpc>
              <a:spcBef>
                <a:spcPts val="0"/>
              </a:spcBef>
              <a:spcAft>
                <a:spcPts val="0"/>
              </a:spcAft>
              <a:buClr>
                <a:srgbClr val="191919"/>
              </a:buClr>
              <a:buSzPts val="5200"/>
              <a:buNone/>
              <a:defRPr sz="50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0" name="Google Shape;10;p2"/>
          <p:cNvSpPr txBox="1">
            <a:spLocks noGrp="1"/>
          </p:cNvSpPr>
          <p:nvPr>
            <p:ph type="subTitle" idx="1"/>
          </p:nvPr>
        </p:nvSpPr>
        <p:spPr>
          <a:xfrm>
            <a:off x="715100" y="3547425"/>
            <a:ext cx="3818700" cy="409500"/>
          </a:xfrm>
          <a:prstGeom prst="rect">
            <a:avLst/>
          </a:prstGeom>
        </p:spPr>
        <p:txBody>
          <a:bodyPr spcFirstLastPara="1" wrap="square" lIns="91425" tIns="91425" rIns="91425" bIns="91425" anchor="ctr" anchorCtr="0">
            <a:noAutofit/>
          </a:bodyPr>
          <a:lstStyle>
            <a:lvl1pPr lvl="0">
              <a:lnSpc>
                <a:spcPct val="100000"/>
              </a:lnSpc>
              <a:spcBef>
                <a:spcPts val="0"/>
              </a:spcBef>
              <a:spcAft>
                <a:spcPts val="0"/>
              </a:spcAft>
              <a:buSzPts val="1400"/>
              <a:buNone/>
              <a:defRPr sz="18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pic>
        <p:nvPicPr>
          <p:cNvPr id="11" name="Google Shape;11;p2"/>
          <p:cNvPicPr preferRelativeResize="0"/>
          <p:nvPr/>
        </p:nvPicPr>
        <p:blipFill>
          <a:blip r:embed="rId2">
            <a:alphaModFix/>
          </a:blip>
          <a:stretch>
            <a:fillRect/>
          </a:stretch>
        </p:blipFill>
        <p:spPr>
          <a:xfrm>
            <a:off x="-1497400" y="3655442"/>
            <a:ext cx="3124200" cy="3009858"/>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2"/>
        <p:cNvGrpSpPr/>
        <p:nvPr/>
      </p:nvGrpSpPr>
      <p:grpSpPr>
        <a:xfrm>
          <a:off x="0" y="0"/>
          <a:ext cx="0" cy="0"/>
          <a:chOff x="0" y="0"/>
          <a:chExt cx="0" cy="0"/>
        </a:xfrm>
      </p:grpSpPr>
      <p:sp>
        <p:nvSpPr>
          <p:cNvPr id="13" name="Google Shape;13;p3"/>
          <p:cNvSpPr txBox="1">
            <a:spLocks noGrp="1"/>
          </p:cNvSpPr>
          <p:nvPr>
            <p:ph type="title"/>
          </p:nvPr>
        </p:nvSpPr>
        <p:spPr>
          <a:xfrm>
            <a:off x="715100" y="2237150"/>
            <a:ext cx="4061700" cy="1085100"/>
          </a:xfrm>
          <a:prstGeom prst="rect">
            <a:avLst/>
          </a:prstGeom>
        </p:spPr>
        <p:txBody>
          <a:bodyPr spcFirstLastPara="1" wrap="square" lIns="91425" tIns="91425" rIns="91425" bIns="91425" anchor="ctr" anchorCtr="0">
            <a:noAutofit/>
          </a:bodyPr>
          <a:lstStyle>
            <a:lvl1pPr lvl="0">
              <a:spcBef>
                <a:spcPts val="0"/>
              </a:spcBef>
              <a:spcAft>
                <a:spcPts val="0"/>
              </a:spcAft>
              <a:buSzPts val="3600"/>
              <a:buNone/>
              <a:defRPr sz="38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4" name="Google Shape;14;p3"/>
          <p:cNvSpPr txBox="1">
            <a:spLocks noGrp="1"/>
          </p:cNvSpPr>
          <p:nvPr>
            <p:ph type="title" idx="2" hasCustomPrompt="1"/>
          </p:nvPr>
        </p:nvSpPr>
        <p:spPr>
          <a:xfrm>
            <a:off x="715100" y="1458875"/>
            <a:ext cx="1498500" cy="841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66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5" name="Google Shape;15;p3"/>
          <p:cNvSpPr txBox="1">
            <a:spLocks noGrp="1"/>
          </p:cNvSpPr>
          <p:nvPr>
            <p:ph type="subTitle" idx="1"/>
          </p:nvPr>
        </p:nvSpPr>
        <p:spPr>
          <a:xfrm>
            <a:off x="715100" y="3322250"/>
            <a:ext cx="4061700" cy="3195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8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pic>
        <p:nvPicPr>
          <p:cNvPr id="16" name="Google Shape;16;p3"/>
          <p:cNvPicPr preferRelativeResize="0"/>
          <p:nvPr/>
        </p:nvPicPr>
        <p:blipFill>
          <a:blip r:embed="rId2">
            <a:alphaModFix/>
          </a:blip>
          <a:stretch>
            <a:fillRect/>
          </a:stretch>
        </p:blipFill>
        <p:spPr>
          <a:xfrm>
            <a:off x="5798351" y="198550"/>
            <a:ext cx="4725399" cy="4746400"/>
          </a:xfrm>
          <a:prstGeom prst="rect">
            <a:avLst/>
          </a:prstGeom>
          <a:noFill/>
          <a:ln>
            <a:noFill/>
          </a:ln>
        </p:spPr>
      </p:pic>
      <p:sp>
        <p:nvSpPr>
          <p:cNvPr id="17" name="Google Shape;17;p3"/>
          <p:cNvSpPr/>
          <p:nvPr/>
        </p:nvSpPr>
        <p:spPr>
          <a:xfrm rot="-2699374">
            <a:off x="7074579" y="1530727"/>
            <a:ext cx="1165241" cy="3071672"/>
          </a:xfrm>
          <a:prstGeom prst="ellipse">
            <a:avLst/>
          </a:prstGeom>
          <a:no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3"/>
          <p:cNvSpPr/>
          <p:nvPr/>
        </p:nvSpPr>
        <p:spPr>
          <a:xfrm rot="-2700626">
            <a:off x="6867347" y="2007355"/>
            <a:ext cx="1164817" cy="2417457"/>
          </a:xfrm>
          <a:prstGeom prst="ellipse">
            <a:avLst/>
          </a:prstGeom>
          <a:noFill/>
          <a:ln w="28575" cap="flat" cmpd="sng">
            <a:solidFill>
              <a:schemeClr val="dk2"/>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7"/>
        <p:cNvGrpSpPr/>
        <p:nvPr/>
      </p:nvGrpSpPr>
      <p:grpSpPr>
        <a:xfrm>
          <a:off x="0" y="0"/>
          <a:ext cx="0" cy="0"/>
          <a:chOff x="0" y="0"/>
          <a:chExt cx="0" cy="0"/>
        </a:xfrm>
      </p:grpSpPr>
      <p:sp>
        <p:nvSpPr>
          <p:cNvPr id="38" name="Google Shape;38;p7"/>
          <p:cNvSpPr txBox="1">
            <a:spLocks noGrp="1"/>
          </p:cNvSpPr>
          <p:nvPr>
            <p:ph type="title"/>
          </p:nvPr>
        </p:nvSpPr>
        <p:spPr>
          <a:xfrm>
            <a:off x="4378808" y="2461128"/>
            <a:ext cx="3645000" cy="572700"/>
          </a:xfrm>
          <a:prstGeom prst="rect">
            <a:avLst/>
          </a:prstGeom>
        </p:spPr>
        <p:txBody>
          <a:bodyPr spcFirstLastPara="1" wrap="square" lIns="91425" tIns="91425" rIns="91425" bIns="91425" anchor="ctr" anchorCtr="0">
            <a:noAutofit/>
          </a:bodyPr>
          <a:lstStyle>
            <a:lvl1pPr lvl="0" rtl="0">
              <a:spcBef>
                <a:spcPts val="0"/>
              </a:spcBef>
              <a:spcAft>
                <a:spcPts val="0"/>
              </a:spcAft>
              <a:buSzPts val="3100"/>
              <a:buNone/>
              <a:defRPr sz="38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9" name="Google Shape;39;p7"/>
          <p:cNvSpPr txBox="1">
            <a:spLocks noGrp="1"/>
          </p:cNvSpPr>
          <p:nvPr>
            <p:ph type="body" idx="1"/>
          </p:nvPr>
        </p:nvSpPr>
        <p:spPr>
          <a:xfrm>
            <a:off x="4378800" y="3150975"/>
            <a:ext cx="3658500" cy="1308000"/>
          </a:xfrm>
          <a:prstGeom prst="rect">
            <a:avLst/>
          </a:prstGeom>
        </p:spPr>
        <p:txBody>
          <a:bodyPr spcFirstLastPara="1" wrap="square" lIns="91425" tIns="91425" rIns="91425" bIns="91425" anchor="ctr" anchorCtr="0">
            <a:noAutofit/>
          </a:bodyPr>
          <a:lstStyle>
            <a:lvl1pPr marL="457200" lvl="0" indent="-317500" rtl="0">
              <a:lnSpc>
                <a:spcPct val="100000"/>
              </a:lnSpc>
              <a:spcBef>
                <a:spcPts val="0"/>
              </a:spcBef>
              <a:spcAft>
                <a:spcPts val="0"/>
              </a:spcAft>
              <a:buClr>
                <a:srgbClr val="434343"/>
              </a:buClr>
              <a:buSzPts val="1400"/>
              <a:buChar char="●"/>
              <a:defRPr sz="1600"/>
            </a:lvl1pPr>
            <a:lvl2pPr marL="914400" lvl="1" indent="-317500" rtl="0">
              <a:lnSpc>
                <a:spcPct val="115000"/>
              </a:lnSpc>
              <a:spcBef>
                <a:spcPts val="0"/>
              </a:spcBef>
              <a:spcAft>
                <a:spcPts val="0"/>
              </a:spcAft>
              <a:buClr>
                <a:srgbClr val="434343"/>
              </a:buClr>
              <a:buSzPts val="1400"/>
              <a:buChar char="○"/>
              <a:defRPr>
                <a:solidFill>
                  <a:srgbClr val="434343"/>
                </a:solidFill>
              </a:defRPr>
            </a:lvl2pPr>
            <a:lvl3pPr marL="1371600" lvl="2" indent="-317500" rtl="0">
              <a:lnSpc>
                <a:spcPct val="115000"/>
              </a:lnSpc>
              <a:spcBef>
                <a:spcPts val="0"/>
              </a:spcBef>
              <a:spcAft>
                <a:spcPts val="0"/>
              </a:spcAft>
              <a:buClr>
                <a:srgbClr val="434343"/>
              </a:buClr>
              <a:buSzPts val="1400"/>
              <a:buChar char="■"/>
              <a:defRPr>
                <a:solidFill>
                  <a:srgbClr val="434343"/>
                </a:solidFill>
              </a:defRPr>
            </a:lvl3pPr>
            <a:lvl4pPr marL="1828800" lvl="3" indent="-317500" rtl="0">
              <a:lnSpc>
                <a:spcPct val="115000"/>
              </a:lnSpc>
              <a:spcBef>
                <a:spcPts val="0"/>
              </a:spcBef>
              <a:spcAft>
                <a:spcPts val="0"/>
              </a:spcAft>
              <a:buClr>
                <a:srgbClr val="434343"/>
              </a:buClr>
              <a:buSzPts val="1400"/>
              <a:buChar char="●"/>
              <a:defRPr>
                <a:solidFill>
                  <a:srgbClr val="434343"/>
                </a:solidFill>
              </a:defRPr>
            </a:lvl4pPr>
            <a:lvl5pPr marL="2286000" lvl="4" indent="-317500" rtl="0">
              <a:lnSpc>
                <a:spcPct val="115000"/>
              </a:lnSpc>
              <a:spcBef>
                <a:spcPts val="0"/>
              </a:spcBef>
              <a:spcAft>
                <a:spcPts val="0"/>
              </a:spcAft>
              <a:buClr>
                <a:srgbClr val="434343"/>
              </a:buClr>
              <a:buSzPts val="1400"/>
              <a:buChar char="○"/>
              <a:defRPr>
                <a:solidFill>
                  <a:srgbClr val="434343"/>
                </a:solidFill>
              </a:defRPr>
            </a:lvl5pPr>
            <a:lvl6pPr marL="2743200" lvl="5" indent="-317500" rtl="0">
              <a:lnSpc>
                <a:spcPct val="115000"/>
              </a:lnSpc>
              <a:spcBef>
                <a:spcPts val="0"/>
              </a:spcBef>
              <a:spcAft>
                <a:spcPts val="0"/>
              </a:spcAft>
              <a:buClr>
                <a:srgbClr val="434343"/>
              </a:buClr>
              <a:buSzPts val="1400"/>
              <a:buChar char="■"/>
              <a:defRPr>
                <a:solidFill>
                  <a:srgbClr val="434343"/>
                </a:solidFill>
              </a:defRPr>
            </a:lvl6pPr>
            <a:lvl7pPr marL="3200400" lvl="6" indent="-317500" rtl="0">
              <a:lnSpc>
                <a:spcPct val="115000"/>
              </a:lnSpc>
              <a:spcBef>
                <a:spcPts val="0"/>
              </a:spcBef>
              <a:spcAft>
                <a:spcPts val="0"/>
              </a:spcAft>
              <a:buClr>
                <a:srgbClr val="434343"/>
              </a:buClr>
              <a:buSzPts val="1400"/>
              <a:buChar char="●"/>
              <a:defRPr>
                <a:solidFill>
                  <a:srgbClr val="434343"/>
                </a:solidFill>
              </a:defRPr>
            </a:lvl7pPr>
            <a:lvl8pPr marL="3657600" lvl="7" indent="-317500" rtl="0">
              <a:lnSpc>
                <a:spcPct val="115000"/>
              </a:lnSpc>
              <a:spcBef>
                <a:spcPts val="0"/>
              </a:spcBef>
              <a:spcAft>
                <a:spcPts val="0"/>
              </a:spcAft>
              <a:buClr>
                <a:srgbClr val="434343"/>
              </a:buClr>
              <a:buSzPts val="1400"/>
              <a:buChar char="○"/>
              <a:defRPr>
                <a:solidFill>
                  <a:srgbClr val="434343"/>
                </a:solidFill>
              </a:defRPr>
            </a:lvl8pPr>
            <a:lvl9pPr marL="4114800" lvl="8" indent="-317500" rtl="0">
              <a:lnSpc>
                <a:spcPct val="115000"/>
              </a:lnSpc>
              <a:spcBef>
                <a:spcPts val="0"/>
              </a:spcBef>
              <a:spcAft>
                <a:spcPts val="0"/>
              </a:spcAft>
              <a:buClr>
                <a:srgbClr val="434343"/>
              </a:buClr>
              <a:buSzPts val="1400"/>
              <a:buChar char="■"/>
              <a:defRPr>
                <a:solidFill>
                  <a:srgbClr val="434343"/>
                </a:solidFill>
              </a:defRPr>
            </a:lvl9pPr>
          </a:lstStyle>
          <a:p>
            <a:endParaRPr/>
          </a:p>
        </p:txBody>
      </p:sp>
      <p:pic>
        <p:nvPicPr>
          <p:cNvPr id="40" name="Google Shape;40;p7"/>
          <p:cNvPicPr preferRelativeResize="0"/>
          <p:nvPr/>
        </p:nvPicPr>
        <p:blipFill>
          <a:blip r:embed="rId2">
            <a:alphaModFix/>
          </a:blip>
          <a:stretch>
            <a:fillRect/>
          </a:stretch>
        </p:blipFill>
        <p:spPr>
          <a:xfrm>
            <a:off x="7010273" y="-1667375"/>
            <a:ext cx="3388475" cy="3388475"/>
          </a:xfrm>
          <a:prstGeom prst="rect">
            <a:avLst/>
          </a:prstGeom>
          <a:noFill/>
          <a:ln>
            <a:noFill/>
          </a:ln>
        </p:spPr>
      </p:pic>
      <p:sp>
        <p:nvSpPr>
          <p:cNvPr id="41" name="Google Shape;41;p7"/>
          <p:cNvSpPr/>
          <p:nvPr/>
        </p:nvSpPr>
        <p:spPr>
          <a:xfrm rot="-8606991">
            <a:off x="8465587" y="307917"/>
            <a:ext cx="817093" cy="1695506"/>
          </a:xfrm>
          <a:prstGeom prst="ellipse">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7"/>
          <p:cNvSpPr/>
          <p:nvPr/>
        </p:nvSpPr>
        <p:spPr>
          <a:xfrm rot="-8606991">
            <a:off x="8295958" y="193616"/>
            <a:ext cx="817093" cy="1695506"/>
          </a:xfrm>
          <a:prstGeom prst="ellipse">
            <a:avLst/>
          </a:prstGeom>
          <a:noFill/>
          <a:ln w="19050" cap="flat" cmpd="sng">
            <a:solidFill>
              <a:schemeClr val="dk2"/>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3"/>
        <p:cNvGrpSpPr/>
        <p:nvPr/>
      </p:nvGrpSpPr>
      <p:grpSpPr>
        <a:xfrm>
          <a:off x="0" y="0"/>
          <a:ext cx="0" cy="0"/>
          <a:chOff x="0" y="0"/>
          <a:chExt cx="0" cy="0"/>
        </a:xfrm>
      </p:grpSpPr>
      <p:sp>
        <p:nvSpPr>
          <p:cNvPr id="44" name="Google Shape;44;p8"/>
          <p:cNvSpPr txBox="1">
            <a:spLocks noGrp="1"/>
          </p:cNvSpPr>
          <p:nvPr>
            <p:ph type="title"/>
          </p:nvPr>
        </p:nvSpPr>
        <p:spPr>
          <a:xfrm>
            <a:off x="715100" y="1584575"/>
            <a:ext cx="6534000" cy="2529300"/>
          </a:xfrm>
          <a:prstGeom prst="rect">
            <a:avLst/>
          </a:prstGeom>
        </p:spPr>
        <p:txBody>
          <a:bodyPr spcFirstLastPara="1" wrap="square" lIns="91425" tIns="91425" rIns="91425" bIns="91425" anchor="ctr" anchorCtr="0">
            <a:noAutofit/>
          </a:bodyPr>
          <a:lstStyle>
            <a:lvl1pPr lvl="0">
              <a:spcBef>
                <a:spcPts val="0"/>
              </a:spcBef>
              <a:spcAft>
                <a:spcPts val="0"/>
              </a:spcAft>
              <a:buSzPts val="6000"/>
              <a:buNone/>
              <a:defRPr sz="88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endParaRPr/>
          </a:p>
        </p:txBody>
      </p:sp>
      <p:pic>
        <p:nvPicPr>
          <p:cNvPr id="45" name="Google Shape;45;p8"/>
          <p:cNvPicPr preferRelativeResize="0"/>
          <p:nvPr/>
        </p:nvPicPr>
        <p:blipFill>
          <a:blip r:embed="rId2">
            <a:alphaModFix/>
          </a:blip>
          <a:stretch>
            <a:fillRect/>
          </a:stretch>
        </p:blipFill>
        <p:spPr>
          <a:xfrm>
            <a:off x="-1317975" y="-1373125"/>
            <a:ext cx="2819400" cy="2809875"/>
          </a:xfrm>
          <a:prstGeom prst="rect">
            <a:avLst/>
          </a:prstGeom>
          <a:noFill/>
          <a:ln>
            <a:noFill/>
          </a:ln>
        </p:spPr>
      </p:pic>
      <p:sp>
        <p:nvSpPr>
          <p:cNvPr id="46" name="Google Shape;46;p8"/>
          <p:cNvSpPr/>
          <p:nvPr/>
        </p:nvSpPr>
        <p:spPr>
          <a:xfrm rot="-3098212" flipH="1">
            <a:off x="222548" y="-731322"/>
            <a:ext cx="1031510" cy="2139014"/>
          </a:xfrm>
          <a:prstGeom prst="ellipse">
            <a:avLst/>
          </a:prstGeom>
          <a:noFill/>
          <a:ln w="19050" cap="flat" cmpd="sng">
            <a:solidFill>
              <a:schemeClr val="dk2"/>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8"/>
          <p:cNvSpPr/>
          <p:nvPr/>
        </p:nvSpPr>
        <p:spPr>
          <a:xfrm rot="-3098212" flipH="1">
            <a:off x="404609" y="-965855"/>
            <a:ext cx="1031510" cy="2139014"/>
          </a:xfrm>
          <a:prstGeom prst="ellipse">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8" name="Google Shape;48;p8"/>
          <p:cNvPicPr preferRelativeResize="0"/>
          <p:nvPr/>
        </p:nvPicPr>
        <p:blipFill>
          <a:blip r:embed="rId3">
            <a:alphaModFix/>
          </a:blip>
          <a:stretch>
            <a:fillRect/>
          </a:stretch>
        </p:blipFill>
        <p:spPr>
          <a:xfrm>
            <a:off x="6462425" y="-884550"/>
            <a:ext cx="2981525" cy="2981525"/>
          </a:xfrm>
          <a:prstGeom prst="rect">
            <a:avLst/>
          </a:prstGeom>
          <a:noFill/>
          <a:ln>
            <a:noFill/>
          </a:ln>
        </p:spPr>
      </p:pic>
      <p:pic>
        <p:nvPicPr>
          <p:cNvPr id="49" name="Google Shape;49;p8"/>
          <p:cNvPicPr preferRelativeResize="0"/>
          <p:nvPr/>
        </p:nvPicPr>
        <p:blipFill>
          <a:blip r:embed="rId4">
            <a:alphaModFix/>
          </a:blip>
          <a:stretch>
            <a:fillRect/>
          </a:stretch>
        </p:blipFill>
        <p:spPr>
          <a:xfrm flipH="1">
            <a:off x="5160850" y="3198337"/>
            <a:ext cx="3367001" cy="3429925"/>
          </a:xfrm>
          <a:prstGeom prst="rect">
            <a:avLst/>
          </a:prstGeom>
          <a:noFill/>
          <a:ln>
            <a:noFill/>
          </a:ln>
        </p:spPr>
      </p:pic>
      <p:sp>
        <p:nvSpPr>
          <p:cNvPr id="50" name="Google Shape;50;p8"/>
          <p:cNvSpPr/>
          <p:nvPr/>
        </p:nvSpPr>
        <p:spPr>
          <a:xfrm rot="-7562400">
            <a:off x="7808956" y="232963"/>
            <a:ext cx="1201326" cy="2493017"/>
          </a:xfrm>
          <a:prstGeom prst="ellipse">
            <a:avLst/>
          </a:prstGeom>
          <a:noFill/>
          <a:ln w="19050" cap="flat" cmpd="sng">
            <a:solidFill>
              <a:schemeClr val="dk2"/>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8"/>
          <p:cNvSpPr/>
          <p:nvPr/>
        </p:nvSpPr>
        <p:spPr>
          <a:xfrm rot="-7562400">
            <a:off x="8009820" y="514643"/>
            <a:ext cx="1201326" cy="2493017"/>
          </a:xfrm>
          <a:prstGeom prst="ellipse">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8"/>
          <p:cNvSpPr/>
          <p:nvPr/>
        </p:nvSpPr>
        <p:spPr>
          <a:xfrm rot="-3098212" flipH="1">
            <a:off x="6928148" y="4297878"/>
            <a:ext cx="1031510" cy="2139014"/>
          </a:xfrm>
          <a:prstGeom prst="ellipse">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8"/>
          <p:cNvSpPr/>
          <p:nvPr/>
        </p:nvSpPr>
        <p:spPr>
          <a:xfrm rot="-3098212" flipH="1">
            <a:off x="7110209" y="4063345"/>
            <a:ext cx="1031510" cy="2139014"/>
          </a:xfrm>
          <a:prstGeom prst="ellipse">
            <a:avLst/>
          </a:prstGeom>
          <a:noFill/>
          <a:ln w="19050" cap="flat" cmpd="sng">
            <a:solidFill>
              <a:schemeClr val="dk2"/>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881753" y="1992644"/>
            <a:ext cx="3858000" cy="1422900"/>
          </a:xfrm>
          <a:prstGeom prst="rect">
            <a:avLst/>
          </a:prstGeom>
        </p:spPr>
        <p:txBody>
          <a:bodyPr spcFirstLastPara="1" wrap="square" lIns="91425" tIns="91425" rIns="91425" bIns="91425" anchor="ctr" anchorCtr="0">
            <a:noAutofit/>
          </a:bodyPr>
          <a:lstStyle>
            <a:lvl1pPr lvl="0" rtl="0">
              <a:spcBef>
                <a:spcPts val="0"/>
              </a:spcBef>
              <a:spcAft>
                <a:spcPts val="0"/>
              </a:spcAft>
              <a:buSzPts val="3600"/>
              <a:buNone/>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56" name="Google Shape;56;p9"/>
          <p:cNvSpPr txBox="1">
            <a:spLocks noGrp="1"/>
          </p:cNvSpPr>
          <p:nvPr>
            <p:ph type="subTitle" idx="1"/>
          </p:nvPr>
        </p:nvSpPr>
        <p:spPr>
          <a:xfrm>
            <a:off x="881753" y="3571069"/>
            <a:ext cx="3858000" cy="841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600"/>
            </a:lvl1pPr>
            <a:lvl2pPr lvl="1" algn="ctr" rtl="0">
              <a:lnSpc>
                <a:spcPct val="100000"/>
              </a:lnSpc>
              <a:spcBef>
                <a:spcPts val="160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pic>
        <p:nvPicPr>
          <p:cNvPr id="57" name="Google Shape;57;p9"/>
          <p:cNvPicPr preferRelativeResize="0"/>
          <p:nvPr/>
        </p:nvPicPr>
        <p:blipFill>
          <a:blip r:embed="rId2">
            <a:alphaModFix/>
          </a:blip>
          <a:stretch>
            <a:fillRect/>
          </a:stretch>
        </p:blipFill>
        <p:spPr>
          <a:xfrm>
            <a:off x="-887396" y="-1246624"/>
            <a:ext cx="2799598" cy="2779792"/>
          </a:xfrm>
          <a:prstGeom prst="rect">
            <a:avLst/>
          </a:prstGeom>
          <a:noFill/>
          <a:ln>
            <a:noFill/>
          </a:ln>
        </p:spPr>
      </p:pic>
      <p:sp>
        <p:nvSpPr>
          <p:cNvPr id="58" name="Google Shape;58;p9"/>
          <p:cNvSpPr/>
          <p:nvPr/>
        </p:nvSpPr>
        <p:spPr>
          <a:xfrm rot="-3098454" flipH="1">
            <a:off x="806506" y="-592641"/>
            <a:ext cx="1071242" cy="2221662"/>
          </a:xfrm>
          <a:prstGeom prst="ellipse">
            <a:avLst/>
          </a:prstGeom>
          <a:noFill/>
          <a:ln w="19050" cap="flat" cmpd="sng">
            <a:solidFill>
              <a:schemeClr val="dk2"/>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9"/>
          <p:cNvSpPr/>
          <p:nvPr/>
        </p:nvSpPr>
        <p:spPr>
          <a:xfrm rot="-3098454" flipH="1">
            <a:off x="995593" y="-836222"/>
            <a:ext cx="1071242" cy="2221662"/>
          </a:xfrm>
          <a:prstGeom prst="ellipse">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9"/>
          <p:cNvSpPr/>
          <p:nvPr/>
        </p:nvSpPr>
        <p:spPr>
          <a:xfrm rot="-8157142">
            <a:off x="7132167" y="-968332"/>
            <a:ext cx="816821" cy="1695382"/>
          </a:xfrm>
          <a:prstGeom prst="ellipse">
            <a:avLst/>
          </a:prstGeom>
          <a:noFill/>
          <a:ln w="19050" cap="flat" cmpd="sng">
            <a:solidFill>
              <a:schemeClr val="dk2"/>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9"/>
          <p:cNvSpPr/>
          <p:nvPr/>
        </p:nvSpPr>
        <p:spPr>
          <a:xfrm rot="-8157142">
            <a:off x="7299687" y="-803112"/>
            <a:ext cx="816821" cy="1695382"/>
          </a:xfrm>
          <a:prstGeom prst="ellipse">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62"/>
        <p:cNvGrpSpPr/>
        <p:nvPr/>
      </p:nvGrpSpPr>
      <p:grpSpPr>
        <a:xfrm>
          <a:off x="0" y="0"/>
          <a:ext cx="0" cy="0"/>
          <a:chOff x="0" y="0"/>
          <a:chExt cx="0" cy="0"/>
        </a:xfrm>
      </p:grpSpPr>
      <p:sp>
        <p:nvSpPr>
          <p:cNvPr id="63" name="Google Shape;63;p10"/>
          <p:cNvSpPr/>
          <p:nvPr/>
        </p:nvSpPr>
        <p:spPr>
          <a:xfrm rot="10800000" flipH="1">
            <a:off x="0" y="0"/>
            <a:ext cx="9144000" cy="5143500"/>
          </a:xfrm>
          <a:prstGeom prst="rect">
            <a:avLst/>
          </a:prstGeom>
          <a:gradFill>
            <a:gsLst>
              <a:gs pos="0">
                <a:srgbClr val="29235C">
                  <a:alpha val="16862"/>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10"/>
          <p:cNvSpPr txBox="1">
            <a:spLocks noGrp="1"/>
          </p:cNvSpPr>
          <p:nvPr>
            <p:ph type="title"/>
          </p:nvPr>
        </p:nvSpPr>
        <p:spPr>
          <a:xfrm>
            <a:off x="720000" y="4035800"/>
            <a:ext cx="77040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100"/>
              <a:buNone/>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65" name="Google Shape;65;p10"/>
          <p:cNvSpPr/>
          <p:nvPr/>
        </p:nvSpPr>
        <p:spPr>
          <a:xfrm rot="-3098212" flipH="1">
            <a:off x="-344027" y="1346003"/>
            <a:ext cx="1031510" cy="2139014"/>
          </a:xfrm>
          <a:prstGeom prst="ellipse">
            <a:avLst/>
          </a:prstGeom>
          <a:noFill/>
          <a:ln w="19050" cap="flat" cmpd="sng">
            <a:solidFill>
              <a:schemeClr val="lt1"/>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10"/>
          <p:cNvSpPr/>
          <p:nvPr/>
        </p:nvSpPr>
        <p:spPr>
          <a:xfrm rot="-3098212" flipH="1">
            <a:off x="-161966" y="1111470"/>
            <a:ext cx="1031510" cy="2139014"/>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67" name="Google Shape;67;p10"/>
          <p:cNvPicPr preferRelativeResize="0"/>
          <p:nvPr/>
        </p:nvPicPr>
        <p:blipFill>
          <a:blip r:embed="rId2">
            <a:alphaModFix/>
          </a:blip>
          <a:stretch>
            <a:fillRect/>
          </a:stretch>
        </p:blipFill>
        <p:spPr>
          <a:xfrm>
            <a:off x="7397339" y="-1529325"/>
            <a:ext cx="2819400" cy="2809875"/>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lt1"/>
        </a:solidFill>
        <a:effectLst/>
      </p:bgPr>
    </p:bg>
    <p:spTree>
      <p:nvGrpSpPr>
        <p:cNvPr id="1" name="Shape 76"/>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able of contents">
  <p:cSld name="BLANK_1">
    <p:spTree>
      <p:nvGrpSpPr>
        <p:cNvPr id="1" name="Shape 77"/>
        <p:cNvGrpSpPr/>
        <p:nvPr/>
      </p:nvGrpSpPr>
      <p:grpSpPr>
        <a:xfrm>
          <a:off x="0" y="0"/>
          <a:ext cx="0" cy="0"/>
          <a:chOff x="0" y="0"/>
          <a:chExt cx="0" cy="0"/>
        </a:xfrm>
      </p:grpSpPr>
      <p:sp>
        <p:nvSpPr>
          <p:cNvPr id="78" name="Google Shape;78;p13"/>
          <p:cNvSpPr txBox="1">
            <a:spLocks noGrp="1"/>
          </p:cNvSpPr>
          <p:nvPr>
            <p:ph type="title"/>
          </p:nvPr>
        </p:nvSpPr>
        <p:spPr>
          <a:xfrm>
            <a:off x="826500" y="1711725"/>
            <a:ext cx="2123400" cy="4374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79" name="Google Shape;79;p13"/>
          <p:cNvSpPr txBox="1">
            <a:spLocks noGrp="1"/>
          </p:cNvSpPr>
          <p:nvPr>
            <p:ph type="title" idx="2" hasCustomPrompt="1"/>
          </p:nvPr>
        </p:nvSpPr>
        <p:spPr>
          <a:xfrm>
            <a:off x="826500" y="1303800"/>
            <a:ext cx="1275300" cy="4374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0" name="Google Shape;80;p13"/>
          <p:cNvSpPr txBox="1">
            <a:spLocks noGrp="1"/>
          </p:cNvSpPr>
          <p:nvPr>
            <p:ph type="subTitle" idx="1"/>
          </p:nvPr>
        </p:nvSpPr>
        <p:spPr>
          <a:xfrm>
            <a:off x="826500" y="2124400"/>
            <a:ext cx="2123400" cy="4374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81" name="Google Shape;81;p13"/>
          <p:cNvSpPr txBox="1">
            <a:spLocks noGrp="1"/>
          </p:cNvSpPr>
          <p:nvPr>
            <p:ph type="title" idx="3"/>
          </p:nvPr>
        </p:nvSpPr>
        <p:spPr>
          <a:xfrm>
            <a:off x="3510300" y="1711725"/>
            <a:ext cx="2123400" cy="4374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82" name="Google Shape;82;p13"/>
          <p:cNvSpPr txBox="1">
            <a:spLocks noGrp="1"/>
          </p:cNvSpPr>
          <p:nvPr>
            <p:ph type="title" idx="4" hasCustomPrompt="1"/>
          </p:nvPr>
        </p:nvSpPr>
        <p:spPr>
          <a:xfrm>
            <a:off x="3510300" y="1303800"/>
            <a:ext cx="1275300" cy="4374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3" name="Google Shape;83;p13"/>
          <p:cNvSpPr txBox="1">
            <a:spLocks noGrp="1"/>
          </p:cNvSpPr>
          <p:nvPr>
            <p:ph type="subTitle" idx="5"/>
          </p:nvPr>
        </p:nvSpPr>
        <p:spPr>
          <a:xfrm>
            <a:off x="3510300" y="2124400"/>
            <a:ext cx="2123400" cy="4374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84" name="Google Shape;84;p13"/>
          <p:cNvSpPr txBox="1">
            <a:spLocks noGrp="1"/>
          </p:cNvSpPr>
          <p:nvPr>
            <p:ph type="title" idx="6"/>
          </p:nvPr>
        </p:nvSpPr>
        <p:spPr>
          <a:xfrm>
            <a:off x="6194100" y="1711725"/>
            <a:ext cx="2123400" cy="4374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85" name="Google Shape;85;p13"/>
          <p:cNvSpPr txBox="1">
            <a:spLocks noGrp="1"/>
          </p:cNvSpPr>
          <p:nvPr>
            <p:ph type="title" idx="7" hasCustomPrompt="1"/>
          </p:nvPr>
        </p:nvSpPr>
        <p:spPr>
          <a:xfrm>
            <a:off x="6194100" y="1303800"/>
            <a:ext cx="1275300" cy="4374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6" name="Google Shape;86;p13"/>
          <p:cNvSpPr txBox="1">
            <a:spLocks noGrp="1"/>
          </p:cNvSpPr>
          <p:nvPr>
            <p:ph type="subTitle" idx="8"/>
          </p:nvPr>
        </p:nvSpPr>
        <p:spPr>
          <a:xfrm>
            <a:off x="6194100" y="2124400"/>
            <a:ext cx="2123400" cy="4374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87" name="Google Shape;87;p13"/>
          <p:cNvSpPr txBox="1">
            <a:spLocks noGrp="1"/>
          </p:cNvSpPr>
          <p:nvPr>
            <p:ph type="title" idx="9"/>
          </p:nvPr>
        </p:nvSpPr>
        <p:spPr>
          <a:xfrm>
            <a:off x="826500" y="3501125"/>
            <a:ext cx="2123400" cy="4374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88" name="Google Shape;88;p13"/>
          <p:cNvSpPr txBox="1">
            <a:spLocks noGrp="1"/>
          </p:cNvSpPr>
          <p:nvPr>
            <p:ph type="title" idx="13" hasCustomPrompt="1"/>
          </p:nvPr>
        </p:nvSpPr>
        <p:spPr>
          <a:xfrm>
            <a:off x="826500" y="3093275"/>
            <a:ext cx="1275300" cy="4374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9" name="Google Shape;89;p13"/>
          <p:cNvSpPr txBox="1">
            <a:spLocks noGrp="1"/>
          </p:cNvSpPr>
          <p:nvPr>
            <p:ph type="subTitle" idx="14"/>
          </p:nvPr>
        </p:nvSpPr>
        <p:spPr>
          <a:xfrm>
            <a:off x="826500" y="3913800"/>
            <a:ext cx="2123400" cy="4374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90" name="Google Shape;90;p13"/>
          <p:cNvSpPr txBox="1">
            <a:spLocks noGrp="1"/>
          </p:cNvSpPr>
          <p:nvPr>
            <p:ph type="title" idx="15"/>
          </p:nvPr>
        </p:nvSpPr>
        <p:spPr>
          <a:xfrm>
            <a:off x="3510300" y="3501125"/>
            <a:ext cx="2123400" cy="4374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91" name="Google Shape;91;p13"/>
          <p:cNvSpPr txBox="1">
            <a:spLocks noGrp="1"/>
          </p:cNvSpPr>
          <p:nvPr>
            <p:ph type="title" idx="16" hasCustomPrompt="1"/>
          </p:nvPr>
        </p:nvSpPr>
        <p:spPr>
          <a:xfrm>
            <a:off x="3510300" y="3093275"/>
            <a:ext cx="1275300" cy="4374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2" name="Google Shape;92;p13"/>
          <p:cNvSpPr txBox="1">
            <a:spLocks noGrp="1"/>
          </p:cNvSpPr>
          <p:nvPr>
            <p:ph type="subTitle" idx="17"/>
          </p:nvPr>
        </p:nvSpPr>
        <p:spPr>
          <a:xfrm>
            <a:off x="3510300" y="3913800"/>
            <a:ext cx="2123400" cy="4374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93" name="Google Shape;93;p13"/>
          <p:cNvSpPr txBox="1">
            <a:spLocks noGrp="1"/>
          </p:cNvSpPr>
          <p:nvPr>
            <p:ph type="title" idx="18"/>
          </p:nvPr>
        </p:nvSpPr>
        <p:spPr>
          <a:xfrm>
            <a:off x="6194100" y="3501125"/>
            <a:ext cx="2123400" cy="4374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94" name="Google Shape;94;p13"/>
          <p:cNvSpPr txBox="1">
            <a:spLocks noGrp="1"/>
          </p:cNvSpPr>
          <p:nvPr>
            <p:ph type="title" idx="19" hasCustomPrompt="1"/>
          </p:nvPr>
        </p:nvSpPr>
        <p:spPr>
          <a:xfrm>
            <a:off x="6194100" y="3093275"/>
            <a:ext cx="1275300" cy="4374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5" name="Google Shape;95;p13"/>
          <p:cNvSpPr txBox="1">
            <a:spLocks noGrp="1"/>
          </p:cNvSpPr>
          <p:nvPr>
            <p:ph type="subTitle" idx="20"/>
          </p:nvPr>
        </p:nvSpPr>
        <p:spPr>
          <a:xfrm>
            <a:off x="6194100" y="3913800"/>
            <a:ext cx="2123400" cy="4374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96" name="Google Shape;96;p13"/>
          <p:cNvSpPr txBox="1">
            <a:spLocks noGrp="1"/>
          </p:cNvSpPr>
          <p:nvPr>
            <p:ph type="title" idx="21"/>
          </p:nvPr>
        </p:nvSpPr>
        <p:spPr>
          <a:xfrm>
            <a:off x="720000" y="445025"/>
            <a:ext cx="7704000" cy="572700"/>
          </a:xfrm>
          <a:prstGeom prst="rect">
            <a:avLst/>
          </a:prstGeom>
        </p:spPr>
        <p:txBody>
          <a:bodyPr spcFirstLastPara="1" wrap="square" lIns="91425" tIns="91425" rIns="91425" bIns="91425" anchor="ctr" anchorCtr="0">
            <a:noAutofit/>
          </a:bodyPr>
          <a:lstStyle>
            <a:lvl1pPr lvl="0" rtl="0">
              <a:spcBef>
                <a:spcPts val="0"/>
              </a:spcBef>
              <a:spcAft>
                <a:spcPts val="0"/>
              </a:spcAft>
              <a:buSzPts val="31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pic>
        <p:nvPicPr>
          <p:cNvPr id="97" name="Google Shape;97;p13"/>
          <p:cNvPicPr preferRelativeResize="0"/>
          <p:nvPr/>
        </p:nvPicPr>
        <p:blipFill>
          <a:blip r:embed="rId2">
            <a:alphaModFix/>
          </a:blip>
          <a:stretch>
            <a:fillRect/>
          </a:stretch>
        </p:blipFill>
        <p:spPr>
          <a:xfrm>
            <a:off x="7087813" y="-1828575"/>
            <a:ext cx="3133725" cy="3009900"/>
          </a:xfrm>
          <a:prstGeom prst="rect">
            <a:avLst/>
          </a:prstGeom>
          <a:noFill/>
          <a:ln>
            <a:noFill/>
          </a:ln>
        </p:spPr>
      </p:pic>
      <p:sp>
        <p:nvSpPr>
          <p:cNvPr id="98" name="Google Shape;98;p13"/>
          <p:cNvSpPr/>
          <p:nvPr/>
        </p:nvSpPr>
        <p:spPr>
          <a:xfrm rot="-3636128">
            <a:off x="8690680" y="3904477"/>
            <a:ext cx="817119" cy="1695487"/>
          </a:xfrm>
          <a:prstGeom prst="ellipse">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13"/>
          <p:cNvSpPr/>
          <p:nvPr/>
        </p:nvSpPr>
        <p:spPr>
          <a:xfrm rot="-3636128">
            <a:off x="8573216" y="4108347"/>
            <a:ext cx="817119" cy="1695487"/>
          </a:xfrm>
          <a:prstGeom prst="ellipse">
            <a:avLst/>
          </a:prstGeom>
          <a:noFill/>
          <a:ln w="19050" cap="flat" cmpd="sng">
            <a:solidFill>
              <a:schemeClr val="dk2"/>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ext">
  <p:cSld name="CUSTOM">
    <p:spTree>
      <p:nvGrpSpPr>
        <p:cNvPr id="1" name="Shape 108"/>
        <p:cNvGrpSpPr/>
        <p:nvPr/>
      </p:nvGrpSpPr>
      <p:grpSpPr>
        <a:xfrm>
          <a:off x="0" y="0"/>
          <a:ext cx="0" cy="0"/>
          <a:chOff x="0" y="0"/>
          <a:chExt cx="0" cy="0"/>
        </a:xfrm>
      </p:grpSpPr>
      <p:sp>
        <p:nvSpPr>
          <p:cNvPr id="109" name="Google Shape;109;p15"/>
          <p:cNvSpPr txBox="1">
            <a:spLocks noGrp="1"/>
          </p:cNvSpPr>
          <p:nvPr>
            <p:ph type="subTitle" idx="1"/>
          </p:nvPr>
        </p:nvSpPr>
        <p:spPr>
          <a:xfrm>
            <a:off x="720000" y="2822200"/>
            <a:ext cx="4057500" cy="5379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0" name="Google Shape;110;p15"/>
          <p:cNvSpPr txBox="1">
            <a:spLocks noGrp="1"/>
          </p:cNvSpPr>
          <p:nvPr>
            <p:ph type="title"/>
          </p:nvPr>
        </p:nvSpPr>
        <p:spPr>
          <a:xfrm>
            <a:off x="720000" y="1734463"/>
            <a:ext cx="4538400" cy="1004100"/>
          </a:xfrm>
          <a:prstGeom prst="rect">
            <a:avLst/>
          </a:prstGeom>
        </p:spPr>
        <p:txBody>
          <a:bodyPr spcFirstLastPara="1" wrap="square" lIns="91425" tIns="91425" rIns="91425" bIns="91425" anchor="ctr" anchorCtr="0">
            <a:noAutofit/>
          </a:bodyPr>
          <a:lstStyle>
            <a:lvl1pPr lvl="0" rtl="0">
              <a:spcBef>
                <a:spcPts val="0"/>
              </a:spcBef>
              <a:spcAft>
                <a:spcPts val="0"/>
              </a:spcAft>
              <a:buSzPts val="3100"/>
              <a:buNone/>
              <a:defRPr sz="88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text 5">
  <p:cSld name="CUSTOM_3_1_1">
    <p:spTree>
      <p:nvGrpSpPr>
        <p:cNvPr id="1" name="Shape 132"/>
        <p:cNvGrpSpPr/>
        <p:nvPr/>
      </p:nvGrpSpPr>
      <p:grpSpPr>
        <a:xfrm>
          <a:off x="0" y="0"/>
          <a:ext cx="0" cy="0"/>
          <a:chOff x="0" y="0"/>
          <a:chExt cx="0" cy="0"/>
        </a:xfrm>
      </p:grpSpPr>
      <p:sp>
        <p:nvSpPr>
          <p:cNvPr id="133" name="Google Shape;133;p20"/>
          <p:cNvSpPr txBox="1">
            <a:spLocks noGrp="1"/>
          </p:cNvSpPr>
          <p:nvPr>
            <p:ph type="subTitle" idx="1"/>
          </p:nvPr>
        </p:nvSpPr>
        <p:spPr>
          <a:xfrm>
            <a:off x="4125400" y="2400300"/>
            <a:ext cx="3981300" cy="22083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Char char="●"/>
              <a:defRPr/>
            </a:lvl1pPr>
            <a:lvl2pPr lvl="1" algn="ctr" rtl="0">
              <a:lnSpc>
                <a:spcPct val="100000"/>
              </a:lnSpc>
              <a:spcBef>
                <a:spcPts val="1000"/>
              </a:spcBef>
              <a:spcAft>
                <a:spcPts val="0"/>
              </a:spcAft>
              <a:buClr>
                <a:srgbClr val="434343"/>
              </a:buClr>
              <a:buSzPts val="1400"/>
              <a:buChar char="○"/>
              <a:defRPr/>
            </a:lvl2pPr>
            <a:lvl3pPr lvl="2" algn="ctr" rtl="0">
              <a:lnSpc>
                <a:spcPct val="100000"/>
              </a:lnSpc>
              <a:spcBef>
                <a:spcPts val="0"/>
              </a:spcBef>
              <a:spcAft>
                <a:spcPts val="0"/>
              </a:spcAft>
              <a:buClr>
                <a:srgbClr val="434343"/>
              </a:buClr>
              <a:buSzPts val="1400"/>
              <a:buChar char="■"/>
              <a:defRPr/>
            </a:lvl3pPr>
            <a:lvl4pPr lvl="3" algn="ctr" rtl="0">
              <a:lnSpc>
                <a:spcPct val="100000"/>
              </a:lnSpc>
              <a:spcBef>
                <a:spcPts val="0"/>
              </a:spcBef>
              <a:spcAft>
                <a:spcPts val="0"/>
              </a:spcAft>
              <a:buClr>
                <a:srgbClr val="434343"/>
              </a:buClr>
              <a:buSzPts val="1400"/>
              <a:buChar char="●"/>
              <a:defRPr/>
            </a:lvl4pPr>
            <a:lvl5pPr lvl="4" algn="ctr" rtl="0">
              <a:lnSpc>
                <a:spcPct val="100000"/>
              </a:lnSpc>
              <a:spcBef>
                <a:spcPts val="0"/>
              </a:spcBef>
              <a:spcAft>
                <a:spcPts val="0"/>
              </a:spcAft>
              <a:buClr>
                <a:srgbClr val="434343"/>
              </a:buClr>
              <a:buSzPts val="1400"/>
              <a:buChar char="○"/>
              <a:defRPr/>
            </a:lvl5pPr>
            <a:lvl6pPr lvl="5" algn="ctr" rtl="0">
              <a:lnSpc>
                <a:spcPct val="100000"/>
              </a:lnSpc>
              <a:spcBef>
                <a:spcPts val="0"/>
              </a:spcBef>
              <a:spcAft>
                <a:spcPts val="0"/>
              </a:spcAft>
              <a:buClr>
                <a:srgbClr val="434343"/>
              </a:buClr>
              <a:buSzPts val="1400"/>
              <a:buChar char="■"/>
              <a:defRPr/>
            </a:lvl6pPr>
            <a:lvl7pPr lvl="6" algn="ctr" rtl="0">
              <a:lnSpc>
                <a:spcPct val="100000"/>
              </a:lnSpc>
              <a:spcBef>
                <a:spcPts val="0"/>
              </a:spcBef>
              <a:spcAft>
                <a:spcPts val="0"/>
              </a:spcAft>
              <a:buClr>
                <a:srgbClr val="434343"/>
              </a:buClr>
              <a:buSzPts val="1400"/>
              <a:buChar char="●"/>
              <a:defRPr/>
            </a:lvl7pPr>
            <a:lvl8pPr lvl="7" algn="ctr" rtl="0">
              <a:lnSpc>
                <a:spcPct val="100000"/>
              </a:lnSpc>
              <a:spcBef>
                <a:spcPts val="0"/>
              </a:spcBef>
              <a:spcAft>
                <a:spcPts val="0"/>
              </a:spcAft>
              <a:buClr>
                <a:srgbClr val="434343"/>
              </a:buClr>
              <a:buSzPts val="1400"/>
              <a:buChar char="○"/>
              <a:defRPr/>
            </a:lvl8pPr>
            <a:lvl9pPr lvl="8" algn="ctr" rtl="0">
              <a:lnSpc>
                <a:spcPct val="100000"/>
              </a:lnSpc>
              <a:spcBef>
                <a:spcPts val="0"/>
              </a:spcBef>
              <a:spcAft>
                <a:spcPts val="0"/>
              </a:spcAft>
              <a:buClr>
                <a:srgbClr val="434343"/>
              </a:buClr>
              <a:buSzPts val="1400"/>
              <a:buChar char="■"/>
              <a:defRPr/>
            </a:lvl9pPr>
          </a:lstStyle>
          <a:p>
            <a:endParaRPr/>
          </a:p>
        </p:txBody>
      </p:sp>
      <p:sp>
        <p:nvSpPr>
          <p:cNvPr id="134" name="Google Shape;134;p20"/>
          <p:cNvSpPr txBox="1">
            <a:spLocks noGrp="1"/>
          </p:cNvSpPr>
          <p:nvPr>
            <p:ph type="title"/>
          </p:nvPr>
        </p:nvSpPr>
        <p:spPr>
          <a:xfrm>
            <a:off x="720000" y="445025"/>
            <a:ext cx="7704000" cy="572700"/>
          </a:xfrm>
          <a:prstGeom prst="rect">
            <a:avLst/>
          </a:prstGeom>
        </p:spPr>
        <p:txBody>
          <a:bodyPr spcFirstLastPara="1" wrap="square" lIns="91425" tIns="91425" rIns="91425" bIns="91425" anchor="ctr" anchorCtr="0">
            <a:noAutofit/>
          </a:bodyPr>
          <a:lstStyle>
            <a:lvl1pPr lvl="0" rtl="0">
              <a:spcBef>
                <a:spcPts val="0"/>
              </a:spcBef>
              <a:spcAft>
                <a:spcPts val="0"/>
              </a:spcAft>
              <a:buSzPts val="31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pic>
        <p:nvPicPr>
          <p:cNvPr id="135" name="Google Shape;135;p20"/>
          <p:cNvPicPr preferRelativeResize="0"/>
          <p:nvPr/>
        </p:nvPicPr>
        <p:blipFill>
          <a:blip r:embed="rId2">
            <a:alphaModFix/>
          </a:blip>
          <a:stretch>
            <a:fillRect/>
          </a:stretch>
        </p:blipFill>
        <p:spPr>
          <a:xfrm>
            <a:off x="7191700" y="-1248800"/>
            <a:ext cx="2819400" cy="2809875"/>
          </a:xfrm>
          <a:prstGeom prst="rect">
            <a:avLst/>
          </a:prstGeom>
          <a:noFill/>
          <a:ln>
            <a:noFill/>
          </a:ln>
        </p:spPr>
      </p:pic>
      <p:sp>
        <p:nvSpPr>
          <p:cNvPr id="136" name="Google Shape;136;p20"/>
          <p:cNvSpPr/>
          <p:nvPr/>
        </p:nvSpPr>
        <p:spPr>
          <a:xfrm rot="-8606852">
            <a:off x="7795245" y="-775267"/>
            <a:ext cx="1169658" cy="2427038"/>
          </a:xfrm>
          <a:prstGeom prst="ellipse">
            <a:avLst/>
          </a:prstGeom>
          <a:noFill/>
          <a:ln w="19050" cap="flat" cmpd="sng">
            <a:solidFill>
              <a:schemeClr val="dk2"/>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20"/>
          <p:cNvSpPr/>
          <p:nvPr/>
        </p:nvSpPr>
        <p:spPr>
          <a:xfrm rot="-8606852">
            <a:off x="7552423" y="-938887"/>
            <a:ext cx="1169658" cy="2427038"/>
          </a:xfrm>
          <a:prstGeom prst="ellipse">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256"/>
        <p:cNvGrpSpPr/>
        <p:nvPr/>
      </p:nvGrpSpPr>
      <p:grpSpPr>
        <a:xfrm>
          <a:off x="0" y="0"/>
          <a:ext cx="0" cy="0"/>
          <a:chOff x="0" y="0"/>
          <a:chExt cx="0" cy="0"/>
        </a:xfrm>
      </p:grpSpPr>
      <p:pic>
        <p:nvPicPr>
          <p:cNvPr id="257" name="Google Shape;257;p30"/>
          <p:cNvPicPr preferRelativeResize="0"/>
          <p:nvPr/>
        </p:nvPicPr>
        <p:blipFill>
          <a:blip r:embed="rId2">
            <a:alphaModFix/>
          </a:blip>
          <a:stretch>
            <a:fillRect/>
          </a:stretch>
        </p:blipFill>
        <p:spPr>
          <a:xfrm>
            <a:off x="-980100" y="876325"/>
            <a:ext cx="2801900" cy="2814350"/>
          </a:xfrm>
          <a:prstGeom prst="rect">
            <a:avLst/>
          </a:prstGeom>
          <a:noFill/>
          <a:ln>
            <a:noFill/>
          </a:ln>
        </p:spPr>
      </p:pic>
      <p:pic>
        <p:nvPicPr>
          <p:cNvPr id="258" name="Google Shape;258;p30"/>
          <p:cNvPicPr preferRelativeResize="0"/>
          <p:nvPr/>
        </p:nvPicPr>
        <p:blipFill>
          <a:blip r:embed="rId3">
            <a:alphaModFix/>
          </a:blip>
          <a:stretch>
            <a:fillRect/>
          </a:stretch>
        </p:blipFill>
        <p:spPr>
          <a:xfrm flipH="1">
            <a:off x="5236513" y="-953300"/>
            <a:ext cx="2038350" cy="2076450"/>
          </a:xfrm>
          <a:prstGeom prst="rect">
            <a:avLst/>
          </a:prstGeom>
          <a:noFill/>
          <a:ln>
            <a:noFill/>
          </a:ln>
        </p:spPr>
      </p:pic>
      <p:pic>
        <p:nvPicPr>
          <p:cNvPr id="259" name="Google Shape;259;p30"/>
          <p:cNvPicPr preferRelativeResize="0"/>
          <p:nvPr/>
        </p:nvPicPr>
        <p:blipFill>
          <a:blip r:embed="rId4">
            <a:alphaModFix/>
          </a:blip>
          <a:stretch>
            <a:fillRect/>
          </a:stretch>
        </p:blipFill>
        <p:spPr>
          <a:xfrm>
            <a:off x="7357375" y="3151875"/>
            <a:ext cx="2551683" cy="2533650"/>
          </a:xfrm>
          <a:prstGeom prst="rect">
            <a:avLst/>
          </a:prstGeom>
          <a:noFill/>
          <a:ln>
            <a:noFill/>
          </a:ln>
        </p:spPr>
      </p:pic>
      <p:sp>
        <p:nvSpPr>
          <p:cNvPr id="260" name="Google Shape;260;p30"/>
          <p:cNvSpPr/>
          <p:nvPr/>
        </p:nvSpPr>
        <p:spPr>
          <a:xfrm rot="-9057554">
            <a:off x="-448749" y="2103451"/>
            <a:ext cx="844815" cy="1753560"/>
          </a:xfrm>
          <a:prstGeom prst="ellipse">
            <a:avLst/>
          </a:prstGeom>
          <a:noFill/>
          <a:ln w="19050" cap="flat" cmpd="sng">
            <a:solidFill>
              <a:schemeClr val="dk2"/>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30"/>
          <p:cNvSpPr/>
          <p:nvPr/>
        </p:nvSpPr>
        <p:spPr>
          <a:xfrm rot="-9057554">
            <a:off x="-237153" y="2223673"/>
            <a:ext cx="844815" cy="1753560"/>
          </a:xfrm>
          <a:prstGeom prst="ellipse">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30"/>
          <p:cNvSpPr/>
          <p:nvPr/>
        </p:nvSpPr>
        <p:spPr>
          <a:xfrm rot="8614338">
            <a:off x="8261696" y="2540788"/>
            <a:ext cx="1041751" cy="2161919"/>
          </a:xfrm>
          <a:prstGeom prst="ellipse">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30"/>
          <p:cNvSpPr/>
          <p:nvPr/>
        </p:nvSpPr>
        <p:spPr>
          <a:xfrm rot="8614338">
            <a:off x="8504750" y="2364917"/>
            <a:ext cx="1041751" cy="2161919"/>
          </a:xfrm>
          <a:prstGeom prst="ellipse">
            <a:avLst/>
          </a:prstGeom>
          <a:noFill/>
          <a:ln w="19050" cap="flat" cmpd="sng">
            <a:solidFill>
              <a:schemeClr val="dk2"/>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ackground 1">
  <p:cSld name="BLANK_1_1_1_1_1_1_1_1">
    <p:spTree>
      <p:nvGrpSpPr>
        <p:cNvPr id="1" name="Shape 264"/>
        <p:cNvGrpSpPr/>
        <p:nvPr/>
      </p:nvGrpSpPr>
      <p:grpSpPr>
        <a:xfrm>
          <a:off x="0" y="0"/>
          <a:ext cx="0" cy="0"/>
          <a:chOff x="0" y="0"/>
          <a:chExt cx="0" cy="0"/>
        </a:xfrm>
      </p:grpSpPr>
      <p:pic>
        <p:nvPicPr>
          <p:cNvPr id="265" name="Google Shape;265;p31"/>
          <p:cNvPicPr preferRelativeResize="0"/>
          <p:nvPr/>
        </p:nvPicPr>
        <p:blipFill>
          <a:blip r:embed="rId2">
            <a:alphaModFix/>
          </a:blip>
          <a:stretch>
            <a:fillRect/>
          </a:stretch>
        </p:blipFill>
        <p:spPr>
          <a:xfrm>
            <a:off x="-1385758" y="-1242275"/>
            <a:ext cx="3464467" cy="3464467"/>
          </a:xfrm>
          <a:prstGeom prst="rect">
            <a:avLst/>
          </a:prstGeom>
          <a:noFill/>
          <a:ln>
            <a:noFill/>
          </a:ln>
        </p:spPr>
      </p:pic>
      <p:pic>
        <p:nvPicPr>
          <p:cNvPr id="266" name="Google Shape;266;p31"/>
          <p:cNvPicPr preferRelativeResize="0"/>
          <p:nvPr/>
        </p:nvPicPr>
        <p:blipFill>
          <a:blip r:embed="rId3">
            <a:alphaModFix/>
          </a:blip>
          <a:stretch>
            <a:fillRect/>
          </a:stretch>
        </p:blipFill>
        <p:spPr>
          <a:xfrm>
            <a:off x="7415124" y="3398150"/>
            <a:ext cx="2833425" cy="2813100"/>
          </a:xfrm>
          <a:prstGeom prst="rect">
            <a:avLst/>
          </a:prstGeom>
          <a:noFill/>
          <a:ln>
            <a:noFill/>
          </a:ln>
        </p:spPr>
      </p:pic>
      <p:sp>
        <p:nvSpPr>
          <p:cNvPr id="267" name="Google Shape;267;p31"/>
          <p:cNvSpPr/>
          <p:nvPr/>
        </p:nvSpPr>
        <p:spPr>
          <a:xfrm rot="9057554" flipH="1">
            <a:off x="7846922" y="3092551"/>
            <a:ext cx="844815" cy="1753560"/>
          </a:xfrm>
          <a:prstGeom prst="ellipse">
            <a:avLst/>
          </a:prstGeom>
          <a:noFill/>
          <a:ln w="19050" cap="flat" cmpd="sng">
            <a:solidFill>
              <a:schemeClr val="dk2"/>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31"/>
          <p:cNvSpPr/>
          <p:nvPr/>
        </p:nvSpPr>
        <p:spPr>
          <a:xfrm rot="9057554" flipH="1">
            <a:off x="7635326" y="3212773"/>
            <a:ext cx="844815" cy="1753560"/>
          </a:xfrm>
          <a:prstGeom prst="ellipse">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31"/>
          <p:cNvSpPr/>
          <p:nvPr/>
        </p:nvSpPr>
        <p:spPr>
          <a:xfrm rot="7585662" flipH="1">
            <a:off x="623583" y="105826"/>
            <a:ext cx="1041751" cy="2161919"/>
          </a:xfrm>
          <a:prstGeom prst="ellipse">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31"/>
          <p:cNvSpPr/>
          <p:nvPr/>
        </p:nvSpPr>
        <p:spPr>
          <a:xfrm rot="7585662" flipH="1">
            <a:off x="447713" y="348879"/>
            <a:ext cx="1041751" cy="2161919"/>
          </a:xfrm>
          <a:prstGeom prst="ellipse">
            <a:avLst/>
          </a:prstGeom>
          <a:noFill/>
          <a:ln w="19050" cap="flat" cmpd="sng">
            <a:solidFill>
              <a:schemeClr val="dk2"/>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rgbClr val="DFDEFC">
            <a:alpha val="75840"/>
          </a:srgbClr>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2"/>
              </a:buClr>
              <a:buSzPts val="3100"/>
              <a:buFont typeface="Russo One"/>
              <a:buNone/>
              <a:defRPr sz="3100">
                <a:solidFill>
                  <a:schemeClr val="dk2"/>
                </a:solidFill>
                <a:latin typeface="Russo One"/>
                <a:ea typeface="Russo One"/>
                <a:cs typeface="Russo One"/>
                <a:sym typeface="Russo One"/>
              </a:defRPr>
            </a:lvl1pPr>
            <a:lvl2pPr lvl="1"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2pPr>
            <a:lvl3pPr lvl="2"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3pPr>
            <a:lvl4pPr lvl="3"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4pPr>
            <a:lvl5pPr lvl="4"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5pPr>
            <a:lvl6pPr lvl="5"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6pPr>
            <a:lvl7pPr lvl="6"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7pPr>
            <a:lvl8pPr lvl="7"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8pPr>
            <a:lvl9pPr lvl="8"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2"/>
              </a:buClr>
              <a:buSzPts val="1400"/>
              <a:buFont typeface="Mallanna"/>
              <a:buChar char="●"/>
              <a:defRPr>
                <a:solidFill>
                  <a:schemeClr val="dk2"/>
                </a:solidFill>
                <a:latin typeface="Mallanna"/>
                <a:ea typeface="Mallanna"/>
                <a:cs typeface="Mallanna"/>
                <a:sym typeface="Mallanna"/>
              </a:defRPr>
            </a:lvl1pPr>
            <a:lvl2pPr marL="914400" lvl="1" indent="-317500">
              <a:lnSpc>
                <a:spcPct val="115000"/>
              </a:lnSpc>
              <a:spcBef>
                <a:spcPts val="1600"/>
              </a:spcBef>
              <a:spcAft>
                <a:spcPts val="0"/>
              </a:spcAft>
              <a:buClr>
                <a:schemeClr val="dk2"/>
              </a:buClr>
              <a:buSzPts val="1400"/>
              <a:buFont typeface="Mallanna"/>
              <a:buChar char="○"/>
              <a:defRPr>
                <a:solidFill>
                  <a:schemeClr val="dk2"/>
                </a:solidFill>
                <a:latin typeface="Mallanna"/>
                <a:ea typeface="Mallanna"/>
                <a:cs typeface="Mallanna"/>
                <a:sym typeface="Mallanna"/>
              </a:defRPr>
            </a:lvl2pPr>
            <a:lvl3pPr marL="1371600" lvl="2" indent="-317500">
              <a:lnSpc>
                <a:spcPct val="115000"/>
              </a:lnSpc>
              <a:spcBef>
                <a:spcPts val="1600"/>
              </a:spcBef>
              <a:spcAft>
                <a:spcPts val="0"/>
              </a:spcAft>
              <a:buClr>
                <a:schemeClr val="dk2"/>
              </a:buClr>
              <a:buSzPts val="1400"/>
              <a:buFont typeface="Mallanna"/>
              <a:buChar char="■"/>
              <a:defRPr>
                <a:solidFill>
                  <a:schemeClr val="dk2"/>
                </a:solidFill>
                <a:latin typeface="Mallanna"/>
                <a:ea typeface="Mallanna"/>
                <a:cs typeface="Mallanna"/>
                <a:sym typeface="Mallanna"/>
              </a:defRPr>
            </a:lvl3pPr>
            <a:lvl4pPr marL="1828800" lvl="3" indent="-317500">
              <a:lnSpc>
                <a:spcPct val="115000"/>
              </a:lnSpc>
              <a:spcBef>
                <a:spcPts val="1600"/>
              </a:spcBef>
              <a:spcAft>
                <a:spcPts val="0"/>
              </a:spcAft>
              <a:buClr>
                <a:schemeClr val="dk2"/>
              </a:buClr>
              <a:buSzPts val="1400"/>
              <a:buFont typeface="Mallanna"/>
              <a:buChar char="●"/>
              <a:defRPr>
                <a:solidFill>
                  <a:schemeClr val="dk2"/>
                </a:solidFill>
                <a:latin typeface="Mallanna"/>
                <a:ea typeface="Mallanna"/>
                <a:cs typeface="Mallanna"/>
                <a:sym typeface="Mallanna"/>
              </a:defRPr>
            </a:lvl4pPr>
            <a:lvl5pPr marL="2286000" lvl="4" indent="-317500">
              <a:lnSpc>
                <a:spcPct val="115000"/>
              </a:lnSpc>
              <a:spcBef>
                <a:spcPts val="1600"/>
              </a:spcBef>
              <a:spcAft>
                <a:spcPts val="0"/>
              </a:spcAft>
              <a:buClr>
                <a:schemeClr val="dk2"/>
              </a:buClr>
              <a:buSzPts val="1400"/>
              <a:buFont typeface="Mallanna"/>
              <a:buChar char="○"/>
              <a:defRPr>
                <a:solidFill>
                  <a:schemeClr val="dk2"/>
                </a:solidFill>
                <a:latin typeface="Mallanna"/>
                <a:ea typeface="Mallanna"/>
                <a:cs typeface="Mallanna"/>
                <a:sym typeface="Mallanna"/>
              </a:defRPr>
            </a:lvl5pPr>
            <a:lvl6pPr marL="2743200" lvl="5" indent="-317500">
              <a:lnSpc>
                <a:spcPct val="115000"/>
              </a:lnSpc>
              <a:spcBef>
                <a:spcPts val="1600"/>
              </a:spcBef>
              <a:spcAft>
                <a:spcPts val="0"/>
              </a:spcAft>
              <a:buClr>
                <a:schemeClr val="dk2"/>
              </a:buClr>
              <a:buSzPts val="1400"/>
              <a:buFont typeface="Mallanna"/>
              <a:buChar char="■"/>
              <a:defRPr>
                <a:solidFill>
                  <a:schemeClr val="dk2"/>
                </a:solidFill>
                <a:latin typeface="Mallanna"/>
                <a:ea typeface="Mallanna"/>
                <a:cs typeface="Mallanna"/>
                <a:sym typeface="Mallanna"/>
              </a:defRPr>
            </a:lvl6pPr>
            <a:lvl7pPr marL="3200400" lvl="6" indent="-317500">
              <a:lnSpc>
                <a:spcPct val="115000"/>
              </a:lnSpc>
              <a:spcBef>
                <a:spcPts val="1600"/>
              </a:spcBef>
              <a:spcAft>
                <a:spcPts val="0"/>
              </a:spcAft>
              <a:buClr>
                <a:schemeClr val="dk2"/>
              </a:buClr>
              <a:buSzPts val="1400"/>
              <a:buFont typeface="Mallanna"/>
              <a:buChar char="●"/>
              <a:defRPr>
                <a:solidFill>
                  <a:schemeClr val="dk2"/>
                </a:solidFill>
                <a:latin typeface="Mallanna"/>
                <a:ea typeface="Mallanna"/>
                <a:cs typeface="Mallanna"/>
                <a:sym typeface="Mallanna"/>
              </a:defRPr>
            </a:lvl7pPr>
            <a:lvl8pPr marL="3657600" lvl="7" indent="-317500">
              <a:lnSpc>
                <a:spcPct val="115000"/>
              </a:lnSpc>
              <a:spcBef>
                <a:spcPts val="1600"/>
              </a:spcBef>
              <a:spcAft>
                <a:spcPts val="0"/>
              </a:spcAft>
              <a:buClr>
                <a:schemeClr val="dk2"/>
              </a:buClr>
              <a:buSzPts val="1400"/>
              <a:buFont typeface="Mallanna"/>
              <a:buChar char="○"/>
              <a:defRPr>
                <a:solidFill>
                  <a:schemeClr val="dk2"/>
                </a:solidFill>
                <a:latin typeface="Mallanna"/>
                <a:ea typeface="Mallanna"/>
                <a:cs typeface="Mallanna"/>
                <a:sym typeface="Mallanna"/>
              </a:defRPr>
            </a:lvl8pPr>
            <a:lvl9pPr marL="4114800" lvl="8" indent="-317500">
              <a:lnSpc>
                <a:spcPct val="115000"/>
              </a:lnSpc>
              <a:spcBef>
                <a:spcPts val="1600"/>
              </a:spcBef>
              <a:spcAft>
                <a:spcPts val="1600"/>
              </a:spcAft>
              <a:buClr>
                <a:schemeClr val="dk2"/>
              </a:buClr>
              <a:buSzPts val="1400"/>
              <a:buFont typeface="Mallanna"/>
              <a:buChar char="■"/>
              <a:defRPr>
                <a:solidFill>
                  <a:schemeClr val="dk2"/>
                </a:solidFill>
                <a:latin typeface="Mallanna"/>
                <a:ea typeface="Mallanna"/>
                <a:cs typeface="Mallanna"/>
                <a:sym typeface="Mallanna"/>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3" r:id="rId3"/>
    <p:sldLayoutId id="2147483654" r:id="rId4"/>
    <p:sldLayoutId id="2147483655" r:id="rId5"/>
    <p:sldLayoutId id="2147483656" r:id="rId6"/>
    <p:sldLayoutId id="2147483658" r:id="rId7"/>
    <p:sldLayoutId id="2147483659" r:id="rId8"/>
    <p:sldLayoutId id="2147483661" r:id="rId9"/>
    <p:sldLayoutId id="2147483666" r:id="rId10"/>
    <p:sldLayoutId id="2147483676" r:id="rId11"/>
    <p:sldLayoutId id="2147483677"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9.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6.xml"/><Relationship Id="rId4" Type="http://schemas.openxmlformats.org/officeDocument/2006/relationships/image" Target="../media/image18.jpeg"/></Relationships>
</file>

<file path=ppt/slides/_rels/slide16.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pic>
        <p:nvPicPr>
          <p:cNvPr id="281" name="Google Shape;281;p35"/>
          <p:cNvPicPr preferRelativeResize="0"/>
          <p:nvPr/>
        </p:nvPicPr>
        <p:blipFill>
          <a:blip r:embed="rId3">
            <a:alphaModFix/>
          </a:blip>
          <a:stretch>
            <a:fillRect/>
          </a:stretch>
        </p:blipFill>
        <p:spPr>
          <a:xfrm>
            <a:off x="7130400" y="3484675"/>
            <a:ext cx="2482225" cy="2482225"/>
          </a:xfrm>
          <a:prstGeom prst="rect">
            <a:avLst/>
          </a:prstGeom>
          <a:noFill/>
          <a:ln>
            <a:noFill/>
          </a:ln>
        </p:spPr>
      </p:pic>
      <p:pic>
        <p:nvPicPr>
          <p:cNvPr id="282" name="Google Shape;282;p35"/>
          <p:cNvPicPr preferRelativeResize="0"/>
          <p:nvPr/>
        </p:nvPicPr>
        <p:blipFill>
          <a:blip r:embed="rId4">
            <a:alphaModFix/>
          </a:blip>
          <a:stretch>
            <a:fillRect/>
          </a:stretch>
        </p:blipFill>
        <p:spPr>
          <a:xfrm>
            <a:off x="5855625" y="-1498297"/>
            <a:ext cx="3999125" cy="3837950"/>
          </a:xfrm>
          <a:prstGeom prst="rect">
            <a:avLst/>
          </a:prstGeom>
          <a:noFill/>
          <a:ln>
            <a:noFill/>
          </a:ln>
        </p:spPr>
      </p:pic>
      <p:sp>
        <p:nvSpPr>
          <p:cNvPr id="283" name="Google Shape;283;p35"/>
          <p:cNvSpPr/>
          <p:nvPr/>
        </p:nvSpPr>
        <p:spPr>
          <a:xfrm rot="-3636149">
            <a:off x="8329999" y="-337263"/>
            <a:ext cx="1012700" cy="2101424"/>
          </a:xfrm>
          <a:prstGeom prst="ellipse">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35"/>
          <p:cNvSpPr/>
          <p:nvPr/>
        </p:nvSpPr>
        <p:spPr>
          <a:xfrm rot="-3636149">
            <a:off x="8184399" y="-84563"/>
            <a:ext cx="1012700" cy="2101424"/>
          </a:xfrm>
          <a:prstGeom prst="ellipse">
            <a:avLst/>
          </a:prstGeom>
          <a:noFill/>
          <a:ln w="19050" cap="flat" cmpd="sng">
            <a:solidFill>
              <a:schemeClr val="dk2"/>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35"/>
          <p:cNvSpPr txBox="1">
            <a:spLocks noGrp="1"/>
          </p:cNvSpPr>
          <p:nvPr>
            <p:ph type="ctrTitle"/>
          </p:nvPr>
        </p:nvSpPr>
        <p:spPr>
          <a:xfrm>
            <a:off x="715100" y="1238850"/>
            <a:ext cx="6144900" cy="2180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VIRTUAL TEACHING</a:t>
            </a:r>
            <a:endParaRPr dirty="0"/>
          </a:p>
        </p:txBody>
      </p:sp>
      <p:sp>
        <p:nvSpPr>
          <p:cNvPr id="286" name="Google Shape;286;p35"/>
          <p:cNvSpPr txBox="1">
            <a:spLocks noGrp="1"/>
          </p:cNvSpPr>
          <p:nvPr>
            <p:ph type="subTitle" idx="1"/>
          </p:nvPr>
        </p:nvSpPr>
        <p:spPr>
          <a:xfrm>
            <a:off x="753300" y="3393772"/>
            <a:ext cx="3818700" cy="409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IN" dirty="0"/>
              <a:t>BATCH - 7</a:t>
            </a:r>
            <a:endParaRPr dirty="0"/>
          </a:p>
        </p:txBody>
      </p:sp>
      <p:cxnSp>
        <p:nvCxnSpPr>
          <p:cNvPr id="287" name="Google Shape;287;p35"/>
          <p:cNvCxnSpPr/>
          <p:nvPr/>
        </p:nvCxnSpPr>
        <p:spPr>
          <a:xfrm>
            <a:off x="724800" y="1144775"/>
            <a:ext cx="6154200" cy="0"/>
          </a:xfrm>
          <a:prstGeom prst="straightConnector1">
            <a:avLst/>
          </a:prstGeom>
          <a:noFill/>
          <a:ln w="19050" cap="flat" cmpd="sng">
            <a:solidFill>
              <a:schemeClr val="dk2"/>
            </a:solidFill>
            <a:prstDash val="solid"/>
            <a:round/>
            <a:headEnd type="none" w="med" len="med"/>
            <a:tailEnd type="none" w="med" len="med"/>
          </a:ln>
        </p:spPr>
      </p:cxnSp>
      <p:cxnSp>
        <p:nvCxnSpPr>
          <p:cNvPr id="288" name="Google Shape;288;p35"/>
          <p:cNvCxnSpPr/>
          <p:nvPr/>
        </p:nvCxnSpPr>
        <p:spPr>
          <a:xfrm>
            <a:off x="729000" y="3226703"/>
            <a:ext cx="6150000" cy="0"/>
          </a:xfrm>
          <a:prstGeom prst="straightConnector1">
            <a:avLst/>
          </a:prstGeom>
          <a:noFill/>
          <a:ln w="19050" cap="flat" cmpd="sng">
            <a:solidFill>
              <a:schemeClr val="dk2"/>
            </a:solidFill>
            <a:prstDash val="solid"/>
            <a:round/>
            <a:headEnd type="none" w="med" len="med"/>
            <a:tailEnd type="none" w="med" len="med"/>
          </a:ln>
        </p:spPr>
      </p:cxnSp>
      <p:sp>
        <p:nvSpPr>
          <p:cNvPr id="289" name="Google Shape;289;p35"/>
          <p:cNvSpPr/>
          <p:nvPr/>
        </p:nvSpPr>
        <p:spPr>
          <a:xfrm rot="-9036128">
            <a:off x="7072913" y="3056217"/>
            <a:ext cx="817119" cy="1695487"/>
          </a:xfrm>
          <a:prstGeom prst="ellipse">
            <a:avLst/>
          </a:prstGeom>
          <a:noFill/>
          <a:ln w="19050" cap="flat" cmpd="sng">
            <a:solidFill>
              <a:schemeClr val="dk2"/>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35"/>
          <p:cNvSpPr/>
          <p:nvPr/>
        </p:nvSpPr>
        <p:spPr>
          <a:xfrm rot="-9036128">
            <a:off x="7276782" y="3173681"/>
            <a:ext cx="817119" cy="1695487"/>
          </a:xfrm>
          <a:prstGeom prst="ellipse">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91" name="Google Shape;291;p35"/>
          <p:cNvPicPr preferRelativeResize="0"/>
          <p:nvPr/>
        </p:nvPicPr>
        <p:blipFill>
          <a:blip r:embed="rId5">
            <a:alphaModFix/>
          </a:blip>
          <a:stretch>
            <a:fillRect/>
          </a:stretch>
        </p:blipFill>
        <p:spPr>
          <a:xfrm>
            <a:off x="1395725" y="-1121000"/>
            <a:ext cx="2038350" cy="2076450"/>
          </a:xfrm>
          <a:prstGeom prst="rect">
            <a:avLst/>
          </a:prstGeom>
          <a:noFill/>
          <a:ln>
            <a:noFill/>
          </a:ln>
        </p:spPr>
      </p:pic>
      <p:sp>
        <p:nvSpPr>
          <p:cNvPr id="2" name="Google Shape;286;p35">
            <a:extLst>
              <a:ext uri="{FF2B5EF4-FFF2-40B4-BE49-F238E27FC236}">
                <a16:creationId xmlns:a16="http://schemas.microsoft.com/office/drawing/2014/main" id="{0161EC6F-2262-EACF-5268-39FF1CE76B97}"/>
              </a:ext>
            </a:extLst>
          </p:cNvPr>
          <p:cNvSpPr txBox="1">
            <a:spLocks/>
          </p:cNvSpPr>
          <p:nvPr/>
        </p:nvSpPr>
        <p:spPr>
          <a:xfrm>
            <a:off x="686575" y="4316287"/>
            <a:ext cx="3818700" cy="4095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1400"/>
              <a:buFont typeface="Mallanna"/>
              <a:buNone/>
              <a:defRPr sz="1800" b="0" i="0" u="none" strike="noStrike" cap="none">
                <a:solidFill>
                  <a:schemeClr val="dk2"/>
                </a:solidFill>
                <a:latin typeface="Mallanna"/>
                <a:ea typeface="Mallanna"/>
                <a:cs typeface="Mallanna"/>
                <a:sym typeface="Mallanna"/>
              </a:defRPr>
            </a:lvl1pPr>
            <a:lvl2pPr marL="914400" marR="0" lvl="1" indent="-317500" algn="ctr" rtl="0">
              <a:lnSpc>
                <a:spcPct val="100000"/>
              </a:lnSpc>
              <a:spcBef>
                <a:spcPts val="0"/>
              </a:spcBef>
              <a:spcAft>
                <a:spcPts val="0"/>
              </a:spcAft>
              <a:buClr>
                <a:schemeClr val="dk2"/>
              </a:buClr>
              <a:buSzPts val="1800"/>
              <a:buFont typeface="Mallanna"/>
              <a:buNone/>
              <a:defRPr sz="1800" b="0" i="0" u="none" strike="noStrike" cap="none">
                <a:solidFill>
                  <a:schemeClr val="dk2"/>
                </a:solidFill>
                <a:latin typeface="Mallanna"/>
                <a:ea typeface="Mallanna"/>
                <a:cs typeface="Mallanna"/>
                <a:sym typeface="Mallanna"/>
              </a:defRPr>
            </a:lvl2pPr>
            <a:lvl3pPr marL="1371600" marR="0" lvl="2" indent="-317500" algn="ctr" rtl="0">
              <a:lnSpc>
                <a:spcPct val="100000"/>
              </a:lnSpc>
              <a:spcBef>
                <a:spcPts val="0"/>
              </a:spcBef>
              <a:spcAft>
                <a:spcPts val="0"/>
              </a:spcAft>
              <a:buClr>
                <a:schemeClr val="dk2"/>
              </a:buClr>
              <a:buSzPts val="1800"/>
              <a:buFont typeface="Mallanna"/>
              <a:buNone/>
              <a:defRPr sz="1800" b="0" i="0" u="none" strike="noStrike" cap="none">
                <a:solidFill>
                  <a:schemeClr val="dk2"/>
                </a:solidFill>
                <a:latin typeface="Mallanna"/>
                <a:ea typeface="Mallanna"/>
                <a:cs typeface="Mallanna"/>
                <a:sym typeface="Mallanna"/>
              </a:defRPr>
            </a:lvl3pPr>
            <a:lvl4pPr marL="1828800" marR="0" lvl="3" indent="-317500" algn="ctr" rtl="0">
              <a:lnSpc>
                <a:spcPct val="100000"/>
              </a:lnSpc>
              <a:spcBef>
                <a:spcPts val="0"/>
              </a:spcBef>
              <a:spcAft>
                <a:spcPts val="0"/>
              </a:spcAft>
              <a:buClr>
                <a:schemeClr val="dk2"/>
              </a:buClr>
              <a:buSzPts val="1800"/>
              <a:buFont typeface="Mallanna"/>
              <a:buNone/>
              <a:defRPr sz="1800" b="0" i="0" u="none" strike="noStrike" cap="none">
                <a:solidFill>
                  <a:schemeClr val="dk2"/>
                </a:solidFill>
                <a:latin typeface="Mallanna"/>
                <a:ea typeface="Mallanna"/>
                <a:cs typeface="Mallanna"/>
                <a:sym typeface="Mallanna"/>
              </a:defRPr>
            </a:lvl4pPr>
            <a:lvl5pPr marL="2286000" marR="0" lvl="4" indent="-317500" algn="ctr" rtl="0">
              <a:lnSpc>
                <a:spcPct val="100000"/>
              </a:lnSpc>
              <a:spcBef>
                <a:spcPts val="0"/>
              </a:spcBef>
              <a:spcAft>
                <a:spcPts val="0"/>
              </a:spcAft>
              <a:buClr>
                <a:schemeClr val="dk2"/>
              </a:buClr>
              <a:buSzPts val="1800"/>
              <a:buFont typeface="Mallanna"/>
              <a:buNone/>
              <a:defRPr sz="1800" b="0" i="0" u="none" strike="noStrike" cap="none">
                <a:solidFill>
                  <a:schemeClr val="dk2"/>
                </a:solidFill>
                <a:latin typeface="Mallanna"/>
                <a:ea typeface="Mallanna"/>
                <a:cs typeface="Mallanna"/>
                <a:sym typeface="Mallanna"/>
              </a:defRPr>
            </a:lvl5pPr>
            <a:lvl6pPr marL="2743200" marR="0" lvl="5" indent="-317500" algn="ctr" rtl="0">
              <a:lnSpc>
                <a:spcPct val="100000"/>
              </a:lnSpc>
              <a:spcBef>
                <a:spcPts val="0"/>
              </a:spcBef>
              <a:spcAft>
                <a:spcPts val="0"/>
              </a:spcAft>
              <a:buClr>
                <a:schemeClr val="dk2"/>
              </a:buClr>
              <a:buSzPts val="1800"/>
              <a:buFont typeface="Mallanna"/>
              <a:buNone/>
              <a:defRPr sz="1800" b="0" i="0" u="none" strike="noStrike" cap="none">
                <a:solidFill>
                  <a:schemeClr val="dk2"/>
                </a:solidFill>
                <a:latin typeface="Mallanna"/>
                <a:ea typeface="Mallanna"/>
                <a:cs typeface="Mallanna"/>
                <a:sym typeface="Mallanna"/>
              </a:defRPr>
            </a:lvl6pPr>
            <a:lvl7pPr marL="3200400" marR="0" lvl="6" indent="-317500" algn="ctr" rtl="0">
              <a:lnSpc>
                <a:spcPct val="100000"/>
              </a:lnSpc>
              <a:spcBef>
                <a:spcPts val="0"/>
              </a:spcBef>
              <a:spcAft>
                <a:spcPts val="0"/>
              </a:spcAft>
              <a:buClr>
                <a:schemeClr val="dk2"/>
              </a:buClr>
              <a:buSzPts val="1800"/>
              <a:buFont typeface="Mallanna"/>
              <a:buNone/>
              <a:defRPr sz="1800" b="0" i="0" u="none" strike="noStrike" cap="none">
                <a:solidFill>
                  <a:schemeClr val="dk2"/>
                </a:solidFill>
                <a:latin typeface="Mallanna"/>
                <a:ea typeface="Mallanna"/>
                <a:cs typeface="Mallanna"/>
                <a:sym typeface="Mallanna"/>
              </a:defRPr>
            </a:lvl7pPr>
            <a:lvl8pPr marL="3657600" marR="0" lvl="7" indent="-317500" algn="ctr" rtl="0">
              <a:lnSpc>
                <a:spcPct val="100000"/>
              </a:lnSpc>
              <a:spcBef>
                <a:spcPts val="0"/>
              </a:spcBef>
              <a:spcAft>
                <a:spcPts val="0"/>
              </a:spcAft>
              <a:buClr>
                <a:schemeClr val="dk2"/>
              </a:buClr>
              <a:buSzPts val="1800"/>
              <a:buFont typeface="Mallanna"/>
              <a:buNone/>
              <a:defRPr sz="1800" b="0" i="0" u="none" strike="noStrike" cap="none">
                <a:solidFill>
                  <a:schemeClr val="dk2"/>
                </a:solidFill>
                <a:latin typeface="Mallanna"/>
                <a:ea typeface="Mallanna"/>
                <a:cs typeface="Mallanna"/>
                <a:sym typeface="Mallanna"/>
              </a:defRPr>
            </a:lvl8pPr>
            <a:lvl9pPr marL="4114800" marR="0" lvl="8" indent="-317500" algn="ctr" rtl="0">
              <a:lnSpc>
                <a:spcPct val="100000"/>
              </a:lnSpc>
              <a:spcBef>
                <a:spcPts val="0"/>
              </a:spcBef>
              <a:spcAft>
                <a:spcPts val="0"/>
              </a:spcAft>
              <a:buClr>
                <a:schemeClr val="dk2"/>
              </a:buClr>
              <a:buSzPts val="1800"/>
              <a:buFont typeface="Mallanna"/>
              <a:buNone/>
              <a:defRPr sz="1800" b="0" i="0" u="none" strike="noStrike" cap="none">
                <a:solidFill>
                  <a:schemeClr val="dk2"/>
                </a:solidFill>
                <a:latin typeface="Mallanna"/>
                <a:ea typeface="Mallanna"/>
                <a:cs typeface="Mallanna"/>
                <a:sym typeface="Mallanna"/>
              </a:defRPr>
            </a:lvl9pPr>
          </a:lstStyle>
          <a:p>
            <a:pPr marL="0" indent="0"/>
            <a:r>
              <a:rPr lang="en-IN" dirty="0"/>
              <a:t>ABHIJITHA</a:t>
            </a:r>
          </a:p>
          <a:p>
            <a:pPr marL="0" indent="0"/>
            <a:r>
              <a:rPr lang="en-IN" dirty="0"/>
              <a:t>LAKSHMANDEV</a:t>
            </a:r>
          </a:p>
          <a:p>
            <a:pPr marL="0" indent="0"/>
            <a:r>
              <a:rPr lang="en-IN" dirty="0"/>
              <a:t>KIRAN</a:t>
            </a:r>
          </a:p>
          <a:p>
            <a:pPr marL="0" indent="0"/>
            <a:r>
              <a:rPr lang="en-IN" dirty="0"/>
              <a:t>RAJARAJAN</a:t>
            </a:r>
          </a:p>
        </p:txBody>
      </p:sp>
      <p:sp>
        <p:nvSpPr>
          <p:cNvPr id="3" name="Google Shape;286;p35">
            <a:extLst>
              <a:ext uri="{FF2B5EF4-FFF2-40B4-BE49-F238E27FC236}">
                <a16:creationId xmlns:a16="http://schemas.microsoft.com/office/drawing/2014/main" id="{6942AC7C-51A2-D5F8-CED7-7AE21E0BEF82}"/>
              </a:ext>
            </a:extLst>
          </p:cNvPr>
          <p:cNvSpPr txBox="1">
            <a:spLocks/>
          </p:cNvSpPr>
          <p:nvPr/>
        </p:nvSpPr>
        <p:spPr>
          <a:xfrm>
            <a:off x="3946275" y="4122756"/>
            <a:ext cx="3818700" cy="4095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1400"/>
              <a:buFont typeface="Mallanna"/>
              <a:buNone/>
              <a:defRPr sz="1800" b="0" i="0" u="none" strike="noStrike" cap="none">
                <a:solidFill>
                  <a:schemeClr val="dk2"/>
                </a:solidFill>
                <a:latin typeface="Mallanna"/>
                <a:ea typeface="Mallanna"/>
                <a:cs typeface="Mallanna"/>
                <a:sym typeface="Mallanna"/>
              </a:defRPr>
            </a:lvl1pPr>
            <a:lvl2pPr marL="914400" marR="0" lvl="1" indent="-317500" algn="ctr" rtl="0">
              <a:lnSpc>
                <a:spcPct val="100000"/>
              </a:lnSpc>
              <a:spcBef>
                <a:spcPts val="0"/>
              </a:spcBef>
              <a:spcAft>
                <a:spcPts val="0"/>
              </a:spcAft>
              <a:buClr>
                <a:schemeClr val="dk2"/>
              </a:buClr>
              <a:buSzPts val="1800"/>
              <a:buFont typeface="Mallanna"/>
              <a:buNone/>
              <a:defRPr sz="1800" b="0" i="0" u="none" strike="noStrike" cap="none">
                <a:solidFill>
                  <a:schemeClr val="dk2"/>
                </a:solidFill>
                <a:latin typeface="Mallanna"/>
                <a:ea typeface="Mallanna"/>
                <a:cs typeface="Mallanna"/>
                <a:sym typeface="Mallanna"/>
              </a:defRPr>
            </a:lvl2pPr>
            <a:lvl3pPr marL="1371600" marR="0" lvl="2" indent="-317500" algn="ctr" rtl="0">
              <a:lnSpc>
                <a:spcPct val="100000"/>
              </a:lnSpc>
              <a:spcBef>
                <a:spcPts val="0"/>
              </a:spcBef>
              <a:spcAft>
                <a:spcPts val="0"/>
              </a:spcAft>
              <a:buClr>
                <a:schemeClr val="dk2"/>
              </a:buClr>
              <a:buSzPts val="1800"/>
              <a:buFont typeface="Mallanna"/>
              <a:buNone/>
              <a:defRPr sz="1800" b="0" i="0" u="none" strike="noStrike" cap="none">
                <a:solidFill>
                  <a:schemeClr val="dk2"/>
                </a:solidFill>
                <a:latin typeface="Mallanna"/>
                <a:ea typeface="Mallanna"/>
                <a:cs typeface="Mallanna"/>
                <a:sym typeface="Mallanna"/>
              </a:defRPr>
            </a:lvl3pPr>
            <a:lvl4pPr marL="1828800" marR="0" lvl="3" indent="-317500" algn="ctr" rtl="0">
              <a:lnSpc>
                <a:spcPct val="100000"/>
              </a:lnSpc>
              <a:spcBef>
                <a:spcPts val="0"/>
              </a:spcBef>
              <a:spcAft>
                <a:spcPts val="0"/>
              </a:spcAft>
              <a:buClr>
                <a:schemeClr val="dk2"/>
              </a:buClr>
              <a:buSzPts val="1800"/>
              <a:buFont typeface="Mallanna"/>
              <a:buNone/>
              <a:defRPr sz="1800" b="0" i="0" u="none" strike="noStrike" cap="none">
                <a:solidFill>
                  <a:schemeClr val="dk2"/>
                </a:solidFill>
                <a:latin typeface="Mallanna"/>
                <a:ea typeface="Mallanna"/>
                <a:cs typeface="Mallanna"/>
                <a:sym typeface="Mallanna"/>
              </a:defRPr>
            </a:lvl4pPr>
            <a:lvl5pPr marL="2286000" marR="0" lvl="4" indent="-317500" algn="ctr" rtl="0">
              <a:lnSpc>
                <a:spcPct val="100000"/>
              </a:lnSpc>
              <a:spcBef>
                <a:spcPts val="0"/>
              </a:spcBef>
              <a:spcAft>
                <a:spcPts val="0"/>
              </a:spcAft>
              <a:buClr>
                <a:schemeClr val="dk2"/>
              </a:buClr>
              <a:buSzPts val="1800"/>
              <a:buFont typeface="Mallanna"/>
              <a:buNone/>
              <a:defRPr sz="1800" b="0" i="0" u="none" strike="noStrike" cap="none">
                <a:solidFill>
                  <a:schemeClr val="dk2"/>
                </a:solidFill>
                <a:latin typeface="Mallanna"/>
                <a:ea typeface="Mallanna"/>
                <a:cs typeface="Mallanna"/>
                <a:sym typeface="Mallanna"/>
              </a:defRPr>
            </a:lvl5pPr>
            <a:lvl6pPr marL="2743200" marR="0" lvl="5" indent="-317500" algn="ctr" rtl="0">
              <a:lnSpc>
                <a:spcPct val="100000"/>
              </a:lnSpc>
              <a:spcBef>
                <a:spcPts val="0"/>
              </a:spcBef>
              <a:spcAft>
                <a:spcPts val="0"/>
              </a:spcAft>
              <a:buClr>
                <a:schemeClr val="dk2"/>
              </a:buClr>
              <a:buSzPts val="1800"/>
              <a:buFont typeface="Mallanna"/>
              <a:buNone/>
              <a:defRPr sz="1800" b="0" i="0" u="none" strike="noStrike" cap="none">
                <a:solidFill>
                  <a:schemeClr val="dk2"/>
                </a:solidFill>
                <a:latin typeface="Mallanna"/>
                <a:ea typeface="Mallanna"/>
                <a:cs typeface="Mallanna"/>
                <a:sym typeface="Mallanna"/>
              </a:defRPr>
            </a:lvl6pPr>
            <a:lvl7pPr marL="3200400" marR="0" lvl="6" indent="-317500" algn="ctr" rtl="0">
              <a:lnSpc>
                <a:spcPct val="100000"/>
              </a:lnSpc>
              <a:spcBef>
                <a:spcPts val="0"/>
              </a:spcBef>
              <a:spcAft>
                <a:spcPts val="0"/>
              </a:spcAft>
              <a:buClr>
                <a:schemeClr val="dk2"/>
              </a:buClr>
              <a:buSzPts val="1800"/>
              <a:buFont typeface="Mallanna"/>
              <a:buNone/>
              <a:defRPr sz="1800" b="0" i="0" u="none" strike="noStrike" cap="none">
                <a:solidFill>
                  <a:schemeClr val="dk2"/>
                </a:solidFill>
                <a:latin typeface="Mallanna"/>
                <a:ea typeface="Mallanna"/>
                <a:cs typeface="Mallanna"/>
                <a:sym typeface="Mallanna"/>
              </a:defRPr>
            </a:lvl7pPr>
            <a:lvl8pPr marL="3657600" marR="0" lvl="7" indent="-317500" algn="ctr" rtl="0">
              <a:lnSpc>
                <a:spcPct val="100000"/>
              </a:lnSpc>
              <a:spcBef>
                <a:spcPts val="0"/>
              </a:spcBef>
              <a:spcAft>
                <a:spcPts val="0"/>
              </a:spcAft>
              <a:buClr>
                <a:schemeClr val="dk2"/>
              </a:buClr>
              <a:buSzPts val="1800"/>
              <a:buFont typeface="Mallanna"/>
              <a:buNone/>
              <a:defRPr sz="1800" b="0" i="0" u="none" strike="noStrike" cap="none">
                <a:solidFill>
                  <a:schemeClr val="dk2"/>
                </a:solidFill>
                <a:latin typeface="Mallanna"/>
                <a:ea typeface="Mallanna"/>
                <a:cs typeface="Mallanna"/>
                <a:sym typeface="Mallanna"/>
              </a:defRPr>
            </a:lvl8pPr>
            <a:lvl9pPr marL="4114800" marR="0" lvl="8" indent="-317500" algn="ctr" rtl="0">
              <a:lnSpc>
                <a:spcPct val="100000"/>
              </a:lnSpc>
              <a:spcBef>
                <a:spcPts val="0"/>
              </a:spcBef>
              <a:spcAft>
                <a:spcPts val="0"/>
              </a:spcAft>
              <a:buClr>
                <a:schemeClr val="dk2"/>
              </a:buClr>
              <a:buSzPts val="1800"/>
              <a:buFont typeface="Mallanna"/>
              <a:buNone/>
              <a:defRPr sz="1800" b="0" i="0" u="none" strike="noStrike" cap="none">
                <a:solidFill>
                  <a:schemeClr val="dk2"/>
                </a:solidFill>
                <a:latin typeface="Mallanna"/>
                <a:ea typeface="Mallanna"/>
                <a:cs typeface="Mallanna"/>
                <a:sym typeface="Mallanna"/>
              </a:defRPr>
            </a:lvl9pPr>
          </a:lstStyle>
          <a:p>
            <a:pPr marL="0" indent="0"/>
            <a:r>
              <a:rPr lang="en-IN" dirty="0"/>
              <a:t>Faculty Guide Mr. </a:t>
            </a:r>
            <a:r>
              <a:rPr lang="en-IN" dirty="0" err="1"/>
              <a:t>A.Kathiresan</a:t>
            </a:r>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37"/>
          <p:cNvSpPr txBox="1">
            <a:spLocks noGrp="1"/>
          </p:cNvSpPr>
          <p:nvPr>
            <p:ph type="title"/>
          </p:nvPr>
        </p:nvSpPr>
        <p:spPr>
          <a:xfrm>
            <a:off x="826500" y="1699363"/>
            <a:ext cx="2637183" cy="437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Introduction</a:t>
            </a:r>
            <a:endParaRPr dirty="0"/>
          </a:p>
        </p:txBody>
      </p:sp>
      <p:sp>
        <p:nvSpPr>
          <p:cNvPr id="304" name="Google Shape;304;p37"/>
          <p:cNvSpPr txBox="1">
            <a:spLocks noGrp="1"/>
          </p:cNvSpPr>
          <p:nvPr>
            <p:ph type="title" idx="2"/>
          </p:nvPr>
        </p:nvSpPr>
        <p:spPr>
          <a:xfrm>
            <a:off x="826500" y="1303800"/>
            <a:ext cx="1275300" cy="437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01.</a:t>
            </a:r>
            <a:endParaRPr/>
          </a:p>
        </p:txBody>
      </p:sp>
      <p:sp>
        <p:nvSpPr>
          <p:cNvPr id="305" name="Google Shape;305;p37"/>
          <p:cNvSpPr txBox="1">
            <a:spLocks noGrp="1"/>
          </p:cNvSpPr>
          <p:nvPr>
            <p:ph type="subTitle" idx="1"/>
          </p:nvPr>
        </p:nvSpPr>
        <p:spPr>
          <a:xfrm>
            <a:off x="826500" y="2124400"/>
            <a:ext cx="2123400" cy="437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Intro about hologram</a:t>
            </a:r>
            <a:endParaRPr dirty="0"/>
          </a:p>
        </p:txBody>
      </p:sp>
      <p:sp>
        <p:nvSpPr>
          <p:cNvPr id="306" name="Google Shape;306;p37"/>
          <p:cNvSpPr txBox="1">
            <a:spLocks noGrp="1"/>
          </p:cNvSpPr>
          <p:nvPr>
            <p:ph type="title" idx="3"/>
          </p:nvPr>
        </p:nvSpPr>
        <p:spPr>
          <a:xfrm>
            <a:off x="3510300" y="1711725"/>
            <a:ext cx="2123400" cy="437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Benefits</a:t>
            </a:r>
            <a:endParaRPr dirty="0"/>
          </a:p>
        </p:txBody>
      </p:sp>
      <p:sp>
        <p:nvSpPr>
          <p:cNvPr id="307" name="Google Shape;307;p37"/>
          <p:cNvSpPr txBox="1">
            <a:spLocks noGrp="1"/>
          </p:cNvSpPr>
          <p:nvPr>
            <p:ph type="title" idx="4"/>
          </p:nvPr>
        </p:nvSpPr>
        <p:spPr>
          <a:xfrm>
            <a:off x="3510300" y="1303800"/>
            <a:ext cx="1275300" cy="437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02.</a:t>
            </a:r>
            <a:endParaRPr/>
          </a:p>
        </p:txBody>
      </p:sp>
      <p:sp>
        <p:nvSpPr>
          <p:cNvPr id="308" name="Google Shape;308;p37"/>
          <p:cNvSpPr txBox="1">
            <a:spLocks noGrp="1"/>
          </p:cNvSpPr>
          <p:nvPr>
            <p:ph type="subTitle" idx="5"/>
          </p:nvPr>
        </p:nvSpPr>
        <p:spPr>
          <a:xfrm>
            <a:off x="3510300" y="2124400"/>
            <a:ext cx="2123400" cy="437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Ben</a:t>
            </a:r>
            <a:r>
              <a:rPr lang="en-IN" dirty="0"/>
              <a:t>e</a:t>
            </a:r>
            <a:r>
              <a:rPr lang="en" dirty="0"/>
              <a:t>fits of hologram</a:t>
            </a:r>
            <a:endParaRPr dirty="0"/>
          </a:p>
        </p:txBody>
      </p:sp>
      <p:sp>
        <p:nvSpPr>
          <p:cNvPr id="309" name="Google Shape;309;p37"/>
          <p:cNvSpPr txBox="1">
            <a:spLocks noGrp="1"/>
          </p:cNvSpPr>
          <p:nvPr>
            <p:ph type="title" idx="6"/>
          </p:nvPr>
        </p:nvSpPr>
        <p:spPr>
          <a:xfrm>
            <a:off x="6194099" y="1711725"/>
            <a:ext cx="2399935" cy="35561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IN" dirty="0"/>
              <a:t>Working</a:t>
            </a:r>
            <a:endParaRPr dirty="0"/>
          </a:p>
        </p:txBody>
      </p:sp>
      <p:sp>
        <p:nvSpPr>
          <p:cNvPr id="310" name="Google Shape;310;p37"/>
          <p:cNvSpPr txBox="1">
            <a:spLocks noGrp="1"/>
          </p:cNvSpPr>
          <p:nvPr>
            <p:ph type="title" idx="7"/>
          </p:nvPr>
        </p:nvSpPr>
        <p:spPr>
          <a:xfrm>
            <a:off x="6194100" y="1303800"/>
            <a:ext cx="1275300" cy="437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03.</a:t>
            </a:r>
            <a:endParaRPr/>
          </a:p>
        </p:txBody>
      </p:sp>
      <p:sp>
        <p:nvSpPr>
          <p:cNvPr id="311" name="Google Shape;311;p37"/>
          <p:cNvSpPr txBox="1">
            <a:spLocks noGrp="1"/>
          </p:cNvSpPr>
          <p:nvPr>
            <p:ph type="subTitle" idx="8"/>
          </p:nvPr>
        </p:nvSpPr>
        <p:spPr>
          <a:xfrm>
            <a:off x="6194100" y="2124400"/>
            <a:ext cx="2123400" cy="437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Working of hologram</a:t>
            </a:r>
            <a:endParaRPr dirty="0"/>
          </a:p>
        </p:txBody>
      </p:sp>
      <p:sp>
        <p:nvSpPr>
          <p:cNvPr id="312" name="Google Shape;312;p37"/>
          <p:cNvSpPr txBox="1">
            <a:spLocks noGrp="1"/>
          </p:cNvSpPr>
          <p:nvPr>
            <p:ph type="title" idx="9"/>
          </p:nvPr>
        </p:nvSpPr>
        <p:spPr>
          <a:xfrm>
            <a:off x="826500" y="3501125"/>
            <a:ext cx="2123400" cy="437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Teaching</a:t>
            </a:r>
            <a:endParaRPr dirty="0"/>
          </a:p>
        </p:txBody>
      </p:sp>
      <p:sp>
        <p:nvSpPr>
          <p:cNvPr id="313" name="Google Shape;313;p37"/>
          <p:cNvSpPr txBox="1">
            <a:spLocks noGrp="1"/>
          </p:cNvSpPr>
          <p:nvPr>
            <p:ph type="title" idx="13"/>
          </p:nvPr>
        </p:nvSpPr>
        <p:spPr>
          <a:xfrm>
            <a:off x="826500" y="3093275"/>
            <a:ext cx="1275300" cy="437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04.</a:t>
            </a:r>
            <a:endParaRPr/>
          </a:p>
        </p:txBody>
      </p:sp>
      <p:sp>
        <p:nvSpPr>
          <p:cNvPr id="314" name="Google Shape;314;p37"/>
          <p:cNvSpPr txBox="1">
            <a:spLocks noGrp="1"/>
          </p:cNvSpPr>
          <p:nvPr>
            <p:ph type="subTitle" idx="14"/>
          </p:nvPr>
        </p:nvSpPr>
        <p:spPr>
          <a:xfrm>
            <a:off x="826500" y="3913800"/>
            <a:ext cx="2123400" cy="437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Teaching in nowadays</a:t>
            </a:r>
            <a:endParaRPr dirty="0"/>
          </a:p>
        </p:txBody>
      </p:sp>
      <p:sp>
        <p:nvSpPr>
          <p:cNvPr id="315" name="Google Shape;315;p37"/>
          <p:cNvSpPr txBox="1">
            <a:spLocks noGrp="1"/>
          </p:cNvSpPr>
          <p:nvPr>
            <p:ph type="title" idx="15"/>
          </p:nvPr>
        </p:nvSpPr>
        <p:spPr>
          <a:xfrm>
            <a:off x="3510300" y="3501125"/>
            <a:ext cx="2123400" cy="437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IN" dirty="0"/>
              <a:t>Our Project </a:t>
            </a:r>
            <a:endParaRPr dirty="0"/>
          </a:p>
        </p:txBody>
      </p:sp>
      <p:sp>
        <p:nvSpPr>
          <p:cNvPr id="316" name="Google Shape;316;p37"/>
          <p:cNvSpPr txBox="1">
            <a:spLocks noGrp="1"/>
          </p:cNvSpPr>
          <p:nvPr>
            <p:ph type="title" idx="16"/>
          </p:nvPr>
        </p:nvSpPr>
        <p:spPr>
          <a:xfrm>
            <a:off x="3510300" y="3093275"/>
            <a:ext cx="1275300" cy="437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05.</a:t>
            </a:r>
            <a:endParaRPr/>
          </a:p>
        </p:txBody>
      </p:sp>
      <p:sp>
        <p:nvSpPr>
          <p:cNvPr id="317" name="Google Shape;317;p37"/>
          <p:cNvSpPr txBox="1">
            <a:spLocks noGrp="1"/>
          </p:cNvSpPr>
          <p:nvPr>
            <p:ph type="subTitle" idx="17"/>
          </p:nvPr>
        </p:nvSpPr>
        <p:spPr>
          <a:xfrm>
            <a:off x="3510300" y="3913800"/>
            <a:ext cx="2123400" cy="437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Project on hologram</a:t>
            </a:r>
            <a:endParaRPr dirty="0"/>
          </a:p>
        </p:txBody>
      </p:sp>
      <p:sp>
        <p:nvSpPr>
          <p:cNvPr id="321" name="Google Shape;321;p37"/>
          <p:cNvSpPr txBox="1">
            <a:spLocks noGrp="1"/>
          </p:cNvSpPr>
          <p:nvPr>
            <p:ph type="title" idx="21"/>
          </p:nvPr>
        </p:nvSpPr>
        <p:spPr>
          <a:xfrm>
            <a:off x="720000" y="445025"/>
            <a:ext cx="77040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3100"/>
              <a:t>Table </a:t>
            </a:r>
            <a:r>
              <a:rPr lang="en"/>
              <a:t>of contents</a:t>
            </a:r>
            <a:endParaRPr/>
          </a:p>
        </p:txBody>
      </p:sp>
      <p:cxnSp>
        <p:nvCxnSpPr>
          <p:cNvPr id="322" name="Google Shape;322;p37"/>
          <p:cNvCxnSpPr/>
          <p:nvPr/>
        </p:nvCxnSpPr>
        <p:spPr>
          <a:xfrm>
            <a:off x="919975" y="1181325"/>
            <a:ext cx="7244700" cy="0"/>
          </a:xfrm>
          <a:prstGeom prst="straightConnector1">
            <a:avLst/>
          </a:prstGeom>
          <a:noFill/>
          <a:ln w="19050" cap="flat" cmpd="sng">
            <a:solidFill>
              <a:schemeClr val="dk2"/>
            </a:solidFill>
            <a:prstDash val="solid"/>
            <a:round/>
            <a:headEnd type="none" w="med" len="med"/>
            <a:tailEnd type="none" w="med" len="med"/>
          </a:ln>
        </p:spPr>
      </p:cxnSp>
      <p:cxnSp>
        <p:nvCxnSpPr>
          <p:cNvPr id="323" name="Google Shape;323;p37"/>
          <p:cNvCxnSpPr/>
          <p:nvPr/>
        </p:nvCxnSpPr>
        <p:spPr>
          <a:xfrm>
            <a:off x="954600" y="2726061"/>
            <a:ext cx="7234800" cy="0"/>
          </a:xfrm>
          <a:prstGeom prst="straightConnector1">
            <a:avLst/>
          </a:prstGeom>
          <a:noFill/>
          <a:ln w="19050" cap="flat" cmpd="sng">
            <a:solidFill>
              <a:schemeClr val="dk2"/>
            </a:solidFill>
            <a:prstDash val="solid"/>
            <a:round/>
            <a:headEnd type="none" w="med" len="med"/>
            <a:tailEnd type="none" w="med" len="med"/>
          </a:ln>
        </p:spPr>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pic>
        <p:nvPicPr>
          <p:cNvPr id="328" name="Google Shape;328;p38"/>
          <p:cNvPicPr preferRelativeResize="0"/>
          <p:nvPr/>
        </p:nvPicPr>
        <p:blipFill rotWithShape="1">
          <a:blip r:embed="rId3">
            <a:alphaModFix/>
          </a:blip>
          <a:srcRect l="19847" t="22086" r="20189" b="15682"/>
          <a:stretch/>
        </p:blipFill>
        <p:spPr>
          <a:xfrm flipH="1">
            <a:off x="5280900" y="874825"/>
            <a:ext cx="3409850" cy="3409525"/>
          </a:xfrm>
          <a:prstGeom prst="rect">
            <a:avLst/>
          </a:prstGeom>
          <a:noFill/>
          <a:ln>
            <a:noFill/>
          </a:ln>
        </p:spPr>
      </p:pic>
      <p:sp>
        <p:nvSpPr>
          <p:cNvPr id="329" name="Google Shape;329;p38"/>
          <p:cNvSpPr/>
          <p:nvPr/>
        </p:nvSpPr>
        <p:spPr>
          <a:xfrm rot="-8099382">
            <a:off x="6664712" y="1233901"/>
            <a:ext cx="1180939" cy="3113250"/>
          </a:xfrm>
          <a:prstGeom prst="ellipse">
            <a:avLst/>
          </a:prstGeom>
          <a:no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38"/>
          <p:cNvSpPr/>
          <p:nvPr/>
        </p:nvSpPr>
        <p:spPr>
          <a:xfrm rot="-8100618">
            <a:off x="6816631" y="1775367"/>
            <a:ext cx="1180515" cy="2450549"/>
          </a:xfrm>
          <a:prstGeom prst="ellipse">
            <a:avLst/>
          </a:prstGeom>
          <a:noFill/>
          <a:ln w="28575" cap="flat" cmpd="sng">
            <a:solidFill>
              <a:schemeClr val="dk2"/>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38"/>
          <p:cNvSpPr txBox="1">
            <a:spLocks noGrp="1"/>
          </p:cNvSpPr>
          <p:nvPr>
            <p:ph type="title"/>
          </p:nvPr>
        </p:nvSpPr>
        <p:spPr>
          <a:xfrm>
            <a:off x="720000" y="1734463"/>
            <a:ext cx="4538400" cy="1004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Whoa!</a:t>
            </a:r>
            <a:endParaRPr/>
          </a:p>
        </p:txBody>
      </p:sp>
      <p:sp>
        <p:nvSpPr>
          <p:cNvPr id="332" name="Google Shape;332;p38"/>
          <p:cNvSpPr txBox="1">
            <a:spLocks noGrp="1"/>
          </p:cNvSpPr>
          <p:nvPr>
            <p:ph type="subTitle" idx="1"/>
          </p:nvPr>
        </p:nvSpPr>
        <p:spPr>
          <a:xfrm>
            <a:off x="720000" y="2822200"/>
            <a:ext cx="4057500" cy="537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IN" dirty="0"/>
              <a:t>Let’s</a:t>
            </a:r>
            <a:r>
              <a:rPr lang="en" dirty="0"/>
              <a:t> enter into the ppt...</a:t>
            </a:r>
            <a:endParaRPr dirty="0"/>
          </a:p>
        </p:txBody>
      </p:sp>
      <p:cxnSp>
        <p:nvCxnSpPr>
          <p:cNvPr id="333" name="Google Shape;333;p38"/>
          <p:cNvCxnSpPr/>
          <p:nvPr/>
        </p:nvCxnSpPr>
        <p:spPr>
          <a:xfrm>
            <a:off x="721350" y="1567150"/>
            <a:ext cx="4213200" cy="0"/>
          </a:xfrm>
          <a:prstGeom prst="straightConnector1">
            <a:avLst/>
          </a:prstGeom>
          <a:noFill/>
          <a:ln w="19050" cap="flat" cmpd="sng">
            <a:solidFill>
              <a:schemeClr val="dk2"/>
            </a:solidFill>
            <a:prstDash val="solid"/>
            <a:round/>
            <a:headEnd type="none" w="med" len="med"/>
            <a:tailEnd type="none" w="med" len="med"/>
          </a:ln>
        </p:spPr>
      </p:cxnSp>
      <p:cxnSp>
        <p:nvCxnSpPr>
          <p:cNvPr id="334" name="Google Shape;334;p38"/>
          <p:cNvCxnSpPr/>
          <p:nvPr/>
        </p:nvCxnSpPr>
        <p:spPr>
          <a:xfrm>
            <a:off x="721350" y="3576338"/>
            <a:ext cx="4233000" cy="0"/>
          </a:xfrm>
          <a:prstGeom prst="straightConnector1">
            <a:avLst/>
          </a:prstGeom>
          <a:noFill/>
          <a:ln w="19050" cap="flat" cmpd="sng">
            <a:solidFill>
              <a:schemeClr val="dk2"/>
            </a:solidFill>
            <a:prstDash val="solid"/>
            <a:round/>
            <a:headEnd type="none" w="med" len="med"/>
            <a:tailEnd type="none" w="med" len="med"/>
          </a:ln>
        </p:spPr>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9E425E35-44A6-D2D1-EEFB-709224DE03CE}"/>
              </a:ext>
            </a:extLst>
          </p:cNvPr>
          <p:cNvSpPr>
            <a:spLocks noGrp="1"/>
          </p:cNvSpPr>
          <p:nvPr>
            <p:ph type="subTitle" idx="1"/>
          </p:nvPr>
        </p:nvSpPr>
        <p:spPr>
          <a:xfrm>
            <a:off x="249547" y="2279374"/>
            <a:ext cx="4472139" cy="1299387"/>
          </a:xfrm>
        </p:spPr>
        <p:txBody>
          <a:bodyPr/>
          <a:lstStyle/>
          <a:p>
            <a:r>
              <a:rPr lang="en-US" dirty="0"/>
              <a:t>       One of the most exciting applications of holograms is the improvement of the educational experience. In order to engage students more fully, interactive digital lessons will be used in schools. This combination of digital and real-world information is known as mixed reality.</a:t>
            </a:r>
            <a:endParaRPr lang="en-IN" dirty="0"/>
          </a:p>
        </p:txBody>
      </p:sp>
      <p:sp>
        <p:nvSpPr>
          <p:cNvPr id="3" name="Title 2">
            <a:extLst>
              <a:ext uri="{FF2B5EF4-FFF2-40B4-BE49-F238E27FC236}">
                <a16:creationId xmlns:a16="http://schemas.microsoft.com/office/drawing/2014/main" id="{3EC7FBCB-C457-B157-E39E-B962E9134E9B}"/>
              </a:ext>
            </a:extLst>
          </p:cNvPr>
          <p:cNvSpPr>
            <a:spLocks noGrp="1"/>
          </p:cNvSpPr>
          <p:nvPr>
            <p:ph type="title"/>
          </p:nvPr>
        </p:nvSpPr>
        <p:spPr>
          <a:xfrm>
            <a:off x="653739" y="495385"/>
            <a:ext cx="4538400" cy="1004100"/>
          </a:xfrm>
        </p:spPr>
        <p:txBody>
          <a:bodyPr/>
          <a:lstStyle/>
          <a:p>
            <a:r>
              <a:rPr lang="en-US" sz="5400" dirty="0"/>
              <a:t>Objective</a:t>
            </a:r>
            <a:endParaRPr lang="en-IN" sz="5400" dirty="0"/>
          </a:p>
        </p:txBody>
      </p:sp>
      <p:pic>
        <p:nvPicPr>
          <p:cNvPr id="1026" name="Picture 2" descr="My professor is a hologram!” Tec gives its first class à la Star Wars |  Tecnológico de Monterrey">
            <a:extLst>
              <a:ext uri="{FF2B5EF4-FFF2-40B4-BE49-F238E27FC236}">
                <a16:creationId xmlns:a16="http://schemas.microsoft.com/office/drawing/2014/main" id="{B855F3A3-099E-B458-B28A-72C3F23EDCC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21686" y="600075"/>
            <a:ext cx="3889513" cy="38224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76044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8E46B74F-42A7-9D84-A6DE-C7212475FB95}"/>
              </a:ext>
            </a:extLst>
          </p:cNvPr>
          <p:cNvSpPr>
            <a:spLocks noGrp="1"/>
          </p:cNvSpPr>
          <p:nvPr>
            <p:ph type="subTitle" idx="1"/>
          </p:nvPr>
        </p:nvSpPr>
        <p:spPr>
          <a:xfrm>
            <a:off x="773009" y="3259703"/>
            <a:ext cx="4057500" cy="537900"/>
          </a:xfrm>
        </p:spPr>
        <p:txBody>
          <a:bodyPr/>
          <a:lstStyle/>
          <a:p>
            <a:pPr marL="482600" indent="-342900">
              <a:buFont typeface="+mj-lt"/>
              <a:buAutoNum type="arabicPeriod"/>
            </a:pPr>
            <a:r>
              <a:rPr lang="en-US" dirty="0"/>
              <a:t>Hologram Projector</a:t>
            </a:r>
            <a:endParaRPr lang="en-IN" dirty="0"/>
          </a:p>
          <a:p>
            <a:pPr marL="482600" indent="-342900">
              <a:buFont typeface="+mj-lt"/>
              <a:buAutoNum type="arabicPeriod"/>
            </a:pPr>
            <a:r>
              <a:rPr lang="en-IN" dirty="0"/>
              <a:t>Audio System</a:t>
            </a:r>
          </a:p>
          <a:p>
            <a:pPr marL="482600" indent="-342900">
              <a:buFont typeface="+mj-lt"/>
              <a:buAutoNum type="arabicPeriod"/>
            </a:pPr>
            <a:r>
              <a:rPr lang="en-IN" dirty="0"/>
              <a:t>Recorded video with green screen</a:t>
            </a:r>
          </a:p>
          <a:p>
            <a:endParaRPr lang="en-US" dirty="0"/>
          </a:p>
        </p:txBody>
      </p:sp>
      <p:sp>
        <p:nvSpPr>
          <p:cNvPr id="3" name="Title 2">
            <a:extLst>
              <a:ext uri="{FF2B5EF4-FFF2-40B4-BE49-F238E27FC236}">
                <a16:creationId xmlns:a16="http://schemas.microsoft.com/office/drawing/2014/main" id="{A5DB2CAB-C345-0014-EC27-D3BB9228D9E3}"/>
              </a:ext>
            </a:extLst>
          </p:cNvPr>
          <p:cNvSpPr>
            <a:spLocks noGrp="1"/>
          </p:cNvSpPr>
          <p:nvPr>
            <p:ph type="title"/>
          </p:nvPr>
        </p:nvSpPr>
        <p:spPr>
          <a:xfrm>
            <a:off x="720000" y="879698"/>
            <a:ext cx="6939757" cy="1004100"/>
          </a:xfrm>
        </p:spPr>
        <p:txBody>
          <a:bodyPr/>
          <a:lstStyle/>
          <a:p>
            <a:r>
              <a:rPr lang="en-US" sz="6000" dirty="0"/>
              <a:t>Tools for implementation</a:t>
            </a:r>
            <a:endParaRPr lang="en-IN" sz="6000" dirty="0"/>
          </a:p>
        </p:txBody>
      </p:sp>
      <p:pic>
        <p:nvPicPr>
          <p:cNvPr id="2050" name="Picture 2" descr="HYPERVSN is a 3D Integrated Holographic System for advertising, digital  signage, events.">
            <a:extLst>
              <a:ext uri="{FF2B5EF4-FFF2-40B4-BE49-F238E27FC236}">
                <a16:creationId xmlns:a16="http://schemas.microsoft.com/office/drawing/2014/main" id="{571AFB40-4B55-C07F-5266-E286B70CD8D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62135" y="2384479"/>
            <a:ext cx="3367881" cy="22616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711524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38"/>
        <p:cNvGrpSpPr/>
        <p:nvPr/>
      </p:nvGrpSpPr>
      <p:grpSpPr>
        <a:xfrm>
          <a:off x="0" y="0"/>
          <a:ext cx="0" cy="0"/>
          <a:chOff x="0" y="0"/>
          <a:chExt cx="0" cy="0"/>
        </a:xfrm>
      </p:grpSpPr>
      <p:sp>
        <p:nvSpPr>
          <p:cNvPr id="339" name="Google Shape;339;p39"/>
          <p:cNvSpPr txBox="1">
            <a:spLocks noGrp="1"/>
          </p:cNvSpPr>
          <p:nvPr>
            <p:ph type="title"/>
          </p:nvPr>
        </p:nvSpPr>
        <p:spPr>
          <a:xfrm>
            <a:off x="715100" y="2237150"/>
            <a:ext cx="4061700" cy="1085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IN" dirty="0"/>
              <a:t>Introduction </a:t>
            </a:r>
            <a:endParaRPr dirty="0"/>
          </a:p>
        </p:txBody>
      </p:sp>
      <p:sp>
        <p:nvSpPr>
          <p:cNvPr id="340" name="Google Shape;340;p39"/>
          <p:cNvSpPr txBox="1">
            <a:spLocks noGrp="1"/>
          </p:cNvSpPr>
          <p:nvPr>
            <p:ph type="title" idx="2"/>
          </p:nvPr>
        </p:nvSpPr>
        <p:spPr>
          <a:xfrm>
            <a:off x="715100" y="1458875"/>
            <a:ext cx="14985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341" name="Google Shape;341;p39"/>
          <p:cNvSpPr txBox="1">
            <a:spLocks noGrp="1"/>
          </p:cNvSpPr>
          <p:nvPr>
            <p:ph type="subTitle" idx="1"/>
          </p:nvPr>
        </p:nvSpPr>
        <p:spPr>
          <a:xfrm>
            <a:off x="760700" y="3412028"/>
            <a:ext cx="4061700" cy="319500"/>
          </a:xfrm>
          <a:prstGeom prst="rect">
            <a:avLst/>
          </a:prstGeom>
        </p:spPr>
        <p:txBody>
          <a:bodyPr spcFirstLastPara="1" wrap="square" lIns="91425" tIns="91425" rIns="91425" bIns="91425" anchor="ctr" anchorCtr="0">
            <a:noAutofit/>
          </a:bodyPr>
          <a:lstStyle/>
          <a:p>
            <a:pPr marL="0" indent="0"/>
            <a:r>
              <a:rPr lang="en-IN" dirty="0"/>
              <a:t>Intro about hologram</a:t>
            </a:r>
          </a:p>
          <a:p>
            <a:pPr marL="0" lvl="0" indent="0" algn="l" rtl="0">
              <a:spcBef>
                <a:spcPts val="0"/>
              </a:spcBef>
              <a:spcAft>
                <a:spcPts val="0"/>
              </a:spcAft>
              <a:buNone/>
            </a:pPr>
            <a:endParaRPr dirty="0"/>
          </a:p>
        </p:txBody>
      </p:sp>
      <p:cxnSp>
        <p:nvCxnSpPr>
          <p:cNvPr id="342" name="Google Shape;342;p39"/>
          <p:cNvCxnSpPr/>
          <p:nvPr/>
        </p:nvCxnSpPr>
        <p:spPr>
          <a:xfrm>
            <a:off x="715100" y="1292921"/>
            <a:ext cx="5083800" cy="0"/>
          </a:xfrm>
          <a:prstGeom prst="straightConnector1">
            <a:avLst/>
          </a:prstGeom>
          <a:noFill/>
          <a:ln w="19050" cap="flat" cmpd="sng">
            <a:solidFill>
              <a:schemeClr val="dk2"/>
            </a:solidFill>
            <a:prstDash val="solid"/>
            <a:round/>
            <a:headEnd type="none" w="med" len="med"/>
            <a:tailEnd type="none" w="med" len="med"/>
          </a:ln>
        </p:spPr>
      </p:cxnSp>
      <p:cxnSp>
        <p:nvCxnSpPr>
          <p:cNvPr id="343" name="Google Shape;343;p39"/>
          <p:cNvCxnSpPr/>
          <p:nvPr/>
        </p:nvCxnSpPr>
        <p:spPr>
          <a:xfrm>
            <a:off x="760700" y="3850563"/>
            <a:ext cx="5041200" cy="0"/>
          </a:xfrm>
          <a:prstGeom prst="straightConnector1">
            <a:avLst/>
          </a:prstGeom>
          <a:noFill/>
          <a:ln w="19050" cap="flat" cmpd="sng">
            <a:solidFill>
              <a:schemeClr val="dk2"/>
            </a:solidFill>
            <a:prstDash val="solid"/>
            <a:round/>
            <a:headEnd type="none" w="med" len="med"/>
            <a:tailEnd type="none" w="med" len="med"/>
          </a:ln>
        </p:spPr>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40"/>
          <p:cNvSpPr txBox="1">
            <a:spLocks noGrp="1"/>
          </p:cNvSpPr>
          <p:nvPr>
            <p:ph type="title"/>
          </p:nvPr>
        </p:nvSpPr>
        <p:spPr>
          <a:xfrm>
            <a:off x="4378808" y="1882048"/>
            <a:ext cx="36450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Introduction</a:t>
            </a:r>
            <a:endParaRPr dirty="0"/>
          </a:p>
        </p:txBody>
      </p:sp>
      <p:sp>
        <p:nvSpPr>
          <p:cNvPr id="349" name="Google Shape;349;p40"/>
          <p:cNvSpPr txBox="1">
            <a:spLocks noGrp="1"/>
          </p:cNvSpPr>
          <p:nvPr>
            <p:ph type="body" idx="1"/>
          </p:nvPr>
        </p:nvSpPr>
        <p:spPr>
          <a:xfrm>
            <a:off x="4378808" y="2957990"/>
            <a:ext cx="3658500" cy="1308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a:t>Holograms are 3D images created by recording the interference pattern of laser beams on a photosensitive medium. They provide immersive and realistic visual experiences, appearing to float in space. Widely used in security, art, and entertainment, holography continues to evolve with advancements in technology, opening up new possibilities.</a:t>
            </a:r>
          </a:p>
        </p:txBody>
      </p:sp>
      <p:cxnSp>
        <p:nvCxnSpPr>
          <p:cNvPr id="350" name="Google Shape;350;p40"/>
          <p:cNvCxnSpPr/>
          <p:nvPr/>
        </p:nvCxnSpPr>
        <p:spPr>
          <a:xfrm>
            <a:off x="4365308" y="1758521"/>
            <a:ext cx="3658500" cy="0"/>
          </a:xfrm>
          <a:prstGeom prst="straightConnector1">
            <a:avLst/>
          </a:prstGeom>
          <a:noFill/>
          <a:ln w="19050" cap="flat" cmpd="sng">
            <a:solidFill>
              <a:schemeClr val="dk2"/>
            </a:solidFill>
            <a:prstDash val="solid"/>
            <a:round/>
            <a:headEnd type="none" w="med" len="med"/>
            <a:tailEnd type="none" w="med" len="med"/>
          </a:ln>
        </p:spPr>
      </p:cxnSp>
      <p:pic>
        <p:nvPicPr>
          <p:cNvPr id="1026" name="Picture 2" descr="Landing - Axiom Holographics">
            <a:extLst>
              <a:ext uri="{FF2B5EF4-FFF2-40B4-BE49-F238E27FC236}">
                <a16:creationId xmlns:a16="http://schemas.microsoft.com/office/drawing/2014/main" id="{A24F33C8-3300-5130-6E1F-95D3DA1CFD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3680" y="818865"/>
            <a:ext cx="4078810" cy="301444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38"/>
        <p:cNvGrpSpPr/>
        <p:nvPr/>
      </p:nvGrpSpPr>
      <p:grpSpPr>
        <a:xfrm>
          <a:off x="0" y="0"/>
          <a:ext cx="0" cy="0"/>
          <a:chOff x="0" y="0"/>
          <a:chExt cx="0" cy="0"/>
        </a:xfrm>
      </p:grpSpPr>
      <p:sp>
        <p:nvSpPr>
          <p:cNvPr id="339" name="Google Shape;339;p39"/>
          <p:cNvSpPr txBox="1">
            <a:spLocks noGrp="1"/>
          </p:cNvSpPr>
          <p:nvPr>
            <p:ph type="title"/>
          </p:nvPr>
        </p:nvSpPr>
        <p:spPr>
          <a:xfrm>
            <a:off x="715100" y="2237150"/>
            <a:ext cx="4061700" cy="1085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IN" dirty="0"/>
              <a:t>Benefits</a:t>
            </a:r>
            <a:endParaRPr dirty="0"/>
          </a:p>
        </p:txBody>
      </p:sp>
      <p:sp>
        <p:nvSpPr>
          <p:cNvPr id="340" name="Google Shape;340;p39"/>
          <p:cNvSpPr txBox="1">
            <a:spLocks noGrp="1"/>
          </p:cNvSpPr>
          <p:nvPr>
            <p:ph type="title" idx="2"/>
          </p:nvPr>
        </p:nvSpPr>
        <p:spPr>
          <a:xfrm>
            <a:off x="715100" y="1458875"/>
            <a:ext cx="14985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02.</a:t>
            </a:r>
            <a:endParaRPr dirty="0"/>
          </a:p>
        </p:txBody>
      </p:sp>
      <p:sp>
        <p:nvSpPr>
          <p:cNvPr id="341" name="Google Shape;341;p39"/>
          <p:cNvSpPr txBox="1">
            <a:spLocks noGrp="1"/>
          </p:cNvSpPr>
          <p:nvPr>
            <p:ph type="subTitle" idx="1"/>
          </p:nvPr>
        </p:nvSpPr>
        <p:spPr>
          <a:xfrm>
            <a:off x="760700" y="3412028"/>
            <a:ext cx="4061700" cy="319500"/>
          </a:xfrm>
          <a:prstGeom prst="rect">
            <a:avLst/>
          </a:prstGeom>
        </p:spPr>
        <p:txBody>
          <a:bodyPr spcFirstLastPara="1" wrap="square" lIns="91425" tIns="91425" rIns="91425" bIns="91425" anchor="ctr" anchorCtr="0">
            <a:noAutofit/>
          </a:bodyPr>
          <a:lstStyle/>
          <a:p>
            <a:pPr marL="0" indent="0"/>
            <a:r>
              <a:rPr lang="en-IN" dirty="0"/>
              <a:t>Benefits of hologram</a:t>
            </a:r>
          </a:p>
          <a:p>
            <a:pPr marL="0" lvl="0" indent="0" algn="l" rtl="0">
              <a:spcBef>
                <a:spcPts val="0"/>
              </a:spcBef>
              <a:spcAft>
                <a:spcPts val="0"/>
              </a:spcAft>
              <a:buNone/>
            </a:pPr>
            <a:endParaRPr dirty="0"/>
          </a:p>
        </p:txBody>
      </p:sp>
      <p:cxnSp>
        <p:nvCxnSpPr>
          <p:cNvPr id="342" name="Google Shape;342;p39"/>
          <p:cNvCxnSpPr/>
          <p:nvPr/>
        </p:nvCxnSpPr>
        <p:spPr>
          <a:xfrm>
            <a:off x="715100" y="1292921"/>
            <a:ext cx="5083800" cy="0"/>
          </a:xfrm>
          <a:prstGeom prst="straightConnector1">
            <a:avLst/>
          </a:prstGeom>
          <a:noFill/>
          <a:ln w="19050" cap="flat" cmpd="sng">
            <a:solidFill>
              <a:schemeClr val="dk2"/>
            </a:solidFill>
            <a:prstDash val="solid"/>
            <a:round/>
            <a:headEnd type="none" w="med" len="med"/>
            <a:tailEnd type="none" w="med" len="med"/>
          </a:ln>
        </p:spPr>
      </p:cxnSp>
      <p:cxnSp>
        <p:nvCxnSpPr>
          <p:cNvPr id="343" name="Google Shape;343;p39"/>
          <p:cNvCxnSpPr/>
          <p:nvPr/>
        </p:nvCxnSpPr>
        <p:spPr>
          <a:xfrm>
            <a:off x="760700" y="3850563"/>
            <a:ext cx="5041200" cy="0"/>
          </a:xfrm>
          <a:prstGeom prst="straightConnector1">
            <a:avLst/>
          </a:prstGeom>
          <a:noFill/>
          <a:ln w="19050" cap="flat" cmpd="sng">
            <a:solidFill>
              <a:schemeClr val="dk2"/>
            </a:solidFill>
            <a:prstDash val="solid"/>
            <a:round/>
            <a:headEnd type="none" w="med" len="med"/>
            <a:tailEnd type="none" w="med" len="med"/>
          </a:ln>
        </p:spPr>
      </p:cxnSp>
    </p:spTree>
    <p:extLst>
      <p:ext uri="{BB962C8B-B14F-4D97-AF65-F5344CB8AC3E}">
        <p14:creationId xmlns:p14="http://schemas.microsoft.com/office/powerpoint/2010/main" val="22805223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83"/>
        <p:cNvGrpSpPr/>
        <p:nvPr/>
      </p:nvGrpSpPr>
      <p:grpSpPr>
        <a:xfrm>
          <a:off x="0" y="0"/>
          <a:ext cx="0" cy="0"/>
          <a:chOff x="0" y="0"/>
          <a:chExt cx="0" cy="0"/>
        </a:xfrm>
      </p:grpSpPr>
      <p:sp>
        <p:nvSpPr>
          <p:cNvPr id="384" name="Google Shape;384;p42"/>
          <p:cNvSpPr txBox="1">
            <a:spLocks noGrp="1"/>
          </p:cNvSpPr>
          <p:nvPr>
            <p:ph type="title"/>
          </p:nvPr>
        </p:nvSpPr>
        <p:spPr>
          <a:xfrm>
            <a:off x="720000" y="445025"/>
            <a:ext cx="77040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Benefits of hologram</a:t>
            </a:r>
            <a:endParaRPr dirty="0"/>
          </a:p>
        </p:txBody>
      </p:sp>
      <p:sp>
        <p:nvSpPr>
          <p:cNvPr id="385" name="Google Shape;385;p42"/>
          <p:cNvSpPr txBox="1">
            <a:spLocks noGrp="1"/>
          </p:cNvSpPr>
          <p:nvPr>
            <p:ph type="subTitle" idx="1"/>
          </p:nvPr>
        </p:nvSpPr>
        <p:spPr>
          <a:xfrm>
            <a:off x="4130659" y="2093225"/>
            <a:ext cx="3981300" cy="2208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endParaRPr lang="en-US" dirty="0"/>
          </a:p>
          <a:p>
            <a:pPr marL="0" lvl="0" indent="0" algn="l" rtl="0">
              <a:spcBef>
                <a:spcPts val="0"/>
              </a:spcBef>
              <a:spcAft>
                <a:spcPts val="0"/>
              </a:spcAft>
              <a:buNone/>
            </a:pPr>
            <a:r>
              <a:rPr lang="en-US" b="1" dirty="0"/>
              <a:t>Holograms: </a:t>
            </a:r>
            <a:r>
              <a:rPr lang="en-US" dirty="0"/>
              <a:t>Enhanced visualization, realistic immersion, anti-counterfeiting, interactivity, medical imaging, impactful advertising, data storage, AR/VR enhancement, and creative applications.</a:t>
            </a:r>
            <a:endParaRPr dirty="0"/>
          </a:p>
        </p:txBody>
      </p:sp>
      <p:cxnSp>
        <p:nvCxnSpPr>
          <p:cNvPr id="387" name="Google Shape;387;p42"/>
          <p:cNvCxnSpPr/>
          <p:nvPr/>
        </p:nvCxnSpPr>
        <p:spPr>
          <a:xfrm>
            <a:off x="4125409" y="2363196"/>
            <a:ext cx="3991800" cy="0"/>
          </a:xfrm>
          <a:prstGeom prst="straightConnector1">
            <a:avLst/>
          </a:prstGeom>
          <a:noFill/>
          <a:ln w="19050" cap="flat" cmpd="sng">
            <a:solidFill>
              <a:schemeClr val="dk2"/>
            </a:solidFill>
            <a:prstDash val="solid"/>
            <a:round/>
            <a:headEnd type="none" w="med" len="med"/>
            <a:tailEnd type="none" w="med" len="med"/>
          </a:ln>
        </p:spPr>
      </p:cxnSp>
      <p:pic>
        <p:nvPicPr>
          <p:cNvPr id="2050" name="Picture 2" descr="Five surprising ways holograms are revolutionising the world">
            <a:extLst>
              <a:ext uri="{FF2B5EF4-FFF2-40B4-BE49-F238E27FC236}">
                <a16:creationId xmlns:a16="http://schemas.microsoft.com/office/drawing/2014/main" id="{8A153946-7AC9-D0E1-14C4-82BA2D48E7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4880" y="1407639"/>
            <a:ext cx="3137066" cy="313706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38"/>
        <p:cNvGrpSpPr/>
        <p:nvPr/>
      </p:nvGrpSpPr>
      <p:grpSpPr>
        <a:xfrm>
          <a:off x="0" y="0"/>
          <a:ext cx="0" cy="0"/>
          <a:chOff x="0" y="0"/>
          <a:chExt cx="0" cy="0"/>
        </a:xfrm>
      </p:grpSpPr>
      <p:sp>
        <p:nvSpPr>
          <p:cNvPr id="339" name="Google Shape;339;p39"/>
          <p:cNvSpPr txBox="1">
            <a:spLocks noGrp="1"/>
          </p:cNvSpPr>
          <p:nvPr>
            <p:ph type="title"/>
          </p:nvPr>
        </p:nvSpPr>
        <p:spPr>
          <a:xfrm>
            <a:off x="715100" y="2237150"/>
            <a:ext cx="4061700" cy="1085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IN" dirty="0"/>
              <a:t>Working </a:t>
            </a:r>
            <a:endParaRPr dirty="0"/>
          </a:p>
        </p:txBody>
      </p:sp>
      <p:sp>
        <p:nvSpPr>
          <p:cNvPr id="340" name="Google Shape;340;p39"/>
          <p:cNvSpPr txBox="1">
            <a:spLocks noGrp="1"/>
          </p:cNvSpPr>
          <p:nvPr>
            <p:ph type="title" idx="2"/>
          </p:nvPr>
        </p:nvSpPr>
        <p:spPr>
          <a:xfrm>
            <a:off x="715100" y="1458875"/>
            <a:ext cx="14985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03.</a:t>
            </a:r>
            <a:endParaRPr dirty="0"/>
          </a:p>
        </p:txBody>
      </p:sp>
      <p:sp>
        <p:nvSpPr>
          <p:cNvPr id="341" name="Google Shape;341;p39"/>
          <p:cNvSpPr txBox="1">
            <a:spLocks noGrp="1"/>
          </p:cNvSpPr>
          <p:nvPr>
            <p:ph type="subTitle" idx="1"/>
          </p:nvPr>
        </p:nvSpPr>
        <p:spPr>
          <a:xfrm>
            <a:off x="760700" y="3412028"/>
            <a:ext cx="4061700" cy="319500"/>
          </a:xfrm>
          <a:prstGeom prst="rect">
            <a:avLst/>
          </a:prstGeom>
        </p:spPr>
        <p:txBody>
          <a:bodyPr spcFirstLastPara="1" wrap="square" lIns="91425" tIns="91425" rIns="91425" bIns="91425" anchor="ctr" anchorCtr="0">
            <a:noAutofit/>
          </a:bodyPr>
          <a:lstStyle/>
          <a:p>
            <a:pPr marL="0" indent="0"/>
            <a:r>
              <a:rPr lang="en-IN" dirty="0"/>
              <a:t>Working of hologram</a:t>
            </a:r>
          </a:p>
          <a:p>
            <a:pPr marL="0" lvl="0" indent="0" algn="l" rtl="0">
              <a:spcBef>
                <a:spcPts val="0"/>
              </a:spcBef>
              <a:spcAft>
                <a:spcPts val="0"/>
              </a:spcAft>
              <a:buNone/>
            </a:pPr>
            <a:endParaRPr dirty="0"/>
          </a:p>
        </p:txBody>
      </p:sp>
      <p:cxnSp>
        <p:nvCxnSpPr>
          <p:cNvPr id="342" name="Google Shape;342;p39"/>
          <p:cNvCxnSpPr/>
          <p:nvPr/>
        </p:nvCxnSpPr>
        <p:spPr>
          <a:xfrm>
            <a:off x="715100" y="1292921"/>
            <a:ext cx="5083800" cy="0"/>
          </a:xfrm>
          <a:prstGeom prst="straightConnector1">
            <a:avLst/>
          </a:prstGeom>
          <a:noFill/>
          <a:ln w="19050" cap="flat" cmpd="sng">
            <a:solidFill>
              <a:schemeClr val="dk2"/>
            </a:solidFill>
            <a:prstDash val="solid"/>
            <a:round/>
            <a:headEnd type="none" w="med" len="med"/>
            <a:tailEnd type="none" w="med" len="med"/>
          </a:ln>
        </p:spPr>
      </p:cxnSp>
      <p:cxnSp>
        <p:nvCxnSpPr>
          <p:cNvPr id="343" name="Google Shape;343;p39"/>
          <p:cNvCxnSpPr/>
          <p:nvPr/>
        </p:nvCxnSpPr>
        <p:spPr>
          <a:xfrm>
            <a:off x="760700" y="3850563"/>
            <a:ext cx="5041200" cy="0"/>
          </a:xfrm>
          <a:prstGeom prst="straightConnector1">
            <a:avLst/>
          </a:prstGeom>
          <a:noFill/>
          <a:ln w="19050" cap="flat" cmpd="sng">
            <a:solidFill>
              <a:schemeClr val="dk2"/>
            </a:solidFill>
            <a:prstDash val="solid"/>
            <a:round/>
            <a:headEnd type="none" w="med" len="med"/>
            <a:tailEnd type="none" w="med" len="med"/>
          </a:ln>
        </p:spPr>
      </p:cxnSp>
    </p:spTree>
    <p:extLst>
      <p:ext uri="{BB962C8B-B14F-4D97-AF65-F5344CB8AC3E}">
        <p14:creationId xmlns:p14="http://schemas.microsoft.com/office/powerpoint/2010/main" val="14568511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83"/>
        <p:cNvGrpSpPr/>
        <p:nvPr/>
      </p:nvGrpSpPr>
      <p:grpSpPr>
        <a:xfrm>
          <a:off x="0" y="0"/>
          <a:ext cx="0" cy="0"/>
          <a:chOff x="0" y="0"/>
          <a:chExt cx="0" cy="0"/>
        </a:xfrm>
      </p:grpSpPr>
      <p:sp>
        <p:nvSpPr>
          <p:cNvPr id="384" name="Google Shape;384;p42"/>
          <p:cNvSpPr txBox="1">
            <a:spLocks noGrp="1"/>
          </p:cNvSpPr>
          <p:nvPr>
            <p:ph type="title"/>
          </p:nvPr>
        </p:nvSpPr>
        <p:spPr>
          <a:xfrm>
            <a:off x="720000" y="445025"/>
            <a:ext cx="77040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Working of hologram</a:t>
            </a:r>
            <a:endParaRPr dirty="0"/>
          </a:p>
        </p:txBody>
      </p:sp>
      <p:sp>
        <p:nvSpPr>
          <p:cNvPr id="385" name="Google Shape;385;p42"/>
          <p:cNvSpPr txBox="1">
            <a:spLocks noGrp="1"/>
          </p:cNvSpPr>
          <p:nvPr>
            <p:ph type="subTitle" idx="1"/>
          </p:nvPr>
        </p:nvSpPr>
        <p:spPr>
          <a:xfrm>
            <a:off x="4120159" y="2052283"/>
            <a:ext cx="3981300" cy="2208300"/>
          </a:xfrm>
          <a:prstGeom prst="rect">
            <a:avLst/>
          </a:prstGeom>
        </p:spPr>
        <p:txBody>
          <a:bodyPr spcFirstLastPara="1" wrap="square" lIns="91425" tIns="91425" rIns="91425" bIns="91425" anchor="ctr" anchorCtr="0">
            <a:noAutofit/>
          </a:bodyPr>
          <a:lstStyle/>
          <a:p>
            <a:pPr marL="285750" indent="-285750"/>
            <a:r>
              <a:rPr lang="en-US" dirty="0"/>
              <a:t>Holograms work by splitting a laser beam into an object and a reference beam.</a:t>
            </a:r>
          </a:p>
          <a:p>
            <a:pPr marL="285750" indent="-285750"/>
            <a:r>
              <a:rPr lang="en-US" dirty="0"/>
              <a:t>The object beam interacts with the object, creating an interference pattern when combined with the reference beam on a photosensitive medium.</a:t>
            </a:r>
          </a:p>
          <a:p>
            <a:pPr marL="285750" indent="-285750"/>
            <a:r>
              <a:rPr lang="en-US" dirty="0"/>
              <a:t> Reconstructing the hologram with coherent light displays a 3D image that changes with perspective.</a:t>
            </a:r>
            <a:endParaRPr dirty="0"/>
          </a:p>
        </p:txBody>
      </p:sp>
      <p:cxnSp>
        <p:nvCxnSpPr>
          <p:cNvPr id="387" name="Google Shape;387;p42"/>
          <p:cNvCxnSpPr/>
          <p:nvPr/>
        </p:nvCxnSpPr>
        <p:spPr>
          <a:xfrm>
            <a:off x="4120159" y="1899172"/>
            <a:ext cx="3991800" cy="0"/>
          </a:xfrm>
          <a:prstGeom prst="straightConnector1">
            <a:avLst/>
          </a:prstGeom>
          <a:noFill/>
          <a:ln w="19050" cap="flat" cmpd="sng">
            <a:solidFill>
              <a:schemeClr val="dk2"/>
            </a:solidFill>
            <a:prstDash val="solid"/>
            <a:round/>
            <a:headEnd type="none" w="med" len="med"/>
            <a:tailEnd type="none" w="med" len="med"/>
          </a:ln>
        </p:spPr>
      </p:cxnSp>
      <p:pic>
        <p:nvPicPr>
          <p:cNvPr id="3074" name="Picture 2" descr="How Holograms Work | HowStuffWorks">
            <a:extLst>
              <a:ext uri="{FF2B5EF4-FFF2-40B4-BE49-F238E27FC236}">
                <a16:creationId xmlns:a16="http://schemas.microsoft.com/office/drawing/2014/main" id="{B8B664C9-5E4A-6355-FAB8-42CD3C7E200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0000" y="1320826"/>
            <a:ext cx="2971080" cy="33776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28152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38"/>
        <p:cNvGrpSpPr/>
        <p:nvPr/>
      </p:nvGrpSpPr>
      <p:grpSpPr>
        <a:xfrm>
          <a:off x="0" y="0"/>
          <a:ext cx="0" cy="0"/>
          <a:chOff x="0" y="0"/>
          <a:chExt cx="0" cy="0"/>
        </a:xfrm>
      </p:grpSpPr>
      <p:sp>
        <p:nvSpPr>
          <p:cNvPr id="339" name="Google Shape;339;p39"/>
          <p:cNvSpPr txBox="1">
            <a:spLocks noGrp="1"/>
          </p:cNvSpPr>
          <p:nvPr>
            <p:ph type="title"/>
          </p:nvPr>
        </p:nvSpPr>
        <p:spPr>
          <a:xfrm>
            <a:off x="715100" y="2237150"/>
            <a:ext cx="4061700" cy="1085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IN" dirty="0"/>
              <a:t>Teaching </a:t>
            </a:r>
            <a:endParaRPr dirty="0"/>
          </a:p>
        </p:txBody>
      </p:sp>
      <p:sp>
        <p:nvSpPr>
          <p:cNvPr id="340" name="Google Shape;340;p39"/>
          <p:cNvSpPr txBox="1">
            <a:spLocks noGrp="1"/>
          </p:cNvSpPr>
          <p:nvPr>
            <p:ph type="title" idx="2"/>
          </p:nvPr>
        </p:nvSpPr>
        <p:spPr>
          <a:xfrm>
            <a:off x="715100" y="1458875"/>
            <a:ext cx="14985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04.</a:t>
            </a:r>
            <a:endParaRPr dirty="0"/>
          </a:p>
        </p:txBody>
      </p:sp>
      <p:sp>
        <p:nvSpPr>
          <p:cNvPr id="341" name="Google Shape;341;p39"/>
          <p:cNvSpPr txBox="1">
            <a:spLocks noGrp="1"/>
          </p:cNvSpPr>
          <p:nvPr>
            <p:ph type="subTitle" idx="1"/>
          </p:nvPr>
        </p:nvSpPr>
        <p:spPr>
          <a:xfrm>
            <a:off x="760700" y="3426656"/>
            <a:ext cx="4061700" cy="319500"/>
          </a:xfrm>
          <a:prstGeom prst="rect">
            <a:avLst/>
          </a:prstGeom>
        </p:spPr>
        <p:txBody>
          <a:bodyPr spcFirstLastPara="1" wrap="square" lIns="91425" tIns="91425" rIns="91425" bIns="91425" anchor="ctr" anchorCtr="0">
            <a:noAutofit/>
          </a:bodyPr>
          <a:lstStyle/>
          <a:p>
            <a:pPr marL="0" indent="0"/>
            <a:r>
              <a:rPr lang="en-IN" dirty="0"/>
              <a:t>Teaching in nowadays</a:t>
            </a:r>
          </a:p>
          <a:p>
            <a:pPr marL="0" lvl="0" indent="0" algn="l" rtl="0">
              <a:spcBef>
                <a:spcPts val="0"/>
              </a:spcBef>
              <a:spcAft>
                <a:spcPts val="0"/>
              </a:spcAft>
              <a:buNone/>
            </a:pPr>
            <a:endParaRPr dirty="0"/>
          </a:p>
        </p:txBody>
      </p:sp>
      <p:cxnSp>
        <p:nvCxnSpPr>
          <p:cNvPr id="342" name="Google Shape;342;p39"/>
          <p:cNvCxnSpPr/>
          <p:nvPr/>
        </p:nvCxnSpPr>
        <p:spPr>
          <a:xfrm>
            <a:off x="715100" y="1292921"/>
            <a:ext cx="5083800" cy="0"/>
          </a:xfrm>
          <a:prstGeom prst="straightConnector1">
            <a:avLst/>
          </a:prstGeom>
          <a:noFill/>
          <a:ln w="19050" cap="flat" cmpd="sng">
            <a:solidFill>
              <a:schemeClr val="dk2"/>
            </a:solidFill>
            <a:prstDash val="solid"/>
            <a:round/>
            <a:headEnd type="none" w="med" len="med"/>
            <a:tailEnd type="none" w="med" len="med"/>
          </a:ln>
        </p:spPr>
      </p:cxnSp>
      <p:cxnSp>
        <p:nvCxnSpPr>
          <p:cNvPr id="343" name="Google Shape;343;p39"/>
          <p:cNvCxnSpPr/>
          <p:nvPr/>
        </p:nvCxnSpPr>
        <p:spPr>
          <a:xfrm>
            <a:off x="760700" y="3850563"/>
            <a:ext cx="5041200" cy="0"/>
          </a:xfrm>
          <a:prstGeom prst="straightConnector1">
            <a:avLst/>
          </a:prstGeom>
          <a:noFill/>
          <a:ln w="19050" cap="flat" cmpd="sng">
            <a:solidFill>
              <a:schemeClr val="dk2"/>
            </a:solidFill>
            <a:prstDash val="solid"/>
            <a:round/>
            <a:headEnd type="none" w="med" len="med"/>
            <a:tailEnd type="none" w="med" len="med"/>
          </a:ln>
        </p:spPr>
      </p:cxnSp>
    </p:spTree>
    <p:extLst>
      <p:ext uri="{BB962C8B-B14F-4D97-AF65-F5344CB8AC3E}">
        <p14:creationId xmlns:p14="http://schemas.microsoft.com/office/powerpoint/2010/main" val="17720974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83"/>
        <p:cNvGrpSpPr/>
        <p:nvPr/>
      </p:nvGrpSpPr>
      <p:grpSpPr>
        <a:xfrm>
          <a:off x="0" y="0"/>
          <a:ext cx="0" cy="0"/>
          <a:chOff x="0" y="0"/>
          <a:chExt cx="0" cy="0"/>
        </a:xfrm>
      </p:grpSpPr>
      <p:sp>
        <p:nvSpPr>
          <p:cNvPr id="384" name="Google Shape;384;p42"/>
          <p:cNvSpPr txBox="1">
            <a:spLocks noGrp="1"/>
          </p:cNvSpPr>
          <p:nvPr>
            <p:ph type="title"/>
          </p:nvPr>
        </p:nvSpPr>
        <p:spPr>
          <a:xfrm>
            <a:off x="720000" y="445025"/>
            <a:ext cx="77040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Teaching in nowadays</a:t>
            </a:r>
            <a:endParaRPr dirty="0"/>
          </a:p>
        </p:txBody>
      </p:sp>
      <p:sp>
        <p:nvSpPr>
          <p:cNvPr id="385" name="Google Shape;385;p42"/>
          <p:cNvSpPr txBox="1">
            <a:spLocks noGrp="1"/>
          </p:cNvSpPr>
          <p:nvPr>
            <p:ph type="subTitle" idx="1"/>
          </p:nvPr>
        </p:nvSpPr>
        <p:spPr>
          <a:xfrm>
            <a:off x="4125409" y="1945753"/>
            <a:ext cx="3981300" cy="2208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a:t>Present teaching includes blended learning models, remote learning with technology integration, flexible environments, project-based and inquiry-based learning, social-emotional learning, data-driven instruction, culturally responsive practices, and ongoing professional development to meet the diverse needs of students in a rapidly changing educational landscape.</a:t>
            </a:r>
            <a:endParaRPr dirty="0"/>
          </a:p>
        </p:txBody>
      </p:sp>
      <p:cxnSp>
        <p:nvCxnSpPr>
          <p:cNvPr id="387" name="Google Shape;387;p42"/>
          <p:cNvCxnSpPr/>
          <p:nvPr/>
        </p:nvCxnSpPr>
        <p:spPr>
          <a:xfrm>
            <a:off x="4125409" y="1945753"/>
            <a:ext cx="3991800" cy="0"/>
          </a:xfrm>
          <a:prstGeom prst="straightConnector1">
            <a:avLst/>
          </a:prstGeom>
          <a:noFill/>
          <a:ln w="19050" cap="flat" cmpd="sng">
            <a:solidFill>
              <a:schemeClr val="dk2"/>
            </a:solidFill>
            <a:prstDash val="solid"/>
            <a:round/>
            <a:headEnd type="none" w="med" len="med"/>
            <a:tailEnd type="none" w="med" len="med"/>
          </a:ln>
        </p:spPr>
      </p:cxnSp>
      <p:pic>
        <p:nvPicPr>
          <p:cNvPr id="4098" name="Picture 2" descr="Pandemic: How Teachers Can Help Pupils to Catch Up - Teach Now">
            <a:extLst>
              <a:ext uri="{FF2B5EF4-FFF2-40B4-BE49-F238E27FC236}">
                <a16:creationId xmlns:a16="http://schemas.microsoft.com/office/drawing/2014/main" id="{5B25B774-9CF5-2BD1-A3BA-564B4834EF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1" y="1769165"/>
            <a:ext cx="3374904" cy="22908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652217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94"/>
        <p:cNvGrpSpPr/>
        <p:nvPr/>
      </p:nvGrpSpPr>
      <p:grpSpPr>
        <a:xfrm>
          <a:off x="0" y="0"/>
          <a:ext cx="0" cy="0"/>
          <a:chOff x="0" y="0"/>
          <a:chExt cx="0" cy="0"/>
        </a:xfrm>
      </p:grpSpPr>
      <p:sp>
        <p:nvSpPr>
          <p:cNvPr id="495" name="Google Shape;495;p46"/>
          <p:cNvSpPr txBox="1">
            <a:spLocks noGrp="1"/>
          </p:cNvSpPr>
          <p:nvPr>
            <p:ph type="title"/>
          </p:nvPr>
        </p:nvSpPr>
        <p:spPr>
          <a:xfrm>
            <a:off x="715100" y="1584575"/>
            <a:ext cx="6534000" cy="2529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Project</a:t>
            </a:r>
            <a:endParaRPr dirty="0"/>
          </a:p>
        </p:txBody>
      </p:sp>
      <p:cxnSp>
        <p:nvCxnSpPr>
          <p:cNvPr id="496" name="Google Shape;496;p46"/>
          <p:cNvCxnSpPr/>
          <p:nvPr/>
        </p:nvCxnSpPr>
        <p:spPr>
          <a:xfrm>
            <a:off x="715473" y="1525633"/>
            <a:ext cx="5739000" cy="0"/>
          </a:xfrm>
          <a:prstGeom prst="straightConnector1">
            <a:avLst/>
          </a:prstGeom>
          <a:noFill/>
          <a:ln w="19050" cap="flat" cmpd="sng">
            <a:solidFill>
              <a:schemeClr val="dk2"/>
            </a:solidFill>
            <a:prstDash val="solid"/>
            <a:round/>
            <a:headEnd type="none" w="med" len="med"/>
            <a:tailEnd type="none" w="med" len="med"/>
          </a:ln>
        </p:spPr>
      </p:cxnSp>
      <p:cxnSp>
        <p:nvCxnSpPr>
          <p:cNvPr id="497" name="Google Shape;497;p46"/>
          <p:cNvCxnSpPr/>
          <p:nvPr/>
        </p:nvCxnSpPr>
        <p:spPr>
          <a:xfrm>
            <a:off x="715473" y="4180717"/>
            <a:ext cx="5757000" cy="0"/>
          </a:xfrm>
          <a:prstGeom prst="straightConnector1">
            <a:avLst/>
          </a:prstGeom>
          <a:noFill/>
          <a:ln w="19050" cap="flat" cmpd="sng">
            <a:solidFill>
              <a:schemeClr val="dk2"/>
            </a:solidFill>
            <a:prstDash val="solid"/>
            <a:round/>
            <a:headEnd type="none" w="med" len="med"/>
            <a:tailEnd type="none" w="med" len="med"/>
          </a:ln>
        </p:spPr>
      </p:cxn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09"/>
        <p:cNvGrpSpPr/>
        <p:nvPr/>
      </p:nvGrpSpPr>
      <p:grpSpPr>
        <a:xfrm>
          <a:off x="0" y="0"/>
          <a:ext cx="0" cy="0"/>
          <a:chOff x="0" y="0"/>
          <a:chExt cx="0" cy="0"/>
        </a:xfrm>
      </p:grpSpPr>
      <p:pic>
        <p:nvPicPr>
          <p:cNvPr id="5124" name="Picture 4" descr="Holographic Technology In Learning, Transforming Education System">
            <a:extLst>
              <a:ext uri="{FF2B5EF4-FFF2-40B4-BE49-F238E27FC236}">
                <a16:creationId xmlns:a16="http://schemas.microsoft.com/office/drawing/2014/main" id="{E3163C62-5FEC-791C-C51F-788AFDFC43B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26" y="1"/>
            <a:ext cx="9127547" cy="5143500"/>
          </a:xfrm>
          <a:prstGeom prst="rect">
            <a:avLst/>
          </a:prstGeom>
          <a:noFill/>
          <a:extLst>
            <a:ext uri="{909E8E84-426E-40DD-AFC4-6F175D3DCCD1}">
              <a14:hiddenFill xmlns:a14="http://schemas.microsoft.com/office/drawing/2010/main">
                <a:solidFill>
                  <a:srgbClr val="FFFFFF"/>
                </a:solidFill>
              </a14:hiddenFill>
            </a:ext>
          </a:extLst>
        </p:spPr>
      </p:pic>
      <p:sp>
        <p:nvSpPr>
          <p:cNvPr id="4" name="Google Shape;510;p48">
            <a:extLst>
              <a:ext uri="{FF2B5EF4-FFF2-40B4-BE49-F238E27FC236}">
                <a16:creationId xmlns:a16="http://schemas.microsoft.com/office/drawing/2014/main" id="{4D7721C7-BAE7-99A7-32DE-F9B05B13BE1F}"/>
              </a:ext>
            </a:extLst>
          </p:cNvPr>
          <p:cNvSpPr txBox="1">
            <a:spLocks noGrp="1"/>
          </p:cNvSpPr>
          <p:nvPr>
            <p:ph type="title"/>
          </p:nvPr>
        </p:nvSpPr>
        <p:spPr>
          <a:xfrm>
            <a:off x="720000" y="4035800"/>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chemeClr val="lt1"/>
                </a:solidFill>
              </a:rPr>
              <a:t>With the hologramic technology</a:t>
            </a:r>
            <a:endParaRPr dirty="0">
              <a:solidFill>
                <a:schemeClr val="lt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14"/>
        <p:cNvGrpSpPr/>
        <p:nvPr/>
      </p:nvGrpSpPr>
      <p:grpSpPr>
        <a:xfrm>
          <a:off x="0" y="0"/>
          <a:ext cx="0" cy="0"/>
          <a:chOff x="0" y="0"/>
          <a:chExt cx="0" cy="0"/>
        </a:xfrm>
      </p:grpSpPr>
      <p:sp>
        <p:nvSpPr>
          <p:cNvPr id="515" name="Google Shape;515;p49"/>
          <p:cNvSpPr txBox="1">
            <a:spLocks noGrp="1"/>
          </p:cNvSpPr>
          <p:nvPr>
            <p:ph type="title"/>
          </p:nvPr>
        </p:nvSpPr>
        <p:spPr>
          <a:xfrm>
            <a:off x="881753" y="1303531"/>
            <a:ext cx="3858000" cy="1422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IN" dirty="0"/>
              <a:t>Hologram teaching</a:t>
            </a:r>
            <a:endParaRPr dirty="0"/>
          </a:p>
        </p:txBody>
      </p:sp>
      <p:sp>
        <p:nvSpPr>
          <p:cNvPr id="516" name="Google Shape;516;p49"/>
          <p:cNvSpPr txBox="1">
            <a:spLocks noGrp="1"/>
          </p:cNvSpPr>
          <p:nvPr>
            <p:ph type="subTitle" idx="1"/>
          </p:nvPr>
        </p:nvSpPr>
        <p:spPr>
          <a:xfrm>
            <a:off x="881753" y="3398791"/>
            <a:ext cx="3858000" cy="841800"/>
          </a:xfrm>
          <a:prstGeom prst="rect">
            <a:avLst/>
          </a:prstGeom>
        </p:spPr>
        <p:txBody>
          <a:bodyPr spcFirstLastPara="1" wrap="square" lIns="91425" tIns="91425" rIns="91425" bIns="91425" anchor="ctr" anchorCtr="0">
            <a:noAutofit/>
          </a:bodyPr>
          <a:lstStyle/>
          <a:p>
            <a:pPr marL="0" lvl="0" indent="0" algn="l" rtl="0">
              <a:spcBef>
                <a:spcPts val="0"/>
              </a:spcBef>
              <a:spcAft>
                <a:spcPts val="1600"/>
              </a:spcAft>
              <a:buNone/>
            </a:pPr>
            <a:r>
              <a:rPr lang="en-US" dirty="0"/>
              <a:t>Hologram teaching utilizes holographic technology to project interactive and immersive visualizations in the classroom, enhancing student engagement and understanding of complex concepts through dynamic and 3D representations. Implementation may vary due to technological limitations and resource availability.</a:t>
            </a:r>
            <a:endParaRPr dirty="0"/>
          </a:p>
        </p:txBody>
      </p:sp>
      <p:cxnSp>
        <p:nvCxnSpPr>
          <p:cNvPr id="517" name="Google Shape;517;p49"/>
          <p:cNvCxnSpPr/>
          <p:nvPr/>
        </p:nvCxnSpPr>
        <p:spPr>
          <a:xfrm>
            <a:off x="873953" y="1399985"/>
            <a:ext cx="3865800" cy="0"/>
          </a:xfrm>
          <a:prstGeom prst="straightConnector1">
            <a:avLst/>
          </a:prstGeom>
          <a:noFill/>
          <a:ln w="19050" cap="flat" cmpd="sng">
            <a:solidFill>
              <a:schemeClr val="dk2"/>
            </a:solidFill>
            <a:prstDash val="solid"/>
            <a:round/>
            <a:headEnd type="none" w="med" len="med"/>
            <a:tailEnd type="none" w="med" len="med"/>
          </a:ln>
        </p:spPr>
      </p:cxnSp>
      <p:pic>
        <p:nvPicPr>
          <p:cNvPr id="6146" name="Picture 2" descr="MIT artificial intelligence tech can generate 3D holograms in real-time -  Big Think">
            <a:extLst>
              <a:ext uri="{FF2B5EF4-FFF2-40B4-BE49-F238E27FC236}">
                <a16:creationId xmlns:a16="http://schemas.microsoft.com/office/drawing/2014/main" id="{2B9F30EA-8329-A420-1F8E-9F0406DE1E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78250" y="1303531"/>
            <a:ext cx="2819437" cy="326003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14"/>
        <p:cNvGrpSpPr/>
        <p:nvPr/>
      </p:nvGrpSpPr>
      <p:grpSpPr>
        <a:xfrm>
          <a:off x="0" y="0"/>
          <a:ext cx="0" cy="0"/>
          <a:chOff x="0" y="0"/>
          <a:chExt cx="0" cy="0"/>
        </a:xfrm>
      </p:grpSpPr>
      <p:sp>
        <p:nvSpPr>
          <p:cNvPr id="515" name="Google Shape;515;p49"/>
          <p:cNvSpPr txBox="1">
            <a:spLocks noGrp="1"/>
          </p:cNvSpPr>
          <p:nvPr>
            <p:ph type="title"/>
          </p:nvPr>
        </p:nvSpPr>
        <p:spPr>
          <a:xfrm>
            <a:off x="881752" y="1303531"/>
            <a:ext cx="7069551" cy="1422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IN" dirty="0"/>
              <a:t>Pros 		and 		     Cons</a:t>
            </a:r>
            <a:endParaRPr dirty="0"/>
          </a:p>
        </p:txBody>
      </p:sp>
      <p:sp>
        <p:nvSpPr>
          <p:cNvPr id="516" name="Google Shape;516;p49"/>
          <p:cNvSpPr txBox="1">
            <a:spLocks noGrp="1"/>
          </p:cNvSpPr>
          <p:nvPr>
            <p:ph type="subTitle" idx="1"/>
          </p:nvPr>
        </p:nvSpPr>
        <p:spPr>
          <a:xfrm>
            <a:off x="881753" y="2961861"/>
            <a:ext cx="3796264" cy="1278730"/>
          </a:xfrm>
          <a:prstGeom prst="rect">
            <a:avLst/>
          </a:prstGeom>
        </p:spPr>
        <p:txBody>
          <a:bodyPr spcFirstLastPara="1" wrap="square" lIns="91425" tIns="91425" rIns="91425" bIns="91425" anchor="ctr" anchorCtr="0">
            <a:noAutofit/>
          </a:bodyPr>
          <a:lstStyle/>
          <a:p>
            <a:pPr marL="0" lvl="0" indent="0" algn="l" rtl="0">
              <a:spcBef>
                <a:spcPts val="0"/>
              </a:spcBef>
              <a:spcAft>
                <a:spcPts val="1600"/>
              </a:spcAft>
              <a:buNone/>
            </a:pPr>
            <a:r>
              <a:rPr lang="en-US" dirty="0"/>
              <a:t>Engaging and Interactive Learning</a:t>
            </a:r>
          </a:p>
          <a:p>
            <a:pPr marL="0" lvl="0" indent="0" algn="l" rtl="0">
              <a:spcBef>
                <a:spcPts val="0"/>
              </a:spcBef>
              <a:spcAft>
                <a:spcPts val="1600"/>
              </a:spcAft>
              <a:buNone/>
            </a:pPr>
            <a:r>
              <a:rPr lang="en-US" dirty="0"/>
              <a:t>Improved Retention</a:t>
            </a:r>
          </a:p>
          <a:p>
            <a:pPr marL="0" lvl="0" indent="0" algn="l" rtl="0">
              <a:spcBef>
                <a:spcPts val="0"/>
              </a:spcBef>
              <a:spcAft>
                <a:spcPts val="1600"/>
              </a:spcAft>
              <a:buNone/>
            </a:pPr>
            <a:r>
              <a:rPr lang="en-US" dirty="0"/>
              <a:t>Collaborative Learning</a:t>
            </a:r>
          </a:p>
          <a:p>
            <a:pPr marL="0" lvl="0" indent="0" algn="l" rtl="0">
              <a:spcBef>
                <a:spcPts val="0"/>
              </a:spcBef>
              <a:spcAft>
                <a:spcPts val="1600"/>
              </a:spcAft>
              <a:buNone/>
            </a:pPr>
            <a:r>
              <a:rPr lang="en-US" dirty="0"/>
              <a:t>Real-World Simulations</a:t>
            </a:r>
          </a:p>
          <a:p>
            <a:pPr marL="0" lvl="0" indent="0" algn="l" rtl="0">
              <a:spcBef>
                <a:spcPts val="0"/>
              </a:spcBef>
              <a:spcAft>
                <a:spcPts val="1600"/>
              </a:spcAft>
              <a:buNone/>
            </a:pPr>
            <a:r>
              <a:rPr lang="en-US" dirty="0"/>
              <a:t>Inclusive Education</a:t>
            </a:r>
            <a:endParaRPr dirty="0"/>
          </a:p>
        </p:txBody>
      </p:sp>
      <p:cxnSp>
        <p:nvCxnSpPr>
          <p:cNvPr id="517" name="Google Shape;517;p49"/>
          <p:cNvCxnSpPr>
            <a:cxnSpLocks/>
          </p:cNvCxnSpPr>
          <p:nvPr/>
        </p:nvCxnSpPr>
        <p:spPr>
          <a:xfrm>
            <a:off x="873953" y="1399985"/>
            <a:ext cx="6964708" cy="0"/>
          </a:xfrm>
          <a:prstGeom prst="straightConnector1">
            <a:avLst/>
          </a:prstGeom>
          <a:noFill/>
          <a:ln w="19050" cap="flat" cmpd="sng">
            <a:solidFill>
              <a:schemeClr val="dk2"/>
            </a:solidFill>
            <a:prstDash val="solid"/>
            <a:round/>
            <a:headEnd type="none" w="med" len="med"/>
            <a:tailEnd type="none" w="med" len="med"/>
          </a:ln>
        </p:spPr>
      </p:cxnSp>
      <p:sp>
        <p:nvSpPr>
          <p:cNvPr id="4" name="Google Shape;516;p49">
            <a:extLst>
              <a:ext uri="{FF2B5EF4-FFF2-40B4-BE49-F238E27FC236}">
                <a16:creationId xmlns:a16="http://schemas.microsoft.com/office/drawing/2014/main" id="{0ED82EA7-03A7-0E6F-7192-C11D22D1DCE0}"/>
              </a:ext>
            </a:extLst>
          </p:cNvPr>
          <p:cNvSpPr txBox="1">
            <a:spLocks/>
          </p:cNvSpPr>
          <p:nvPr/>
        </p:nvSpPr>
        <p:spPr>
          <a:xfrm>
            <a:off x="5420622" y="2961861"/>
            <a:ext cx="3796264" cy="127873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1400"/>
              <a:buFont typeface="Mallanna"/>
              <a:buNone/>
              <a:defRPr sz="1600" b="0" i="0" u="none" strike="noStrike" cap="none">
                <a:solidFill>
                  <a:schemeClr val="dk2"/>
                </a:solidFill>
                <a:latin typeface="Mallanna"/>
                <a:ea typeface="Mallanna"/>
                <a:cs typeface="Mallanna"/>
                <a:sym typeface="Mallanna"/>
              </a:defRPr>
            </a:lvl1pPr>
            <a:lvl2pPr marL="914400" marR="0" lvl="1" indent="-317500" algn="ctr" rtl="0">
              <a:lnSpc>
                <a:spcPct val="100000"/>
              </a:lnSpc>
              <a:spcBef>
                <a:spcPts val="1600"/>
              </a:spcBef>
              <a:spcAft>
                <a:spcPts val="0"/>
              </a:spcAft>
              <a:buClr>
                <a:schemeClr val="dk2"/>
              </a:buClr>
              <a:buSzPts val="1400"/>
              <a:buFont typeface="Mallanna"/>
              <a:buNone/>
              <a:defRPr sz="1400" b="0" i="0" u="none" strike="noStrike" cap="none">
                <a:solidFill>
                  <a:schemeClr val="dk2"/>
                </a:solidFill>
                <a:latin typeface="Mallanna"/>
                <a:ea typeface="Mallanna"/>
                <a:cs typeface="Mallanna"/>
                <a:sym typeface="Mallanna"/>
              </a:defRPr>
            </a:lvl2pPr>
            <a:lvl3pPr marL="1371600" marR="0" lvl="2" indent="-317500" algn="ctr" rtl="0">
              <a:lnSpc>
                <a:spcPct val="100000"/>
              </a:lnSpc>
              <a:spcBef>
                <a:spcPts val="1600"/>
              </a:spcBef>
              <a:spcAft>
                <a:spcPts val="0"/>
              </a:spcAft>
              <a:buClr>
                <a:schemeClr val="dk2"/>
              </a:buClr>
              <a:buSzPts val="1400"/>
              <a:buFont typeface="Mallanna"/>
              <a:buNone/>
              <a:defRPr sz="1400" b="0" i="0" u="none" strike="noStrike" cap="none">
                <a:solidFill>
                  <a:schemeClr val="dk2"/>
                </a:solidFill>
                <a:latin typeface="Mallanna"/>
                <a:ea typeface="Mallanna"/>
                <a:cs typeface="Mallanna"/>
                <a:sym typeface="Mallanna"/>
              </a:defRPr>
            </a:lvl3pPr>
            <a:lvl4pPr marL="1828800" marR="0" lvl="3" indent="-317500" algn="ctr" rtl="0">
              <a:lnSpc>
                <a:spcPct val="100000"/>
              </a:lnSpc>
              <a:spcBef>
                <a:spcPts val="1600"/>
              </a:spcBef>
              <a:spcAft>
                <a:spcPts val="0"/>
              </a:spcAft>
              <a:buClr>
                <a:schemeClr val="dk2"/>
              </a:buClr>
              <a:buSzPts val="1400"/>
              <a:buFont typeface="Mallanna"/>
              <a:buNone/>
              <a:defRPr sz="1400" b="0" i="0" u="none" strike="noStrike" cap="none">
                <a:solidFill>
                  <a:schemeClr val="dk2"/>
                </a:solidFill>
                <a:latin typeface="Mallanna"/>
                <a:ea typeface="Mallanna"/>
                <a:cs typeface="Mallanna"/>
                <a:sym typeface="Mallanna"/>
              </a:defRPr>
            </a:lvl4pPr>
            <a:lvl5pPr marL="2286000" marR="0" lvl="4" indent="-317500" algn="ctr" rtl="0">
              <a:lnSpc>
                <a:spcPct val="100000"/>
              </a:lnSpc>
              <a:spcBef>
                <a:spcPts val="1600"/>
              </a:spcBef>
              <a:spcAft>
                <a:spcPts val="0"/>
              </a:spcAft>
              <a:buClr>
                <a:schemeClr val="dk2"/>
              </a:buClr>
              <a:buSzPts val="1400"/>
              <a:buFont typeface="Mallanna"/>
              <a:buNone/>
              <a:defRPr sz="1400" b="0" i="0" u="none" strike="noStrike" cap="none">
                <a:solidFill>
                  <a:schemeClr val="dk2"/>
                </a:solidFill>
                <a:latin typeface="Mallanna"/>
                <a:ea typeface="Mallanna"/>
                <a:cs typeface="Mallanna"/>
                <a:sym typeface="Mallanna"/>
              </a:defRPr>
            </a:lvl5pPr>
            <a:lvl6pPr marL="2743200" marR="0" lvl="5" indent="-317500" algn="ctr" rtl="0">
              <a:lnSpc>
                <a:spcPct val="100000"/>
              </a:lnSpc>
              <a:spcBef>
                <a:spcPts val="1600"/>
              </a:spcBef>
              <a:spcAft>
                <a:spcPts val="0"/>
              </a:spcAft>
              <a:buClr>
                <a:schemeClr val="dk2"/>
              </a:buClr>
              <a:buSzPts val="1400"/>
              <a:buFont typeface="Mallanna"/>
              <a:buNone/>
              <a:defRPr sz="1400" b="0" i="0" u="none" strike="noStrike" cap="none">
                <a:solidFill>
                  <a:schemeClr val="dk2"/>
                </a:solidFill>
                <a:latin typeface="Mallanna"/>
                <a:ea typeface="Mallanna"/>
                <a:cs typeface="Mallanna"/>
                <a:sym typeface="Mallanna"/>
              </a:defRPr>
            </a:lvl6pPr>
            <a:lvl7pPr marL="3200400" marR="0" lvl="6" indent="-317500" algn="ctr" rtl="0">
              <a:lnSpc>
                <a:spcPct val="100000"/>
              </a:lnSpc>
              <a:spcBef>
                <a:spcPts val="1600"/>
              </a:spcBef>
              <a:spcAft>
                <a:spcPts val="0"/>
              </a:spcAft>
              <a:buClr>
                <a:schemeClr val="dk2"/>
              </a:buClr>
              <a:buSzPts val="1400"/>
              <a:buFont typeface="Mallanna"/>
              <a:buNone/>
              <a:defRPr sz="1400" b="0" i="0" u="none" strike="noStrike" cap="none">
                <a:solidFill>
                  <a:schemeClr val="dk2"/>
                </a:solidFill>
                <a:latin typeface="Mallanna"/>
                <a:ea typeface="Mallanna"/>
                <a:cs typeface="Mallanna"/>
                <a:sym typeface="Mallanna"/>
              </a:defRPr>
            </a:lvl7pPr>
            <a:lvl8pPr marL="3657600" marR="0" lvl="7" indent="-317500" algn="ctr" rtl="0">
              <a:lnSpc>
                <a:spcPct val="100000"/>
              </a:lnSpc>
              <a:spcBef>
                <a:spcPts val="1600"/>
              </a:spcBef>
              <a:spcAft>
                <a:spcPts val="0"/>
              </a:spcAft>
              <a:buClr>
                <a:schemeClr val="dk2"/>
              </a:buClr>
              <a:buSzPts val="1400"/>
              <a:buFont typeface="Mallanna"/>
              <a:buNone/>
              <a:defRPr sz="1400" b="0" i="0" u="none" strike="noStrike" cap="none">
                <a:solidFill>
                  <a:schemeClr val="dk2"/>
                </a:solidFill>
                <a:latin typeface="Mallanna"/>
                <a:ea typeface="Mallanna"/>
                <a:cs typeface="Mallanna"/>
                <a:sym typeface="Mallanna"/>
              </a:defRPr>
            </a:lvl8pPr>
            <a:lvl9pPr marL="4114800" marR="0" lvl="8" indent="-317500" algn="ctr" rtl="0">
              <a:lnSpc>
                <a:spcPct val="100000"/>
              </a:lnSpc>
              <a:spcBef>
                <a:spcPts val="1600"/>
              </a:spcBef>
              <a:spcAft>
                <a:spcPts val="1600"/>
              </a:spcAft>
              <a:buClr>
                <a:schemeClr val="dk2"/>
              </a:buClr>
              <a:buSzPts val="1400"/>
              <a:buFont typeface="Mallanna"/>
              <a:buNone/>
              <a:defRPr sz="1400" b="0" i="0" u="none" strike="noStrike" cap="none">
                <a:solidFill>
                  <a:schemeClr val="dk2"/>
                </a:solidFill>
                <a:latin typeface="Mallanna"/>
                <a:ea typeface="Mallanna"/>
                <a:cs typeface="Mallanna"/>
                <a:sym typeface="Mallanna"/>
              </a:defRPr>
            </a:lvl9pPr>
          </a:lstStyle>
          <a:p>
            <a:pPr marL="0" indent="0">
              <a:spcAft>
                <a:spcPts val="1600"/>
              </a:spcAft>
            </a:pPr>
            <a:r>
              <a:rPr lang="en-US" dirty="0"/>
              <a:t>Cost and Accessibility</a:t>
            </a:r>
          </a:p>
          <a:p>
            <a:pPr marL="0" indent="0">
              <a:spcAft>
                <a:spcPts val="1600"/>
              </a:spcAft>
            </a:pPr>
            <a:r>
              <a:rPr lang="en-US" dirty="0"/>
              <a:t>Technological Limitations</a:t>
            </a:r>
          </a:p>
          <a:p>
            <a:pPr marL="0" indent="0">
              <a:spcAft>
                <a:spcPts val="1600"/>
              </a:spcAft>
            </a:pPr>
            <a:r>
              <a:rPr lang="en-US" dirty="0"/>
              <a:t>Content Availability and Quality</a:t>
            </a:r>
          </a:p>
          <a:p>
            <a:pPr marL="0" indent="0">
              <a:spcAft>
                <a:spcPts val="1600"/>
              </a:spcAft>
            </a:pPr>
            <a:r>
              <a:rPr lang="en-US" dirty="0"/>
              <a:t>Learning Curve</a:t>
            </a:r>
          </a:p>
          <a:p>
            <a:pPr marL="0" indent="0">
              <a:spcAft>
                <a:spcPts val="1600"/>
              </a:spcAft>
            </a:pPr>
            <a:r>
              <a:rPr lang="en-US" dirty="0"/>
              <a:t>Limited Interactivity</a:t>
            </a:r>
          </a:p>
        </p:txBody>
      </p:sp>
    </p:spTree>
    <p:extLst>
      <p:ext uri="{BB962C8B-B14F-4D97-AF65-F5344CB8AC3E}">
        <p14:creationId xmlns:p14="http://schemas.microsoft.com/office/powerpoint/2010/main" val="4299851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86A7C-A5D8-62DB-C997-DD15DA356B7A}"/>
              </a:ext>
            </a:extLst>
          </p:cNvPr>
          <p:cNvSpPr>
            <a:spLocks noGrp="1"/>
          </p:cNvSpPr>
          <p:nvPr>
            <p:ph type="title"/>
          </p:nvPr>
        </p:nvSpPr>
        <p:spPr>
          <a:xfrm>
            <a:off x="2563325" y="415635"/>
            <a:ext cx="4352856" cy="1422900"/>
          </a:xfrm>
        </p:spPr>
        <p:txBody>
          <a:bodyPr/>
          <a:lstStyle/>
          <a:p>
            <a:r>
              <a:rPr lang="en-US" sz="5400" dirty="0"/>
              <a:t>Base paper</a:t>
            </a:r>
            <a:endParaRPr lang="en-IN" sz="5400" dirty="0"/>
          </a:p>
        </p:txBody>
      </p:sp>
      <p:sp>
        <p:nvSpPr>
          <p:cNvPr id="3" name="Subtitle 2">
            <a:extLst>
              <a:ext uri="{FF2B5EF4-FFF2-40B4-BE49-F238E27FC236}">
                <a16:creationId xmlns:a16="http://schemas.microsoft.com/office/drawing/2014/main" id="{A29C905C-CE16-7834-515C-2452D4A44D20}"/>
              </a:ext>
            </a:extLst>
          </p:cNvPr>
          <p:cNvSpPr>
            <a:spLocks noGrp="1"/>
          </p:cNvSpPr>
          <p:nvPr>
            <p:ph type="subTitle" idx="1"/>
          </p:nvPr>
        </p:nvSpPr>
        <p:spPr>
          <a:xfrm>
            <a:off x="404192" y="2463166"/>
            <a:ext cx="7490549" cy="841800"/>
          </a:xfrm>
        </p:spPr>
        <p:txBody>
          <a:bodyPr/>
          <a:lstStyle/>
          <a:p>
            <a:pPr marL="482600" indent="-342900">
              <a:lnSpc>
                <a:spcPct val="150000"/>
              </a:lnSpc>
              <a:buFont typeface="+mj-lt"/>
              <a:buAutoNum type="arabicPeriod"/>
            </a:pPr>
            <a:r>
              <a:rPr lang="en-IN" dirty="0"/>
              <a:t>https://www.engpaper.com/3d-holographic-ieee-paper.html</a:t>
            </a:r>
          </a:p>
          <a:p>
            <a:pPr marL="482600" indent="-342900">
              <a:lnSpc>
                <a:spcPct val="150000"/>
              </a:lnSpc>
              <a:buFont typeface="+mj-lt"/>
              <a:buAutoNum type="arabicPeriod"/>
            </a:pPr>
            <a:r>
              <a:rPr lang="en-IN" dirty="0"/>
              <a:t>https://online-journals.org/index.php/i-joe/article/view/27371/10457</a:t>
            </a:r>
          </a:p>
          <a:p>
            <a:pPr marL="482600" indent="-342900">
              <a:lnSpc>
                <a:spcPct val="150000"/>
              </a:lnSpc>
              <a:buFont typeface="+mj-lt"/>
              <a:buAutoNum type="arabicPeriod"/>
            </a:pPr>
            <a:r>
              <a:rPr lang="en-IN" dirty="0"/>
              <a:t>https://www.researchgate.net/publication/357057759_EduGram_Education_Development_Based_on_Hologram_Technology</a:t>
            </a:r>
          </a:p>
        </p:txBody>
      </p:sp>
    </p:spTree>
    <p:extLst>
      <p:ext uri="{BB962C8B-B14F-4D97-AF65-F5344CB8AC3E}">
        <p14:creationId xmlns:p14="http://schemas.microsoft.com/office/powerpoint/2010/main" val="4764073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Holographic teachers were supposed to be part of our future. What happened?">
            <a:extLst>
              <a:ext uri="{FF2B5EF4-FFF2-40B4-BE49-F238E27FC236}">
                <a16:creationId xmlns:a16="http://schemas.microsoft.com/office/drawing/2014/main" id="{1B3574AC-F37B-AA0C-44B3-AA6AA56389F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22523" b="7080"/>
          <a:stretch/>
        </p:blipFill>
        <p:spPr bwMode="auto">
          <a:xfrm>
            <a:off x="0" y="0"/>
            <a:ext cx="4401550" cy="2969362"/>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How does it work ... Holography | Seereal">
            <a:extLst>
              <a:ext uri="{FF2B5EF4-FFF2-40B4-BE49-F238E27FC236}">
                <a16:creationId xmlns:a16="http://schemas.microsoft.com/office/drawing/2014/main" id="{62DECA6E-C0A7-D534-0958-9996117A75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01550" y="2260276"/>
            <a:ext cx="4724400" cy="29693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013791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A2C7FF-DB68-04D1-0912-4B9A7E8EDE6C}"/>
              </a:ext>
            </a:extLst>
          </p:cNvPr>
          <p:cNvSpPr>
            <a:spLocks noGrp="1"/>
          </p:cNvSpPr>
          <p:nvPr>
            <p:ph type="title"/>
          </p:nvPr>
        </p:nvSpPr>
        <p:spPr>
          <a:xfrm>
            <a:off x="881752" y="1992644"/>
            <a:ext cx="7334595" cy="1422900"/>
          </a:xfrm>
        </p:spPr>
        <p:txBody>
          <a:bodyPr/>
          <a:lstStyle/>
          <a:p>
            <a:r>
              <a:rPr lang="en-US" sz="9600" dirty="0"/>
              <a:t>Thank You</a:t>
            </a:r>
            <a:endParaRPr lang="en-IN" sz="9600" dirty="0"/>
          </a:p>
        </p:txBody>
      </p:sp>
    </p:spTree>
    <p:extLst>
      <p:ext uri="{BB962C8B-B14F-4D97-AF65-F5344CB8AC3E}">
        <p14:creationId xmlns:p14="http://schemas.microsoft.com/office/powerpoint/2010/main" val="2136030622"/>
      </p:ext>
    </p:extLst>
  </p:cSld>
  <p:clrMapOvr>
    <a:masterClrMapping/>
  </p:clrMapOvr>
</p:sld>
</file>

<file path=ppt/theme/theme1.xml><?xml version="1.0" encoding="utf-8"?>
<a:theme xmlns:a="http://schemas.openxmlformats.org/drawingml/2006/main" name="Aeronautical Engineering Major for College by Slidesgo">
  <a:themeElements>
    <a:clrScheme name="Simple Light">
      <a:dk1>
        <a:srgbClr val="191919"/>
      </a:dk1>
      <a:lt1>
        <a:srgbClr val="FFFFFF"/>
      </a:lt1>
      <a:dk2>
        <a:srgbClr val="29235C"/>
      </a:dk2>
      <a:lt2>
        <a:srgbClr val="C7B0FF"/>
      </a:lt2>
      <a:accent1>
        <a:srgbClr val="00F5FF"/>
      </a:accent1>
      <a:accent2>
        <a:srgbClr val="9EFCE5"/>
      </a:accent2>
      <a:accent3>
        <a:srgbClr val="FFFFFF"/>
      </a:accent3>
      <a:accent4>
        <a:srgbClr val="FFFFFF"/>
      </a:accent4>
      <a:accent5>
        <a:srgbClr val="FFFFFF"/>
      </a:accent5>
      <a:accent6>
        <a:srgbClr val="FFFFFF"/>
      </a:accent6>
      <a:hlink>
        <a:srgbClr val="29235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86</TotalTime>
  <Words>480</Words>
  <Application>Microsoft Office PowerPoint</Application>
  <PresentationFormat>On-screen Show (16:9)</PresentationFormat>
  <Paragraphs>74</Paragraphs>
  <Slides>20</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Russo One</vt:lpstr>
      <vt:lpstr>Bebas Neue</vt:lpstr>
      <vt:lpstr>Mallanna</vt:lpstr>
      <vt:lpstr>Arial</vt:lpstr>
      <vt:lpstr>Aeronautical Engineering Major for College by Slidesgo</vt:lpstr>
      <vt:lpstr>VIRTUAL TEACHING</vt:lpstr>
      <vt:lpstr>Introduction</vt:lpstr>
      <vt:lpstr>Whoa!</vt:lpstr>
      <vt:lpstr>Objective</vt:lpstr>
      <vt:lpstr>Tools for implementation</vt:lpstr>
      <vt:lpstr>Introduction </vt:lpstr>
      <vt:lpstr>Introduction</vt:lpstr>
      <vt:lpstr>Benefits</vt:lpstr>
      <vt:lpstr>Benefits of hologram</vt:lpstr>
      <vt:lpstr>Working </vt:lpstr>
      <vt:lpstr>Working of hologram</vt:lpstr>
      <vt:lpstr>Teaching </vt:lpstr>
      <vt:lpstr>Teaching in nowadays</vt:lpstr>
      <vt:lpstr>Project</vt:lpstr>
      <vt:lpstr>With the hologramic technology</vt:lpstr>
      <vt:lpstr>Hologram teaching</vt:lpstr>
      <vt:lpstr>Pros   and        Cons</vt:lpstr>
      <vt:lpstr>Base paper</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VIRTUAL TEACHING</dc:title>
  <dc:creator>hp</dc:creator>
  <cp:lastModifiedBy>VK</cp:lastModifiedBy>
  <cp:revision>4</cp:revision>
  <dcterms:modified xsi:type="dcterms:W3CDTF">2023-07-17T00:51:01Z</dcterms:modified>
</cp:coreProperties>
</file>